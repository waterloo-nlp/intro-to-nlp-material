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notesSlides/notesSlide4.xml" ContentType="application/vnd.openxmlformats-officedocument.presentationml.notesSlide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60" r:id="rId3"/>
    <p:sldId id="261" r:id="rId4"/>
    <p:sldId id="263" r:id="rId5"/>
    <p:sldId id="264" r:id="rId6"/>
    <p:sldId id="266" r:id="rId7"/>
    <p:sldId id="265" r:id="rId8"/>
    <p:sldId id="267" r:id="rId9"/>
    <p:sldId id="269" r:id="rId10"/>
    <p:sldId id="268" r:id="rId11"/>
    <p:sldId id="270" r:id="rId12"/>
    <p:sldId id="279" r:id="rId13"/>
    <p:sldId id="271" r:id="rId14"/>
    <p:sldId id="273" r:id="rId15"/>
    <p:sldId id="272" r:id="rId16"/>
    <p:sldId id="275" r:id="rId17"/>
    <p:sldId id="276" r:id="rId18"/>
    <p:sldId id="277" r:id="rId19"/>
    <p:sldId id="274" r:id="rId20"/>
    <p:sldId id="278" r:id="rId21"/>
    <p:sldId id="280" r:id="rId22"/>
    <p:sldId id="281" r:id="rId23"/>
    <p:sldId id="284" r:id="rId24"/>
    <p:sldId id="282" r:id="rId25"/>
    <p:sldId id="283" r:id="rId26"/>
    <p:sldId id="285" r:id="rId27"/>
    <p:sldId id="286" r:id="rId28"/>
    <p:sldId id="287" r:id="rId29"/>
    <p:sldId id="288" r:id="rId30"/>
    <p:sldId id="289" r:id="rId31"/>
    <p:sldId id="25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CBEC9B-BF07-47F8-BD18-E2A90EE43098}">
          <p14:sldIdLst>
            <p14:sldId id="256"/>
            <p14:sldId id="260"/>
          </p14:sldIdLst>
        </p14:section>
        <p14:section name="grounded semantics" id="{A56DCF2E-7453-4B27-94AF-F2B7B2365155}">
          <p14:sldIdLst>
            <p14:sldId id="261"/>
            <p14:sldId id="263"/>
            <p14:sldId id="264"/>
            <p14:sldId id="266"/>
            <p14:sldId id="265"/>
            <p14:sldId id="267"/>
          </p14:sldIdLst>
        </p14:section>
        <p14:section name="vlm-clip" id="{F4AB6138-5F85-4C2D-9165-A331131D7775}">
          <p14:sldIdLst>
            <p14:sldId id="269"/>
            <p14:sldId id="268"/>
            <p14:sldId id="270"/>
            <p14:sldId id="279"/>
            <p14:sldId id="271"/>
            <p14:sldId id="273"/>
            <p14:sldId id="272"/>
            <p14:sldId id="275"/>
            <p14:sldId id="276"/>
          </p14:sldIdLst>
        </p14:section>
        <p14:section name="Generative VLM" id="{474DD6F9-2AFB-47F0-A592-BB8B2345302A}">
          <p14:sldIdLst>
            <p14:sldId id="277"/>
            <p14:sldId id="274"/>
            <p14:sldId id="278"/>
            <p14:sldId id="280"/>
            <p14:sldId id="281"/>
          </p14:sldIdLst>
        </p14:section>
        <p14:section name="VL-tasks" id="{1103746F-F9C5-40AF-90B8-D676C4544C17}">
          <p14:sldIdLst>
            <p14:sldId id="284"/>
            <p14:sldId id="282"/>
            <p14:sldId id="283"/>
            <p14:sldId id="285"/>
            <p14:sldId id="286"/>
            <p14:sldId id="287"/>
            <p14:sldId id="288"/>
            <p14:sldId id="289"/>
          </p14:sldIdLst>
        </p14:section>
        <p14:section name="next" id="{8509D117-9FDD-4962-BDF9-EDBA81550B5D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AEDAA93-CCF2-59E0-757F-EC741AC82C89}" name="Freda Shi" initials="FS" userId="e68c2e0bbb2f643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E7EAED"/>
    <a:srgbClr val="CCE2F2"/>
    <a:srgbClr val="0505FF"/>
    <a:srgbClr val="980000"/>
    <a:srgbClr val="E6935D"/>
    <a:srgbClr val="7A9E68"/>
    <a:srgbClr val="B78E73"/>
    <a:srgbClr val="64523F"/>
    <a:srgbClr val="3F5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6C6323-3C7F-4439-A194-4B3F4CD01FE4}" v="4530" dt="2026-02-11T07:32:39.964"/>
    <p1510:client id="{EB166C00-54F6-4CE0-89E3-F4124C5EEFA5}" v="14" dt="2026-02-11T15:39:18.6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047" autoAdjust="0"/>
  </p:normalViewPr>
  <p:slideViewPr>
    <p:cSldViewPr snapToGrid="0">
      <p:cViewPr varScale="1">
        <p:scale>
          <a:sx n="138" d="100"/>
          <a:sy n="138" d="100"/>
        </p:scale>
        <p:origin x="322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a Shi" userId="e3bafef1-15f2-4eeb-acbe-fa674bab7991" providerId="ADAL" clId="{9555FC65-5A8C-4EE8-9D5B-8283D7A0923C}"/>
    <pc:docChg chg="undo redo custSel addSld delSld modSld sldOrd modMainMaster addSection delSection modSection">
      <pc:chgData name="Freda Shi" userId="e3bafef1-15f2-4eeb-acbe-fa674bab7991" providerId="ADAL" clId="{9555FC65-5A8C-4EE8-9D5B-8283D7A0923C}" dt="2026-02-11T07:32:39.964" v="72903" actId="403"/>
      <pc:docMkLst>
        <pc:docMk/>
      </pc:docMkLst>
      <pc:sldChg chg="delSp modSp mod">
        <pc:chgData name="Freda Shi" userId="e3bafef1-15f2-4eeb-acbe-fa674bab7991" providerId="ADAL" clId="{9555FC65-5A8C-4EE8-9D5B-8283D7A0923C}" dt="2026-02-11T05:56:39.309" v="67839" actId="255"/>
        <pc:sldMkLst>
          <pc:docMk/>
          <pc:sldMk cId="228913878" sldId="256"/>
        </pc:sldMkLst>
        <pc:spChg chg="mod">
          <ac:chgData name="Freda Shi" userId="e3bafef1-15f2-4eeb-acbe-fa674bab7991" providerId="ADAL" clId="{9555FC65-5A8C-4EE8-9D5B-8283D7A0923C}" dt="2026-02-11T05:56:39.309" v="67839" actId="255"/>
          <ac:spMkLst>
            <pc:docMk/>
            <pc:sldMk cId="228913878" sldId="256"/>
            <ac:spMk id="4" creationId="{DA47CF05-BE52-90FA-5147-DA56FCE560BA}"/>
          </ac:spMkLst>
        </pc:spChg>
        <pc:spChg chg="mod">
          <ac:chgData name="Freda Shi" userId="e3bafef1-15f2-4eeb-acbe-fa674bab7991" providerId="ADAL" clId="{9555FC65-5A8C-4EE8-9D5B-8283D7A0923C}" dt="2026-02-10T20:06:56.384" v="62340" actId="20577"/>
          <ac:spMkLst>
            <pc:docMk/>
            <pc:sldMk cId="228913878" sldId="256"/>
            <ac:spMk id="9" creationId="{28B5EE4A-907F-5295-FED3-0CC20CF8B67E}"/>
          </ac:spMkLst>
        </pc:spChg>
      </pc:sldChg>
      <pc:sldChg chg="modSp mod">
        <pc:chgData name="Freda Shi" userId="e3bafef1-15f2-4eeb-acbe-fa674bab7991" providerId="ADAL" clId="{9555FC65-5A8C-4EE8-9D5B-8283D7A0923C}" dt="2026-02-09T09:40:55.833" v="62238" actId="20577"/>
        <pc:sldMkLst>
          <pc:docMk/>
          <pc:sldMk cId="1896540082" sldId="259"/>
        </pc:sldMkLst>
        <pc:spChg chg="mod">
          <ac:chgData name="Freda Shi" userId="e3bafef1-15f2-4eeb-acbe-fa674bab7991" providerId="ADAL" clId="{9555FC65-5A8C-4EE8-9D5B-8283D7A0923C}" dt="2026-01-28T05:45:14.420" v="45692" actId="20577"/>
          <ac:spMkLst>
            <pc:docMk/>
            <pc:sldMk cId="1896540082" sldId="259"/>
            <ac:spMk id="2" creationId="{E2C7B07E-A3D1-3C2B-B017-E96EB120E8C8}"/>
          </ac:spMkLst>
        </pc:spChg>
        <pc:spChg chg="mod">
          <ac:chgData name="Freda Shi" userId="e3bafef1-15f2-4eeb-acbe-fa674bab7991" providerId="ADAL" clId="{9555FC65-5A8C-4EE8-9D5B-8283D7A0923C}" dt="2026-02-09T09:40:55.833" v="62238" actId="20577"/>
          <ac:spMkLst>
            <pc:docMk/>
            <pc:sldMk cId="1896540082" sldId="259"/>
            <ac:spMk id="3" creationId="{B3BF30C2-A671-A559-D900-4A640E03FB09}"/>
          </ac:spMkLst>
        </pc:spChg>
      </pc:sldChg>
      <pc:sldChg chg="modSp new mod">
        <pc:chgData name="Freda Shi" userId="e3bafef1-15f2-4eeb-acbe-fa674bab7991" providerId="ADAL" clId="{9555FC65-5A8C-4EE8-9D5B-8283D7A0923C}" dt="2026-02-11T07:14:18.402" v="71670" actId="20577"/>
        <pc:sldMkLst>
          <pc:docMk/>
          <pc:sldMk cId="4151398556" sldId="260"/>
        </pc:sldMkLst>
        <pc:spChg chg="mod">
          <ac:chgData name="Freda Shi" userId="e3bafef1-15f2-4eeb-acbe-fa674bab7991" providerId="ADAL" clId="{9555FC65-5A8C-4EE8-9D5B-8283D7A0923C}" dt="2026-02-06T00:39:52.114" v="57615" actId="20577"/>
          <ac:spMkLst>
            <pc:docMk/>
            <pc:sldMk cId="4151398556" sldId="260"/>
            <ac:spMk id="2" creationId="{2903DBF4-8214-6D12-7816-50244752F4CE}"/>
          </ac:spMkLst>
        </pc:spChg>
        <pc:spChg chg="mod">
          <ac:chgData name="Freda Shi" userId="e3bafef1-15f2-4eeb-acbe-fa674bab7991" providerId="ADAL" clId="{9555FC65-5A8C-4EE8-9D5B-8283D7A0923C}" dt="2026-02-11T07:14:18.402" v="71670" actId="20577"/>
          <ac:spMkLst>
            <pc:docMk/>
            <pc:sldMk cId="4151398556" sldId="260"/>
            <ac:spMk id="3" creationId="{437C2521-A6EF-D715-18DA-CE6A752CAEA0}"/>
          </ac:spMkLst>
        </pc:spChg>
      </pc:sldChg>
      <pc:sldChg chg="new del">
        <pc:chgData name="Freda Shi" userId="e3bafef1-15f2-4eeb-acbe-fa674bab7991" providerId="ADAL" clId="{9555FC65-5A8C-4EE8-9D5B-8283D7A0923C}" dt="2026-02-10T20:11:22.425" v="62343" actId="47"/>
        <pc:sldMkLst>
          <pc:docMk/>
          <pc:sldMk cId="421247369" sldId="262"/>
        </pc:sldMkLst>
      </pc:sldChg>
      <pc:sldChg chg="addSp modSp new mod ord modAnim">
        <pc:chgData name="Freda Shi" userId="e3bafef1-15f2-4eeb-acbe-fa674bab7991" providerId="ADAL" clId="{9555FC65-5A8C-4EE8-9D5B-8283D7A0923C}" dt="2026-02-11T04:49:43.682" v="64575" actId="404"/>
        <pc:sldMkLst>
          <pc:docMk/>
          <pc:sldMk cId="156522860" sldId="263"/>
        </pc:sldMkLst>
        <pc:spChg chg="mod">
          <ac:chgData name="Freda Shi" userId="e3bafef1-15f2-4eeb-acbe-fa674bab7991" providerId="ADAL" clId="{9555FC65-5A8C-4EE8-9D5B-8283D7A0923C}" dt="2026-02-10T20:11:33.903" v="62370" actId="20577"/>
          <ac:spMkLst>
            <pc:docMk/>
            <pc:sldMk cId="156522860" sldId="263"/>
            <ac:spMk id="2" creationId="{52944E10-8856-19A8-509B-E44E77767EE0}"/>
          </ac:spMkLst>
        </pc:spChg>
        <pc:spChg chg="mod">
          <ac:chgData name="Freda Shi" userId="e3bafef1-15f2-4eeb-acbe-fa674bab7991" providerId="ADAL" clId="{9555FC65-5A8C-4EE8-9D5B-8283D7A0923C}" dt="2026-02-11T04:49:43.682" v="64575" actId="404"/>
          <ac:spMkLst>
            <pc:docMk/>
            <pc:sldMk cId="156522860" sldId="263"/>
            <ac:spMk id="3" creationId="{6D5A1ABA-F325-3CF0-49A0-64ECD5F99619}"/>
          </ac:spMkLst>
        </pc:spChg>
        <pc:spChg chg="add mod">
          <ac:chgData name="Freda Shi" userId="e3bafef1-15f2-4eeb-acbe-fa674bab7991" providerId="ADAL" clId="{9555FC65-5A8C-4EE8-9D5B-8283D7A0923C}" dt="2026-02-11T04:10:37.543" v="64254" actId="1036"/>
          <ac:spMkLst>
            <pc:docMk/>
            <pc:sldMk cId="156522860" sldId="263"/>
            <ac:spMk id="12" creationId="{B7255EB4-B1D9-AFDC-329E-4F4FE86114DC}"/>
          </ac:spMkLst>
        </pc:spChg>
        <pc:grpChg chg="add mod">
          <ac:chgData name="Freda Shi" userId="e3bafef1-15f2-4eeb-acbe-fa674bab7991" providerId="ADAL" clId="{9555FC65-5A8C-4EE8-9D5B-8283D7A0923C}" dt="2026-02-11T04:49:26.739" v="64569" actId="1035"/>
          <ac:grpSpMkLst>
            <pc:docMk/>
            <pc:sldMk cId="156522860" sldId="263"/>
            <ac:grpSpMk id="11" creationId="{0B583387-4A61-EDC1-B686-A5EECF2762E5}"/>
          </ac:grpSpMkLst>
        </pc:grpChg>
        <pc:picChg chg="add mod">
          <ac:chgData name="Freda Shi" userId="e3bafef1-15f2-4eeb-acbe-fa674bab7991" providerId="ADAL" clId="{9555FC65-5A8C-4EE8-9D5B-8283D7A0923C}" dt="2026-02-10T20:32:31.719" v="62721" actId="164"/>
          <ac:picMkLst>
            <pc:docMk/>
            <pc:sldMk cId="156522860" sldId="263"/>
            <ac:picMk id="6" creationId="{11505C1F-FC47-B711-6B66-5C9E2A263C7C}"/>
          </ac:picMkLst>
        </pc:picChg>
        <pc:picChg chg="add mod">
          <ac:chgData name="Freda Shi" userId="e3bafef1-15f2-4eeb-acbe-fa674bab7991" providerId="ADAL" clId="{9555FC65-5A8C-4EE8-9D5B-8283D7A0923C}" dt="2026-02-10T20:32:31.719" v="62721" actId="164"/>
          <ac:picMkLst>
            <pc:docMk/>
            <pc:sldMk cId="156522860" sldId="263"/>
            <ac:picMk id="8" creationId="{742C4A19-E418-DB11-2D11-A1399F4815CD}"/>
          </ac:picMkLst>
        </pc:picChg>
        <pc:picChg chg="add mod">
          <ac:chgData name="Freda Shi" userId="e3bafef1-15f2-4eeb-acbe-fa674bab7991" providerId="ADAL" clId="{9555FC65-5A8C-4EE8-9D5B-8283D7A0923C}" dt="2026-02-10T20:32:31.719" v="62721" actId="164"/>
          <ac:picMkLst>
            <pc:docMk/>
            <pc:sldMk cId="156522860" sldId="263"/>
            <ac:picMk id="10" creationId="{DA7FF99C-D5DC-CA90-9FBC-55AE714A4A5E}"/>
          </ac:picMkLst>
        </pc:picChg>
      </pc:sldChg>
      <pc:sldChg chg="addSp delSp modSp new mod delAnim modAnim">
        <pc:chgData name="Freda Shi" userId="e3bafef1-15f2-4eeb-acbe-fa674bab7991" providerId="ADAL" clId="{9555FC65-5A8C-4EE8-9D5B-8283D7A0923C}" dt="2026-02-11T04:10:06.392" v="64234" actId="21"/>
        <pc:sldMkLst>
          <pc:docMk/>
          <pc:sldMk cId="1147925711" sldId="264"/>
        </pc:sldMkLst>
        <pc:spChg chg="mod">
          <ac:chgData name="Freda Shi" userId="e3bafef1-15f2-4eeb-acbe-fa674bab7991" providerId="ADAL" clId="{9555FC65-5A8C-4EE8-9D5B-8283D7A0923C}" dt="2026-02-10T20:35:24.209" v="62745" actId="20577"/>
          <ac:spMkLst>
            <pc:docMk/>
            <pc:sldMk cId="1147925711" sldId="264"/>
            <ac:spMk id="2" creationId="{64F2B7DD-AF5A-3C7B-5FF9-845048A5E505}"/>
          </ac:spMkLst>
        </pc:spChg>
        <pc:spChg chg="mod">
          <ac:chgData name="Freda Shi" userId="e3bafef1-15f2-4eeb-acbe-fa674bab7991" providerId="ADAL" clId="{9555FC65-5A8C-4EE8-9D5B-8283D7A0923C}" dt="2026-02-10T20:36:21.773" v="62862" actId="20577"/>
          <ac:spMkLst>
            <pc:docMk/>
            <pc:sldMk cId="1147925711" sldId="264"/>
            <ac:spMk id="3" creationId="{96EC1F85-CF94-9A35-AFFE-C9D98161FA09}"/>
          </ac:spMkLst>
        </pc:spChg>
        <pc:spChg chg="add del mod">
          <ac:chgData name="Freda Shi" userId="e3bafef1-15f2-4eeb-acbe-fa674bab7991" providerId="ADAL" clId="{9555FC65-5A8C-4EE8-9D5B-8283D7A0923C}" dt="2026-02-10T20:44:04.158" v="62960" actId="478"/>
          <ac:spMkLst>
            <pc:docMk/>
            <pc:sldMk cId="1147925711" sldId="264"/>
            <ac:spMk id="6" creationId="{C06D9DC3-9129-697D-DCBF-51C848B5E206}"/>
          </ac:spMkLst>
        </pc:spChg>
        <pc:spChg chg="add mod">
          <ac:chgData name="Freda Shi" userId="e3bafef1-15f2-4eeb-acbe-fa674bab7991" providerId="ADAL" clId="{9555FC65-5A8C-4EE8-9D5B-8283D7A0923C}" dt="2026-02-10T20:43:07.089" v="62944" actId="108"/>
          <ac:spMkLst>
            <pc:docMk/>
            <pc:sldMk cId="1147925711" sldId="264"/>
            <ac:spMk id="7" creationId="{98FDD32C-6125-8177-9D67-EFDAB2A88C2E}"/>
          </ac:spMkLst>
        </pc:spChg>
        <pc:spChg chg="add mod">
          <ac:chgData name="Freda Shi" userId="e3bafef1-15f2-4eeb-acbe-fa674bab7991" providerId="ADAL" clId="{9555FC65-5A8C-4EE8-9D5B-8283D7A0923C}" dt="2026-02-10T20:45:00.570" v="63011" actId="1076"/>
          <ac:spMkLst>
            <pc:docMk/>
            <pc:sldMk cId="1147925711" sldId="264"/>
            <ac:spMk id="8" creationId="{8AE50D8B-EBEF-14C3-444C-155922E8C6BF}"/>
          </ac:spMkLst>
        </pc:spChg>
        <pc:spChg chg="add del mod">
          <ac:chgData name="Freda Shi" userId="e3bafef1-15f2-4eeb-acbe-fa674bab7991" providerId="ADAL" clId="{9555FC65-5A8C-4EE8-9D5B-8283D7A0923C}" dt="2026-02-11T04:10:06.392" v="64234" actId="21"/>
          <ac:spMkLst>
            <pc:docMk/>
            <pc:sldMk cId="1147925711" sldId="264"/>
            <ac:spMk id="9" creationId="{B7255EB4-B1D9-AFDC-329E-4F4FE86114DC}"/>
          </ac:spMkLst>
        </pc:spChg>
        <pc:picChg chg="add mod">
          <ac:chgData name="Freda Shi" userId="e3bafef1-15f2-4eeb-acbe-fa674bab7991" providerId="ADAL" clId="{9555FC65-5A8C-4EE8-9D5B-8283D7A0923C}" dt="2026-02-10T20:43:51.491" v="62955" actId="1076"/>
          <ac:picMkLst>
            <pc:docMk/>
            <pc:sldMk cId="1147925711" sldId="264"/>
            <ac:picMk id="1026" creationId="{5E064D1C-54A6-861B-47F8-4190E170AB93}"/>
          </ac:picMkLst>
        </pc:picChg>
        <pc:picChg chg="add del">
          <ac:chgData name="Freda Shi" userId="e3bafef1-15f2-4eeb-acbe-fa674bab7991" providerId="ADAL" clId="{9555FC65-5A8C-4EE8-9D5B-8283D7A0923C}" dt="2026-02-10T20:43:59.233" v="62957" actId="478"/>
          <ac:picMkLst>
            <pc:docMk/>
            <pc:sldMk cId="1147925711" sldId="264"/>
            <ac:picMk id="1028" creationId="{3FC91164-ADCC-1EEC-634C-FCD8A3DB6A00}"/>
          </ac:picMkLst>
        </pc:picChg>
        <pc:picChg chg="add del">
          <ac:chgData name="Freda Shi" userId="e3bafef1-15f2-4eeb-acbe-fa674bab7991" providerId="ADAL" clId="{9555FC65-5A8C-4EE8-9D5B-8283D7A0923C}" dt="2026-02-10T20:44:04.158" v="62960" actId="478"/>
          <ac:picMkLst>
            <pc:docMk/>
            <pc:sldMk cId="1147925711" sldId="264"/>
            <ac:picMk id="1030" creationId="{738A9603-6B28-CAD4-E439-21340849453E}"/>
          </ac:picMkLst>
        </pc:picChg>
      </pc:sldChg>
      <pc:sldChg chg="addSp modSp new mod modAnim modNotesTx">
        <pc:chgData name="Freda Shi" userId="e3bafef1-15f2-4eeb-acbe-fa674bab7991" providerId="ADAL" clId="{9555FC65-5A8C-4EE8-9D5B-8283D7A0923C}" dt="2026-02-11T05:14:15.346" v="65511" actId="20577"/>
        <pc:sldMkLst>
          <pc:docMk/>
          <pc:sldMk cId="2545282046" sldId="265"/>
        </pc:sldMkLst>
        <pc:spChg chg="mod">
          <ac:chgData name="Freda Shi" userId="e3bafef1-15f2-4eeb-acbe-fa674bab7991" providerId="ADAL" clId="{9555FC65-5A8C-4EE8-9D5B-8283D7A0923C}" dt="2026-02-11T03:49:18.007" v="63052" actId="20577"/>
          <ac:spMkLst>
            <pc:docMk/>
            <pc:sldMk cId="2545282046" sldId="265"/>
            <ac:spMk id="2" creationId="{434480E7-8A98-1BA4-B79F-98CBBA87309F}"/>
          </ac:spMkLst>
        </pc:spChg>
        <pc:spChg chg="mod">
          <ac:chgData name="Freda Shi" userId="e3bafef1-15f2-4eeb-acbe-fa674bab7991" providerId="ADAL" clId="{9555FC65-5A8C-4EE8-9D5B-8283D7A0923C}" dt="2026-02-11T04:47:15.579" v="64544" actId="20577"/>
          <ac:spMkLst>
            <pc:docMk/>
            <pc:sldMk cId="2545282046" sldId="265"/>
            <ac:spMk id="3" creationId="{1A3BBDD9-E60D-6F4D-881D-5725E7E7DF6C}"/>
          </ac:spMkLst>
        </pc:spChg>
        <pc:spChg chg="add mod">
          <ac:chgData name="Freda Shi" userId="e3bafef1-15f2-4eeb-acbe-fa674bab7991" providerId="ADAL" clId="{9555FC65-5A8C-4EE8-9D5B-8283D7A0923C}" dt="2026-02-11T04:48:44.591" v="64556" actId="14100"/>
          <ac:spMkLst>
            <pc:docMk/>
            <pc:sldMk cId="2545282046" sldId="265"/>
            <ac:spMk id="8" creationId="{CA3EBC83-8EA6-4141-A89D-8A019EECD161}"/>
          </ac:spMkLst>
        </pc:spChg>
        <pc:picChg chg="add mod modCrop">
          <ac:chgData name="Freda Shi" userId="e3bafef1-15f2-4eeb-acbe-fa674bab7991" providerId="ADAL" clId="{9555FC65-5A8C-4EE8-9D5B-8283D7A0923C}" dt="2026-02-11T04:48:39.243" v="64555" actId="732"/>
          <ac:picMkLst>
            <pc:docMk/>
            <pc:sldMk cId="2545282046" sldId="265"/>
            <ac:picMk id="6" creationId="{C50D0931-16EF-EBAA-FD01-22BE3ED1A398}"/>
          </ac:picMkLst>
        </pc:picChg>
      </pc:sldChg>
      <pc:sldChg chg="addSp delSp modSp new mod ord addAnim delAnim modAnim">
        <pc:chgData name="Freda Shi" userId="e3bafef1-15f2-4eeb-acbe-fa674bab7991" providerId="ADAL" clId="{9555FC65-5A8C-4EE8-9D5B-8283D7A0923C}" dt="2026-02-11T04:51:10.259" v="64581" actId="20577"/>
        <pc:sldMkLst>
          <pc:docMk/>
          <pc:sldMk cId="742382079" sldId="266"/>
        </pc:sldMkLst>
        <pc:spChg chg="mod">
          <ac:chgData name="Freda Shi" userId="e3bafef1-15f2-4eeb-acbe-fa674bab7991" providerId="ADAL" clId="{9555FC65-5A8C-4EE8-9D5B-8283D7A0923C}" dt="2026-02-11T03:56:55.546" v="63563" actId="20577"/>
          <ac:spMkLst>
            <pc:docMk/>
            <pc:sldMk cId="742382079" sldId="266"/>
            <ac:spMk id="2" creationId="{E6A1DF04-6BAA-9016-C21F-E8E5D7DA6507}"/>
          </ac:spMkLst>
        </pc:spChg>
        <pc:spChg chg="mod">
          <ac:chgData name="Freda Shi" userId="e3bafef1-15f2-4eeb-acbe-fa674bab7991" providerId="ADAL" clId="{9555FC65-5A8C-4EE8-9D5B-8283D7A0923C}" dt="2026-02-11T04:51:10.259" v="64581" actId="20577"/>
          <ac:spMkLst>
            <pc:docMk/>
            <pc:sldMk cId="742382079" sldId="266"/>
            <ac:spMk id="3" creationId="{CEE07E52-E994-54B8-FEFC-15E3BA7A30E5}"/>
          </ac:spMkLst>
        </pc:spChg>
        <pc:spChg chg="add del mod">
          <ac:chgData name="Freda Shi" userId="e3bafef1-15f2-4eeb-acbe-fa674bab7991" providerId="ADAL" clId="{9555FC65-5A8C-4EE8-9D5B-8283D7A0923C}" dt="2026-02-11T03:56:35.219" v="63508" actId="21"/>
          <ac:spMkLst>
            <pc:docMk/>
            <pc:sldMk cId="742382079" sldId="266"/>
            <ac:spMk id="5" creationId="{1C85F7A1-1371-A291-BEBD-5250C943AA9C}"/>
          </ac:spMkLst>
        </pc:spChg>
        <pc:spChg chg="add mod">
          <ac:chgData name="Freda Shi" userId="e3bafef1-15f2-4eeb-acbe-fa674bab7991" providerId="ADAL" clId="{9555FC65-5A8C-4EE8-9D5B-8283D7A0923C}" dt="2026-02-11T04:11:01.785" v="64264" actId="555"/>
          <ac:spMkLst>
            <pc:docMk/>
            <pc:sldMk cId="742382079" sldId="266"/>
            <ac:spMk id="7" creationId="{C1CC3D72-EAAC-B5FE-9B22-0A2EFF976AE2}"/>
          </ac:spMkLst>
        </pc:spChg>
        <pc:spChg chg="add mod">
          <ac:chgData name="Freda Shi" userId="e3bafef1-15f2-4eeb-acbe-fa674bab7991" providerId="ADAL" clId="{9555FC65-5A8C-4EE8-9D5B-8283D7A0923C}" dt="2026-02-11T04:09:20.086" v="64194" actId="20577"/>
          <ac:spMkLst>
            <pc:docMk/>
            <pc:sldMk cId="742382079" sldId="266"/>
            <ac:spMk id="8" creationId="{26976154-3EBD-CEC0-2E6B-E0F160AD08B4}"/>
          </ac:spMkLst>
        </pc:spChg>
        <pc:picChg chg="add mod">
          <ac:chgData name="Freda Shi" userId="e3bafef1-15f2-4eeb-acbe-fa674bab7991" providerId="ADAL" clId="{9555FC65-5A8C-4EE8-9D5B-8283D7A0923C}" dt="2026-02-11T04:08:55.714" v="64153" actId="1035"/>
          <ac:picMkLst>
            <pc:docMk/>
            <pc:sldMk cId="742382079" sldId="266"/>
            <ac:picMk id="2050" creationId="{9C752F75-0461-F75F-E8D4-74A20FF1F45C}"/>
          </ac:picMkLst>
        </pc:picChg>
      </pc:sldChg>
      <pc:sldChg chg="addSp delSp modSp new mod modAnim">
        <pc:chgData name="Freda Shi" userId="e3bafef1-15f2-4eeb-acbe-fa674bab7991" providerId="ADAL" clId="{9555FC65-5A8C-4EE8-9D5B-8283D7A0923C}" dt="2026-02-11T05:14:27.032" v="65514"/>
        <pc:sldMkLst>
          <pc:docMk/>
          <pc:sldMk cId="164953972" sldId="267"/>
        </pc:sldMkLst>
        <pc:spChg chg="mod">
          <ac:chgData name="Freda Shi" userId="e3bafef1-15f2-4eeb-acbe-fa674bab7991" providerId="ADAL" clId="{9555FC65-5A8C-4EE8-9D5B-8283D7A0923C}" dt="2026-02-11T04:56:39.313" v="64687" actId="20577"/>
          <ac:spMkLst>
            <pc:docMk/>
            <pc:sldMk cId="164953972" sldId="267"/>
            <ac:spMk id="2" creationId="{B3A034AA-AD1B-8A68-63E2-C75460767A37}"/>
          </ac:spMkLst>
        </pc:spChg>
        <pc:spChg chg="mod">
          <ac:chgData name="Freda Shi" userId="e3bafef1-15f2-4eeb-acbe-fa674bab7991" providerId="ADAL" clId="{9555FC65-5A8C-4EE8-9D5B-8283D7A0923C}" dt="2026-02-11T05:14:22.506" v="65513" actId="20577"/>
          <ac:spMkLst>
            <pc:docMk/>
            <pc:sldMk cId="164953972" sldId="267"/>
            <ac:spMk id="3" creationId="{9BB78BF5-9460-366A-0816-4E49581765AC}"/>
          </ac:spMkLst>
        </pc:spChg>
        <pc:spChg chg="del mod topLvl">
          <ac:chgData name="Freda Shi" userId="e3bafef1-15f2-4eeb-acbe-fa674bab7991" providerId="ADAL" clId="{9555FC65-5A8C-4EE8-9D5B-8283D7A0923C}" dt="2026-02-11T04:59:39.206" v="64959" actId="478"/>
          <ac:spMkLst>
            <pc:docMk/>
            <pc:sldMk cId="164953972" sldId="267"/>
            <ac:spMk id="28" creationId="{EE96CFB5-2B65-E5D2-A1B1-3FE6079E620C}"/>
          </ac:spMkLst>
        </pc:spChg>
        <pc:spChg chg="del topLvl">
          <ac:chgData name="Freda Shi" userId="e3bafef1-15f2-4eeb-acbe-fa674bab7991" providerId="ADAL" clId="{9555FC65-5A8C-4EE8-9D5B-8283D7A0923C}" dt="2026-02-11T04:59:39.191" v="64932" actId="478"/>
          <ac:spMkLst>
            <pc:docMk/>
            <pc:sldMk cId="164953972" sldId="267"/>
            <ac:spMk id="29" creationId="{55664268-B8C1-96A1-C0C5-D1ED25D7E49F}"/>
          </ac:spMkLst>
        </pc:spChg>
        <pc:spChg chg="del">
          <ac:chgData name="Freda Shi" userId="e3bafef1-15f2-4eeb-acbe-fa674bab7991" providerId="ADAL" clId="{9555FC65-5A8C-4EE8-9D5B-8283D7A0923C}" dt="2026-02-11T04:59:39.189" v="64931" actId="478"/>
          <ac:spMkLst>
            <pc:docMk/>
            <pc:sldMk cId="164953972" sldId="267"/>
            <ac:spMk id="30" creationId="{0BE07D01-8862-9AF8-1620-1628018BFF7C}"/>
          </ac:spMkLst>
        </pc:spChg>
        <pc:spChg chg="del">
          <ac:chgData name="Freda Shi" userId="e3bafef1-15f2-4eeb-acbe-fa674bab7991" providerId="ADAL" clId="{9555FC65-5A8C-4EE8-9D5B-8283D7A0923C}" dt="2026-02-11T04:59:39.189" v="64930" actId="478"/>
          <ac:spMkLst>
            <pc:docMk/>
            <pc:sldMk cId="164953972" sldId="267"/>
            <ac:spMk id="31" creationId="{5818858B-6A32-91FB-65D7-6004FB661210}"/>
          </ac:spMkLst>
        </pc:spChg>
        <pc:spChg chg="del">
          <ac:chgData name="Freda Shi" userId="e3bafef1-15f2-4eeb-acbe-fa674bab7991" providerId="ADAL" clId="{9555FC65-5A8C-4EE8-9D5B-8283D7A0923C}" dt="2026-02-11T04:59:39.188" v="64929" actId="478"/>
          <ac:spMkLst>
            <pc:docMk/>
            <pc:sldMk cId="164953972" sldId="267"/>
            <ac:spMk id="32" creationId="{A5B8C089-8896-9F2D-FA4E-CA37BF43B8B7}"/>
          </ac:spMkLst>
        </pc:spChg>
        <pc:spChg chg="del">
          <ac:chgData name="Freda Shi" userId="e3bafef1-15f2-4eeb-acbe-fa674bab7991" providerId="ADAL" clId="{9555FC65-5A8C-4EE8-9D5B-8283D7A0923C}" dt="2026-02-11T04:59:39.187" v="64928" actId="478"/>
          <ac:spMkLst>
            <pc:docMk/>
            <pc:sldMk cId="164953972" sldId="267"/>
            <ac:spMk id="33" creationId="{DFA93F20-EFB4-9AE0-6264-485FDE22284D}"/>
          </ac:spMkLst>
        </pc:spChg>
        <pc:spChg chg="del">
          <ac:chgData name="Freda Shi" userId="e3bafef1-15f2-4eeb-acbe-fa674bab7991" providerId="ADAL" clId="{9555FC65-5A8C-4EE8-9D5B-8283D7A0923C}" dt="2026-02-11T04:59:39.187" v="64927" actId="478"/>
          <ac:spMkLst>
            <pc:docMk/>
            <pc:sldMk cId="164953972" sldId="267"/>
            <ac:spMk id="34" creationId="{678E5EA6-C385-9914-C232-CFEB338978E8}"/>
          </ac:spMkLst>
        </pc:spChg>
        <pc:spChg chg="del mod">
          <ac:chgData name="Freda Shi" userId="e3bafef1-15f2-4eeb-acbe-fa674bab7991" providerId="ADAL" clId="{9555FC65-5A8C-4EE8-9D5B-8283D7A0923C}" dt="2026-02-11T04:59:39.186" v="64926" actId="478"/>
          <ac:spMkLst>
            <pc:docMk/>
            <pc:sldMk cId="164953972" sldId="267"/>
            <ac:spMk id="35" creationId="{FF235EC6-3642-F48D-1F37-337AF3530383}"/>
          </ac:spMkLst>
        </pc:spChg>
        <pc:spChg chg="del">
          <ac:chgData name="Freda Shi" userId="e3bafef1-15f2-4eeb-acbe-fa674bab7991" providerId="ADAL" clId="{9555FC65-5A8C-4EE8-9D5B-8283D7A0923C}" dt="2026-02-11T04:59:39.185" v="64925" actId="478"/>
          <ac:spMkLst>
            <pc:docMk/>
            <pc:sldMk cId="164953972" sldId="267"/>
            <ac:spMk id="36" creationId="{C0424105-E7BF-9203-9D44-7739479520D6}"/>
          </ac:spMkLst>
        </pc:spChg>
        <pc:spChg chg="del mod">
          <ac:chgData name="Freda Shi" userId="e3bafef1-15f2-4eeb-acbe-fa674bab7991" providerId="ADAL" clId="{9555FC65-5A8C-4EE8-9D5B-8283D7A0923C}" dt="2026-02-11T04:59:39.184" v="64924" actId="478"/>
          <ac:spMkLst>
            <pc:docMk/>
            <pc:sldMk cId="164953972" sldId="267"/>
            <ac:spMk id="37" creationId="{79502569-DC0B-A42F-E14A-A6D992EBBF76}"/>
          </ac:spMkLst>
        </pc:spChg>
        <pc:spChg chg="del mod">
          <ac:chgData name="Freda Shi" userId="e3bafef1-15f2-4eeb-acbe-fa674bab7991" providerId="ADAL" clId="{9555FC65-5A8C-4EE8-9D5B-8283D7A0923C}" dt="2026-02-11T04:59:39.183" v="64923" actId="478"/>
          <ac:spMkLst>
            <pc:docMk/>
            <pc:sldMk cId="164953972" sldId="267"/>
            <ac:spMk id="38" creationId="{837107AA-8679-9DC4-F094-600EA615F831}"/>
          </ac:spMkLst>
        </pc:spChg>
        <pc:spChg chg="del mod">
          <ac:chgData name="Freda Shi" userId="e3bafef1-15f2-4eeb-acbe-fa674bab7991" providerId="ADAL" clId="{9555FC65-5A8C-4EE8-9D5B-8283D7A0923C}" dt="2026-02-11T04:59:39.183" v="64922" actId="478"/>
          <ac:spMkLst>
            <pc:docMk/>
            <pc:sldMk cId="164953972" sldId="267"/>
            <ac:spMk id="39" creationId="{021C84FB-D552-851D-9DFE-EFD66C1883D2}"/>
          </ac:spMkLst>
        </pc:spChg>
        <pc:spChg chg="del">
          <ac:chgData name="Freda Shi" userId="e3bafef1-15f2-4eeb-acbe-fa674bab7991" providerId="ADAL" clId="{9555FC65-5A8C-4EE8-9D5B-8283D7A0923C}" dt="2026-02-11T04:59:39.182" v="64921" actId="478"/>
          <ac:spMkLst>
            <pc:docMk/>
            <pc:sldMk cId="164953972" sldId="267"/>
            <ac:spMk id="40" creationId="{97D67AE7-E38D-B683-44F1-D00198834420}"/>
          </ac:spMkLst>
        </pc:spChg>
        <pc:spChg chg="del mod">
          <ac:chgData name="Freda Shi" userId="e3bafef1-15f2-4eeb-acbe-fa674bab7991" providerId="ADAL" clId="{9555FC65-5A8C-4EE8-9D5B-8283D7A0923C}" dt="2026-02-11T04:59:39.181" v="64920" actId="478"/>
          <ac:spMkLst>
            <pc:docMk/>
            <pc:sldMk cId="164953972" sldId="267"/>
            <ac:spMk id="41" creationId="{ABBC01E3-3012-22FE-7AD8-B9D9CEF50D2E}"/>
          </ac:spMkLst>
        </pc:spChg>
        <pc:spChg chg="del mod">
          <ac:chgData name="Freda Shi" userId="e3bafef1-15f2-4eeb-acbe-fa674bab7991" providerId="ADAL" clId="{9555FC65-5A8C-4EE8-9D5B-8283D7A0923C}" dt="2026-02-11T04:59:39.180" v="64919" actId="478"/>
          <ac:spMkLst>
            <pc:docMk/>
            <pc:sldMk cId="164953972" sldId="267"/>
            <ac:spMk id="42" creationId="{6444722A-8385-0679-A59E-DF30665CF573}"/>
          </ac:spMkLst>
        </pc:spChg>
        <pc:spChg chg="del mod">
          <ac:chgData name="Freda Shi" userId="e3bafef1-15f2-4eeb-acbe-fa674bab7991" providerId="ADAL" clId="{9555FC65-5A8C-4EE8-9D5B-8283D7A0923C}" dt="2026-02-11T04:59:39.179" v="64918" actId="478"/>
          <ac:spMkLst>
            <pc:docMk/>
            <pc:sldMk cId="164953972" sldId="267"/>
            <ac:spMk id="43" creationId="{5B9820ED-8F17-D540-8664-824ECF40E0B2}"/>
          </ac:spMkLst>
        </pc:spChg>
        <pc:spChg chg="del mod">
          <ac:chgData name="Freda Shi" userId="e3bafef1-15f2-4eeb-acbe-fa674bab7991" providerId="ADAL" clId="{9555FC65-5A8C-4EE8-9D5B-8283D7A0923C}" dt="2026-02-11T04:59:39.178" v="64917" actId="478"/>
          <ac:spMkLst>
            <pc:docMk/>
            <pc:sldMk cId="164953972" sldId="267"/>
            <ac:spMk id="44" creationId="{CD7872F5-B8F4-B9C7-2ABB-BB5410F128AC}"/>
          </ac:spMkLst>
        </pc:spChg>
        <pc:spChg chg="del mod">
          <ac:chgData name="Freda Shi" userId="e3bafef1-15f2-4eeb-acbe-fa674bab7991" providerId="ADAL" clId="{9555FC65-5A8C-4EE8-9D5B-8283D7A0923C}" dt="2026-02-11T04:59:39.177" v="64916" actId="478"/>
          <ac:spMkLst>
            <pc:docMk/>
            <pc:sldMk cId="164953972" sldId="267"/>
            <ac:spMk id="45" creationId="{052CA631-EAB2-752F-1810-5B94922915C4}"/>
          </ac:spMkLst>
        </pc:spChg>
        <pc:spChg chg="mod">
          <ac:chgData name="Freda Shi" userId="e3bafef1-15f2-4eeb-acbe-fa674bab7991" providerId="ADAL" clId="{9555FC65-5A8C-4EE8-9D5B-8283D7A0923C}" dt="2026-02-11T04:59:39.194" v="64933" actId="108"/>
          <ac:spMkLst>
            <pc:docMk/>
            <pc:sldMk cId="164953972" sldId="267"/>
            <ac:spMk id="49" creationId="{BD309CA7-5EB9-7EF2-75CB-32780BCDD929}"/>
          </ac:spMkLst>
        </pc:spChg>
        <pc:spChg chg="mod">
          <ac:chgData name="Freda Shi" userId="e3bafef1-15f2-4eeb-acbe-fa674bab7991" providerId="ADAL" clId="{9555FC65-5A8C-4EE8-9D5B-8283D7A0923C}" dt="2026-02-11T04:59:39.194" v="64934" actId="108"/>
          <ac:spMkLst>
            <pc:docMk/>
            <pc:sldMk cId="164953972" sldId="267"/>
            <ac:spMk id="50" creationId="{6D3E6C11-4454-1269-45A6-4E7537D69CCE}"/>
          </ac:spMkLst>
        </pc:spChg>
        <pc:spChg chg="mod">
          <ac:chgData name="Freda Shi" userId="e3bafef1-15f2-4eeb-acbe-fa674bab7991" providerId="ADAL" clId="{9555FC65-5A8C-4EE8-9D5B-8283D7A0923C}" dt="2026-02-11T04:59:39.195" v="64935" actId="108"/>
          <ac:spMkLst>
            <pc:docMk/>
            <pc:sldMk cId="164953972" sldId="267"/>
            <ac:spMk id="51" creationId="{CBDFE32F-A50D-2924-2C8F-6E3E0626DC40}"/>
          </ac:spMkLst>
        </pc:spChg>
        <pc:spChg chg="mod">
          <ac:chgData name="Freda Shi" userId="e3bafef1-15f2-4eeb-acbe-fa674bab7991" providerId="ADAL" clId="{9555FC65-5A8C-4EE8-9D5B-8283D7A0923C}" dt="2026-02-11T04:59:39.195" v="64936" actId="108"/>
          <ac:spMkLst>
            <pc:docMk/>
            <pc:sldMk cId="164953972" sldId="267"/>
            <ac:spMk id="52" creationId="{619BAD0A-131B-A5B5-6AD4-20ED5B680F30}"/>
          </ac:spMkLst>
        </pc:spChg>
        <pc:spChg chg="mod">
          <ac:chgData name="Freda Shi" userId="e3bafef1-15f2-4eeb-acbe-fa674bab7991" providerId="ADAL" clId="{9555FC65-5A8C-4EE8-9D5B-8283D7A0923C}" dt="2026-02-11T04:59:39.196" v="64937" actId="108"/>
          <ac:spMkLst>
            <pc:docMk/>
            <pc:sldMk cId="164953972" sldId="267"/>
            <ac:spMk id="53" creationId="{398DCBF2-27CD-F6FD-3D99-1378DA327F2B}"/>
          </ac:spMkLst>
        </pc:spChg>
        <pc:spChg chg="mod">
          <ac:chgData name="Freda Shi" userId="e3bafef1-15f2-4eeb-acbe-fa674bab7991" providerId="ADAL" clId="{9555FC65-5A8C-4EE8-9D5B-8283D7A0923C}" dt="2026-02-11T04:59:39.196" v="64938" actId="108"/>
          <ac:spMkLst>
            <pc:docMk/>
            <pc:sldMk cId="164953972" sldId="267"/>
            <ac:spMk id="54" creationId="{1AB51D60-B5CE-B69A-5AC7-058ABFD31B81}"/>
          </ac:spMkLst>
        </pc:spChg>
        <pc:spChg chg="mod">
          <ac:chgData name="Freda Shi" userId="e3bafef1-15f2-4eeb-acbe-fa674bab7991" providerId="ADAL" clId="{9555FC65-5A8C-4EE8-9D5B-8283D7A0923C}" dt="2026-02-11T04:59:39.197" v="64939" actId="108"/>
          <ac:spMkLst>
            <pc:docMk/>
            <pc:sldMk cId="164953972" sldId="267"/>
            <ac:spMk id="55" creationId="{CBFE05A9-5D3A-1480-A679-8C6F14B9B242}"/>
          </ac:spMkLst>
        </pc:spChg>
        <pc:spChg chg="mod">
          <ac:chgData name="Freda Shi" userId="e3bafef1-15f2-4eeb-acbe-fa674bab7991" providerId="ADAL" clId="{9555FC65-5A8C-4EE8-9D5B-8283D7A0923C}" dt="2026-02-11T04:59:39.197" v="64940" actId="108"/>
          <ac:spMkLst>
            <pc:docMk/>
            <pc:sldMk cId="164953972" sldId="267"/>
            <ac:spMk id="56" creationId="{4F591775-F5B1-F542-2884-67B65A9F31B4}"/>
          </ac:spMkLst>
        </pc:spChg>
        <pc:spChg chg="mod">
          <ac:chgData name="Freda Shi" userId="e3bafef1-15f2-4eeb-acbe-fa674bab7991" providerId="ADAL" clId="{9555FC65-5A8C-4EE8-9D5B-8283D7A0923C}" dt="2026-02-11T04:59:39.198" v="64941" actId="108"/>
          <ac:spMkLst>
            <pc:docMk/>
            <pc:sldMk cId="164953972" sldId="267"/>
            <ac:spMk id="57" creationId="{5CE9A09D-8EF8-99AB-9BB2-EDCDA17E1C90}"/>
          </ac:spMkLst>
        </pc:spChg>
        <pc:spChg chg="mod">
          <ac:chgData name="Freda Shi" userId="e3bafef1-15f2-4eeb-acbe-fa674bab7991" providerId="ADAL" clId="{9555FC65-5A8C-4EE8-9D5B-8283D7A0923C}" dt="2026-02-11T04:59:39.198" v="64942" actId="108"/>
          <ac:spMkLst>
            <pc:docMk/>
            <pc:sldMk cId="164953972" sldId="267"/>
            <ac:spMk id="58" creationId="{CA56FE5C-266D-A9FB-3E3B-06B55FAB3CEE}"/>
          </ac:spMkLst>
        </pc:spChg>
        <pc:spChg chg="mod">
          <ac:chgData name="Freda Shi" userId="e3bafef1-15f2-4eeb-acbe-fa674bab7991" providerId="ADAL" clId="{9555FC65-5A8C-4EE8-9D5B-8283D7A0923C}" dt="2026-02-11T04:59:39.198" v="64943" actId="108"/>
          <ac:spMkLst>
            <pc:docMk/>
            <pc:sldMk cId="164953972" sldId="267"/>
            <ac:spMk id="59" creationId="{E1AF5306-9CF5-BEE9-E367-4FFA9241D529}"/>
          </ac:spMkLst>
        </pc:spChg>
        <pc:spChg chg="mod">
          <ac:chgData name="Freda Shi" userId="e3bafef1-15f2-4eeb-acbe-fa674bab7991" providerId="ADAL" clId="{9555FC65-5A8C-4EE8-9D5B-8283D7A0923C}" dt="2026-02-11T04:59:39.199" v="64944" actId="108"/>
          <ac:spMkLst>
            <pc:docMk/>
            <pc:sldMk cId="164953972" sldId="267"/>
            <ac:spMk id="60" creationId="{81DD93B9-FFE6-D29B-F2DF-D65F71DCAEDD}"/>
          </ac:spMkLst>
        </pc:spChg>
        <pc:spChg chg="mod">
          <ac:chgData name="Freda Shi" userId="e3bafef1-15f2-4eeb-acbe-fa674bab7991" providerId="ADAL" clId="{9555FC65-5A8C-4EE8-9D5B-8283D7A0923C}" dt="2026-02-11T04:59:39.199" v="64945" actId="108"/>
          <ac:spMkLst>
            <pc:docMk/>
            <pc:sldMk cId="164953972" sldId="267"/>
            <ac:spMk id="61" creationId="{76EB8AF4-7C2A-5443-F8FE-F912067FE64F}"/>
          </ac:spMkLst>
        </pc:spChg>
        <pc:spChg chg="mod">
          <ac:chgData name="Freda Shi" userId="e3bafef1-15f2-4eeb-acbe-fa674bab7991" providerId="ADAL" clId="{9555FC65-5A8C-4EE8-9D5B-8283D7A0923C}" dt="2026-02-11T04:59:39.200" v="64946" actId="108"/>
          <ac:spMkLst>
            <pc:docMk/>
            <pc:sldMk cId="164953972" sldId="267"/>
            <ac:spMk id="62" creationId="{02788739-8EA3-A8E1-E4FE-343D8628EC70}"/>
          </ac:spMkLst>
        </pc:spChg>
        <pc:spChg chg="mod">
          <ac:chgData name="Freda Shi" userId="e3bafef1-15f2-4eeb-acbe-fa674bab7991" providerId="ADAL" clId="{9555FC65-5A8C-4EE8-9D5B-8283D7A0923C}" dt="2026-02-11T04:59:39.200" v="64947" actId="108"/>
          <ac:spMkLst>
            <pc:docMk/>
            <pc:sldMk cId="164953972" sldId="267"/>
            <ac:spMk id="63" creationId="{AE30A905-3BE6-04F0-C806-28435027A233}"/>
          </ac:spMkLst>
        </pc:spChg>
        <pc:spChg chg="mod">
          <ac:chgData name="Freda Shi" userId="e3bafef1-15f2-4eeb-acbe-fa674bab7991" providerId="ADAL" clId="{9555FC65-5A8C-4EE8-9D5B-8283D7A0923C}" dt="2026-02-11T04:59:39.201" v="64948" actId="108"/>
          <ac:spMkLst>
            <pc:docMk/>
            <pc:sldMk cId="164953972" sldId="267"/>
            <ac:spMk id="64" creationId="{E1532F9C-C643-5D7E-EEA3-7F0AE0FAC7C7}"/>
          </ac:spMkLst>
        </pc:spChg>
        <pc:spChg chg="mod">
          <ac:chgData name="Freda Shi" userId="e3bafef1-15f2-4eeb-acbe-fa674bab7991" providerId="ADAL" clId="{9555FC65-5A8C-4EE8-9D5B-8283D7A0923C}" dt="2026-02-11T04:59:39.201" v="64949" actId="108"/>
          <ac:spMkLst>
            <pc:docMk/>
            <pc:sldMk cId="164953972" sldId="267"/>
            <ac:spMk id="65" creationId="{00CEEAB5-5BC6-533B-DF89-74E591587800}"/>
          </ac:spMkLst>
        </pc:spChg>
        <pc:spChg chg="mod">
          <ac:chgData name="Freda Shi" userId="e3bafef1-15f2-4eeb-acbe-fa674bab7991" providerId="ADAL" clId="{9555FC65-5A8C-4EE8-9D5B-8283D7A0923C}" dt="2026-02-11T04:59:39.202" v="64950" actId="108"/>
          <ac:spMkLst>
            <pc:docMk/>
            <pc:sldMk cId="164953972" sldId="267"/>
            <ac:spMk id="66" creationId="{9E5C76AC-C6DA-A0D1-D8FB-49454E9CE964}"/>
          </ac:spMkLst>
        </pc:spChg>
        <pc:spChg chg="mod">
          <ac:chgData name="Freda Shi" userId="e3bafef1-15f2-4eeb-acbe-fa674bab7991" providerId="ADAL" clId="{9555FC65-5A8C-4EE8-9D5B-8283D7A0923C}" dt="2026-02-11T04:59:39.202" v="64951" actId="108"/>
          <ac:spMkLst>
            <pc:docMk/>
            <pc:sldMk cId="164953972" sldId="267"/>
            <ac:spMk id="67" creationId="{DBDC2AA9-319D-DA43-4637-D22CEB25F1C1}"/>
          </ac:spMkLst>
        </pc:spChg>
        <pc:spChg chg="mod">
          <ac:chgData name="Freda Shi" userId="e3bafef1-15f2-4eeb-acbe-fa674bab7991" providerId="ADAL" clId="{9555FC65-5A8C-4EE8-9D5B-8283D7A0923C}" dt="2026-02-11T04:59:39.202" v="64952" actId="108"/>
          <ac:spMkLst>
            <pc:docMk/>
            <pc:sldMk cId="164953972" sldId="267"/>
            <ac:spMk id="68" creationId="{A6C4A47F-C640-ADA9-E3CA-AC57E1B9B5D7}"/>
          </ac:spMkLst>
        </pc:spChg>
        <pc:spChg chg="mod">
          <ac:chgData name="Freda Shi" userId="e3bafef1-15f2-4eeb-acbe-fa674bab7991" providerId="ADAL" clId="{9555FC65-5A8C-4EE8-9D5B-8283D7A0923C}" dt="2026-02-11T04:59:39.203" v="64953" actId="108"/>
          <ac:spMkLst>
            <pc:docMk/>
            <pc:sldMk cId="164953972" sldId="267"/>
            <ac:spMk id="69" creationId="{BCC04D74-8FB6-5CD5-B40E-EA8F343BEE7B}"/>
          </ac:spMkLst>
        </pc:spChg>
        <pc:spChg chg="mod">
          <ac:chgData name="Freda Shi" userId="e3bafef1-15f2-4eeb-acbe-fa674bab7991" providerId="ADAL" clId="{9555FC65-5A8C-4EE8-9D5B-8283D7A0923C}" dt="2026-02-11T04:59:39.203" v="64954" actId="108"/>
          <ac:spMkLst>
            <pc:docMk/>
            <pc:sldMk cId="164953972" sldId="267"/>
            <ac:spMk id="70" creationId="{C1524E5A-E668-A8F4-136E-3500160D83D5}"/>
          </ac:spMkLst>
        </pc:spChg>
        <pc:spChg chg="mod">
          <ac:chgData name="Freda Shi" userId="e3bafef1-15f2-4eeb-acbe-fa674bab7991" providerId="ADAL" clId="{9555FC65-5A8C-4EE8-9D5B-8283D7A0923C}" dt="2026-02-11T04:59:39.204" v="64955" actId="108"/>
          <ac:spMkLst>
            <pc:docMk/>
            <pc:sldMk cId="164953972" sldId="267"/>
            <ac:spMk id="71" creationId="{635DA4BB-18AC-4BBB-26DF-6D694E67C047}"/>
          </ac:spMkLst>
        </pc:spChg>
        <pc:spChg chg="mod">
          <ac:chgData name="Freda Shi" userId="e3bafef1-15f2-4eeb-acbe-fa674bab7991" providerId="ADAL" clId="{9555FC65-5A8C-4EE8-9D5B-8283D7A0923C}" dt="2026-02-11T04:59:39.204" v="64956" actId="108"/>
          <ac:spMkLst>
            <pc:docMk/>
            <pc:sldMk cId="164953972" sldId="267"/>
            <ac:spMk id="72" creationId="{D03871BC-A151-FCDF-C1BA-179AB1CBB8A2}"/>
          </ac:spMkLst>
        </pc:spChg>
        <pc:spChg chg="mod">
          <ac:chgData name="Freda Shi" userId="e3bafef1-15f2-4eeb-acbe-fa674bab7991" providerId="ADAL" clId="{9555FC65-5A8C-4EE8-9D5B-8283D7A0923C}" dt="2026-02-11T04:59:39.205" v="64957" actId="108"/>
          <ac:spMkLst>
            <pc:docMk/>
            <pc:sldMk cId="164953972" sldId="267"/>
            <ac:spMk id="73" creationId="{15201833-53B2-264A-8BE4-49A5D830380D}"/>
          </ac:spMkLst>
        </pc:spChg>
        <pc:spChg chg="mod">
          <ac:chgData name="Freda Shi" userId="e3bafef1-15f2-4eeb-acbe-fa674bab7991" providerId="ADAL" clId="{9555FC65-5A8C-4EE8-9D5B-8283D7A0923C}" dt="2026-02-11T04:59:39.205" v="64958" actId="108"/>
          <ac:spMkLst>
            <pc:docMk/>
            <pc:sldMk cId="164953972" sldId="267"/>
            <ac:spMk id="74" creationId="{BC5F2540-3A77-4437-1F40-2E7994F78FD6}"/>
          </ac:spMkLst>
        </pc:spChg>
        <pc:grpChg chg="mod">
          <ac:chgData name="Freda Shi" userId="e3bafef1-15f2-4eeb-acbe-fa674bab7991" providerId="ADAL" clId="{9555FC65-5A8C-4EE8-9D5B-8283D7A0923C}" dt="2026-02-11T04:59:06.775" v="64904" actId="1036"/>
          <ac:grpSpMkLst>
            <pc:docMk/>
            <pc:sldMk cId="164953972" sldId="267"/>
            <ac:grpSpMk id="26" creationId="{FE3FD474-3058-9590-6082-541ABFDC9E96}"/>
          </ac:grpSpMkLst>
        </pc:grpChg>
        <pc:grpChg chg="del mod">
          <ac:chgData name="Freda Shi" userId="e3bafef1-15f2-4eeb-acbe-fa674bab7991" providerId="ADAL" clId="{9555FC65-5A8C-4EE8-9D5B-8283D7A0923C}" dt="2026-02-11T04:59:39.191" v="64932" actId="478"/>
          <ac:grpSpMkLst>
            <pc:docMk/>
            <pc:sldMk cId="164953972" sldId="267"/>
            <ac:grpSpMk id="27" creationId="{A3F64A10-7CB1-D9FD-7CF2-AF85EFD0AF52}"/>
          </ac:grpSpMkLst>
        </pc:grpChg>
        <pc:grpChg chg="mod ord">
          <ac:chgData name="Freda Shi" userId="e3bafef1-15f2-4eeb-acbe-fa674bab7991" providerId="ADAL" clId="{9555FC65-5A8C-4EE8-9D5B-8283D7A0923C}" dt="2026-02-11T04:59:42.787" v="64963" actId="12788"/>
          <ac:grpSpMkLst>
            <pc:docMk/>
            <pc:sldMk cId="164953972" sldId="267"/>
            <ac:grpSpMk id="75" creationId="{767E984E-98B5-3AF7-3E45-6AAF26BDA30F}"/>
          </ac:grpSpMkLst>
        </pc:grpChg>
        <pc:grpChg chg="del">
          <ac:chgData name="Freda Shi" userId="e3bafef1-15f2-4eeb-acbe-fa674bab7991" providerId="ADAL" clId="{9555FC65-5A8C-4EE8-9D5B-8283D7A0923C}" dt="2026-02-11T04:59:39.211" v="64960" actId="478"/>
          <ac:grpSpMkLst>
            <pc:docMk/>
            <pc:sldMk cId="164953972" sldId="267"/>
            <ac:grpSpMk id="76" creationId="{C1F81F93-5E0B-B410-04A1-CA61D735FB8B}"/>
          </ac:grpSpMkLst>
        </pc:grpChg>
        <pc:picChg chg="mod">
          <ac:chgData name="Freda Shi" userId="e3bafef1-15f2-4eeb-acbe-fa674bab7991" providerId="ADAL" clId="{9555FC65-5A8C-4EE8-9D5B-8283D7A0923C}" dt="2026-02-11T04:58:50.488" v="64887" actId="14100"/>
          <ac:picMkLst>
            <pc:docMk/>
            <pc:sldMk cId="164953972" sldId="267"/>
            <ac:picMk id="6" creationId="{CEE93371-9B00-998B-0601-1118D21C306C}"/>
          </ac:picMkLst>
        </pc:picChg>
        <pc:picChg chg="mod">
          <ac:chgData name="Freda Shi" userId="e3bafef1-15f2-4eeb-acbe-fa674bab7991" providerId="ADAL" clId="{9555FC65-5A8C-4EE8-9D5B-8283D7A0923C}" dt="2026-02-11T04:59:39.116" v="64910" actId="14100"/>
          <ac:picMkLst>
            <pc:docMk/>
            <pc:sldMk cId="164953972" sldId="267"/>
            <ac:picMk id="47" creationId="{2F801509-B8DB-9BF8-988B-40595B73F91D}"/>
          </ac:picMkLst>
        </pc:picChg>
      </pc:sldChg>
      <pc:sldChg chg="addSp delSp modSp new mod ord modAnim">
        <pc:chgData name="Freda Shi" userId="e3bafef1-15f2-4eeb-acbe-fa674bab7991" providerId="ADAL" clId="{9555FC65-5A8C-4EE8-9D5B-8283D7A0923C}" dt="2026-02-11T05:44:15.025" v="67005" actId="20577"/>
        <pc:sldMkLst>
          <pc:docMk/>
          <pc:sldMk cId="1194858373" sldId="268"/>
        </pc:sldMkLst>
        <pc:spChg chg="mod">
          <ac:chgData name="Freda Shi" userId="e3bafef1-15f2-4eeb-acbe-fa674bab7991" providerId="ADAL" clId="{9555FC65-5A8C-4EE8-9D5B-8283D7A0923C}" dt="2026-02-11T05:16:08.963" v="65563" actId="20577"/>
          <ac:spMkLst>
            <pc:docMk/>
            <pc:sldMk cId="1194858373" sldId="268"/>
            <ac:spMk id="2" creationId="{63C3821D-5D4F-A807-F9C6-74F21A031A01}"/>
          </ac:spMkLst>
        </pc:spChg>
        <pc:spChg chg="mod">
          <ac:chgData name="Freda Shi" userId="e3bafef1-15f2-4eeb-acbe-fa674bab7991" providerId="ADAL" clId="{9555FC65-5A8C-4EE8-9D5B-8283D7A0923C}" dt="2026-02-11T05:37:43.261" v="66492" actId="20577"/>
          <ac:spMkLst>
            <pc:docMk/>
            <pc:sldMk cId="1194858373" sldId="268"/>
            <ac:spMk id="3" creationId="{63978EB3-65B6-6308-E96D-EE656BEA970C}"/>
          </ac:spMkLst>
        </pc:spChg>
        <pc:spChg chg="add mod">
          <ac:chgData name="Freda Shi" userId="e3bafef1-15f2-4eeb-acbe-fa674bab7991" providerId="ADAL" clId="{9555FC65-5A8C-4EE8-9D5B-8283D7A0923C}" dt="2026-02-11T05:44:15.025" v="67005" actId="20577"/>
          <ac:spMkLst>
            <pc:docMk/>
            <pc:sldMk cId="1194858373" sldId="268"/>
            <ac:spMk id="5" creationId="{13DC5BE1-0880-D0AA-70B0-6956604F114C}"/>
          </ac:spMkLst>
        </pc:spChg>
        <pc:spChg chg="add mod">
          <ac:chgData name="Freda Shi" userId="e3bafef1-15f2-4eeb-acbe-fa674bab7991" providerId="ADAL" clId="{9555FC65-5A8C-4EE8-9D5B-8283D7A0923C}" dt="2026-02-11T05:27:31.629" v="65927" actId="164"/>
          <ac:spMkLst>
            <pc:docMk/>
            <pc:sldMk cId="1194858373" sldId="268"/>
            <ac:spMk id="7" creationId="{4865FCA5-FA21-695D-0CED-5DDF6A398161}"/>
          </ac:spMkLst>
        </pc:spChg>
        <pc:spChg chg="add del mod">
          <ac:chgData name="Freda Shi" userId="e3bafef1-15f2-4eeb-acbe-fa674bab7991" providerId="ADAL" clId="{9555FC65-5A8C-4EE8-9D5B-8283D7A0923C}" dt="2026-02-11T05:17:32.126" v="65686" actId="478"/>
          <ac:spMkLst>
            <pc:docMk/>
            <pc:sldMk cId="1194858373" sldId="268"/>
            <ac:spMk id="9" creationId="{EF5BC7DB-4130-4868-B7C3-37F62D896696}"/>
          </ac:spMkLst>
        </pc:spChg>
        <pc:spChg chg="add del mod">
          <ac:chgData name="Freda Shi" userId="e3bafef1-15f2-4eeb-acbe-fa674bab7991" providerId="ADAL" clId="{9555FC65-5A8C-4EE8-9D5B-8283D7A0923C}" dt="2026-02-11T05:18:44.294" v="65690" actId="478"/>
          <ac:spMkLst>
            <pc:docMk/>
            <pc:sldMk cId="1194858373" sldId="268"/>
            <ac:spMk id="12" creationId="{BD9888DB-BD33-4787-5947-9670EA66C4E8}"/>
          </ac:spMkLst>
        </pc:spChg>
        <pc:spChg chg="add mod">
          <ac:chgData name="Freda Shi" userId="e3bafef1-15f2-4eeb-acbe-fa674bab7991" providerId="ADAL" clId="{9555FC65-5A8C-4EE8-9D5B-8283D7A0923C}" dt="2026-02-11T05:27:31.629" v="65927" actId="164"/>
          <ac:spMkLst>
            <pc:docMk/>
            <pc:sldMk cId="1194858373" sldId="268"/>
            <ac:spMk id="14" creationId="{5518CA9D-7805-85C4-127C-8A1E65807A6B}"/>
          </ac:spMkLst>
        </pc:spChg>
        <pc:spChg chg="add mod">
          <ac:chgData name="Freda Shi" userId="e3bafef1-15f2-4eeb-acbe-fa674bab7991" providerId="ADAL" clId="{9555FC65-5A8C-4EE8-9D5B-8283D7A0923C}" dt="2026-02-11T05:28:05.346" v="65931" actId="207"/>
          <ac:spMkLst>
            <pc:docMk/>
            <pc:sldMk cId="1194858373" sldId="268"/>
            <ac:spMk id="20" creationId="{6AD9A216-CF2F-21C0-2C44-AFA700AF5583}"/>
          </ac:spMkLst>
        </pc:spChg>
        <pc:spChg chg="add mod">
          <ac:chgData name="Freda Shi" userId="e3bafef1-15f2-4eeb-acbe-fa674bab7991" providerId="ADAL" clId="{9555FC65-5A8C-4EE8-9D5B-8283D7A0923C}" dt="2026-02-11T05:19:56.895" v="65719" actId="164"/>
          <ac:spMkLst>
            <pc:docMk/>
            <pc:sldMk cId="1194858373" sldId="268"/>
            <ac:spMk id="21" creationId="{6EBE5240-8C44-73C8-AEC3-ED59B952F935}"/>
          </ac:spMkLst>
        </pc:spChg>
        <pc:spChg chg="add mod">
          <ac:chgData name="Freda Shi" userId="e3bafef1-15f2-4eeb-acbe-fa674bab7991" providerId="ADAL" clId="{9555FC65-5A8C-4EE8-9D5B-8283D7A0923C}" dt="2026-02-11T05:19:56.895" v="65719" actId="164"/>
          <ac:spMkLst>
            <pc:docMk/>
            <pc:sldMk cId="1194858373" sldId="268"/>
            <ac:spMk id="22" creationId="{6561AC8E-B388-F4FF-0059-6BB3E7029AE9}"/>
          </ac:spMkLst>
        </pc:spChg>
        <pc:spChg chg="add mod">
          <ac:chgData name="Freda Shi" userId="e3bafef1-15f2-4eeb-acbe-fa674bab7991" providerId="ADAL" clId="{9555FC65-5A8C-4EE8-9D5B-8283D7A0923C}" dt="2026-02-11T05:19:56.895" v="65719" actId="164"/>
          <ac:spMkLst>
            <pc:docMk/>
            <pc:sldMk cId="1194858373" sldId="268"/>
            <ac:spMk id="23" creationId="{04A3F087-C816-7E9C-4E3D-A77405B8E000}"/>
          </ac:spMkLst>
        </pc:spChg>
        <pc:spChg chg="add mod">
          <ac:chgData name="Freda Shi" userId="e3bafef1-15f2-4eeb-acbe-fa674bab7991" providerId="ADAL" clId="{9555FC65-5A8C-4EE8-9D5B-8283D7A0923C}" dt="2026-02-11T05:19:56.895" v="65719" actId="164"/>
          <ac:spMkLst>
            <pc:docMk/>
            <pc:sldMk cId="1194858373" sldId="268"/>
            <ac:spMk id="24" creationId="{B11C2047-539C-BF10-ED11-0C8609411D9B}"/>
          </ac:spMkLst>
        </pc:spChg>
        <pc:spChg chg="mod">
          <ac:chgData name="Freda Shi" userId="e3bafef1-15f2-4eeb-acbe-fa674bab7991" providerId="ADAL" clId="{9555FC65-5A8C-4EE8-9D5B-8283D7A0923C}" dt="2026-02-11T05:28:05.346" v="65931" actId="207"/>
          <ac:spMkLst>
            <pc:docMk/>
            <pc:sldMk cId="1194858373" sldId="268"/>
            <ac:spMk id="28" creationId="{15E221DC-FB56-D9D2-1890-75E681CF43E7}"/>
          </ac:spMkLst>
        </pc:spChg>
        <pc:spChg chg="mod">
          <ac:chgData name="Freda Shi" userId="e3bafef1-15f2-4eeb-acbe-fa674bab7991" providerId="ADAL" clId="{9555FC65-5A8C-4EE8-9D5B-8283D7A0923C}" dt="2026-02-11T05:20:34.798" v="65726"/>
          <ac:spMkLst>
            <pc:docMk/>
            <pc:sldMk cId="1194858373" sldId="268"/>
            <ac:spMk id="29" creationId="{72D7F5CF-6DD9-10DF-1B73-0E57A9F53F15}"/>
          </ac:spMkLst>
        </pc:spChg>
        <pc:spChg chg="mod">
          <ac:chgData name="Freda Shi" userId="e3bafef1-15f2-4eeb-acbe-fa674bab7991" providerId="ADAL" clId="{9555FC65-5A8C-4EE8-9D5B-8283D7A0923C}" dt="2026-02-11T05:20:34.798" v="65726"/>
          <ac:spMkLst>
            <pc:docMk/>
            <pc:sldMk cId="1194858373" sldId="268"/>
            <ac:spMk id="30" creationId="{A4BB1D2B-87F6-C080-9462-C1B64A344AB4}"/>
          </ac:spMkLst>
        </pc:spChg>
        <pc:spChg chg="mod">
          <ac:chgData name="Freda Shi" userId="e3bafef1-15f2-4eeb-acbe-fa674bab7991" providerId="ADAL" clId="{9555FC65-5A8C-4EE8-9D5B-8283D7A0923C}" dt="2026-02-11T05:20:34.798" v="65726"/>
          <ac:spMkLst>
            <pc:docMk/>
            <pc:sldMk cId="1194858373" sldId="268"/>
            <ac:spMk id="31" creationId="{F78F2583-20D2-B325-7458-BB2B3BCE9E1B}"/>
          </ac:spMkLst>
        </pc:spChg>
        <pc:spChg chg="mod">
          <ac:chgData name="Freda Shi" userId="e3bafef1-15f2-4eeb-acbe-fa674bab7991" providerId="ADAL" clId="{9555FC65-5A8C-4EE8-9D5B-8283D7A0923C}" dt="2026-02-11T05:20:34.798" v="65726"/>
          <ac:spMkLst>
            <pc:docMk/>
            <pc:sldMk cId="1194858373" sldId="268"/>
            <ac:spMk id="32" creationId="{AA830D45-36F5-F63D-81F3-58A4F393BA5E}"/>
          </ac:spMkLst>
        </pc:spChg>
        <pc:spChg chg="add mod">
          <ac:chgData name="Freda Shi" userId="e3bafef1-15f2-4eeb-acbe-fa674bab7991" providerId="ADAL" clId="{9555FC65-5A8C-4EE8-9D5B-8283D7A0923C}" dt="2026-02-11T05:37:50.837" v="66502" actId="1036"/>
          <ac:spMkLst>
            <pc:docMk/>
            <pc:sldMk cId="1194858373" sldId="268"/>
            <ac:spMk id="36" creationId="{05CF858E-9434-0B1B-8276-EFCBFD448A6D}"/>
          </ac:spMkLst>
        </pc:spChg>
        <pc:grpChg chg="add mod">
          <ac:chgData name="Freda Shi" userId="e3bafef1-15f2-4eeb-acbe-fa674bab7991" providerId="ADAL" clId="{9555FC65-5A8C-4EE8-9D5B-8283D7A0923C}" dt="2026-02-11T05:27:31.629" v="65927" actId="164"/>
          <ac:grpSpMkLst>
            <pc:docMk/>
            <pc:sldMk cId="1194858373" sldId="268"/>
            <ac:grpSpMk id="25" creationId="{8BB53F22-2D6A-AC70-147A-8D62D2882B09}"/>
          </ac:grpSpMkLst>
        </pc:grpChg>
        <pc:grpChg chg="add mod">
          <ac:chgData name="Freda Shi" userId="e3bafef1-15f2-4eeb-acbe-fa674bab7991" providerId="ADAL" clId="{9555FC65-5A8C-4EE8-9D5B-8283D7A0923C}" dt="2026-02-11T05:27:31.629" v="65927" actId="164"/>
          <ac:grpSpMkLst>
            <pc:docMk/>
            <pc:sldMk cId="1194858373" sldId="268"/>
            <ac:grpSpMk id="27" creationId="{100171E6-1A76-3F1F-9147-5CAE972ABB66}"/>
          </ac:grpSpMkLst>
        </pc:grpChg>
        <pc:grpChg chg="add mod">
          <ac:chgData name="Freda Shi" userId="e3bafef1-15f2-4eeb-acbe-fa674bab7991" providerId="ADAL" clId="{9555FC65-5A8C-4EE8-9D5B-8283D7A0923C}" dt="2026-02-11T05:37:50.837" v="66502" actId="1036"/>
          <ac:grpSpMkLst>
            <pc:docMk/>
            <pc:sldMk cId="1194858373" sldId="268"/>
            <ac:grpSpMk id="50" creationId="{80EFA546-9874-D36F-BEBC-3E725FB3554B}"/>
          </ac:grpSpMkLst>
        </pc:grpChg>
        <pc:picChg chg="add del mod modCrop">
          <ac:chgData name="Freda Shi" userId="e3bafef1-15f2-4eeb-acbe-fa674bab7991" providerId="ADAL" clId="{9555FC65-5A8C-4EE8-9D5B-8283D7A0923C}" dt="2026-02-11T05:26:43.047" v="65915" actId="478"/>
          <ac:picMkLst>
            <pc:docMk/>
            <pc:sldMk cId="1194858373" sldId="268"/>
            <ac:picMk id="16" creationId="{26614A0A-EB42-66C8-AC68-1FFACDBC57AD}"/>
          </ac:picMkLst>
        </pc:picChg>
        <pc:picChg chg="add mod modCrop">
          <ac:chgData name="Freda Shi" userId="e3bafef1-15f2-4eeb-acbe-fa674bab7991" providerId="ADAL" clId="{9555FC65-5A8C-4EE8-9D5B-8283D7A0923C}" dt="2026-02-11T05:27:31.629" v="65927" actId="164"/>
          <ac:picMkLst>
            <pc:docMk/>
            <pc:sldMk cId="1194858373" sldId="268"/>
            <ac:picMk id="46" creationId="{332901A6-E76F-5157-07DC-AFC9F4CD25D1}"/>
          </ac:picMkLst>
        </pc:picChg>
        <pc:cxnChg chg="add mod">
          <ac:chgData name="Freda Shi" userId="e3bafef1-15f2-4eeb-acbe-fa674bab7991" providerId="ADAL" clId="{9555FC65-5A8C-4EE8-9D5B-8283D7A0923C}" dt="2026-02-11T05:27:31.629" v="65927" actId="164"/>
          <ac:cxnSpMkLst>
            <pc:docMk/>
            <pc:sldMk cId="1194858373" sldId="268"/>
            <ac:cxnSpMk id="6" creationId="{740CE747-0ADF-FB80-8320-664ADCFA2697}"/>
          </ac:cxnSpMkLst>
        </pc:cxnChg>
        <pc:cxnChg chg="add mod">
          <ac:chgData name="Freda Shi" userId="e3bafef1-15f2-4eeb-acbe-fa674bab7991" providerId="ADAL" clId="{9555FC65-5A8C-4EE8-9D5B-8283D7A0923C}" dt="2026-02-11T05:27:31.629" v="65927" actId="164"/>
          <ac:cxnSpMkLst>
            <pc:docMk/>
            <pc:sldMk cId="1194858373" sldId="268"/>
            <ac:cxnSpMk id="8" creationId="{B32EDD42-C941-53F8-E96F-6E8E0046355D}"/>
          </ac:cxnSpMkLst>
        </pc:cxnChg>
        <pc:cxnChg chg="add mod">
          <ac:chgData name="Freda Shi" userId="e3bafef1-15f2-4eeb-acbe-fa674bab7991" providerId="ADAL" clId="{9555FC65-5A8C-4EE8-9D5B-8283D7A0923C}" dt="2026-02-11T05:27:26.991" v="65926" actId="1076"/>
          <ac:cxnSpMkLst>
            <pc:docMk/>
            <pc:sldMk cId="1194858373" sldId="268"/>
            <ac:cxnSpMk id="13" creationId="{79E5104C-F987-5943-3C0C-87F7C5BD2B2F}"/>
          </ac:cxnSpMkLst>
        </pc:cxnChg>
        <pc:cxnChg chg="add mod">
          <ac:chgData name="Freda Shi" userId="e3bafef1-15f2-4eeb-acbe-fa674bab7991" providerId="ADAL" clId="{9555FC65-5A8C-4EE8-9D5B-8283D7A0923C}" dt="2026-02-11T05:27:26.991" v="65926" actId="1076"/>
          <ac:cxnSpMkLst>
            <pc:docMk/>
            <pc:sldMk cId="1194858373" sldId="268"/>
            <ac:cxnSpMk id="15" creationId="{925EE2D2-BD2F-BA3C-B803-117570454312}"/>
          </ac:cxnSpMkLst>
        </pc:cxnChg>
        <pc:cxnChg chg="add mod">
          <ac:chgData name="Freda Shi" userId="e3bafef1-15f2-4eeb-acbe-fa674bab7991" providerId="ADAL" clId="{9555FC65-5A8C-4EE8-9D5B-8283D7A0923C}" dt="2026-02-11T05:28:13.031" v="65932" actId="208"/>
          <ac:cxnSpMkLst>
            <pc:docMk/>
            <pc:sldMk cId="1194858373" sldId="268"/>
            <ac:cxnSpMk id="35" creationId="{40881E16-0DFC-2C8B-A6C5-E7156B3EDBB9}"/>
          </ac:cxnSpMkLst>
        </pc:cxnChg>
      </pc:sldChg>
      <pc:sldChg chg="modSp add mod">
        <pc:chgData name="Freda Shi" userId="e3bafef1-15f2-4eeb-acbe-fa674bab7991" providerId="ADAL" clId="{9555FC65-5A8C-4EE8-9D5B-8283D7A0923C}" dt="2026-02-11T07:14:36.218" v="71680" actId="5793"/>
        <pc:sldMkLst>
          <pc:docMk/>
          <pc:sldMk cId="2143940985" sldId="269"/>
        </pc:sldMkLst>
        <pc:spChg chg="mod">
          <ac:chgData name="Freda Shi" userId="e3bafef1-15f2-4eeb-acbe-fa674bab7991" providerId="ADAL" clId="{9555FC65-5A8C-4EE8-9D5B-8283D7A0923C}" dt="2026-02-11T07:14:36.218" v="71680" actId="5793"/>
          <ac:spMkLst>
            <pc:docMk/>
            <pc:sldMk cId="2143940985" sldId="269"/>
            <ac:spMk id="3" creationId="{0DE2A692-DD68-A9C6-2802-09049FFAEE59}"/>
          </ac:spMkLst>
        </pc:spChg>
      </pc:sldChg>
      <pc:sldChg chg="addSp delSp modSp new mod">
        <pc:chgData name="Freda Shi" userId="e3bafef1-15f2-4eeb-acbe-fa674bab7991" providerId="ADAL" clId="{9555FC65-5A8C-4EE8-9D5B-8283D7A0923C}" dt="2026-02-11T05:35:38.139" v="66226" actId="478"/>
        <pc:sldMkLst>
          <pc:docMk/>
          <pc:sldMk cId="2648379674" sldId="270"/>
        </pc:sldMkLst>
        <pc:spChg chg="mod">
          <ac:chgData name="Freda Shi" userId="e3bafef1-15f2-4eeb-acbe-fa674bab7991" providerId="ADAL" clId="{9555FC65-5A8C-4EE8-9D5B-8283D7A0923C}" dt="2026-02-11T05:35:11.648" v="66200" actId="20577"/>
          <ac:spMkLst>
            <pc:docMk/>
            <pc:sldMk cId="2648379674" sldId="270"/>
            <ac:spMk id="2" creationId="{E2662376-3D45-2667-6D22-D131D524B963}"/>
          </ac:spMkLst>
        </pc:spChg>
        <pc:spChg chg="mod">
          <ac:chgData name="Freda Shi" userId="e3bafef1-15f2-4eeb-acbe-fa674bab7991" providerId="ADAL" clId="{9555FC65-5A8C-4EE8-9D5B-8283D7A0923C}" dt="2026-02-11T05:35:29.043" v="66222" actId="20577"/>
          <ac:spMkLst>
            <pc:docMk/>
            <pc:sldMk cId="2648379674" sldId="270"/>
            <ac:spMk id="3" creationId="{2A5F207C-E891-69A8-A60B-5F535F9B8B93}"/>
          </ac:spMkLst>
        </pc:spChg>
        <pc:picChg chg="add del mod modCrop">
          <ac:chgData name="Freda Shi" userId="e3bafef1-15f2-4eeb-acbe-fa674bab7991" providerId="ADAL" clId="{9555FC65-5A8C-4EE8-9D5B-8283D7A0923C}" dt="2026-02-11T05:35:37.777" v="66225" actId="478"/>
          <ac:picMkLst>
            <pc:docMk/>
            <pc:sldMk cId="2648379674" sldId="270"/>
            <ac:picMk id="6" creationId="{F2CB9AD5-E35F-E5FC-3607-B5CD0ABD7319}"/>
          </ac:picMkLst>
        </pc:picChg>
        <pc:picChg chg="add del mod modCrop">
          <ac:chgData name="Freda Shi" userId="e3bafef1-15f2-4eeb-acbe-fa674bab7991" providerId="ADAL" clId="{9555FC65-5A8C-4EE8-9D5B-8283D7A0923C}" dt="2026-02-11T05:35:38.139" v="66226" actId="478"/>
          <ac:picMkLst>
            <pc:docMk/>
            <pc:sldMk cId="2648379674" sldId="270"/>
            <ac:picMk id="7" creationId="{9A2C299E-F57D-A6D6-BAB9-C786E1A437CA}"/>
          </ac:picMkLst>
        </pc:picChg>
      </pc:sldChg>
      <pc:sldChg chg="addSp delSp modSp add mod modAnim">
        <pc:chgData name="Freda Shi" userId="e3bafef1-15f2-4eeb-acbe-fa674bab7991" providerId="ADAL" clId="{9555FC65-5A8C-4EE8-9D5B-8283D7A0923C}" dt="2026-02-11T06:27:27.598" v="68326"/>
        <pc:sldMkLst>
          <pc:docMk/>
          <pc:sldMk cId="2219055057" sldId="271"/>
        </pc:sldMkLst>
        <pc:spChg chg="mod">
          <ac:chgData name="Freda Shi" userId="e3bafef1-15f2-4eeb-acbe-fa674bab7991" providerId="ADAL" clId="{9555FC65-5A8C-4EE8-9D5B-8283D7A0923C}" dt="2026-02-11T05:35:18.404" v="66212" actId="20577"/>
          <ac:spMkLst>
            <pc:docMk/>
            <pc:sldMk cId="2219055057" sldId="271"/>
            <ac:spMk id="2" creationId="{0007D1A8-89A7-3548-AE14-F534C5E33CE6}"/>
          </ac:spMkLst>
        </pc:spChg>
        <pc:spChg chg="mod">
          <ac:chgData name="Freda Shi" userId="e3bafef1-15f2-4eeb-acbe-fa674bab7991" providerId="ADAL" clId="{9555FC65-5A8C-4EE8-9D5B-8283D7A0923C}" dt="2026-02-11T06:26:43.665" v="68291" actId="1076"/>
          <ac:spMkLst>
            <pc:docMk/>
            <pc:sldMk cId="2219055057" sldId="271"/>
            <ac:spMk id="3" creationId="{CFEBFAEA-282E-B24B-C0E0-19A66578199C}"/>
          </ac:spMkLst>
        </pc:spChg>
        <pc:spChg chg="add mod">
          <ac:chgData name="Freda Shi" userId="e3bafef1-15f2-4eeb-acbe-fa674bab7991" providerId="ADAL" clId="{9555FC65-5A8C-4EE8-9D5B-8283D7A0923C}" dt="2026-02-11T06:26:58.984" v="68318" actId="20577"/>
          <ac:spMkLst>
            <pc:docMk/>
            <pc:sldMk cId="2219055057" sldId="271"/>
            <ac:spMk id="5" creationId="{68BFE5D0-31FB-66D5-AF1E-D71F01C8DFA2}"/>
          </ac:spMkLst>
        </pc:spChg>
        <pc:spChg chg="del topLvl">
          <ac:chgData name="Freda Shi" userId="e3bafef1-15f2-4eeb-acbe-fa674bab7991" providerId="ADAL" clId="{9555FC65-5A8C-4EE8-9D5B-8283D7A0923C}" dt="2026-02-11T05:41:30.553" v="66722" actId="478"/>
          <ac:spMkLst>
            <pc:docMk/>
            <pc:sldMk cId="2219055057" sldId="271"/>
            <ac:spMk id="10" creationId="{3E26144C-F661-45FE-5DF0-45831E9836AE}"/>
          </ac:spMkLst>
        </pc:spChg>
        <pc:spChg chg="del topLvl">
          <ac:chgData name="Freda Shi" userId="e3bafef1-15f2-4eeb-acbe-fa674bab7991" providerId="ADAL" clId="{9555FC65-5A8C-4EE8-9D5B-8283D7A0923C}" dt="2026-02-11T05:41:30.499" v="66620" actId="478"/>
          <ac:spMkLst>
            <pc:docMk/>
            <pc:sldMk cId="2219055057" sldId="271"/>
            <ac:spMk id="11" creationId="{14D04D5A-367C-D85F-6594-80799AD4A067}"/>
          </ac:spMkLst>
        </pc:spChg>
        <pc:spChg chg="del">
          <ac:chgData name="Freda Shi" userId="e3bafef1-15f2-4eeb-acbe-fa674bab7991" providerId="ADAL" clId="{9555FC65-5A8C-4EE8-9D5B-8283D7A0923C}" dt="2026-02-11T05:41:30.498" v="66619" actId="478"/>
          <ac:spMkLst>
            <pc:docMk/>
            <pc:sldMk cId="2219055057" sldId="271"/>
            <ac:spMk id="12" creationId="{1592017A-710B-2CD6-4151-7BDC0DA12A80}"/>
          </ac:spMkLst>
        </pc:spChg>
        <pc:spChg chg="del">
          <ac:chgData name="Freda Shi" userId="e3bafef1-15f2-4eeb-acbe-fa674bab7991" providerId="ADAL" clId="{9555FC65-5A8C-4EE8-9D5B-8283D7A0923C}" dt="2026-02-11T05:41:30.497" v="66618" actId="478"/>
          <ac:spMkLst>
            <pc:docMk/>
            <pc:sldMk cId="2219055057" sldId="271"/>
            <ac:spMk id="13" creationId="{B177AFDA-52A6-F81D-3C36-301E20DF8839}"/>
          </ac:spMkLst>
        </pc:spChg>
        <pc:spChg chg="del">
          <ac:chgData name="Freda Shi" userId="e3bafef1-15f2-4eeb-acbe-fa674bab7991" providerId="ADAL" clId="{9555FC65-5A8C-4EE8-9D5B-8283D7A0923C}" dt="2026-02-11T05:41:30.496" v="66617" actId="478"/>
          <ac:spMkLst>
            <pc:docMk/>
            <pc:sldMk cId="2219055057" sldId="271"/>
            <ac:spMk id="14" creationId="{3D85F426-9628-CF11-DD20-438C695424CB}"/>
          </ac:spMkLst>
        </pc:spChg>
        <pc:spChg chg="del">
          <ac:chgData name="Freda Shi" userId="e3bafef1-15f2-4eeb-acbe-fa674bab7991" providerId="ADAL" clId="{9555FC65-5A8C-4EE8-9D5B-8283D7A0923C}" dt="2026-02-11T05:41:30.496" v="66616" actId="478"/>
          <ac:spMkLst>
            <pc:docMk/>
            <pc:sldMk cId="2219055057" sldId="271"/>
            <ac:spMk id="15" creationId="{EDCC8866-9744-8546-9FDA-2D8E65FFC401}"/>
          </ac:spMkLst>
        </pc:spChg>
        <pc:spChg chg="del">
          <ac:chgData name="Freda Shi" userId="e3bafef1-15f2-4eeb-acbe-fa674bab7991" providerId="ADAL" clId="{9555FC65-5A8C-4EE8-9D5B-8283D7A0923C}" dt="2026-02-11T05:41:30.495" v="66615" actId="478"/>
          <ac:spMkLst>
            <pc:docMk/>
            <pc:sldMk cId="2219055057" sldId="271"/>
            <ac:spMk id="16" creationId="{A1BB11FC-B419-D264-FC2D-E64C9D3020EE}"/>
          </ac:spMkLst>
        </pc:spChg>
        <pc:spChg chg="del">
          <ac:chgData name="Freda Shi" userId="e3bafef1-15f2-4eeb-acbe-fa674bab7991" providerId="ADAL" clId="{9555FC65-5A8C-4EE8-9D5B-8283D7A0923C}" dt="2026-02-11T05:41:30.494" v="66614" actId="478"/>
          <ac:spMkLst>
            <pc:docMk/>
            <pc:sldMk cId="2219055057" sldId="271"/>
            <ac:spMk id="17" creationId="{17CA36EF-FF11-F536-D2B6-30B4AD4F890E}"/>
          </ac:spMkLst>
        </pc:spChg>
        <pc:spChg chg="del">
          <ac:chgData name="Freda Shi" userId="e3bafef1-15f2-4eeb-acbe-fa674bab7991" providerId="ADAL" clId="{9555FC65-5A8C-4EE8-9D5B-8283D7A0923C}" dt="2026-02-11T05:41:30.493" v="66613" actId="478"/>
          <ac:spMkLst>
            <pc:docMk/>
            <pc:sldMk cId="2219055057" sldId="271"/>
            <ac:spMk id="18" creationId="{3CA53C84-2DE0-03E3-A5EF-058D30F3D660}"/>
          </ac:spMkLst>
        </pc:spChg>
        <pc:spChg chg="del">
          <ac:chgData name="Freda Shi" userId="e3bafef1-15f2-4eeb-acbe-fa674bab7991" providerId="ADAL" clId="{9555FC65-5A8C-4EE8-9D5B-8283D7A0923C}" dt="2026-02-11T05:41:30.492" v="66612" actId="478"/>
          <ac:spMkLst>
            <pc:docMk/>
            <pc:sldMk cId="2219055057" sldId="271"/>
            <ac:spMk id="19" creationId="{326C4911-2D57-6336-B18E-7E4D06E88FA8}"/>
          </ac:spMkLst>
        </pc:spChg>
        <pc:spChg chg="del">
          <ac:chgData name="Freda Shi" userId="e3bafef1-15f2-4eeb-acbe-fa674bab7991" providerId="ADAL" clId="{9555FC65-5A8C-4EE8-9D5B-8283D7A0923C}" dt="2026-02-11T05:41:30.492" v="66611" actId="478"/>
          <ac:spMkLst>
            <pc:docMk/>
            <pc:sldMk cId="2219055057" sldId="271"/>
            <ac:spMk id="20" creationId="{78EEA38C-EBD3-718C-8494-278FB064EC50}"/>
          </ac:spMkLst>
        </pc:spChg>
        <pc:spChg chg="del">
          <ac:chgData name="Freda Shi" userId="e3bafef1-15f2-4eeb-acbe-fa674bab7991" providerId="ADAL" clId="{9555FC65-5A8C-4EE8-9D5B-8283D7A0923C}" dt="2026-02-11T05:41:30.491" v="66610" actId="478"/>
          <ac:spMkLst>
            <pc:docMk/>
            <pc:sldMk cId="2219055057" sldId="271"/>
            <ac:spMk id="21" creationId="{BE0A7FC7-0D84-933F-5916-1A707C248B0C}"/>
          </ac:spMkLst>
        </pc:spChg>
        <pc:spChg chg="del">
          <ac:chgData name="Freda Shi" userId="e3bafef1-15f2-4eeb-acbe-fa674bab7991" providerId="ADAL" clId="{9555FC65-5A8C-4EE8-9D5B-8283D7A0923C}" dt="2026-02-11T05:41:30.490" v="66609" actId="478"/>
          <ac:spMkLst>
            <pc:docMk/>
            <pc:sldMk cId="2219055057" sldId="271"/>
            <ac:spMk id="23" creationId="{AB5F051D-9642-7F21-4AB5-E724B47EF9DF}"/>
          </ac:spMkLst>
        </pc:spChg>
        <pc:spChg chg="del">
          <ac:chgData name="Freda Shi" userId="e3bafef1-15f2-4eeb-acbe-fa674bab7991" providerId="ADAL" clId="{9555FC65-5A8C-4EE8-9D5B-8283D7A0923C}" dt="2026-02-11T05:41:30.489" v="66608" actId="478"/>
          <ac:spMkLst>
            <pc:docMk/>
            <pc:sldMk cId="2219055057" sldId="271"/>
            <ac:spMk id="24" creationId="{D26249EB-3698-7D58-D77F-A21BCE0991E9}"/>
          </ac:spMkLst>
        </pc:spChg>
        <pc:spChg chg="del">
          <ac:chgData name="Freda Shi" userId="e3bafef1-15f2-4eeb-acbe-fa674bab7991" providerId="ADAL" clId="{9555FC65-5A8C-4EE8-9D5B-8283D7A0923C}" dt="2026-02-11T05:41:30.488" v="66607" actId="478"/>
          <ac:spMkLst>
            <pc:docMk/>
            <pc:sldMk cId="2219055057" sldId="271"/>
            <ac:spMk id="25" creationId="{50FEE9D8-39C8-D26F-5A53-BB7EBAC0A9CB}"/>
          </ac:spMkLst>
        </pc:spChg>
        <pc:spChg chg="del">
          <ac:chgData name="Freda Shi" userId="e3bafef1-15f2-4eeb-acbe-fa674bab7991" providerId="ADAL" clId="{9555FC65-5A8C-4EE8-9D5B-8283D7A0923C}" dt="2026-02-11T05:41:30.488" v="66606" actId="478"/>
          <ac:spMkLst>
            <pc:docMk/>
            <pc:sldMk cId="2219055057" sldId="271"/>
            <ac:spMk id="27" creationId="{71B376AE-BF33-6539-2D50-A1BA298B27E4}"/>
          </ac:spMkLst>
        </pc:spChg>
        <pc:spChg chg="del">
          <ac:chgData name="Freda Shi" userId="e3bafef1-15f2-4eeb-acbe-fa674bab7991" providerId="ADAL" clId="{9555FC65-5A8C-4EE8-9D5B-8283D7A0923C}" dt="2026-02-11T05:41:30.487" v="66605" actId="478"/>
          <ac:spMkLst>
            <pc:docMk/>
            <pc:sldMk cId="2219055057" sldId="271"/>
            <ac:spMk id="28" creationId="{7B1E73C1-9CDA-162C-9672-3945C47D0EAB}"/>
          </ac:spMkLst>
        </pc:spChg>
        <pc:spChg chg="del">
          <ac:chgData name="Freda Shi" userId="e3bafef1-15f2-4eeb-acbe-fa674bab7991" providerId="ADAL" clId="{9555FC65-5A8C-4EE8-9D5B-8283D7A0923C}" dt="2026-02-11T05:41:30.486" v="66604" actId="478"/>
          <ac:spMkLst>
            <pc:docMk/>
            <pc:sldMk cId="2219055057" sldId="271"/>
            <ac:spMk id="29" creationId="{45989BB8-5D3C-A8DD-1FC3-BBEC1B176AD0}"/>
          </ac:spMkLst>
        </pc:spChg>
        <pc:spChg chg="del">
          <ac:chgData name="Freda Shi" userId="e3bafef1-15f2-4eeb-acbe-fa674bab7991" providerId="ADAL" clId="{9555FC65-5A8C-4EE8-9D5B-8283D7A0923C}" dt="2026-02-11T05:41:30.485" v="66603" actId="478"/>
          <ac:spMkLst>
            <pc:docMk/>
            <pc:sldMk cId="2219055057" sldId="271"/>
            <ac:spMk id="31" creationId="{A28E2F90-79DC-EA29-9C0F-666DEA82C015}"/>
          </ac:spMkLst>
        </pc:spChg>
        <pc:spChg chg="del">
          <ac:chgData name="Freda Shi" userId="e3bafef1-15f2-4eeb-acbe-fa674bab7991" providerId="ADAL" clId="{9555FC65-5A8C-4EE8-9D5B-8283D7A0923C}" dt="2026-02-11T05:41:30.484" v="66602" actId="478"/>
          <ac:spMkLst>
            <pc:docMk/>
            <pc:sldMk cId="2219055057" sldId="271"/>
            <ac:spMk id="32" creationId="{C975110A-61F2-88C4-8BD4-DB93CC757D13}"/>
          </ac:spMkLst>
        </pc:spChg>
        <pc:spChg chg="del">
          <ac:chgData name="Freda Shi" userId="e3bafef1-15f2-4eeb-acbe-fa674bab7991" providerId="ADAL" clId="{9555FC65-5A8C-4EE8-9D5B-8283D7A0923C}" dt="2026-02-11T05:41:30.484" v="66601" actId="478"/>
          <ac:spMkLst>
            <pc:docMk/>
            <pc:sldMk cId="2219055057" sldId="271"/>
            <ac:spMk id="33" creationId="{4C187901-22C3-8415-A75B-28628AE2B463}"/>
          </ac:spMkLst>
        </pc:spChg>
        <pc:spChg chg="del">
          <ac:chgData name="Freda Shi" userId="e3bafef1-15f2-4eeb-acbe-fa674bab7991" providerId="ADAL" clId="{9555FC65-5A8C-4EE8-9D5B-8283D7A0923C}" dt="2026-02-11T05:41:30.483" v="66600" actId="478"/>
          <ac:spMkLst>
            <pc:docMk/>
            <pc:sldMk cId="2219055057" sldId="271"/>
            <ac:spMk id="34" creationId="{A579A72B-D75E-9403-38BD-86C941EC2285}"/>
          </ac:spMkLst>
        </pc:spChg>
        <pc:spChg chg="del">
          <ac:chgData name="Freda Shi" userId="e3bafef1-15f2-4eeb-acbe-fa674bab7991" providerId="ADAL" clId="{9555FC65-5A8C-4EE8-9D5B-8283D7A0923C}" dt="2026-02-11T05:41:30.482" v="66599" actId="478"/>
          <ac:spMkLst>
            <pc:docMk/>
            <pc:sldMk cId="2219055057" sldId="271"/>
            <ac:spMk id="35" creationId="{9C45F164-A12E-00CC-8899-FF9636EDEE00}"/>
          </ac:spMkLst>
        </pc:spChg>
        <pc:spChg chg="del">
          <ac:chgData name="Freda Shi" userId="e3bafef1-15f2-4eeb-acbe-fa674bab7991" providerId="ADAL" clId="{9555FC65-5A8C-4EE8-9D5B-8283D7A0923C}" dt="2026-02-11T05:41:30.481" v="66598" actId="478"/>
          <ac:spMkLst>
            <pc:docMk/>
            <pc:sldMk cId="2219055057" sldId="271"/>
            <ac:spMk id="36" creationId="{8F2F5E50-4DAD-88D1-9697-74D26BB0FFA1}"/>
          </ac:spMkLst>
        </pc:spChg>
        <pc:spChg chg="del">
          <ac:chgData name="Freda Shi" userId="e3bafef1-15f2-4eeb-acbe-fa674bab7991" providerId="ADAL" clId="{9555FC65-5A8C-4EE8-9D5B-8283D7A0923C}" dt="2026-02-11T05:41:30.480" v="66597" actId="478"/>
          <ac:spMkLst>
            <pc:docMk/>
            <pc:sldMk cId="2219055057" sldId="271"/>
            <ac:spMk id="37" creationId="{7B026D7C-5E56-E33B-7C02-FEDCE2AF8F05}"/>
          </ac:spMkLst>
        </pc:spChg>
        <pc:spChg chg="del">
          <ac:chgData name="Freda Shi" userId="e3bafef1-15f2-4eeb-acbe-fa674bab7991" providerId="ADAL" clId="{9555FC65-5A8C-4EE8-9D5B-8283D7A0923C}" dt="2026-02-11T05:41:30.479" v="66596" actId="478"/>
          <ac:spMkLst>
            <pc:docMk/>
            <pc:sldMk cId="2219055057" sldId="271"/>
            <ac:spMk id="38" creationId="{E16723FF-9CC1-E32D-6980-362573CAF5A0}"/>
          </ac:spMkLst>
        </pc:spChg>
        <pc:spChg chg="del">
          <ac:chgData name="Freda Shi" userId="e3bafef1-15f2-4eeb-acbe-fa674bab7991" providerId="ADAL" clId="{9555FC65-5A8C-4EE8-9D5B-8283D7A0923C}" dt="2026-02-11T05:41:30.479" v="66595" actId="478"/>
          <ac:spMkLst>
            <pc:docMk/>
            <pc:sldMk cId="2219055057" sldId="271"/>
            <ac:spMk id="39" creationId="{8DE2D866-EADC-8CF4-9A67-4DDED32F16B3}"/>
          </ac:spMkLst>
        </pc:spChg>
        <pc:spChg chg="del">
          <ac:chgData name="Freda Shi" userId="e3bafef1-15f2-4eeb-acbe-fa674bab7991" providerId="ADAL" clId="{9555FC65-5A8C-4EE8-9D5B-8283D7A0923C}" dt="2026-02-11T05:41:30.478" v="66594" actId="478"/>
          <ac:spMkLst>
            <pc:docMk/>
            <pc:sldMk cId="2219055057" sldId="271"/>
            <ac:spMk id="40" creationId="{A5AE6FBA-E3F2-F50F-0D31-5EEEC8F4AE91}"/>
          </ac:spMkLst>
        </pc:spChg>
        <pc:spChg chg="del">
          <ac:chgData name="Freda Shi" userId="e3bafef1-15f2-4eeb-acbe-fa674bab7991" providerId="ADAL" clId="{9555FC65-5A8C-4EE8-9D5B-8283D7A0923C}" dt="2026-02-11T05:41:30.477" v="66593" actId="478"/>
          <ac:spMkLst>
            <pc:docMk/>
            <pc:sldMk cId="2219055057" sldId="271"/>
            <ac:spMk id="41" creationId="{A2B8892F-24D7-AA20-47F8-08BEDC24F61D}"/>
          </ac:spMkLst>
        </pc:spChg>
        <pc:spChg chg="del">
          <ac:chgData name="Freda Shi" userId="e3bafef1-15f2-4eeb-acbe-fa674bab7991" providerId="ADAL" clId="{9555FC65-5A8C-4EE8-9D5B-8283D7A0923C}" dt="2026-02-11T05:41:30.476" v="66592" actId="478"/>
          <ac:spMkLst>
            <pc:docMk/>
            <pc:sldMk cId="2219055057" sldId="271"/>
            <ac:spMk id="42" creationId="{D0F84A10-C0A0-7B40-F538-95072D253EEE}"/>
          </ac:spMkLst>
        </pc:spChg>
        <pc:spChg chg="del">
          <ac:chgData name="Freda Shi" userId="e3bafef1-15f2-4eeb-acbe-fa674bab7991" providerId="ADAL" clId="{9555FC65-5A8C-4EE8-9D5B-8283D7A0923C}" dt="2026-02-11T05:41:30.475" v="66591" actId="478"/>
          <ac:spMkLst>
            <pc:docMk/>
            <pc:sldMk cId="2219055057" sldId="271"/>
            <ac:spMk id="43" creationId="{314CD7FB-D88A-F6B9-9F16-CBC2390A2820}"/>
          </ac:spMkLst>
        </pc:spChg>
        <pc:spChg chg="del">
          <ac:chgData name="Freda Shi" userId="e3bafef1-15f2-4eeb-acbe-fa674bab7991" providerId="ADAL" clId="{9555FC65-5A8C-4EE8-9D5B-8283D7A0923C}" dt="2026-02-11T05:41:30.474" v="66590" actId="478"/>
          <ac:spMkLst>
            <pc:docMk/>
            <pc:sldMk cId="2219055057" sldId="271"/>
            <ac:spMk id="44" creationId="{9EDA7CC5-9C28-4CE9-E417-CDDDA11D1BCB}"/>
          </ac:spMkLst>
        </pc:spChg>
        <pc:spChg chg="del">
          <ac:chgData name="Freda Shi" userId="e3bafef1-15f2-4eeb-acbe-fa674bab7991" providerId="ADAL" clId="{9555FC65-5A8C-4EE8-9D5B-8283D7A0923C}" dt="2026-02-11T05:41:30.473" v="66589" actId="478"/>
          <ac:spMkLst>
            <pc:docMk/>
            <pc:sldMk cId="2219055057" sldId="271"/>
            <ac:spMk id="45" creationId="{9A5A7D20-D133-F78B-DF38-054DDB833304}"/>
          </ac:spMkLst>
        </pc:spChg>
        <pc:spChg chg="del">
          <ac:chgData name="Freda Shi" userId="e3bafef1-15f2-4eeb-acbe-fa674bab7991" providerId="ADAL" clId="{9555FC65-5A8C-4EE8-9D5B-8283D7A0923C}" dt="2026-02-11T05:41:30.472" v="66588" actId="478"/>
          <ac:spMkLst>
            <pc:docMk/>
            <pc:sldMk cId="2219055057" sldId="271"/>
            <ac:spMk id="47" creationId="{AB3A7D5E-40B2-8FBD-C74D-20BAD3FAC0BE}"/>
          </ac:spMkLst>
        </pc:spChg>
        <pc:spChg chg="del">
          <ac:chgData name="Freda Shi" userId="e3bafef1-15f2-4eeb-acbe-fa674bab7991" providerId="ADAL" clId="{9555FC65-5A8C-4EE8-9D5B-8283D7A0923C}" dt="2026-02-11T05:41:30.471" v="66587" actId="478"/>
          <ac:spMkLst>
            <pc:docMk/>
            <pc:sldMk cId="2219055057" sldId="271"/>
            <ac:spMk id="48" creationId="{AF1020D4-4930-782B-F861-6E820EB2381C}"/>
          </ac:spMkLst>
        </pc:spChg>
        <pc:spChg chg="del">
          <ac:chgData name="Freda Shi" userId="e3bafef1-15f2-4eeb-acbe-fa674bab7991" providerId="ADAL" clId="{9555FC65-5A8C-4EE8-9D5B-8283D7A0923C}" dt="2026-02-11T05:41:30.470" v="66586" actId="478"/>
          <ac:spMkLst>
            <pc:docMk/>
            <pc:sldMk cId="2219055057" sldId="271"/>
            <ac:spMk id="49" creationId="{4667527E-4B8B-AAD9-0FFD-48F7DD49EB66}"/>
          </ac:spMkLst>
        </pc:spChg>
        <pc:spChg chg="del">
          <ac:chgData name="Freda Shi" userId="e3bafef1-15f2-4eeb-acbe-fa674bab7991" providerId="ADAL" clId="{9555FC65-5A8C-4EE8-9D5B-8283D7A0923C}" dt="2026-02-11T05:41:30.469" v="66585" actId="478"/>
          <ac:spMkLst>
            <pc:docMk/>
            <pc:sldMk cId="2219055057" sldId="271"/>
            <ac:spMk id="50" creationId="{82A7F338-38DC-090F-652E-24A867CF9671}"/>
          </ac:spMkLst>
        </pc:spChg>
        <pc:spChg chg="del">
          <ac:chgData name="Freda Shi" userId="e3bafef1-15f2-4eeb-acbe-fa674bab7991" providerId="ADAL" clId="{9555FC65-5A8C-4EE8-9D5B-8283D7A0923C}" dt="2026-02-11T05:41:30.469" v="66584" actId="478"/>
          <ac:spMkLst>
            <pc:docMk/>
            <pc:sldMk cId="2219055057" sldId="271"/>
            <ac:spMk id="52" creationId="{B3FD4DEA-448E-03B4-1C6F-4288288816E8}"/>
          </ac:spMkLst>
        </pc:spChg>
        <pc:spChg chg="del">
          <ac:chgData name="Freda Shi" userId="e3bafef1-15f2-4eeb-acbe-fa674bab7991" providerId="ADAL" clId="{9555FC65-5A8C-4EE8-9D5B-8283D7A0923C}" dt="2026-02-11T05:41:30.468" v="66583" actId="478"/>
          <ac:spMkLst>
            <pc:docMk/>
            <pc:sldMk cId="2219055057" sldId="271"/>
            <ac:spMk id="53" creationId="{A53A798F-6534-C70B-BF62-DC764FD9C137}"/>
          </ac:spMkLst>
        </pc:spChg>
        <pc:spChg chg="del">
          <ac:chgData name="Freda Shi" userId="e3bafef1-15f2-4eeb-acbe-fa674bab7991" providerId="ADAL" clId="{9555FC65-5A8C-4EE8-9D5B-8283D7A0923C}" dt="2026-02-11T05:41:30.467" v="66582" actId="478"/>
          <ac:spMkLst>
            <pc:docMk/>
            <pc:sldMk cId="2219055057" sldId="271"/>
            <ac:spMk id="54" creationId="{C02E348D-CDCF-D94C-A11D-00139E474DE7}"/>
          </ac:spMkLst>
        </pc:spChg>
        <pc:spChg chg="del">
          <ac:chgData name="Freda Shi" userId="e3bafef1-15f2-4eeb-acbe-fa674bab7991" providerId="ADAL" clId="{9555FC65-5A8C-4EE8-9D5B-8283D7A0923C}" dt="2026-02-11T05:41:30.466" v="66581" actId="478"/>
          <ac:spMkLst>
            <pc:docMk/>
            <pc:sldMk cId="2219055057" sldId="271"/>
            <ac:spMk id="55" creationId="{CE83EE39-947D-D716-26F1-7ED97610D752}"/>
          </ac:spMkLst>
        </pc:spChg>
        <pc:spChg chg="del">
          <ac:chgData name="Freda Shi" userId="e3bafef1-15f2-4eeb-acbe-fa674bab7991" providerId="ADAL" clId="{9555FC65-5A8C-4EE8-9D5B-8283D7A0923C}" dt="2026-02-11T05:41:30.465" v="66580" actId="478"/>
          <ac:spMkLst>
            <pc:docMk/>
            <pc:sldMk cId="2219055057" sldId="271"/>
            <ac:spMk id="56" creationId="{3314680A-EDB1-7D3E-9A33-40D9B8B5E53C}"/>
          </ac:spMkLst>
        </pc:spChg>
        <pc:spChg chg="del">
          <ac:chgData name="Freda Shi" userId="e3bafef1-15f2-4eeb-acbe-fa674bab7991" providerId="ADAL" clId="{9555FC65-5A8C-4EE8-9D5B-8283D7A0923C}" dt="2026-02-11T05:41:30.464" v="66579" actId="478"/>
          <ac:spMkLst>
            <pc:docMk/>
            <pc:sldMk cId="2219055057" sldId="271"/>
            <ac:spMk id="57" creationId="{B21070B9-A7CF-1629-7E32-75DDFD20E759}"/>
          </ac:spMkLst>
        </pc:spChg>
        <pc:spChg chg="del">
          <ac:chgData name="Freda Shi" userId="e3bafef1-15f2-4eeb-acbe-fa674bab7991" providerId="ADAL" clId="{9555FC65-5A8C-4EE8-9D5B-8283D7A0923C}" dt="2026-02-11T05:41:30.463" v="66578" actId="478"/>
          <ac:spMkLst>
            <pc:docMk/>
            <pc:sldMk cId="2219055057" sldId="271"/>
            <ac:spMk id="58" creationId="{BABA77CE-69A7-B85F-2E26-140E1DDCFFE7}"/>
          </ac:spMkLst>
        </pc:spChg>
        <pc:spChg chg="del">
          <ac:chgData name="Freda Shi" userId="e3bafef1-15f2-4eeb-acbe-fa674bab7991" providerId="ADAL" clId="{9555FC65-5A8C-4EE8-9D5B-8283D7A0923C}" dt="2026-02-11T05:41:30.462" v="66577" actId="478"/>
          <ac:spMkLst>
            <pc:docMk/>
            <pc:sldMk cId="2219055057" sldId="271"/>
            <ac:spMk id="59" creationId="{E1DA935D-11D8-BED6-0FBE-349529AC8323}"/>
          </ac:spMkLst>
        </pc:spChg>
        <pc:spChg chg="del">
          <ac:chgData name="Freda Shi" userId="e3bafef1-15f2-4eeb-acbe-fa674bab7991" providerId="ADAL" clId="{9555FC65-5A8C-4EE8-9D5B-8283D7A0923C}" dt="2026-02-11T05:41:30.461" v="66576" actId="478"/>
          <ac:spMkLst>
            <pc:docMk/>
            <pc:sldMk cId="2219055057" sldId="271"/>
            <ac:spMk id="60" creationId="{408BB982-2546-7202-52BB-8DFF015F5456}"/>
          </ac:spMkLst>
        </pc:spChg>
        <pc:spChg chg="del">
          <ac:chgData name="Freda Shi" userId="e3bafef1-15f2-4eeb-acbe-fa674bab7991" providerId="ADAL" clId="{9555FC65-5A8C-4EE8-9D5B-8283D7A0923C}" dt="2026-02-11T05:41:30.460" v="66575" actId="478"/>
          <ac:spMkLst>
            <pc:docMk/>
            <pc:sldMk cId="2219055057" sldId="271"/>
            <ac:spMk id="62" creationId="{3A5A130E-FE3D-3F16-F75E-3B862B623674}"/>
          </ac:spMkLst>
        </pc:spChg>
        <pc:spChg chg="del">
          <ac:chgData name="Freda Shi" userId="e3bafef1-15f2-4eeb-acbe-fa674bab7991" providerId="ADAL" clId="{9555FC65-5A8C-4EE8-9D5B-8283D7A0923C}" dt="2026-02-11T05:41:30.459" v="66574" actId="478"/>
          <ac:spMkLst>
            <pc:docMk/>
            <pc:sldMk cId="2219055057" sldId="271"/>
            <ac:spMk id="63" creationId="{D2E3C22A-06F1-0D9B-EAAA-45B2F6CAE00B}"/>
          </ac:spMkLst>
        </pc:spChg>
        <pc:spChg chg="del">
          <ac:chgData name="Freda Shi" userId="e3bafef1-15f2-4eeb-acbe-fa674bab7991" providerId="ADAL" clId="{9555FC65-5A8C-4EE8-9D5B-8283D7A0923C}" dt="2026-02-11T05:41:30.458" v="66573" actId="478"/>
          <ac:spMkLst>
            <pc:docMk/>
            <pc:sldMk cId="2219055057" sldId="271"/>
            <ac:spMk id="64" creationId="{20B1DC19-3CB5-90EB-D077-8F3ED7174C71}"/>
          </ac:spMkLst>
        </pc:spChg>
        <pc:spChg chg="del">
          <ac:chgData name="Freda Shi" userId="e3bafef1-15f2-4eeb-acbe-fa674bab7991" providerId="ADAL" clId="{9555FC65-5A8C-4EE8-9D5B-8283D7A0923C}" dt="2026-02-11T05:41:30.457" v="66572" actId="478"/>
          <ac:spMkLst>
            <pc:docMk/>
            <pc:sldMk cId="2219055057" sldId="271"/>
            <ac:spMk id="65" creationId="{F9A9269B-7E3B-E8A6-409A-F5A80B2C38D1}"/>
          </ac:spMkLst>
        </pc:spChg>
        <pc:spChg chg="del">
          <ac:chgData name="Freda Shi" userId="e3bafef1-15f2-4eeb-acbe-fa674bab7991" providerId="ADAL" clId="{9555FC65-5A8C-4EE8-9D5B-8283D7A0923C}" dt="2026-02-11T05:41:30.456" v="66571" actId="478"/>
          <ac:spMkLst>
            <pc:docMk/>
            <pc:sldMk cId="2219055057" sldId="271"/>
            <ac:spMk id="67" creationId="{53B024F0-0131-E458-EC2F-C81DECCE1E5B}"/>
          </ac:spMkLst>
        </pc:spChg>
        <pc:spChg chg="del">
          <ac:chgData name="Freda Shi" userId="e3bafef1-15f2-4eeb-acbe-fa674bab7991" providerId="ADAL" clId="{9555FC65-5A8C-4EE8-9D5B-8283D7A0923C}" dt="2026-02-11T05:41:30.455" v="66570" actId="478"/>
          <ac:spMkLst>
            <pc:docMk/>
            <pc:sldMk cId="2219055057" sldId="271"/>
            <ac:spMk id="68" creationId="{34E466D7-6971-E9F6-A885-876E6C5E8276}"/>
          </ac:spMkLst>
        </pc:spChg>
        <pc:spChg chg="del">
          <ac:chgData name="Freda Shi" userId="e3bafef1-15f2-4eeb-acbe-fa674bab7991" providerId="ADAL" clId="{9555FC65-5A8C-4EE8-9D5B-8283D7A0923C}" dt="2026-02-11T05:41:30.454" v="66569" actId="478"/>
          <ac:spMkLst>
            <pc:docMk/>
            <pc:sldMk cId="2219055057" sldId="271"/>
            <ac:spMk id="69" creationId="{B0260C10-CD10-6BA6-E5BF-068E199A95DD}"/>
          </ac:spMkLst>
        </pc:spChg>
        <pc:spChg chg="del">
          <ac:chgData name="Freda Shi" userId="e3bafef1-15f2-4eeb-acbe-fa674bab7991" providerId="ADAL" clId="{9555FC65-5A8C-4EE8-9D5B-8283D7A0923C}" dt="2026-02-11T05:41:30.453" v="66568" actId="478"/>
          <ac:spMkLst>
            <pc:docMk/>
            <pc:sldMk cId="2219055057" sldId="271"/>
            <ac:spMk id="70" creationId="{80774E0A-63B9-D987-2142-74895EE3F3A2}"/>
          </ac:spMkLst>
        </pc:spChg>
        <pc:spChg chg="del">
          <ac:chgData name="Freda Shi" userId="e3bafef1-15f2-4eeb-acbe-fa674bab7991" providerId="ADAL" clId="{9555FC65-5A8C-4EE8-9D5B-8283D7A0923C}" dt="2026-02-11T05:41:30.452" v="66567" actId="478"/>
          <ac:spMkLst>
            <pc:docMk/>
            <pc:sldMk cId="2219055057" sldId="271"/>
            <ac:spMk id="71" creationId="{2B5054B0-75B0-B703-478A-D66C20CDD395}"/>
          </ac:spMkLst>
        </pc:spChg>
        <pc:spChg chg="del">
          <ac:chgData name="Freda Shi" userId="e3bafef1-15f2-4eeb-acbe-fa674bab7991" providerId="ADAL" clId="{9555FC65-5A8C-4EE8-9D5B-8283D7A0923C}" dt="2026-02-11T05:41:30.451" v="66566" actId="478"/>
          <ac:spMkLst>
            <pc:docMk/>
            <pc:sldMk cId="2219055057" sldId="271"/>
            <ac:spMk id="72" creationId="{65C7B270-6325-FF97-1760-0BFCD5C8AC2A}"/>
          </ac:spMkLst>
        </pc:spChg>
        <pc:spChg chg="del">
          <ac:chgData name="Freda Shi" userId="e3bafef1-15f2-4eeb-acbe-fa674bab7991" providerId="ADAL" clId="{9555FC65-5A8C-4EE8-9D5B-8283D7A0923C}" dt="2026-02-11T05:41:30.449" v="66565" actId="478"/>
          <ac:spMkLst>
            <pc:docMk/>
            <pc:sldMk cId="2219055057" sldId="271"/>
            <ac:spMk id="73" creationId="{1C802D8F-2F9C-B3B6-3DAD-4D2B60B9D264}"/>
          </ac:spMkLst>
        </pc:spChg>
        <pc:spChg chg="del">
          <ac:chgData name="Freda Shi" userId="e3bafef1-15f2-4eeb-acbe-fa674bab7991" providerId="ADAL" clId="{9555FC65-5A8C-4EE8-9D5B-8283D7A0923C}" dt="2026-02-11T05:41:30.448" v="66564" actId="478"/>
          <ac:spMkLst>
            <pc:docMk/>
            <pc:sldMk cId="2219055057" sldId="271"/>
            <ac:spMk id="74" creationId="{0AB14E21-0196-C9F7-7689-2075CDE23A9D}"/>
          </ac:spMkLst>
        </pc:spChg>
        <pc:spChg chg="del">
          <ac:chgData name="Freda Shi" userId="e3bafef1-15f2-4eeb-acbe-fa674bab7991" providerId="ADAL" clId="{9555FC65-5A8C-4EE8-9D5B-8283D7A0923C}" dt="2026-02-11T05:41:30.447" v="66563" actId="478"/>
          <ac:spMkLst>
            <pc:docMk/>
            <pc:sldMk cId="2219055057" sldId="271"/>
            <ac:spMk id="76" creationId="{B5D83343-5AAB-E325-7C67-DCA91A134FD3}"/>
          </ac:spMkLst>
        </pc:spChg>
        <pc:spChg chg="del">
          <ac:chgData name="Freda Shi" userId="e3bafef1-15f2-4eeb-acbe-fa674bab7991" providerId="ADAL" clId="{9555FC65-5A8C-4EE8-9D5B-8283D7A0923C}" dt="2026-02-11T05:41:30.446" v="66562" actId="478"/>
          <ac:spMkLst>
            <pc:docMk/>
            <pc:sldMk cId="2219055057" sldId="271"/>
            <ac:spMk id="77" creationId="{1841196F-ED23-4E76-93B0-1EF837C3061C}"/>
          </ac:spMkLst>
        </pc:spChg>
        <pc:spChg chg="del">
          <ac:chgData name="Freda Shi" userId="e3bafef1-15f2-4eeb-acbe-fa674bab7991" providerId="ADAL" clId="{9555FC65-5A8C-4EE8-9D5B-8283D7A0923C}" dt="2026-02-11T05:41:30.445" v="66561" actId="478"/>
          <ac:spMkLst>
            <pc:docMk/>
            <pc:sldMk cId="2219055057" sldId="271"/>
            <ac:spMk id="78" creationId="{2CA23768-8FEA-6E6F-840A-CDD236FD07DA}"/>
          </ac:spMkLst>
        </pc:spChg>
        <pc:spChg chg="del">
          <ac:chgData name="Freda Shi" userId="e3bafef1-15f2-4eeb-acbe-fa674bab7991" providerId="ADAL" clId="{9555FC65-5A8C-4EE8-9D5B-8283D7A0923C}" dt="2026-02-11T05:41:30.444" v="66560" actId="478"/>
          <ac:spMkLst>
            <pc:docMk/>
            <pc:sldMk cId="2219055057" sldId="271"/>
            <ac:spMk id="80" creationId="{19D17D1D-21AD-391D-55D2-E8CA7D9AFE76}"/>
          </ac:spMkLst>
        </pc:spChg>
        <pc:spChg chg="del">
          <ac:chgData name="Freda Shi" userId="e3bafef1-15f2-4eeb-acbe-fa674bab7991" providerId="ADAL" clId="{9555FC65-5A8C-4EE8-9D5B-8283D7A0923C}" dt="2026-02-11T05:41:30.443" v="66559" actId="478"/>
          <ac:spMkLst>
            <pc:docMk/>
            <pc:sldMk cId="2219055057" sldId="271"/>
            <ac:spMk id="81" creationId="{D70CC38F-758D-E612-16B9-12327D2EAFF6}"/>
          </ac:spMkLst>
        </pc:spChg>
        <pc:spChg chg="del">
          <ac:chgData name="Freda Shi" userId="e3bafef1-15f2-4eeb-acbe-fa674bab7991" providerId="ADAL" clId="{9555FC65-5A8C-4EE8-9D5B-8283D7A0923C}" dt="2026-02-11T05:41:30.442" v="66558" actId="478"/>
          <ac:spMkLst>
            <pc:docMk/>
            <pc:sldMk cId="2219055057" sldId="271"/>
            <ac:spMk id="82" creationId="{9B07D63C-F10D-47B0-1D5A-21899DF5649C}"/>
          </ac:spMkLst>
        </pc:spChg>
        <pc:spChg chg="del">
          <ac:chgData name="Freda Shi" userId="e3bafef1-15f2-4eeb-acbe-fa674bab7991" providerId="ADAL" clId="{9555FC65-5A8C-4EE8-9D5B-8283D7A0923C}" dt="2026-02-11T05:41:30.440" v="66557" actId="478"/>
          <ac:spMkLst>
            <pc:docMk/>
            <pc:sldMk cId="2219055057" sldId="271"/>
            <ac:spMk id="84" creationId="{2E80619D-4C47-FAD8-8D56-E9672FD719FF}"/>
          </ac:spMkLst>
        </pc:spChg>
        <pc:spChg chg="del">
          <ac:chgData name="Freda Shi" userId="e3bafef1-15f2-4eeb-acbe-fa674bab7991" providerId="ADAL" clId="{9555FC65-5A8C-4EE8-9D5B-8283D7A0923C}" dt="2026-02-11T05:41:30.439" v="66556" actId="478"/>
          <ac:spMkLst>
            <pc:docMk/>
            <pc:sldMk cId="2219055057" sldId="271"/>
            <ac:spMk id="85" creationId="{EC55F8CA-2D1F-9FA1-C3A8-5F28F19571A7}"/>
          </ac:spMkLst>
        </pc:spChg>
        <pc:spChg chg="del">
          <ac:chgData name="Freda Shi" userId="e3bafef1-15f2-4eeb-acbe-fa674bab7991" providerId="ADAL" clId="{9555FC65-5A8C-4EE8-9D5B-8283D7A0923C}" dt="2026-02-11T05:41:30.438" v="66555" actId="478"/>
          <ac:spMkLst>
            <pc:docMk/>
            <pc:sldMk cId="2219055057" sldId="271"/>
            <ac:spMk id="86" creationId="{C2444AC8-4DF5-5249-03D9-6DE71845A5FA}"/>
          </ac:spMkLst>
        </pc:spChg>
        <pc:spChg chg="del">
          <ac:chgData name="Freda Shi" userId="e3bafef1-15f2-4eeb-acbe-fa674bab7991" providerId="ADAL" clId="{9555FC65-5A8C-4EE8-9D5B-8283D7A0923C}" dt="2026-02-11T05:41:30.437" v="66554" actId="478"/>
          <ac:spMkLst>
            <pc:docMk/>
            <pc:sldMk cId="2219055057" sldId="271"/>
            <ac:spMk id="87" creationId="{E6F4B6F1-5461-94E9-3E54-B5E574E7631D}"/>
          </ac:spMkLst>
        </pc:spChg>
        <pc:spChg chg="del">
          <ac:chgData name="Freda Shi" userId="e3bafef1-15f2-4eeb-acbe-fa674bab7991" providerId="ADAL" clId="{9555FC65-5A8C-4EE8-9D5B-8283D7A0923C}" dt="2026-02-11T05:41:30.436" v="66553" actId="478"/>
          <ac:spMkLst>
            <pc:docMk/>
            <pc:sldMk cId="2219055057" sldId="271"/>
            <ac:spMk id="88" creationId="{C43E96CC-722F-FA3E-E83F-54C0F415C652}"/>
          </ac:spMkLst>
        </pc:spChg>
        <pc:spChg chg="del">
          <ac:chgData name="Freda Shi" userId="e3bafef1-15f2-4eeb-acbe-fa674bab7991" providerId="ADAL" clId="{9555FC65-5A8C-4EE8-9D5B-8283D7A0923C}" dt="2026-02-11T05:41:30.435" v="66552" actId="478"/>
          <ac:spMkLst>
            <pc:docMk/>
            <pc:sldMk cId="2219055057" sldId="271"/>
            <ac:spMk id="89" creationId="{528FF44E-0720-4A53-2C44-73FA613ADA7D}"/>
          </ac:spMkLst>
        </pc:spChg>
        <pc:spChg chg="del">
          <ac:chgData name="Freda Shi" userId="e3bafef1-15f2-4eeb-acbe-fa674bab7991" providerId="ADAL" clId="{9555FC65-5A8C-4EE8-9D5B-8283D7A0923C}" dt="2026-02-11T05:41:30.433" v="66551" actId="478"/>
          <ac:spMkLst>
            <pc:docMk/>
            <pc:sldMk cId="2219055057" sldId="271"/>
            <ac:spMk id="90" creationId="{D0AB522E-235F-C61F-2098-8A74FC9C9670}"/>
          </ac:spMkLst>
        </pc:spChg>
        <pc:spChg chg="del">
          <ac:chgData name="Freda Shi" userId="e3bafef1-15f2-4eeb-acbe-fa674bab7991" providerId="ADAL" clId="{9555FC65-5A8C-4EE8-9D5B-8283D7A0923C}" dt="2026-02-11T05:41:30.432" v="66550" actId="478"/>
          <ac:spMkLst>
            <pc:docMk/>
            <pc:sldMk cId="2219055057" sldId="271"/>
            <ac:spMk id="91" creationId="{A8447111-8FB8-4286-DB9D-C2C63B1122C6}"/>
          </ac:spMkLst>
        </pc:spChg>
        <pc:spChg chg="del">
          <ac:chgData name="Freda Shi" userId="e3bafef1-15f2-4eeb-acbe-fa674bab7991" providerId="ADAL" clId="{9555FC65-5A8C-4EE8-9D5B-8283D7A0923C}" dt="2026-02-11T05:41:30.431" v="66549" actId="478"/>
          <ac:spMkLst>
            <pc:docMk/>
            <pc:sldMk cId="2219055057" sldId="271"/>
            <ac:spMk id="92" creationId="{BF3A2D3C-2C9C-4F86-7F33-3BB7B2AD7FA5}"/>
          </ac:spMkLst>
        </pc:spChg>
        <pc:spChg chg="del">
          <ac:chgData name="Freda Shi" userId="e3bafef1-15f2-4eeb-acbe-fa674bab7991" providerId="ADAL" clId="{9555FC65-5A8C-4EE8-9D5B-8283D7A0923C}" dt="2026-02-11T05:41:30.430" v="66548" actId="478"/>
          <ac:spMkLst>
            <pc:docMk/>
            <pc:sldMk cId="2219055057" sldId="271"/>
            <ac:spMk id="93" creationId="{7237F57A-CB6E-0AA5-7E04-251EB6621B7B}"/>
          </ac:spMkLst>
        </pc:spChg>
        <pc:spChg chg="del">
          <ac:chgData name="Freda Shi" userId="e3bafef1-15f2-4eeb-acbe-fa674bab7991" providerId="ADAL" clId="{9555FC65-5A8C-4EE8-9D5B-8283D7A0923C}" dt="2026-02-11T05:41:30.428" v="66547" actId="478"/>
          <ac:spMkLst>
            <pc:docMk/>
            <pc:sldMk cId="2219055057" sldId="271"/>
            <ac:spMk id="94" creationId="{E81E8EAE-96AB-8D8F-CB0B-989F0A758F55}"/>
          </ac:spMkLst>
        </pc:spChg>
        <pc:spChg chg="del">
          <ac:chgData name="Freda Shi" userId="e3bafef1-15f2-4eeb-acbe-fa674bab7991" providerId="ADAL" clId="{9555FC65-5A8C-4EE8-9D5B-8283D7A0923C}" dt="2026-02-11T05:41:30.427" v="66546" actId="478"/>
          <ac:spMkLst>
            <pc:docMk/>
            <pc:sldMk cId="2219055057" sldId="271"/>
            <ac:spMk id="95" creationId="{29C801D1-9C63-A86D-F64D-AE51A40EB5AC}"/>
          </ac:spMkLst>
        </pc:spChg>
        <pc:spChg chg="del">
          <ac:chgData name="Freda Shi" userId="e3bafef1-15f2-4eeb-acbe-fa674bab7991" providerId="ADAL" clId="{9555FC65-5A8C-4EE8-9D5B-8283D7A0923C}" dt="2026-02-11T05:41:30.426" v="66545" actId="478"/>
          <ac:spMkLst>
            <pc:docMk/>
            <pc:sldMk cId="2219055057" sldId="271"/>
            <ac:spMk id="96" creationId="{E162E4C2-03EB-D246-6B3A-5CFE188AD2C1}"/>
          </ac:spMkLst>
        </pc:spChg>
        <pc:spChg chg="del">
          <ac:chgData name="Freda Shi" userId="e3bafef1-15f2-4eeb-acbe-fa674bab7991" providerId="ADAL" clId="{9555FC65-5A8C-4EE8-9D5B-8283D7A0923C}" dt="2026-02-11T05:41:30.424" v="66544" actId="478"/>
          <ac:spMkLst>
            <pc:docMk/>
            <pc:sldMk cId="2219055057" sldId="271"/>
            <ac:spMk id="97" creationId="{54CFAB5E-05F1-F8E9-C671-EB8B1D26673E}"/>
          </ac:spMkLst>
        </pc:spChg>
        <pc:spChg chg="del">
          <ac:chgData name="Freda Shi" userId="e3bafef1-15f2-4eeb-acbe-fa674bab7991" providerId="ADAL" clId="{9555FC65-5A8C-4EE8-9D5B-8283D7A0923C}" dt="2026-02-11T05:41:30.423" v="66543" actId="478"/>
          <ac:spMkLst>
            <pc:docMk/>
            <pc:sldMk cId="2219055057" sldId="271"/>
            <ac:spMk id="98" creationId="{FA30BF0B-3030-368D-5863-BFA51CBD4E96}"/>
          </ac:spMkLst>
        </pc:spChg>
        <pc:spChg chg="del">
          <ac:chgData name="Freda Shi" userId="e3bafef1-15f2-4eeb-acbe-fa674bab7991" providerId="ADAL" clId="{9555FC65-5A8C-4EE8-9D5B-8283D7A0923C}" dt="2026-02-11T05:41:30.422" v="66542" actId="478"/>
          <ac:spMkLst>
            <pc:docMk/>
            <pc:sldMk cId="2219055057" sldId="271"/>
            <ac:spMk id="100" creationId="{6F33F45C-8A89-F0EC-B2E6-C8DEF05D2681}"/>
          </ac:spMkLst>
        </pc:spChg>
        <pc:spChg chg="del">
          <ac:chgData name="Freda Shi" userId="e3bafef1-15f2-4eeb-acbe-fa674bab7991" providerId="ADAL" clId="{9555FC65-5A8C-4EE8-9D5B-8283D7A0923C}" dt="2026-02-11T05:41:30.420" v="66541" actId="478"/>
          <ac:spMkLst>
            <pc:docMk/>
            <pc:sldMk cId="2219055057" sldId="271"/>
            <ac:spMk id="101" creationId="{8338E588-E0BD-A353-553E-F3F9DCF6D0B6}"/>
          </ac:spMkLst>
        </pc:spChg>
        <pc:spChg chg="del">
          <ac:chgData name="Freda Shi" userId="e3bafef1-15f2-4eeb-acbe-fa674bab7991" providerId="ADAL" clId="{9555FC65-5A8C-4EE8-9D5B-8283D7A0923C}" dt="2026-02-11T05:41:30.419" v="66540" actId="478"/>
          <ac:spMkLst>
            <pc:docMk/>
            <pc:sldMk cId="2219055057" sldId="271"/>
            <ac:spMk id="102" creationId="{0220F8F7-B2D2-D29D-46DF-0477F11C3D8B}"/>
          </ac:spMkLst>
        </pc:spChg>
        <pc:spChg chg="del">
          <ac:chgData name="Freda Shi" userId="e3bafef1-15f2-4eeb-acbe-fa674bab7991" providerId="ADAL" clId="{9555FC65-5A8C-4EE8-9D5B-8283D7A0923C}" dt="2026-02-11T05:41:30.418" v="66539" actId="478"/>
          <ac:spMkLst>
            <pc:docMk/>
            <pc:sldMk cId="2219055057" sldId="271"/>
            <ac:spMk id="103" creationId="{AB284A35-4515-5F08-8A8B-75F261C7286A}"/>
          </ac:spMkLst>
        </pc:spChg>
        <pc:spChg chg="del">
          <ac:chgData name="Freda Shi" userId="e3bafef1-15f2-4eeb-acbe-fa674bab7991" providerId="ADAL" clId="{9555FC65-5A8C-4EE8-9D5B-8283D7A0923C}" dt="2026-02-11T05:41:30.416" v="66538" actId="478"/>
          <ac:spMkLst>
            <pc:docMk/>
            <pc:sldMk cId="2219055057" sldId="271"/>
            <ac:spMk id="105" creationId="{17399A9B-7ABC-AA52-4731-DB4C59C55AB8}"/>
          </ac:spMkLst>
        </pc:spChg>
        <pc:spChg chg="del">
          <ac:chgData name="Freda Shi" userId="e3bafef1-15f2-4eeb-acbe-fa674bab7991" providerId="ADAL" clId="{9555FC65-5A8C-4EE8-9D5B-8283D7A0923C}" dt="2026-02-11T05:41:30.415" v="66537" actId="478"/>
          <ac:spMkLst>
            <pc:docMk/>
            <pc:sldMk cId="2219055057" sldId="271"/>
            <ac:spMk id="106" creationId="{0A7B5315-D251-C877-670C-A97D1C8B64D2}"/>
          </ac:spMkLst>
        </pc:spChg>
        <pc:spChg chg="del">
          <ac:chgData name="Freda Shi" userId="e3bafef1-15f2-4eeb-acbe-fa674bab7991" providerId="ADAL" clId="{9555FC65-5A8C-4EE8-9D5B-8283D7A0923C}" dt="2026-02-11T05:41:30.414" v="66536" actId="478"/>
          <ac:spMkLst>
            <pc:docMk/>
            <pc:sldMk cId="2219055057" sldId="271"/>
            <ac:spMk id="107" creationId="{CBC00D4E-64E4-6E4C-7586-E3E149A9C83E}"/>
          </ac:spMkLst>
        </pc:spChg>
        <pc:spChg chg="del">
          <ac:chgData name="Freda Shi" userId="e3bafef1-15f2-4eeb-acbe-fa674bab7991" providerId="ADAL" clId="{9555FC65-5A8C-4EE8-9D5B-8283D7A0923C}" dt="2026-02-11T05:41:30.412" v="66535" actId="478"/>
          <ac:spMkLst>
            <pc:docMk/>
            <pc:sldMk cId="2219055057" sldId="271"/>
            <ac:spMk id="108" creationId="{A9FB097C-C579-6400-9DE0-8C72066ECF61}"/>
          </ac:spMkLst>
        </pc:spChg>
        <pc:spChg chg="del">
          <ac:chgData name="Freda Shi" userId="e3bafef1-15f2-4eeb-acbe-fa674bab7991" providerId="ADAL" clId="{9555FC65-5A8C-4EE8-9D5B-8283D7A0923C}" dt="2026-02-11T05:41:30.410" v="66534" actId="478"/>
          <ac:spMkLst>
            <pc:docMk/>
            <pc:sldMk cId="2219055057" sldId="271"/>
            <ac:spMk id="109" creationId="{E28FDDB5-C0C3-8A9F-0571-9AE561FBE35F}"/>
          </ac:spMkLst>
        </pc:spChg>
        <pc:spChg chg="del">
          <ac:chgData name="Freda Shi" userId="e3bafef1-15f2-4eeb-acbe-fa674bab7991" providerId="ADAL" clId="{9555FC65-5A8C-4EE8-9D5B-8283D7A0923C}" dt="2026-02-11T05:41:30.409" v="66533" actId="478"/>
          <ac:spMkLst>
            <pc:docMk/>
            <pc:sldMk cId="2219055057" sldId="271"/>
            <ac:spMk id="110" creationId="{F88AC88A-5F6E-6624-2687-D3EDC59010E8}"/>
          </ac:spMkLst>
        </pc:spChg>
        <pc:spChg chg="del">
          <ac:chgData name="Freda Shi" userId="e3bafef1-15f2-4eeb-acbe-fa674bab7991" providerId="ADAL" clId="{9555FC65-5A8C-4EE8-9D5B-8283D7A0923C}" dt="2026-02-11T05:41:30.408" v="66532" actId="478"/>
          <ac:spMkLst>
            <pc:docMk/>
            <pc:sldMk cId="2219055057" sldId="271"/>
            <ac:spMk id="111" creationId="{1779ABC3-E41A-A3F9-5566-17E7C73EFC37}"/>
          </ac:spMkLst>
        </pc:spChg>
        <pc:spChg chg="del">
          <ac:chgData name="Freda Shi" userId="e3bafef1-15f2-4eeb-acbe-fa674bab7991" providerId="ADAL" clId="{9555FC65-5A8C-4EE8-9D5B-8283D7A0923C}" dt="2026-02-11T05:41:30.407" v="66531" actId="478"/>
          <ac:spMkLst>
            <pc:docMk/>
            <pc:sldMk cId="2219055057" sldId="271"/>
            <ac:spMk id="112" creationId="{7BBA9622-C22F-A7F1-81BA-8D658A8E68CE}"/>
          </ac:spMkLst>
        </pc:spChg>
        <pc:spChg chg="del">
          <ac:chgData name="Freda Shi" userId="e3bafef1-15f2-4eeb-acbe-fa674bab7991" providerId="ADAL" clId="{9555FC65-5A8C-4EE8-9D5B-8283D7A0923C}" dt="2026-02-11T05:41:30.405" v="66530" actId="478"/>
          <ac:spMkLst>
            <pc:docMk/>
            <pc:sldMk cId="2219055057" sldId="271"/>
            <ac:spMk id="113" creationId="{58C72E7E-2CF7-D2EB-FD23-16BF5E60B80A}"/>
          </ac:spMkLst>
        </pc:spChg>
        <pc:spChg chg="del">
          <ac:chgData name="Freda Shi" userId="e3bafef1-15f2-4eeb-acbe-fa674bab7991" providerId="ADAL" clId="{9555FC65-5A8C-4EE8-9D5B-8283D7A0923C}" dt="2026-02-11T05:41:30.404" v="66529" actId="478"/>
          <ac:spMkLst>
            <pc:docMk/>
            <pc:sldMk cId="2219055057" sldId="271"/>
            <ac:spMk id="115" creationId="{21EA72ED-4A4B-C349-FF13-81D3A13542D1}"/>
          </ac:spMkLst>
        </pc:spChg>
        <pc:spChg chg="del">
          <ac:chgData name="Freda Shi" userId="e3bafef1-15f2-4eeb-acbe-fa674bab7991" providerId="ADAL" clId="{9555FC65-5A8C-4EE8-9D5B-8283D7A0923C}" dt="2026-02-11T05:41:30.403" v="66528" actId="478"/>
          <ac:spMkLst>
            <pc:docMk/>
            <pc:sldMk cId="2219055057" sldId="271"/>
            <ac:spMk id="116" creationId="{022E62E5-A1E2-7937-DF5A-BE5586C184B7}"/>
          </ac:spMkLst>
        </pc:spChg>
        <pc:spChg chg="del">
          <ac:chgData name="Freda Shi" userId="e3bafef1-15f2-4eeb-acbe-fa674bab7991" providerId="ADAL" clId="{9555FC65-5A8C-4EE8-9D5B-8283D7A0923C}" dt="2026-02-11T05:41:30.400" v="66527" actId="478"/>
          <ac:spMkLst>
            <pc:docMk/>
            <pc:sldMk cId="2219055057" sldId="271"/>
            <ac:spMk id="117" creationId="{B43567AC-C6DE-324B-F59C-32C5DD9FC451}"/>
          </ac:spMkLst>
        </pc:spChg>
        <pc:spChg chg="del">
          <ac:chgData name="Freda Shi" userId="e3bafef1-15f2-4eeb-acbe-fa674bab7991" providerId="ADAL" clId="{9555FC65-5A8C-4EE8-9D5B-8283D7A0923C}" dt="2026-02-11T05:41:30.400" v="66526" actId="478"/>
          <ac:spMkLst>
            <pc:docMk/>
            <pc:sldMk cId="2219055057" sldId="271"/>
            <ac:spMk id="118" creationId="{55535CB1-3E5B-00B6-78BD-8648277BB999}"/>
          </ac:spMkLst>
        </pc:spChg>
        <pc:spChg chg="del">
          <ac:chgData name="Freda Shi" userId="e3bafef1-15f2-4eeb-acbe-fa674bab7991" providerId="ADAL" clId="{9555FC65-5A8C-4EE8-9D5B-8283D7A0923C}" dt="2026-02-11T05:41:30.399" v="66525" actId="478"/>
          <ac:spMkLst>
            <pc:docMk/>
            <pc:sldMk cId="2219055057" sldId="271"/>
            <ac:spMk id="120" creationId="{8AE28981-4D87-16E3-FCCE-ED4247D705CA}"/>
          </ac:spMkLst>
        </pc:spChg>
        <pc:spChg chg="del">
          <ac:chgData name="Freda Shi" userId="e3bafef1-15f2-4eeb-acbe-fa674bab7991" providerId="ADAL" clId="{9555FC65-5A8C-4EE8-9D5B-8283D7A0923C}" dt="2026-02-11T05:41:30.397" v="66524" actId="478"/>
          <ac:spMkLst>
            <pc:docMk/>
            <pc:sldMk cId="2219055057" sldId="271"/>
            <ac:spMk id="121" creationId="{DBCA8AA7-6C70-70DB-FD9B-29EA1446DB0B}"/>
          </ac:spMkLst>
        </pc:spChg>
        <pc:spChg chg="del">
          <ac:chgData name="Freda Shi" userId="e3bafef1-15f2-4eeb-acbe-fa674bab7991" providerId="ADAL" clId="{9555FC65-5A8C-4EE8-9D5B-8283D7A0923C}" dt="2026-02-11T05:41:30.396" v="66523" actId="478"/>
          <ac:spMkLst>
            <pc:docMk/>
            <pc:sldMk cId="2219055057" sldId="271"/>
            <ac:spMk id="122" creationId="{AAB4A706-2FE5-2E2E-621B-0C6E6D13FC8E}"/>
          </ac:spMkLst>
        </pc:spChg>
        <pc:spChg chg="del">
          <ac:chgData name="Freda Shi" userId="e3bafef1-15f2-4eeb-acbe-fa674bab7991" providerId="ADAL" clId="{9555FC65-5A8C-4EE8-9D5B-8283D7A0923C}" dt="2026-02-11T05:41:30.394" v="66522" actId="478"/>
          <ac:spMkLst>
            <pc:docMk/>
            <pc:sldMk cId="2219055057" sldId="271"/>
            <ac:spMk id="123" creationId="{5C3769C2-973D-7D19-1E9E-D01C7C6F1DD0}"/>
          </ac:spMkLst>
        </pc:spChg>
        <pc:spChg chg="del">
          <ac:chgData name="Freda Shi" userId="e3bafef1-15f2-4eeb-acbe-fa674bab7991" providerId="ADAL" clId="{9555FC65-5A8C-4EE8-9D5B-8283D7A0923C}" dt="2026-02-11T05:41:30.393" v="66521" actId="478"/>
          <ac:spMkLst>
            <pc:docMk/>
            <pc:sldMk cId="2219055057" sldId="271"/>
            <ac:spMk id="124" creationId="{11EBBBB0-325A-27E3-7826-4CF08154B481}"/>
          </ac:spMkLst>
        </pc:spChg>
        <pc:spChg chg="mod">
          <ac:chgData name="Freda Shi" userId="e3bafef1-15f2-4eeb-acbe-fa674bab7991" providerId="ADAL" clId="{9555FC65-5A8C-4EE8-9D5B-8283D7A0923C}" dt="2026-02-11T05:41:30.500" v="66621" actId="108"/>
          <ac:spMkLst>
            <pc:docMk/>
            <pc:sldMk cId="2219055057" sldId="271"/>
            <ac:spMk id="129" creationId="{DF0F86A1-AB00-8FE5-2CA1-4FA735936676}"/>
          </ac:spMkLst>
        </pc:spChg>
        <pc:spChg chg="mod">
          <ac:chgData name="Freda Shi" userId="e3bafef1-15f2-4eeb-acbe-fa674bab7991" providerId="ADAL" clId="{9555FC65-5A8C-4EE8-9D5B-8283D7A0923C}" dt="2026-02-11T05:41:30.500" v="66622" actId="108"/>
          <ac:spMkLst>
            <pc:docMk/>
            <pc:sldMk cId="2219055057" sldId="271"/>
            <ac:spMk id="130" creationId="{BD51E4E4-DA35-DB07-5E38-B20BD9469FDB}"/>
          </ac:spMkLst>
        </pc:spChg>
        <pc:spChg chg="mod">
          <ac:chgData name="Freda Shi" userId="e3bafef1-15f2-4eeb-acbe-fa674bab7991" providerId="ADAL" clId="{9555FC65-5A8C-4EE8-9D5B-8283D7A0923C}" dt="2026-02-11T05:41:30.501" v="66623" actId="108"/>
          <ac:spMkLst>
            <pc:docMk/>
            <pc:sldMk cId="2219055057" sldId="271"/>
            <ac:spMk id="131" creationId="{D56D1129-64D2-3F52-DFF5-9C2062F1929E}"/>
          </ac:spMkLst>
        </pc:spChg>
        <pc:spChg chg="mod">
          <ac:chgData name="Freda Shi" userId="e3bafef1-15f2-4eeb-acbe-fa674bab7991" providerId="ADAL" clId="{9555FC65-5A8C-4EE8-9D5B-8283D7A0923C}" dt="2026-02-11T05:41:30.501" v="66624" actId="108"/>
          <ac:spMkLst>
            <pc:docMk/>
            <pc:sldMk cId="2219055057" sldId="271"/>
            <ac:spMk id="132" creationId="{5DB30F60-540E-9604-5DDC-414472FFBC93}"/>
          </ac:spMkLst>
        </pc:spChg>
        <pc:spChg chg="mod">
          <ac:chgData name="Freda Shi" userId="e3bafef1-15f2-4eeb-acbe-fa674bab7991" providerId="ADAL" clId="{9555FC65-5A8C-4EE8-9D5B-8283D7A0923C}" dt="2026-02-11T05:41:30.502" v="66625" actId="108"/>
          <ac:spMkLst>
            <pc:docMk/>
            <pc:sldMk cId="2219055057" sldId="271"/>
            <ac:spMk id="133" creationId="{5E00417D-A7BD-E67F-BABD-74D90BEE6713}"/>
          </ac:spMkLst>
        </pc:spChg>
        <pc:spChg chg="mod">
          <ac:chgData name="Freda Shi" userId="e3bafef1-15f2-4eeb-acbe-fa674bab7991" providerId="ADAL" clId="{9555FC65-5A8C-4EE8-9D5B-8283D7A0923C}" dt="2026-02-11T05:41:30.503" v="66626" actId="108"/>
          <ac:spMkLst>
            <pc:docMk/>
            <pc:sldMk cId="2219055057" sldId="271"/>
            <ac:spMk id="134" creationId="{D95B2AD2-E18E-9CCD-CBF8-71EA5064C9A6}"/>
          </ac:spMkLst>
        </pc:spChg>
        <pc:spChg chg="mod">
          <ac:chgData name="Freda Shi" userId="e3bafef1-15f2-4eeb-acbe-fa674bab7991" providerId="ADAL" clId="{9555FC65-5A8C-4EE8-9D5B-8283D7A0923C}" dt="2026-02-11T05:41:30.503" v="66627" actId="108"/>
          <ac:spMkLst>
            <pc:docMk/>
            <pc:sldMk cId="2219055057" sldId="271"/>
            <ac:spMk id="135" creationId="{FC7D1F02-F0FF-6BC4-E907-2ED4BB71ADEB}"/>
          </ac:spMkLst>
        </pc:spChg>
        <pc:spChg chg="mod">
          <ac:chgData name="Freda Shi" userId="e3bafef1-15f2-4eeb-acbe-fa674bab7991" providerId="ADAL" clId="{9555FC65-5A8C-4EE8-9D5B-8283D7A0923C}" dt="2026-02-11T05:41:30.504" v="66628" actId="108"/>
          <ac:spMkLst>
            <pc:docMk/>
            <pc:sldMk cId="2219055057" sldId="271"/>
            <ac:spMk id="136" creationId="{E34C52FE-058C-F119-EB55-E5ECA0808102}"/>
          </ac:spMkLst>
        </pc:spChg>
        <pc:spChg chg="mod">
          <ac:chgData name="Freda Shi" userId="e3bafef1-15f2-4eeb-acbe-fa674bab7991" providerId="ADAL" clId="{9555FC65-5A8C-4EE8-9D5B-8283D7A0923C}" dt="2026-02-11T05:41:30.504" v="66629" actId="108"/>
          <ac:spMkLst>
            <pc:docMk/>
            <pc:sldMk cId="2219055057" sldId="271"/>
            <ac:spMk id="137" creationId="{79A9E8F7-4B22-5EAE-6392-EEAE56D1D15C}"/>
          </ac:spMkLst>
        </pc:spChg>
        <pc:spChg chg="mod">
          <ac:chgData name="Freda Shi" userId="e3bafef1-15f2-4eeb-acbe-fa674bab7991" providerId="ADAL" clId="{9555FC65-5A8C-4EE8-9D5B-8283D7A0923C}" dt="2026-02-11T05:41:30.505" v="66630" actId="108"/>
          <ac:spMkLst>
            <pc:docMk/>
            <pc:sldMk cId="2219055057" sldId="271"/>
            <ac:spMk id="138" creationId="{26BC9E50-BA72-9809-3D28-CE7F859D54BC}"/>
          </ac:spMkLst>
        </pc:spChg>
        <pc:spChg chg="mod">
          <ac:chgData name="Freda Shi" userId="e3bafef1-15f2-4eeb-acbe-fa674bab7991" providerId="ADAL" clId="{9555FC65-5A8C-4EE8-9D5B-8283D7A0923C}" dt="2026-02-11T05:41:30.505" v="66631" actId="108"/>
          <ac:spMkLst>
            <pc:docMk/>
            <pc:sldMk cId="2219055057" sldId="271"/>
            <ac:spMk id="139" creationId="{D7739883-B51C-8B94-F5FA-9BD59F17E7A3}"/>
          </ac:spMkLst>
        </pc:spChg>
        <pc:spChg chg="mod">
          <ac:chgData name="Freda Shi" userId="e3bafef1-15f2-4eeb-acbe-fa674bab7991" providerId="ADAL" clId="{9555FC65-5A8C-4EE8-9D5B-8283D7A0923C}" dt="2026-02-11T05:41:30.506" v="66632" actId="108"/>
          <ac:spMkLst>
            <pc:docMk/>
            <pc:sldMk cId="2219055057" sldId="271"/>
            <ac:spMk id="140" creationId="{463B25C4-0871-CF98-031A-BE8043FAD526}"/>
          </ac:spMkLst>
        </pc:spChg>
        <pc:spChg chg="mod">
          <ac:chgData name="Freda Shi" userId="e3bafef1-15f2-4eeb-acbe-fa674bab7991" providerId="ADAL" clId="{9555FC65-5A8C-4EE8-9D5B-8283D7A0923C}" dt="2026-02-11T05:41:30.506" v="66633" actId="108"/>
          <ac:spMkLst>
            <pc:docMk/>
            <pc:sldMk cId="2219055057" sldId="271"/>
            <ac:spMk id="142" creationId="{5052A224-7E1C-97EA-E5CB-FC7BF869BF6A}"/>
          </ac:spMkLst>
        </pc:spChg>
        <pc:spChg chg="mod">
          <ac:chgData name="Freda Shi" userId="e3bafef1-15f2-4eeb-acbe-fa674bab7991" providerId="ADAL" clId="{9555FC65-5A8C-4EE8-9D5B-8283D7A0923C}" dt="2026-02-11T05:41:30.507" v="66634" actId="108"/>
          <ac:spMkLst>
            <pc:docMk/>
            <pc:sldMk cId="2219055057" sldId="271"/>
            <ac:spMk id="143" creationId="{A3AA8263-8A66-0A3B-4E4B-6EB2265511CD}"/>
          </ac:spMkLst>
        </pc:spChg>
        <pc:spChg chg="mod">
          <ac:chgData name="Freda Shi" userId="e3bafef1-15f2-4eeb-acbe-fa674bab7991" providerId="ADAL" clId="{9555FC65-5A8C-4EE8-9D5B-8283D7A0923C}" dt="2026-02-11T05:41:30.507" v="66635" actId="108"/>
          <ac:spMkLst>
            <pc:docMk/>
            <pc:sldMk cId="2219055057" sldId="271"/>
            <ac:spMk id="144" creationId="{EE302570-8B4C-9A0D-63AE-1E5FAE4D2768}"/>
          </ac:spMkLst>
        </pc:spChg>
        <pc:spChg chg="mod">
          <ac:chgData name="Freda Shi" userId="e3bafef1-15f2-4eeb-acbe-fa674bab7991" providerId="ADAL" clId="{9555FC65-5A8C-4EE8-9D5B-8283D7A0923C}" dt="2026-02-11T05:41:30.508" v="66636" actId="108"/>
          <ac:spMkLst>
            <pc:docMk/>
            <pc:sldMk cId="2219055057" sldId="271"/>
            <ac:spMk id="146" creationId="{36CFA775-E946-74FE-B518-5EDF7B6A222C}"/>
          </ac:spMkLst>
        </pc:spChg>
        <pc:spChg chg="mod">
          <ac:chgData name="Freda Shi" userId="e3bafef1-15f2-4eeb-acbe-fa674bab7991" providerId="ADAL" clId="{9555FC65-5A8C-4EE8-9D5B-8283D7A0923C}" dt="2026-02-11T05:41:30.508" v="66637" actId="108"/>
          <ac:spMkLst>
            <pc:docMk/>
            <pc:sldMk cId="2219055057" sldId="271"/>
            <ac:spMk id="147" creationId="{313B86A5-20E0-3BD4-D253-C12D0E2C1D2E}"/>
          </ac:spMkLst>
        </pc:spChg>
        <pc:spChg chg="mod">
          <ac:chgData name="Freda Shi" userId="e3bafef1-15f2-4eeb-acbe-fa674bab7991" providerId="ADAL" clId="{9555FC65-5A8C-4EE8-9D5B-8283D7A0923C}" dt="2026-02-11T05:41:30.509" v="66638" actId="108"/>
          <ac:spMkLst>
            <pc:docMk/>
            <pc:sldMk cId="2219055057" sldId="271"/>
            <ac:spMk id="148" creationId="{9049D597-861C-C5FE-9773-DA592976BE36}"/>
          </ac:spMkLst>
        </pc:spChg>
        <pc:spChg chg="mod">
          <ac:chgData name="Freda Shi" userId="e3bafef1-15f2-4eeb-acbe-fa674bab7991" providerId="ADAL" clId="{9555FC65-5A8C-4EE8-9D5B-8283D7A0923C}" dt="2026-02-11T05:41:30.509" v="66639" actId="108"/>
          <ac:spMkLst>
            <pc:docMk/>
            <pc:sldMk cId="2219055057" sldId="271"/>
            <ac:spMk id="150" creationId="{D5AA5692-5B40-ED00-E7A0-F46B1F28A02F}"/>
          </ac:spMkLst>
        </pc:spChg>
        <pc:spChg chg="mod">
          <ac:chgData name="Freda Shi" userId="e3bafef1-15f2-4eeb-acbe-fa674bab7991" providerId="ADAL" clId="{9555FC65-5A8C-4EE8-9D5B-8283D7A0923C}" dt="2026-02-11T05:41:30.510" v="66640" actId="108"/>
          <ac:spMkLst>
            <pc:docMk/>
            <pc:sldMk cId="2219055057" sldId="271"/>
            <ac:spMk id="151" creationId="{BF413326-C254-A606-F4E7-5850ABA64375}"/>
          </ac:spMkLst>
        </pc:spChg>
        <pc:spChg chg="mod">
          <ac:chgData name="Freda Shi" userId="e3bafef1-15f2-4eeb-acbe-fa674bab7991" providerId="ADAL" clId="{9555FC65-5A8C-4EE8-9D5B-8283D7A0923C}" dt="2026-02-11T05:41:30.510" v="66641" actId="108"/>
          <ac:spMkLst>
            <pc:docMk/>
            <pc:sldMk cId="2219055057" sldId="271"/>
            <ac:spMk id="152" creationId="{8D313415-148B-1EF3-F6BD-99B3398C7E04}"/>
          </ac:spMkLst>
        </pc:spChg>
        <pc:spChg chg="mod">
          <ac:chgData name="Freda Shi" userId="e3bafef1-15f2-4eeb-acbe-fa674bab7991" providerId="ADAL" clId="{9555FC65-5A8C-4EE8-9D5B-8283D7A0923C}" dt="2026-02-11T05:41:30.511" v="66642" actId="108"/>
          <ac:spMkLst>
            <pc:docMk/>
            <pc:sldMk cId="2219055057" sldId="271"/>
            <ac:spMk id="153" creationId="{77310054-CE7D-40B4-9D0A-C6D83CAB654D}"/>
          </ac:spMkLst>
        </pc:spChg>
        <pc:spChg chg="mod">
          <ac:chgData name="Freda Shi" userId="e3bafef1-15f2-4eeb-acbe-fa674bab7991" providerId="ADAL" clId="{9555FC65-5A8C-4EE8-9D5B-8283D7A0923C}" dt="2026-02-11T05:41:30.511" v="66643" actId="108"/>
          <ac:spMkLst>
            <pc:docMk/>
            <pc:sldMk cId="2219055057" sldId="271"/>
            <ac:spMk id="154" creationId="{12D6141A-C3FD-8520-9B68-B1FC6952237C}"/>
          </ac:spMkLst>
        </pc:spChg>
        <pc:spChg chg="mod">
          <ac:chgData name="Freda Shi" userId="e3bafef1-15f2-4eeb-acbe-fa674bab7991" providerId="ADAL" clId="{9555FC65-5A8C-4EE8-9D5B-8283D7A0923C}" dt="2026-02-11T05:41:30.512" v="66644" actId="108"/>
          <ac:spMkLst>
            <pc:docMk/>
            <pc:sldMk cId="2219055057" sldId="271"/>
            <ac:spMk id="155" creationId="{9AB9D92C-D636-1E23-56FA-E2EDE7CC0691}"/>
          </ac:spMkLst>
        </pc:spChg>
        <pc:spChg chg="mod">
          <ac:chgData name="Freda Shi" userId="e3bafef1-15f2-4eeb-acbe-fa674bab7991" providerId="ADAL" clId="{9555FC65-5A8C-4EE8-9D5B-8283D7A0923C}" dt="2026-02-11T05:41:30.512" v="66645" actId="108"/>
          <ac:spMkLst>
            <pc:docMk/>
            <pc:sldMk cId="2219055057" sldId="271"/>
            <ac:spMk id="156" creationId="{560EC523-F150-FC49-A12A-37E5055B3A0B}"/>
          </ac:spMkLst>
        </pc:spChg>
        <pc:spChg chg="mod">
          <ac:chgData name="Freda Shi" userId="e3bafef1-15f2-4eeb-acbe-fa674bab7991" providerId="ADAL" clId="{9555FC65-5A8C-4EE8-9D5B-8283D7A0923C}" dt="2026-02-11T05:41:30.512" v="66646" actId="108"/>
          <ac:spMkLst>
            <pc:docMk/>
            <pc:sldMk cId="2219055057" sldId="271"/>
            <ac:spMk id="157" creationId="{C52873EA-D356-9656-89B0-3E5EEA907A63}"/>
          </ac:spMkLst>
        </pc:spChg>
        <pc:spChg chg="mod">
          <ac:chgData name="Freda Shi" userId="e3bafef1-15f2-4eeb-acbe-fa674bab7991" providerId="ADAL" clId="{9555FC65-5A8C-4EE8-9D5B-8283D7A0923C}" dt="2026-02-11T05:41:30.513" v="66647" actId="108"/>
          <ac:spMkLst>
            <pc:docMk/>
            <pc:sldMk cId="2219055057" sldId="271"/>
            <ac:spMk id="158" creationId="{6C01454C-0522-2724-0D63-050D87082C90}"/>
          </ac:spMkLst>
        </pc:spChg>
        <pc:spChg chg="mod">
          <ac:chgData name="Freda Shi" userId="e3bafef1-15f2-4eeb-acbe-fa674bab7991" providerId="ADAL" clId="{9555FC65-5A8C-4EE8-9D5B-8283D7A0923C}" dt="2026-02-11T05:41:30.513" v="66648" actId="108"/>
          <ac:spMkLst>
            <pc:docMk/>
            <pc:sldMk cId="2219055057" sldId="271"/>
            <ac:spMk id="159" creationId="{2DA82139-FA5B-F4BD-77B4-B6432FD9ED7D}"/>
          </ac:spMkLst>
        </pc:spChg>
        <pc:spChg chg="mod">
          <ac:chgData name="Freda Shi" userId="e3bafef1-15f2-4eeb-acbe-fa674bab7991" providerId="ADAL" clId="{9555FC65-5A8C-4EE8-9D5B-8283D7A0923C}" dt="2026-02-11T05:41:30.514" v="66649" actId="108"/>
          <ac:spMkLst>
            <pc:docMk/>
            <pc:sldMk cId="2219055057" sldId="271"/>
            <ac:spMk id="160" creationId="{ED271F6E-29A0-A8EC-DADC-3F66345378F0}"/>
          </ac:spMkLst>
        </pc:spChg>
        <pc:spChg chg="mod">
          <ac:chgData name="Freda Shi" userId="e3bafef1-15f2-4eeb-acbe-fa674bab7991" providerId="ADAL" clId="{9555FC65-5A8C-4EE8-9D5B-8283D7A0923C}" dt="2026-02-11T05:41:30.514" v="66650" actId="108"/>
          <ac:spMkLst>
            <pc:docMk/>
            <pc:sldMk cId="2219055057" sldId="271"/>
            <ac:spMk id="161" creationId="{76DD90A7-0548-7EE5-EAE3-5A5647570460}"/>
          </ac:spMkLst>
        </pc:spChg>
        <pc:spChg chg="mod">
          <ac:chgData name="Freda Shi" userId="e3bafef1-15f2-4eeb-acbe-fa674bab7991" providerId="ADAL" clId="{9555FC65-5A8C-4EE8-9D5B-8283D7A0923C}" dt="2026-02-11T05:41:30.515" v="66651" actId="108"/>
          <ac:spMkLst>
            <pc:docMk/>
            <pc:sldMk cId="2219055057" sldId="271"/>
            <ac:spMk id="162" creationId="{D515E143-6FED-BF08-3B04-0DE95E8FB211}"/>
          </ac:spMkLst>
        </pc:spChg>
        <pc:spChg chg="mod">
          <ac:chgData name="Freda Shi" userId="e3bafef1-15f2-4eeb-acbe-fa674bab7991" providerId="ADAL" clId="{9555FC65-5A8C-4EE8-9D5B-8283D7A0923C}" dt="2026-02-11T05:41:30.516" v="66652" actId="108"/>
          <ac:spMkLst>
            <pc:docMk/>
            <pc:sldMk cId="2219055057" sldId="271"/>
            <ac:spMk id="163" creationId="{C662E4FF-9667-EC3A-998D-2C6D99B7C3B8}"/>
          </ac:spMkLst>
        </pc:spChg>
        <pc:spChg chg="mod">
          <ac:chgData name="Freda Shi" userId="e3bafef1-15f2-4eeb-acbe-fa674bab7991" providerId="ADAL" clId="{9555FC65-5A8C-4EE8-9D5B-8283D7A0923C}" dt="2026-02-11T05:41:30.516" v="66653" actId="108"/>
          <ac:spMkLst>
            <pc:docMk/>
            <pc:sldMk cId="2219055057" sldId="271"/>
            <ac:spMk id="164" creationId="{3BB2AF31-EE1E-2985-56CF-867DF2A7CE55}"/>
          </ac:spMkLst>
        </pc:spChg>
        <pc:spChg chg="mod">
          <ac:chgData name="Freda Shi" userId="e3bafef1-15f2-4eeb-acbe-fa674bab7991" providerId="ADAL" clId="{9555FC65-5A8C-4EE8-9D5B-8283D7A0923C}" dt="2026-02-11T05:41:30.517" v="66654" actId="108"/>
          <ac:spMkLst>
            <pc:docMk/>
            <pc:sldMk cId="2219055057" sldId="271"/>
            <ac:spMk id="166" creationId="{6147E5C2-224B-0B67-9041-9D5B813FF332}"/>
          </ac:spMkLst>
        </pc:spChg>
        <pc:spChg chg="mod">
          <ac:chgData name="Freda Shi" userId="e3bafef1-15f2-4eeb-acbe-fa674bab7991" providerId="ADAL" clId="{9555FC65-5A8C-4EE8-9D5B-8283D7A0923C}" dt="2026-02-11T05:41:30.517" v="66655" actId="108"/>
          <ac:spMkLst>
            <pc:docMk/>
            <pc:sldMk cId="2219055057" sldId="271"/>
            <ac:spMk id="167" creationId="{1CEE00C9-A55E-90F1-7B26-8058CBBDBB4E}"/>
          </ac:spMkLst>
        </pc:spChg>
        <pc:spChg chg="mod">
          <ac:chgData name="Freda Shi" userId="e3bafef1-15f2-4eeb-acbe-fa674bab7991" providerId="ADAL" clId="{9555FC65-5A8C-4EE8-9D5B-8283D7A0923C}" dt="2026-02-11T05:41:30.518" v="66656" actId="108"/>
          <ac:spMkLst>
            <pc:docMk/>
            <pc:sldMk cId="2219055057" sldId="271"/>
            <ac:spMk id="168" creationId="{33CC9374-4DDB-1213-54B6-CE6A7637D927}"/>
          </ac:spMkLst>
        </pc:spChg>
        <pc:spChg chg="mod">
          <ac:chgData name="Freda Shi" userId="e3bafef1-15f2-4eeb-acbe-fa674bab7991" providerId="ADAL" clId="{9555FC65-5A8C-4EE8-9D5B-8283D7A0923C}" dt="2026-02-11T05:41:30.518" v="66657" actId="108"/>
          <ac:spMkLst>
            <pc:docMk/>
            <pc:sldMk cId="2219055057" sldId="271"/>
            <ac:spMk id="169" creationId="{C9CE268E-E949-83ED-E66A-DFD463EBA7F8}"/>
          </ac:spMkLst>
        </pc:spChg>
        <pc:spChg chg="mod">
          <ac:chgData name="Freda Shi" userId="e3bafef1-15f2-4eeb-acbe-fa674bab7991" providerId="ADAL" clId="{9555FC65-5A8C-4EE8-9D5B-8283D7A0923C}" dt="2026-02-11T05:41:30.519" v="66658" actId="108"/>
          <ac:spMkLst>
            <pc:docMk/>
            <pc:sldMk cId="2219055057" sldId="271"/>
            <ac:spMk id="171" creationId="{6C9D005F-1095-3554-6D67-CCAF31E3C048}"/>
          </ac:spMkLst>
        </pc:spChg>
        <pc:spChg chg="mod">
          <ac:chgData name="Freda Shi" userId="e3bafef1-15f2-4eeb-acbe-fa674bab7991" providerId="ADAL" clId="{9555FC65-5A8C-4EE8-9D5B-8283D7A0923C}" dt="2026-02-11T05:41:30.519" v="66659" actId="108"/>
          <ac:spMkLst>
            <pc:docMk/>
            <pc:sldMk cId="2219055057" sldId="271"/>
            <ac:spMk id="172" creationId="{D9B23577-33F5-FF96-7F25-71B8724E1947}"/>
          </ac:spMkLst>
        </pc:spChg>
        <pc:spChg chg="mod">
          <ac:chgData name="Freda Shi" userId="e3bafef1-15f2-4eeb-acbe-fa674bab7991" providerId="ADAL" clId="{9555FC65-5A8C-4EE8-9D5B-8283D7A0923C}" dt="2026-02-11T05:41:30.520" v="66660" actId="108"/>
          <ac:spMkLst>
            <pc:docMk/>
            <pc:sldMk cId="2219055057" sldId="271"/>
            <ac:spMk id="173" creationId="{AFEB434D-4948-70DB-7051-E839144E43E6}"/>
          </ac:spMkLst>
        </pc:spChg>
        <pc:spChg chg="mod">
          <ac:chgData name="Freda Shi" userId="e3bafef1-15f2-4eeb-acbe-fa674bab7991" providerId="ADAL" clId="{9555FC65-5A8C-4EE8-9D5B-8283D7A0923C}" dt="2026-02-11T05:41:30.521" v="66661" actId="108"/>
          <ac:spMkLst>
            <pc:docMk/>
            <pc:sldMk cId="2219055057" sldId="271"/>
            <ac:spMk id="174" creationId="{26F8B9BA-8D54-C277-02F7-5242238A997B}"/>
          </ac:spMkLst>
        </pc:spChg>
        <pc:spChg chg="mod">
          <ac:chgData name="Freda Shi" userId="e3bafef1-15f2-4eeb-acbe-fa674bab7991" providerId="ADAL" clId="{9555FC65-5A8C-4EE8-9D5B-8283D7A0923C}" dt="2026-02-11T05:41:30.521" v="66662" actId="108"/>
          <ac:spMkLst>
            <pc:docMk/>
            <pc:sldMk cId="2219055057" sldId="271"/>
            <ac:spMk id="175" creationId="{48863F82-BCE5-E051-1BF4-E93AA364E9EF}"/>
          </ac:spMkLst>
        </pc:spChg>
        <pc:spChg chg="mod">
          <ac:chgData name="Freda Shi" userId="e3bafef1-15f2-4eeb-acbe-fa674bab7991" providerId="ADAL" clId="{9555FC65-5A8C-4EE8-9D5B-8283D7A0923C}" dt="2026-02-11T05:41:30.522" v="66663" actId="108"/>
          <ac:spMkLst>
            <pc:docMk/>
            <pc:sldMk cId="2219055057" sldId="271"/>
            <ac:spMk id="176" creationId="{21208AB5-C533-F789-785C-29BE0FF28647}"/>
          </ac:spMkLst>
        </pc:spChg>
        <pc:spChg chg="mod">
          <ac:chgData name="Freda Shi" userId="e3bafef1-15f2-4eeb-acbe-fa674bab7991" providerId="ADAL" clId="{9555FC65-5A8C-4EE8-9D5B-8283D7A0923C}" dt="2026-02-11T05:41:30.522" v="66664" actId="108"/>
          <ac:spMkLst>
            <pc:docMk/>
            <pc:sldMk cId="2219055057" sldId="271"/>
            <ac:spMk id="177" creationId="{04931C51-62AE-5633-3312-6025248EF3C9}"/>
          </ac:spMkLst>
        </pc:spChg>
        <pc:spChg chg="mod">
          <ac:chgData name="Freda Shi" userId="e3bafef1-15f2-4eeb-acbe-fa674bab7991" providerId="ADAL" clId="{9555FC65-5A8C-4EE8-9D5B-8283D7A0923C}" dt="2026-02-11T05:41:30.523" v="66665" actId="108"/>
          <ac:spMkLst>
            <pc:docMk/>
            <pc:sldMk cId="2219055057" sldId="271"/>
            <ac:spMk id="178" creationId="{9F74DAAA-81C5-C659-149A-270E2FC1D00B}"/>
          </ac:spMkLst>
        </pc:spChg>
        <pc:spChg chg="mod">
          <ac:chgData name="Freda Shi" userId="e3bafef1-15f2-4eeb-acbe-fa674bab7991" providerId="ADAL" clId="{9555FC65-5A8C-4EE8-9D5B-8283D7A0923C}" dt="2026-02-11T05:41:30.523" v="66666" actId="108"/>
          <ac:spMkLst>
            <pc:docMk/>
            <pc:sldMk cId="2219055057" sldId="271"/>
            <ac:spMk id="179" creationId="{221BE34F-2134-92E1-AD28-1C8BF381A3AC}"/>
          </ac:spMkLst>
        </pc:spChg>
        <pc:spChg chg="mod">
          <ac:chgData name="Freda Shi" userId="e3bafef1-15f2-4eeb-acbe-fa674bab7991" providerId="ADAL" clId="{9555FC65-5A8C-4EE8-9D5B-8283D7A0923C}" dt="2026-02-11T05:41:30.524" v="66667" actId="108"/>
          <ac:spMkLst>
            <pc:docMk/>
            <pc:sldMk cId="2219055057" sldId="271"/>
            <ac:spMk id="181" creationId="{54310BAF-12B3-847B-3FBB-2878E9E8A09A}"/>
          </ac:spMkLst>
        </pc:spChg>
        <pc:spChg chg="mod">
          <ac:chgData name="Freda Shi" userId="e3bafef1-15f2-4eeb-acbe-fa674bab7991" providerId="ADAL" clId="{9555FC65-5A8C-4EE8-9D5B-8283D7A0923C}" dt="2026-02-11T05:41:30.524" v="66668" actId="108"/>
          <ac:spMkLst>
            <pc:docMk/>
            <pc:sldMk cId="2219055057" sldId="271"/>
            <ac:spMk id="182" creationId="{3A8057A8-1C9F-4716-BF8B-5FAD4081D747}"/>
          </ac:spMkLst>
        </pc:spChg>
        <pc:spChg chg="mod">
          <ac:chgData name="Freda Shi" userId="e3bafef1-15f2-4eeb-acbe-fa674bab7991" providerId="ADAL" clId="{9555FC65-5A8C-4EE8-9D5B-8283D7A0923C}" dt="2026-02-11T05:41:30.525" v="66669" actId="108"/>
          <ac:spMkLst>
            <pc:docMk/>
            <pc:sldMk cId="2219055057" sldId="271"/>
            <ac:spMk id="183" creationId="{59927670-6048-7CA4-E631-D5561684FC56}"/>
          </ac:spMkLst>
        </pc:spChg>
        <pc:spChg chg="mod">
          <ac:chgData name="Freda Shi" userId="e3bafef1-15f2-4eeb-acbe-fa674bab7991" providerId="ADAL" clId="{9555FC65-5A8C-4EE8-9D5B-8283D7A0923C}" dt="2026-02-11T05:41:30.525" v="66670" actId="108"/>
          <ac:spMkLst>
            <pc:docMk/>
            <pc:sldMk cId="2219055057" sldId="271"/>
            <ac:spMk id="184" creationId="{274A9AF5-1BA3-074D-AB71-77362EB35F31}"/>
          </ac:spMkLst>
        </pc:spChg>
        <pc:spChg chg="mod">
          <ac:chgData name="Freda Shi" userId="e3bafef1-15f2-4eeb-acbe-fa674bab7991" providerId="ADAL" clId="{9555FC65-5A8C-4EE8-9D5B-8283D7A0923C}" dt="2026-02-11T05:41:30.526" v="66671" actId="108"/>
          <ac:spMkLst>
            <pc:docMk/>
            <pc:sldMk cId="2219055057" sldId="271"/>
            <ac:spMk id="186" creationId="{ED2CC75D-08C5-1359-40D1-7806F9FE7840}"/>
          </ac:spMkLst>
        </pc:spChg>
        <pc:spChg chg="mod">
          <ac:chgData name="Freda Shi" userId="e3bafef1-15f2-4eeb-acbe-fa674bab7991" providerId="ADAL" clId="{9555FC65-5A8C-4EE8-9D5B-8283D7A0923C}" dt="2026-02-11T05:41:30.526" v="66672" actId="108"/>
          <ac:spMkLst>
            <pc:docMk/>
            <pc:sldMk cId="2219055057" sldId="271"/>
            <ac:spMk id="187" creationId="{9D04F529-E3CD-4525-308B-FBB6597D3AAE}"/>
          </ac:spMkLst>
        </pc:spChg>
        <pc:spChg chg="mod">
          <ac:chgData name="Freda Shi" userId="e3bafef1-15f2-4eeb-acbe-fa674bab7991" providerId="ADAL" clId="{9555FC65-5A8C-4EE8-9D5B-8283D7A0923C}" dt="2026-02-11T05:41:30.527" v="66673" actId="108"/>
          <ac:spMkLst>
            <pc:docMk/>
            <pc:sldMk cId="2219055057" sldId="271"/>
            <ac:spMk id="188" creationId="{57B0ED48-F880-F2B9-3E5D-313838572B66}"/>
          </ac:spMkLst>
        </pc:spChg>
        <pc:spChg chg="mod">
          <ac:chgData name="Freda Shi" userId="e3bafef1-15f2-4eeb-acbe-fa674bab7991" providerId="ADAL" clId="{9555FC65-5A8C-4EE8-9D5B-8283D7A0923C}" dt="2026-02-11T05:41:30.527" v="66674" actId="108"/>
          <ac:spMkLst>
            <pc:docMk/>
            <pc:sldMk cId="2219055057" sldId="271"/>
            <ac:spMk id="189" creationId="{9C0BAA26-2881-D96E-FF8A-4037CDDF44BB}"/>
          </ac:spMkLst>
        </pc:spChg>
        <pc:spChg chg="mod">
          <ac:chgData name="Freda Shi" userId="e3bafef1-15f2-4eeb-acbe-fa674bab7991" providerId="ADAL" clId="{9555FC65-5A8C-4EE8-9D5B-8283D7A0923C}" dt="2026-02-11T05:41:30.528" v="66675" actId="108"/>
          <ac:spMkLst>
            <pc:docMk/>
            <pc:sldMk cId="2219055057" sldId="271"/>
            <ac:spMk id="190" creationId="{CD669E56-D458-819C-0AD3-EF3576914C5E}"/>
          </ac:spMkLst>
        </pc:spChg>
        <pc:spChg chg="mod">
          <ac:chgData name="Freda Shi" userId="e3bafef1-15f2-4eeb-acbe-fa674bab7991" providerId="ADAL" clId="{9555FC65-5A8C-4EE8-9D5B-8283D7A0923C}" dt="2026-02-11T05:41:30.528" v="66676" actId="108"/>
          <ac:spMkLst>
            <pc:docMk/>
            <pc:sldMk cId="2219055057" sldId="271"/>
            <ac:spMk id="191" creationId="{01A20C0C-B72C-DA6B-B24F-C0A96ED365A6}"/>
          </ac:spMkLst>
        </pc:spChg>
        <pc:spChg chg="mod">
          <ac:chgData name="Freda Shi" userId="e3bafef1-15f2-4eeb-acbe-fa674bab7991" providerId="ADAL" clId="{9555FC65-5A8C-4EE8-9D5B-8283D7A0923C}" dt="2026-02-11T05:41:30.529" v="66677" actId="108"/>
          <ac:spMkLst>
            <pc:docMk/>
            <pc:sldMk cId="2219055057" sldId="271"/>
            <ac:spMk id="192" creationId="{464B4479-7B37-8FC2-91D5-E9B23408DA0E}"/>
          </ac:spMkLst>
        </pc:spChg>
        <pc:spChg chg="mod">
          <ac:chgData name="Freda Shi" userId="e3bafef1-15f2-4eeb-acbe-fa674bab7991" providerId="ADAL" clId="{9555FC65-5A8C-4EE8-9D5B-8283D7A0923C}" dt="2026-02-11T05:41:30.529" v="66678" actId="108"/>
          <ac:spMkLst>
            <pc:docMk/>
            <pc:sldMk cId="2219055057" sldId="271"/>
            <ac:spMk id="193" creationId="{44FF266F-177F-5022-6801-D3B582714929}"/>
          </ac:spMkLst>
        </pc:spChg>
        <pc:spChg chg="mod">
          <ac:chgData name="Freda Shi" userId="e3bafef1-15f2-4eeb-acbe-fa674bab7991" providerId="ADAL" clId="{9555FC65-5A8C-4EE8-9D5B-8283D7A0923C}" dt="2026-02-11T05:41:30.530" v="66679" actId="108"/>
          <ac:spMkLst>
            <pc:docMk/>
            <pc:sldMk cId="2219055057" sldId="271"/>
            <ac:spMk id="195" creationId="{71900E60-5C98-29FB-28E7-6A3AEAE82E6F}"/>
          </ac:spMkLst>
        </pc:spChg>
        <pc:spChg chg="mod">
          <ac:chgData name="Freda Shi" userId="e3bafef1-15f2-4eeb-acbe-fa674bab7991" providerId="ADAL" clId="{9555FC65-5A8C-4EE8-9D5B-8283D7A0923C}" dt="2026-02-11T05:41:30.531" v="66680" actId="108"/>
          <ac:spMkLst>
            <pc:docMk/>
            <pc:sldMk cId="2219055057" sldId="271"/>
            <ac:spMk id="196" creationId="{6E68E837-C233-D2DC-26B0-D8707F911BF0}"/>
          </ac:spMkLst>
        </pc:spChg>
        <pc:spChg chg="mod">
          <ac:chgData name="Freda Shi" userId="e3bafef1-15f2-4eeb-acbe-fa674bab7991" providerId="ADAL" clId="{9555FC65-5A8C-4EE8-9D5B-8283D7A0923C}" dt="2026-02-11T05:41:30.531" v="66681" actId="108"/>
          <ac:spMkLst>
            <pc:docMk/>
            <pc:sldMk cId="2219055057" sldId="271"/>
            <ac:spMk id="197" creationId="{DEFC5C19-4177-6979-1375-456AF04F54E0}"/>
          </ac:spMkLst>
        </pc:spChg>
        <pc:spChg chg="mod">
          <ac:chgData name="Freda Shi" userId="e3bafef1-15f2-4eeb-acbe-fa674bab7991" providerId="ADAL" clId="{9555FC65-5A8C-4EE8-9D5B-8283D7A0923C}" dt="2026-02-11T05:41:30.532" v="66682" actId="108"/>
          <ac:spMkLst>
            <pc:docMk/>
            <pc:sldMk cId="2219055057" sldId="271"/>
            <ac:spMk id="199" creationId="{7EA4B0B8-C202-5C34-B597-C670967D7D1E}"/>
          </ac:spMkLst>
        </pc:spChg>
        <pc:spChg chg="mod">
          <ac:chgData name="Freda Shi" userId="e3bafef1-15f2-4eeb-acbe-fa674bab7991" providerId="ADAL" clId="{9555FC65-5A8C-4EE8-9D5B-8283D7A0923C}" dt="2026-02-11T05:41:30.532" v="66683" actId="108"/>
          <ac:spMkLst>
            <pc:docMk/>
            <pc:sldMk cId="2219055057" sldId="271"/>
            <ac:spMk id="200" creationId="{02BFD3F7-561D-74F1-E84B-633667289BD6}"/>
          </ac:spMkLst>
        </pc:spChg>
        <pc:spChg chg="mod">
          <ac:chgData name="Freda Shi" userId="e3bafef1-15f2-4eeb-acbe-fa674bab7991" providerId="ADAL" clId="{9555FC65-5A8C-4EE8-9D5B-8283D7A0923C}" dt="2026-02-11T05:41:30.533" v="66684" actId="108"/>
          <ac:spMkLst>
            <pc:docMk/>
            <pc:sldMk cId="2219055057" sldId="271"/>
            <ac:spMk id="201" creationId="{DA3A0404-A1BC-CB30-4C34-5264185C7B15}"/>
          </ac:spMkLst>
        </pc:spChg>
        <pc:spChg chg="mod">
          <ac:chgData name="Freda Shi" userId="e3bafef1-15f2-4eeb-acbe-fa674bab7991" providerId="ADAL" clId="{9555FC65-5A8C-4EE8-9D5B-8283D7A0923C}" dt="2026-02-11T05:41:30.533" v="66685" actId="108"/>
          <ac:spMkLst>
            <pc:docMk/>
            <pc:sldMk cId="2219055057" sldId="271"/>
            <ac:spMk id="203" creationId="{A7AB639A-3AB3-63E9-18B0-5189282E672E}"/>
          </ac:spMkLst>
        </pc:spChg>
        <pc:spChg chg="mod">
          <ac:chgData name="Freda Shi" userId="e3bafef1-15f2-4eeb-acbe-fa674bab7991" providerId="ADAL" clId="{9555FC65-5A8C-4EE8-9D5B-8283D7A0923C}" dt="2026-02-11T05:41:30.534" v="66686" actId="108"/>
          <ac:spMkLst>
            <pc:docMk/>
            <pc:sldMk cId="2219055057" sldId="271"/>
            <ac:spMk id="204" creationId="{05C20CB2-F8AF-38F6-7BA5-BF414E3651C3}"/>
          </ac:spMkLst>
        </pc:spChg>
        <pc:spChg chg="mod">
          <ac:chgData name="Freda Shi" userId="e3bafef1-15f2-4eeb-acbe-fa674bab7991" providerId="ADAL" clId="{9555FC65-5A8C-4EE8-9D5B-8283D7A0923C}" dt="2026-02-11T05:41:30.534" v="66687" actId="108"/>
          <ac:spMkLst>
            <pc:docMk/>
            <pc:sldMk cId="2219055057" sldId="271"/>
            <ac:spMk id="205" creationId="{EFEDD794-B673-CFC7-8D3A-9D3A7AE1ADF8}"/>
          </ac:spMkLst>
        </pc:spChg>
        <pc:spChg chg="mod">
          <ac:chgData name="Freda Shi" userId="e3bafef1-15f2-4eeb-acbe-fa674bab7991" providerId="ADAL" clId="{9555FC65-5A8C-4EE8-9D5B-8283D7A0923C}" dt="2026-02-11T05:41:30.535" v="66688" actId="108"/>
          <ac:spMkLst>
            <pc:docMk/>
            <pc:sldMk cId="2219055057" sldId="271"/>
            <ac:spMk id="206" creationId="{B3AE0398-90A6-8D37-297E-053BAF503069}"/>
          </ac:spMkLst>
        </pc:spChg>
        <pc:spChg chg="mod">
          <ac:chgData name="Freda Shi" userId="e3bafef1-15f2-4eeb-acbe-fa674bab7991" providerId="ADAL" clId="{9555FC65-5A8C-4EE8-9D5B-8283D7A0923C}" dt="2026-02-11T05:41:30.535" v="66689" actId="108"/>
          <ac:spMkLst>
            <pc:docMk/>
            <pc:sldMk cId="2219055057" sldId="271"/>
            <ac:spMk id="207" creationId="{CE960931-59A0-56BF-84D8-DC79EDBDCDA3}"/>
          </ac:spMkLst>
        </pc:spChg>
        <pc:spChg chg="mod">
          <ac:chgData name="Freda Shi" userId="e3bafef1-15f2-4eeb-acbe-fa674bab7991" providerId="ADAL" clId="{9555FC65-5A8C-4EE8-9D5B-8283D7A0923C}" dt="2026-02-11T05:41:30.536" v="66690" actId="108"/>
          <ac:spMkLst>
            <pc:docMk/>
            <pc:sldMk cId="2219055057" sldId="271"/>
            <ac:spMk id="208" creationId="{3C5D2949-72BD-8F13-A006-FFB2C1A35805}"/>
          </ac:spMkLst>
        </pc:spChg>
        <pc:spChg chg="mod">
          <ac:chgData name="Freda Shi" userId="e3bafef1-15f2-4eeb-acbe-fa674bab7991" providerId="ADAL" clId="{9555FC65-5A8C-4EE8-9D5B-8283D7A0923C}" dt="2026-02-11T05:41:30.536" v="66691" actId="108"/>
          <ac:spMkLst>
            <pc:docMk/>
            <pc:sldMk cId="2219055057" sldId="271"/>
            <ac:spMk id="209" creationId="{BA06EEAB-F89C-2930-2E75-FF43A026EA1E}"/>
          </ac:spMkLst>
        </pc:spChg>
        <pc:spChg chg="mod">
          <ac:chgData name="Freda Shi" userId="e3bafef1-15f2-4eeb-acbe-fa674bab7991" providerId="ADAL" clId="{9555FC65-5A8C-4EE8-9D5B-8283D7A0923C}" dt="2026-02-11T05:41:30.537" v="66692" actId="108"/>
          <ac:spMkLst>
            <pc:docMk/>
            <pc:sldMk cId="2219055057" sldId="271"/>
            <ac:spMk id="210" creationId="{A8B3246D-99BB-23F1-A0DA-52C6D3A209B4}"/>
          </ac:spMkLst>
        </pc:spChg>
        <pc:spChg chg="mod">
          <ac:chgData name="Freda Shi" userId="e3bafef1-15f2-4eeb-acbe-fa674bab7991" providerId="ADAL" clId="{9555FC65-5A8C-4EE8-9D5B-8283D7A0923C}" dt="2026-02-11T05:41:30.537" v="66693" actId="108"/>
          <ac:spMkLst>
            <pc:docMk/>
            <pc:sldMk cId="2219055057" sldId="271"/>
            <ac:spMk id="211" creationId="{E6DD2F41-86D5-BE9F-6203-D8DFC20A4AC8}"/>
          </ac:spMkLst>
        </pc:spChg>
        <pc:spChg chg="mod">
          <ac:chgData name="Freda Shi" userId="e3bafef1-15f2-4eeb-acbe-fa674bab7991" providerId="ADAL" clId="{9555FC65-5A8C-4EE8-9D5B-8283D7A0923C}" dt="2026-02-11T05:41:30.538" v="66694" actId="108"/>
          <ac:spMkLst>
            <pc:docMk/>
            <pc:sldMk cId="2219055057" sldId="271"/>
            <ac:spMk id="212" creationId="{07459D77-14DE-865C-8D33-4F4761343167}"/>
          </ac:spMkLst>
        </pc:spChg>
        <pc:spChg chg="mod">
          <ac:chgData name="Freda Shi" userId="e3bafef1-15f2-4eeb-acbe-fa674bab7991" providerId="ADAL" clId="{9555FC65-5A8C-4EE8-9D5B-8283D7A0923C}" dt="2026-02-11T05:41:30.539" v="66695" actId="108"/>
          <ac:spMkLst>
            <pc:docMk/>
            <pc:sldMk cId="2219055057" sldId="271"/>
            <ac:spMk id="213" creationId="{1E7DFC90-F030-57C1-4197-70AF8905CAC7}"/>
          </ac:spMkLst>
        </pc:spChg>
        <pc:spChg chg="mod">
          <ac:chgData name="Freda Shi" userId="e3bafef1-15f2-4eeb-acbe-fa674bab7991" providerId="ADAL" clId="{9555FC65-5A8C-4EE8-9D5B-8283D7A0923C}" dt="2026-02-11T05:41:30.539" v="66696" actId="108"/>
          <ac:spMkLst>
            <pc:docMk/>
            <pc:sldMk cId="2219055057" sldId="271"/>
            <ac:spMk id="214" creationId="{A9C56E4A-4117-1CBC-BBD0-C85EDD902990}"/>
          </ac:spMkLst>
        </pc:spChg>
        <pc:spChg chg="mod">
          <ac:chgData name="Freda Shi" userId="e3bafef1-15f2-4eeb-acbe-fa674bab7991" providerId="ADAL" clId="{9555FC65-5A8C-4EE8-9D5B-8283D7A0923C}" dt="2026-02-11T05:41:30.540" v="66697" actId="108"/>
          <ac:spMkLst>
            <pc:docMk/>
            <pc:sldMk cId="2219055057" sldId="271"/>
            <ac:spMk id="215" creationId="{2C1DD147-904D-82BC-7716-B9F2BAEE5336}"/>
          </ac:spMkLst>
        </pc:spChg>
        <pc:spChg chg="mod">
          <ac:chgData name="Freda Shi" userId="e3bafef1-15f2-4eeb-acbe-fa674bab7991" providerId="ADAL" clId="{9555FC65-5A8C-4EE8-9D5B-8283D7A0923C}" dt="2026-02-11T05:41:30.540" v="66698" actId="108"/>
          <ac:spMkLst>
            <pc:docMk/>
            <pc:sldMk cId="2219055057" sldId="271"/>
            <ac:spMk id="216" creationId="{31033604-4BCD-CBF3-C40C-F820CD9ED69D}"/>
          </ac:spMkLst>
        </pc:spChg>
        <pc:spChg chg="mod">
          <ac:chgData name="Freda Shi" userId="e3bafef1-15f2-4eeb-acbe-fa674bab7991" providerId="ADAL" clId="{9555FC65-5A8C-4EE8-9D5B-8283D7A0923C}" dt="2026-02-11T05:41:30.541" v="66699" actId="108"/>
          <ac:spMkLst>
            <pc:docMk/>
            <pc:sldMk cId="2219055057" sldId="271"/>
            <ac:spMk id="217" creationId="{78386303-3DB3-7944-B609-AB582607CAEB}"/>
          </ac:spMkLst>
        </pc:spChg>
        <pc:spChg chg="mod">
          <ac:chgData name="Freda Shi" userId="e3bafef1-15f2-4eeb-acbe-fa674bab7991" providerId="ADAL" clId="{9555FC65-5A8C-4EE8-9D5B-8283D7A0923C}" dt="2026-02-11T05:41:30.541" v="66700" actId="108"/>
          <ac:spMkLst>
            <pc:docMk/>
            <pc:sldMk cId="2219055057" sldId="271"/>
            <ac:spMk id="219" creationId="{03459550-3CAB-3EC4-2C5E-E30218625151}"/>
          </ac:spMkLst>
        </pc:spChg>
        <pc:spChg chg="mod">
          <ac:chgData name="Freda Shi" userId="e3bafef1-15f2-4eeb-acbe-fa674bab7991" providerId="ADAL" clId="{9555FC65-5A8C-4EE8-9D5B-8283D7A0923C}" dt="2026-02-11T05:41:30.542" v="66701" actId="108"/>
          <ac:spMkLst>
            <pc:docMk/>
            <pc:sldMk cId="2219055057" sldId="271"/>
            <ac:spMk id="220" creationId="{8B542519-F1EB-8648-2978-8AD42A11AF16}"/>
          </ac:spMkLst>
        </pc:spChg>
        <pc:spChg chg="mod">
          <ac:chgData name="Freda Shi" userId="e3bafef1-15f2-4eeb-acbe-fa674bab7991" providerId="ADAL" clId="{9555FC65-5A8C-4EE8-9D5B-8283D7A0923C}" dt="2026-02-11T05:41:30.542" v="66702" actId="108"/>
          <ac:spMkLst>
            <pc:docMk/>
            <pc:sldMk cId="2219055057" sldId="271"/>
            <ac:spMk id="221" creationId="{02DD66F2-9DA6-45C7-4EFF-BA8F372E72DE}"/>
          </ac:spMkLst>
        </pc:spChg>
        <pc:spChg chg="mod">
          <ac:chgData name="Freda Shi" userId="e3bafef1-15f2-4eeb-acbe-fa674bab7991" providerId="ADAL" clId="{9555FC65-5A8C-4EE8-9D5B-8283D7A0923C}" dt="2026-02-11T05:41:30.543" v="66703" actId="108"/>
          <ac:spMkLst>
            <pc:docMk/>
            <pc:sldMk cId="2219055057" sldId="271"/>
            <ac:spMk id="222" creationId="{31114249-D1FC-AD5C-8B42-7D38A3F6B5C6}"/>
          </ac:spMkLst>
        </pc:spChg>
        <pc:spChg chg="mod">
          <ac:chgData name="Freda Shi" userId="e3bafef1-15f2-4eeb-acbe-fa674bab7991" providerId="ADAL" clId="{9555FC65-5A8C-4EE8-9D5B-8283D7A0923C}" dt="2026-02-11T05:41:30.543" v="66704" actId="108"/>
          <ac:spMkLst>
            <pc:docMk/>
            <pc:sldMk cId="2219055057" sldId="271"/>
            <ac:spMk id="224" creationId="{A762AF77-D2AF-FDC5-F55F-BBC8A7728B74}"/>
          </ac:spMkLst>
        </pc:spChg>
        <pc:spChg chg="mod">
          <ac:chgData name="Freda Shi" userId="e3bafef1-15f2-4eeb-acbe-fa674bab7991" providerId="ADAL" clId="{9555FC65-5A8C-4EE8-9D5B-8283D7A0923C}" dt="2026-02-11T05:41:30.544" v="66705" actId="108"/>
          <ac:spMkLst>
            <pc:docMk/>
            <pc:sldMk cId="2219055057" sldId="271"/>
            <ac:spMk id="225" creationId="{97D91FFD-169D-9B69-8407-5021EF7725C2}"/>
          </ac:spMkLst>
        </pc:spChg>
        <pc:spChg chg="mod">
          <ac:chgData name="Freda Shi" userId="e3bafef1-15f2-4eeb-acbe-fa674bab7991" providerId="ADAL" clId="{9555FC65-5A8C-4EE8-9D5B-8283D7A0923C}" dt="2026-02-11T05:41:30.544" v="66706" actId="108"/>
          <ac:spMkLst>
            <pc:docMk/>
            <pc:sldMk cId="2219055057" sldId="271"/>
            <ac:spMk id="226" creationId="{52CCE7E1-4E1F-FC4F-84E3-5A7236FEF742}"/>
          </ac:spMkLst>
        </pc:spChg>
        <pc:spChg chg="mod">
          <ac:chgData name="Freda Shi" userId="e3bafef1-15f2-4eeb-acbe-fa674bab7991" providerId="ADAL" clId="{9555FC65-5A8C-4EE8-9D5B-8283D7A0923C}" dt="2026-02-11T05:41:30.545" v="66707" actId="108"/>
          <ac:spMkLst>
            <pc:docMk/>
            <pc:sldMk cId="2219055057" sldId="271"/>
            <ac:spMk id="227" creationId="{15D68A16-E8AB-F9D2-057A-40C3F8108A77}"/>
          </ac:spMkLst>
        </pc:spChg>
        <pc:spChg chg="mod">
          <ac:chgData name="Freda Shi" userId="e3bafef1-15f2-4eeb-acbe-fa674bab7991" providerId="ADAL" clId="{9555FC65-5A8C-4EE8-9D5B-8283D7A0923C}" dt="2026-02-11T05:41:30.545" v="66708" actId="108"/>
          <ac:spMkLst>
            <pc:docMk/>
            <pc:sldMk cId="2219055057" sldId="271"/>
            <ac:spMk id="228" creationId="{6ECC68A8-F7DB-3EBC-55BC-EDF0EFD85AC8}"/>
          </ac:spMkLst>
        </pc:spChg>
        <pc:spChg chg="mod">
          <ac:chgData name="Freda Shi" userId="e3bafef1-15f2-4eeb-acbe-fa674bab7991" providerId="ADAL" clId="{9555FC65-5A8C-4EE8-9D5B-8283D7A0923C}" dt="2026-02-11T05:41:30.546" v="66709" actId="108"/>
          <ac:spMkLst>
            <pc:docMk/>
            <pc:sldMk cId="2219055057" sldId="271"/>
            <ac:spMk id="229" creationId="{9AB78182-5B77-4C5C-EA64-F8D0464F830B}"/>
          </ac:spMkLst>
        </pc:spChg>
        <pc:spChg chg="mod">
          <ac:chgData name="Freda Shi" userId="e3bafef1-15f2-4eeb-acbe-fa674bab7991" providerId="ADAL" clId="{9555FC65-5A8C-4EE8-9D5B-8283D7A0923C}" dt="2026-02-11T05:41:30.546" v="66710" actId="108"/>
          <ac:spMkLst>
            <pc:docMk/>
            <pc:sldMk cId="2219055057" sldId="271"/>
            <ac:spMk id="230" creationId="{099F6932-3A94-0FFA-4A9E-13417EBC8DB7}"/>
          </ac:spMkLst>
        </pc:spChg>
        <pc:spChg chg="mod">
          <ac:chgData name="Freda Shi" userId="e3bafef1-15f2-4eeb-acbe-fa674bab7991" providerId="ADAL" clId="{9555FC65-5A8C-4EE8-9D5B-8283D7A0923C}" dt="2026-02-11T05:41:30.547" v="66711" actId="108"/>
          <ac:spMkLst>
            <pc:docMk/>
            <pc:sldMk cId="2219055057" sldId="271"/>
            <ac:spMk id="231" creationId="{85FDBEC3-43FC-00E1-0EDC-856E3E6C8101}"/>
          </ac:spMkLst>
        </pc:spChg>
        <pc:spChg chg="mod">
          <ac:chgData name="Freda Shi" userId="e3bafef1-15f2-4eeb-acbe-fa674bab7991" providerId="ADAL" clId="{9555FC65-5A8C-4EE8-9D5B-8283D7A0923C}" dt="2026-02-11T05:41:30.548" v="66712" actId="108"/>
          <ac:spMkLst>
            <pc:docMk/>
            <pc:sldMk cId="2219055057" sldId="271"/>
            <ac:spMk id="232" creationId="{FCC85517-65B3-E63C-7C4C-A269647BB241}"/>
          </ac:spMkLst>
        </pc:spChg>
        <pc:spChg chg="mod">
          <ac:chgData name="Freda Shi" userId="e3bafef1-15f2-4eeb-acbe-fa674bab7991" providerId="ADAL" clId="{9555FC65-5A8C-4EE8-9D5B-8283D7A0923C}" dt="2026-02-11T05:41:30.548" v="66713" actId="108"/>
          <ac:spMkLst>
            <pc:docMk/>
            <pc:sldMk cId="2219055057" sldId="271"/>
            <ac:spMk id="234" creationId="{027CD40B-2BD6-1139-DBA9-77CD367B4D3B}"/>
          </ac:spMkLst>
        </pc:spChg>
        <pc:spChg chg="mod">
          <ac:chgData name="Freda Shi" userId="e3bafef1-15f2-4eeb-acbe-fa674bab7991" providerId="ADAL" clId="{9555FC65-5A8C-4EE8-9D5B-8283D7A0923C}" dt="2026-02-11T05:41:30.549" v="66714" actId="108"/>
          <ac:spMkLst>
            <pc:docMk/>
            <pc:sldMk cId="2219055057" sldId="271"/>
            <ac:spMk id="235" creationId="{8CD024EE-A654-BC60-032E-852819C01F24}"/>
          </ac:spMkLst>
        </pc:spChg>
        <pc:spChg chg="mod">
          <ac:chgData name="Freda Shi" userId="e3bafef1-15f2-4eeb-acbe-fa674bab7991" providerId="ADAL" clId="{9555FC65-5A8C-4EE8-9D5B-8283D7A0923C}" dt="2026-02-11T05:41:30.549" v="66715" actId="108"/>
          <ac:spMkLst>
            <pc:docMk/>
            <pc:sldMk cId="2219055057" sldId="271"/>
            <ac:spMk id="236" creationId="{DC7E318B-35A3-DC44-7ED5-0F56FA03C49E}"/>
          </ac:spMkLst>
        </pc:spChg>
        <pc:spChg chg="mod">
          <ac:chgData name="Freda Shi" userId="e3bafef1-15f2-4eeb-acbe-fa674bab7991" providerId="ADAL" clId="{9555FC65-5A8C-4EE8-9D5B-8283D7A0923C}" dt="2026-02-11T05:41:30.550" v="66716" actId="108"/>
          <ac:spMkLst>
            <pc:docMk/>
            <pc:sldMk cId="2219055057" sldId="271"/>
            <ac:spMk id="237" creationId="{AE35505E-E64B-76A7-8B0A-4A08ACE5A94F}"/>
          </ac:spMkLst>
        </pc:spChg>
        <pc:spChg chg="mod">
          <ac:chgData name="Freda Shi" userId="e3bafef1-15f2-4eeb-acbe-fa674bab7991" providerId="ADAL" clId="{9555FC65-5A8C-4EE8-9D5B-8283D7A0923C}" dt="2026-02-11T05:41:30.550" v="66717" actId="108"/>
          <ac:spMkLst>
            <pc:docMk/>
            <pc:sldMk cId="2219055057" sldId="271"/>
            <ac:spMk id="239" creationId="{00CF8F9F-CA7A-61AB-6084-86DA767288A1}"/>
          </ac:spMkLst>
        </pc:spChg>
        <pc:spChg chg="mod">
          <ac:chgData name="Freda Shi" userId="e3bafef1-15f2-4eeb-acbe-fa674bab7991" providerId="ADAL" clId="{9555FC65-5A8C-4EE8-9D5B-8283D7A0923C}" dt="2026-02-11T05:41:30.551" v="66718" actId="108"/>
          <ac:spMkLst>
            <pc:docMk/>
            <pc:sldMk cId="2219055057" sldId="271"/>
            <ac:spMk id="240" creationId="{E9DB6470-F355-474B-313B-2ADD0F70C776}"/>
          </ac:spMkLst>
        </pc:spChg>
        <pc:spChg chg="mod">
          <ac:chgData name="Freda Shi" userId="e3bafef1-15f2-4eeb-acbe-fa674bab7991" providerId="ADAL" clId="{9555FC65-5A8C-4EE8-9D5B-8283D7A0923C}" dt="2026-02-11T05:41:30.551" v="66719" actId="108"/>
          <ac:spMkLst>
            <pc:docMk/>
            <pc:sldMk cId="2219055057" sldId="271"/>
            <ac:spMk id="241" creationId="{70236B93-0942-167A-FD74-83C9B09C44C1}"/>
          </ac:spMkLst>
        </pc:spChg>
        <pc:spChg chg="mod">
          <ac:chgData name="Freda Shi" userId="e3bafef1-15f2-4eeb-acbe-fa674bab7991" providerId="ADAL" clId="{9555FC65-5A8C-4EE8-9D5B-8283D7A0923C}" dt="2026-02-11T05:41:30.552" v="66720" actId="108"/>
          <ac:spMkLst>
            <pc:docMk/>
            <pc:sldMk cId="2219055057" sldId="271"/>
            <ac:spMk id="242" creationId="{7FD83223-E988-B9F9-EAB7-95D81477774A}"/>
          </ac:spMkLst>
        </pc:spChg>
        <pc:spChg chg="mod">
          <ac:chgData name="Freda Shi" userId="e3bafef1-15f2-4eeb-acbe-fa674bab7991" providerId="ADAL" clId="{9555FC65-5A8C-4EE8-9D5B-8283D7A0923C}" dt="2026-02-11T05:41:30.552" v="66721" actId="108"/>
          <ac:spMkLst>
            <pc:docMk/>
            <pc:sldMk cId="2219055057" sldId="271"/>
            <ac:spMk id="243" creationId="{E1457F44-66F5-3472-C063-4246C92CCE68}"/>
          </ac:spMkLst>
        </pc:spChg>
        <pc:spChg chg="del topLvl">
          <ac:chgData name="Freda Shi" userId="e3bafef1-15f2-4eeb-acbe-fa674bab7991" providerId="ADAL" clId="{9555FC65-5A8C-4EE8-9D5B-8283D7A0923C}" dt="2026-02-11T05:42:15.358" v="66946" actId="478"/>
          <ac:spMkLst>
            <pc:docMk/>
            <pc:sldMk cId="2219055057" sldId="271"/>
            <ac:spMk id="350" creationId="{2A858AD1-F17A-67FC-43C2-D71AB7F92F62}"/>
          </ac:spMkLst>
        </pc:spChg>
        <pc:spChg chg="del topLvl">
          <ac:chgData name="Freda Shi" userId="e3bafef1-15f2-4eeb-acbe-fa674bab7991" providerId="ADAL" clId="{9555FC65-5A8C-4EE8-9D5B-8283D7A0923C}" dt="2026-02-11T05:42:15.307" v="66844" actId="478"/>
          <ac:spMkLst>
            <pc:docMk/>
            <pc:sldMk cId="2219055057" sldId="271"/>
            <ac:spMk id="351" creationId="{FBBDC9FE-54F5-A388-81BE-431A00D37766}"/>
          </ac:spMkLst>
        </pc:spChg>
        <pc:spChg chg="del">
          <ac:chgData name="Freda Shi" userId="e3bafef1-15f2-4eeb-acbe-fa674bab7991" providerId="ADAL" clId="{9555FC65-5A8C-4EE8-9D5B-8283D7A0923C}" dt="2026-02-11T05:42:15.306" v="66843" actId="478"/>
          <ac:spMkLst>
            <pc:docMk/>
            <pc:sldMk cId="2219055057" sldId="271"/>
            <ac:spMk id="352" creationId="{9604C0BF-D621-8ADE-5F0C-A901CA6EC383}"/>
          </ac:spMkLst>
        </pc:spChg>
        <pc:spChg chg="del">
          <ac:chgData name="Freda Shi" userId="e3bafef1-15f2-4eeb-acbe-fa674bab7991" providerId="ADAL" clId="{9555FC65-5A8C-4EE8-9D5B-8283D7A0923C}" dt="2026-02-11T05:42:15.306" v="66842" actId="478"/>
          <ac:spMkLst>
            <pc:docMk/>
            <pc:sldMk cId="2219055057" sldId="271"/>
            <ac:spMk id="353" creationId="{497C4DB5-ED7F-0CC8-4ABA-D538ADF13361}"/>
          </ac:spMkLst>
        </pc:spChg>
        <pc:spChg chg="del">
          <ac:chgData name="Freda Shi" userId="e3bafef1-15f2-4eeb-acbe-fa674bab7991" providerId="ADAL" clId="{9555FC65-5A8C-4EE8-9D5B-8283D7A0923C}" dt="2026-02-11T05:42:15.305" v="66841" actId="478"/>
          <ac:spMkLst>
            <pc:docMk/>
            <pc:sldMk cId="2219055057" sldId="271"/>
            <ac:spMk id="354" creationId="{511C2C3D-0DED-F69C-4C48-FB2A5C2BD4E3}"/>
          </ac:spMkLst>
        </pc:spChg>
        <pc:spChg chg="del">
          <ac:chgData name="Freda Shi" userId="e3bafef1-15f2-4eeb-acbe-fa674bab7991" providerId="ADAL" clId="{9555FC65-5A8C-4EE8-9D5B-8283D7A0923C}" dt="2026-02-11T05:42:15.304" v="66840" actId="478"/>
          <ac:spMkLst>
            <pc:docMk/>
            <pc:sldMk cId="2219055057" sldId="271"/>
            <ac:spMk id="355" creationId="{B3C12A44-E500-1FB5-4F2D-E845FA4A014A}"/>
          </ac:spMkLst>
        </pc:spChg>
        <pc:spChg chg="del">
          <ac:chgData name="Freda Shi" userId="e3bafef1-15f2-4eeb-acbe-fa674bab7991" providerId="ADAL" clId="{9555FC65-5A8C-4EE8-9D5B-8283D7A0923C}" dt="2026-02-11T05:42:15.304" v="66839" actId="478"/>
          <ac:spMkLst>
            <pc:docMk/>
            <pc:sldMk cId="2219055057" sldId="271"/>
            <ac:spMk id="356" creationId="{D97937BF-246F-B9D3-5BCE-5718035D7419}"/>
          </ac:spMkLst>
        </pc:spChg>
        <pc:spChg chg="del">
          <ac:chgData name="Freda Shi" userId="e3bafef1-15f2-4eeb-acbe-fa674bab7991" providerId="ADAL" clId="{9555FC65-5A8C-4EE8-9D5B-8283D7A0923C}" dt="2026-02-11T05:42:15.303" v="66838" actId="478"/>
          <ac:spMkLst>
            <pc:docMk/>
            <pc:sldMk cId="2219055057" sldId="271"/>
            <ac:spMk id="357" creationId="{62C0F0A8-DCF2-E713-F89A-658B82DBA00D}"/>
          </ac:spMkLst>
        </pc:spChg>
        <pc:spChg chg="del">
          <ac:chgData name="Freda Shi" userId="e3bafef1-15f2-4eeb-acbe-fa674bab7991" providerId="ADAL" clId="{9555FC65-5A8C-4EE8-9D5B-8283D7A0923C}" dt="2026-02-11T05:42:15.302" v="66837" actId="478"/>
          <ac:spMkLst>
            <pc:docMk/>
            <pc:sldMk cId="2219055057" sldId="271"/>
            <ac:spMk id="358" creationId="{02F11B1A-6D1D-F889-0A50-937EFE2F4075}"/>
          </ac:spMkLst>
        </pc:spChg>
        <pc:spChg chg="del">
          <ac:chgData name="Freda Shi" userId="e3bafef1-15f2-4eeb-acbe-fa674bab7991" providerId="ADAL" clId="{9555FC65-5A8C-4EE8-9D5B-8283D7A0923C}" dt="2026-02-11T05:42:15.302" v="66836" actId="478"/>
          <ac:spMkLst>
            <pc:docMk/>
            <pc:sldMk cId="2219055057" sldId="271"/>
            <ac:spMk id="359" creationId="{55429136-BA77-E426-56A9-C34342D0EB06}"/>
          </ac:spMkLst>
        </pc:spChg>
        <pc:spChg chg="del">
          <ac:chgData name="Freda Shi" userId="e3bafef1-15f2-4eeb-acbe-fa674bab7991" providerId="ADAL" clId="{9555FC65-5A8C-4EE8-9D5B-8283D7A0923C}" dt="2026-02-11T05:42:15.301" v="66835" actId="478"/>
          <ac:spMkLst>
            <pc:docMk/>
            <pc:sldMk cId="2219055057" sldId="271"/>
            <ac:spMk id="360" creationId="{15F436FD-0ADD-9F84-E344-4F9EEDDA9C67}"/>
          </ac:spMkLst>
        </pc:spChg>
        <pc:spChg chg="del">
          <ac:chgData name="Freda Shi" userId="e3bafef1-15f2-4eeb-acbe-fa674bab7991" providerId="ADAL" clId="{9555FC65-5A8C-4EE8-9D5B-8283D7A0923C}" dt="2026-02-11T05:42:15.300" v="66834" actId="478"/>
          <ac:spMkLst>
            <pc:docMk/>
            <pc:sldMk cId="2219055057" sldId="271"/>
            <ac:spMk id="361" creationId="{957E7FBE-AF8D-AE64-11A2-6468D0AE6F72}"/>
          </ac:spMkLst>
        </pc:spChg>
        <pc:spChg chg="del">
          <ac:chgData name="Freda Shi" userId="e3bafef1-15f2-4eeb-acbe-fa674bab7991" providerId="ADAL" clId="{9555FC65-5A8C-4EE8-9D5B-8283D7A0923C}" dt="2026-02-11T05:42:15.300" v="66833" actId="478"/>
          <ac:spMkLst>
            <pc:docMk/>
            <pc:sldMk cId="2219055057" sldId="271"/>
            <ac:spMk id="363" creationId="{42DB5474-5F6D-1DD6-CF5B-7F949CE46476}"/>
          </ac:spMkLst>
        </pc:spChg>
        <pc:spChg chg="del">
          <ac:chgData name="Freda Shi" userId="e3bafef1-15f2-4eeb-acbe-fa674bab7991" providerId="ADAL" clId="{9555FC65-5A8C-4EE8-9D5B-8283D7A0923C}" dt="2026-02-11T05:42:15.299" v="66832" actId="478"/>
          <ac:spMkLst>
            <pc:docMk/>
            <pc:sldMk cId="2219055057" sldId="271"/>
            <ac:spMk id="364" creationId="{FF4BD312-CC24-9B14-CA9D-2EE6DEA3D37D}"/>
          </ac:spMkLst>
        </pc:spChg>
        <pc:spChg chg="del">
          <ac:chgData name="Freda Shi" userId="e3bafef1-15f2-4eeb-acbe-fa674bab7991" providerId="ADAL" clId="{9555FC65-5A8C-4EE8-9D5B-8283D7A0923C}" dt="2026-02-11T05:42:15.297" v="66831" actId="478"/>
          <ac:spMkLst>
            <pc:docMk/>
            <pc:sldMk cId="2219055057" sldId="271"/>
            <ac:spMk id="365" creationId="{9DF77925-0E0C-7A49-D777-232B8B3343B8}"/>
          </ac:spMkLst>
        </pc:spChg>
        <pc:spChg chg="del">
          <ac:chgData name="Freda Shi" userId="e3bafef1-15f2-4eeb-acbe-fa674bab7991" providerId="ADAL" clId="{9555FC65-5A8C-4EE8-9D5B-8283D7A0923C}" dt="2026-02-11T05:42:15.297" v="66830" actId="478"/>
          <ac:spMkLst>
            <pc:docMk/>
            <pc:sldMk cId="2219055057" sldId="271"/>
            <ac:spMk id="367" creationId="{C063E49B-A503-0A98-06EB-796F12066C8F}"/>
          </ac:spMkLst>
        </pc:spChg>
        <pc:spChg chg="del">
          <ac:chgData name="Freda Shi" userId="e3bafef1-15f2-4eeb-acbe-fa674bab7991" providerId="ADAL" clId="{9555FC65-5A8C-4EE8-9D5B-8283D7A0923C}" dt="2026-02-11T05:42:15.296" v="66829" actId="478"/>
          <ac:spMkLst>
            <pc:docMk/>
            <pc:sldMk cId="2219055057" sldId="271"/>
            <ac:spMk id="368" creationId="{CC217B91-09AE-78D7-DBED-A056F41A60BC}"/>
          </ac:spMkLst>
        </pc:spChg>
        <pc:spChg chg="del">
          <ac:chgData name="Freda Shi" userId="e3bafef1-15f2-4eeb-acbe-fa674bab7991" providerId="ADAL" clId="{9555FC65-5A8C-4EE8-9D5B-8283D7A0923C}" dt="2026-02-11T05:42:15.295" v="66828" actId="478"/>
          <ac:spMkLst>
            <pc:docMk/>
            <pc:sldMk cId="2219055057" sldId="271"/>
            <ac:spMk id="369" creationId="{05444547-4996-FEDC-03BB-105D39BEBDA7}"/>
          </ac:spMkLst>
        </pc:spChg>
        <pc:spChg chg="del">
          <ac:chgData name="Freda Shi" userId="e3bafef1-15f2-4eeb-acbe-fa674bab7991" providerId="ADAL" clId="{9555FC65-5A8C-4EE8-9D5B-8283D7A0923C}" dt="2026-02-11T05:42:15.295" v="66827" actId="478"/>
          <ac:spMkLst>
            <pc:docMk/>
            <pc:sldMk cId="2219055057" sldId="271"/>
            <ac:spMk id="371" creationId="{0C88CFE9-A890-8C8B-3E30-948FE078CD70}"/>
          </ac:spMkLst>
        </pc:spChg>
        <pc:spChg chg="del">
          <ac:chgData name="Freda Shi" userId="e3bafef1-15f2-4eeb-acbe-fa674bab7991" providerId="ADAL" clId="{9555FC65-5A8C-4EE8-9D5B-8283D7A0923C}" dt="2026-02-11T05:42:15.294" v="66826" actId="478"/>
          <ac:spMkLst>
            <pc:docMk/>
            <pc:sldMk cId="2219055057" sldId="271"/>
            <ac:spMk id="372" creationId="{69FEF305-FE31-9171-FD3E-84BC0006C718}"/>
          </ac:spMkLst>
        </pc:spChg>
        <pc:spChg chg="del">
          <ac:chgData name="Freda Shi" userId="e3bafef1-15f2-4eeb-acbe-fa674bab7991" providerId="ADAL" clId="{9555FC65-5A8C-4EE8-9D5B-8283D7A0923C}" dt="2026-02-11T05:42:15.293" v="66825" actId="478"/>
          <ac:spMkLst>
            <pc:docMk/>
            <pc:sldMk cId="2219055057" sldId="271"/>
            <ac:spMk id="373" creationId="{7CA61665-6657-171E-41DE-B63C3FDDA43D}"/>
          </ac:spMkLst>
        </pc:spChg>
        <pc:spChg chg="del">
          <ac:chgData name="Freda Shi" userId="e3bafef1-15f2-4eeb-acbe-fa674bab7991" providerId="ADAL" clId="{9555FC65-5A8C-4EE8-9D5B-8283D7A0923C}" dt="2026-02-11T05:42:15.292" v="66824" actId="478"/>
          <ac:spMkLst>
            <pc:docMk/>
            <pc:sldMk cId="2219055057" sldId="271"/>
            <ac:spMk id="374" creationId="{6D56409E-C978-0E44-8EA7-ED8C7684938C}"/>
          </ac:spMkLst>
        </pc:spChg>
        <pc:spChg chg="del">
          <ac:chgData name="Freda Shi" userId="e3bafef1-15f2-4eeb-acbe-fa674bab7991" providerId="ADAL" clId="{9555FC65-5A8C-4EE8-9D5B-8283D7A0923C}" dt="2026-02-11T05:42:15.292" v="66823" actId="478"/>
          <ac:spMkLst>
            <pc:docMk/>
            <pc:sldMk cId="2219055057" sldId="271"/>
            <ac:spMk id="375" creationId="{493AFA46-8772-59D0-99D7-4B7CF3D09448}"/>
          </ac:spMkLst>
        </pc:spChg>
        <pc:spChg chg="del">
          <ac:chgData name="Freda Shi" userId="e3bafef1-15f2-4eeb-acbe-fa674bab7991" providerId="ADAL" clId="{9555FC65-5A8C-4EE8-9D5B-8283D7A0923C}" dt="2026-02-11T05:42:15.291" v="66822" actId="478"/>
          <ac:spMkLst>
            <pc:docMk/>
            <pc:sldMk cId="2219055057" sldId="271"/>
            <ac:spMk id="376" creationId="{B7B46ED0-16B9-41EA-701C-E2199AB6D786}"/>
          </ac:spMkLst>
        </pc:spChg>
        <pc:spChg chg="del">
          <ac:chgData name="Freda Shi" userId="e3bafef1-15f2-4eeb-acbe-fa674bab7991" providerId="ADAL" clId="{9555FC65-5A8C-4EE8-9D5B-8283D7A0923C}" dt="2026-02-11T05:42:15.290" v="66821" actId="478"/>
          <ac:spMkLst>
            <pc:docMk/>
            <pc:sldMk cId="2219055057" sldId="271"/>
            <ac:spMk id="377" creationId="{EF3C6C6C-992A-165E-9625-827BDA99D60A}"/>
          </ac:spMkLst>
        </pc:spChg>
        <pc:spChg chg="del">
          <ac:chgData name="Freda Shi" userId="e3bafef1-15f2-4eeb-acbe-fa674bab7991" providerId="ADAL" clId="{9555FC65-5A8C-4EE8-9D5B-8283D7A0923C}" dt="2026-02-11T05:42:15.289" v="66820" actId="478"/>
          <ac:spMkLst>
            <pc:docMk/>
            <pc:sldMk cId="2219055057" sldId="271"/>
            <ac:spMk id="378" creationId="{F2821F11-EB7F-91F0-D8B2-8B34593D11F8}"/>
          </ac:spMkLst>
        </pc:spChg>
        <pc:spChg chg="del">
          <ac:chgData name="Freda Shi" userId="e3bafef1-15f2-4eeb-acbe-fa674bab7991" providerId="ADAL" clId="{9555FC65-5A8C-4EE8-9D5B-8283D7A0923C}" dt="2026-02-11T05:42:15.289" v="66819" actId="478"/>
          <ac:spMkLst>
            <pc:docMk/>
            <pc:sldMk cId="2219055057" sldId="271"/>
            <ac:spMk id="379" creationId="{1D9D8F3C-A5FE-C279-A88C-E205E1CB8373}"/>
          </ac:spMkLst>
        </pc:spChg>
        <pc:spChg chg="del">
          <ac:chgData name="Freda Shi" userId="e3bafef1-15f2-4eeb-acbe-fa674bab7991" providerId="ADAL" clId="{9555FC65-5A8C-4EE8-9D5B-8283D7A0923C}" dt="2026-02-11T05:42:15.288" v="66818" actId="478"/>
          <ac:spMkLst>
            <pc:docMk/>
            <pc:sldMk cId="2219055057" sldId="271"/>
            <ac:spMk id="380" creationId="{A3730595-E00C-ECD3-B156-7116435FA84A}"/>
          </ac:spMkLst>
        </pc:spChg>
        <pc:spChg chg="del">
          <ac:chgData name="Freda Shi" userId="e3bafef1-15f2-4eeb-acbe-fa674bab7991" providerId="ADAL" clId="{9555FC65-5A8C-4EE8-9D5B-8283D7A0923C}" dt="2026-02-11T05:42:15.287" v="66817" actId="478"/>
          <ac:spMkLst>
            <pc:docMk/>
            <pc:sldMk cId="2219055057" sldId="271"/>
            <ac:spMk id="381" creationId="{DC55BFE7-4E3A-6ADF-7C31-8C8E7F823231}"/>
          </ac:spMkLst>
        </pc:spChg>
        <pc:spChg chg="del">
          <ac:chgData name="Freda Shi" userId="e3bafef1-15f2-4eeb-acbe-fa674bab7991" providerId="ADAL" clId="{9555FC65-5A8C-4EE8-9D5B-8283D7A0923C}" dt="2026-02-11T05:42:15.286" v="66816" actId="478"/>
          <ac:spMkLst>
            <pc:docMk/>
            <pc:sldMk cId="2219055057" sldId="271"/>
            <ac:spMk id="382" creationId="{E9A56ABD-58E9-AF26-6A07-BC4579C35B01}"/>
          </ac:spMkLst>
        </pc:spChg>
        <pc:spChg chg="del">
          <ac:chgData name="Freda Shi" userId="e3bafef1-15f2-4eeb-acbe-fa674bab7991" providerId="ADAL" clId="{9555FC65-5A8C-4EE8-9D5B-8283D7A0923C}" dt="2026-02-11T05:42:15.286" v="66815" actId="478"/>
          <ac:spMkLst>
            <pc:docMk/>
            <pc:sldMk cId="2219055057" sldId="271"/>
            <ac:spMk id="383" creationId="{BFB923CD-1C60-AE1B-C876-9C271E88FD6B}"/>
          </ac:spMkLst>
        </pc:spChg>
        <pc:spChg chg="del">
          <ac:chgData name="Freda Shi" userId="e3bafef1-15f2-4eeb-acbe-fa674bab7991" providerId="ADAL" clId="{9555FC65-5A8C-4EE8-9D5B-8283D7A0923C}" dt="2026-02-11T05:42:15.285" v="66814" actId="478"/>
          <ac:spMkLst>
            <pc:docMk/>
            <pc:sldMk cId="2219055057" sldId="271"/>
            <ac:spMk id="384" creationId="{3D19E393-FB95-253A-6AF0-2AF69EFB842D}"/>
          </ac:spMkLst>
        </pc:spChg>
        <pc:spChg chg="del">
          <ac:chgData name="Freda Shi" userId="e3bafef1-15f2-4eeb-acbe-fa674bab7991" providerId="ADAL" clId="{9555FC65-5A8C-4EE8-9D5B-8283D7A0923C}" dt="2026-02-11T05:42:15.284" v="66813" actId="478"/>
          <ac:spMkLst>
            <pc:docMk/>
            <pc:sldMk cId="2219055057" sldId="271"/>
            <ac:spMk id="385" creationId="{35AC5799-4582-1565-A886-7FB48D72891D}"/>
          </ac:spMkLst>
        </pc:spChg>
        <pc:spChg chg="del">
          <ac:chgData name="Freda Shi" userId="e3bafef1-15f2-4eeb-acbe-fa674bab7991" providerId="ADAL" clId="{9555FC65-5A8C-4EE8-9D5B-8283D7A0923C}" dt="2026-02-11T05:42:15.283" v="66812" actId="478"/>
          <ac:spMkLst>
            <pc:docMk/>
            <pc:sldMk cId="2219055057" sldId="271"/>
            <ac:spMk id="387" creationId="{54873C87-2177-E676-F72A-9EF7EF25B18A}"/>
          </ac:spMkLst>
        </pc:spChg>
        <pc:spChg chg="del">
          <ac:chgData name="Freda Shi" userId="e3bafef1-15f2-4eeb-acbe-fa674bab7991" providerId="ADAL" clId="{9555FC65-5A8C-4EE8-9D5B-8283D7A0923C}" dt="2026-02-11T05:42:15.282" v="66811" actId="478"/>
          <ac:spMkLst>
            <pc:docMk/>
            <pc:sldMk cId="2219055057" sldId="271"/>
            <ac:spMk id="388" creationId="{5A283BCE-D026-5D32-FA2A-9A6A1755A667}"/>
          </ac:spMkLst>
        </pc:spChg>
        <pc:spChg chg="del">
          <ac:chgData name="Freda Shi" userId="e3bafef1-15f2-4eeb-acbe-fa674bab7991" providerId="ADAL" clId="{9555FC65-5A8C-4EE8-9D5B-8283D7A0923C}" dt="2026-02-11T05:42:15.281" v="66810" actId="478"/>
          <ac:spMkLst>
            <pc:docMk/>
            <pc:sldMk cId="2219055057" sldId="271"/>
            <ac:spMk id="389" creationId="{16533737-1549-35C9-C7C7-354F369315C9}"/>
          </ac:spMkLst>
        </pc:spChg>
        <pc:spChg chg="del">
          <ac:chgData name="Freda Shi" userId="e3bafef1-15f2-4eeb-acbe-fa674bab7991" providerId="ADAL" clId="{9555FC65-5A8C-4EE8-9D5B-8283D7A0923C}" dt="2026-02-11T05:42:15.281" v="66809" actId="478"/>
          <ac:spMkLst>
            <pc:docMk/>
            <pc:sldMk cId="2219055057" sldId="271"/>
            <ac:spMk id="390" creationId="{B940CC5F-5333-C9CC-0C1A-C08013F2E258}"/>
          </ac:spMkLst>
        </pc:spChg>
        <pc:spChg chg="del">
          <ac:chgData name="Freda Shi" userId="e3bafef1-15f2-4eeb-acbe-fa674bab7991" providerId="ADAL" clId="{9555FC65-5A8C-4EE8-9D5B-8283D7A0923C}" dt="2026-02-11T05:42:15.280" v="66808" actId="478"/>
          <ac:spMkLst>
            <pc:docMk/>
            <pc:sldMk cId="2219055057" sldId="271"/>
            <ac:spMk id="392" creationId="{0311AB8B-DA53-4803-5B33-C03A86E637BA}"/>
          </ac:spMkLst>
        </pc:spChg>
        <pc:spChg chg="del">
          <ac:chgData name="Freda Shi" userId="e3bafef1-15f2-4eeb-acbe-fa674bab7991" providerId="ADAL" clId="{9555FC65-5A8C-4EE8-9D5B-8283D7A0923C}" dt="2026-02-11T05:42:15.279" v="66807" actId="478"/>
          <ac:spMkLst>
            <pc:docMk/>
            <pc:sldMk cId="2219055057" sldId="271"/>
            <ac:spMk id="393" creationId="{9DBA2A48-2952-E151-D718-D20FF3655C63}"/>
          </ac:spMkLst>
        </pc:spChg>
        <pc:spChg chg="del">
          <ac:chgData name="Freda Shi" userId="e3bafef1-15f2-4eeb-acbe-fa674bab7991" providerId="ADAL" clId="{9555FC65-5A8C-4EE8-9D5B-8283D7A0923C}" dt="2026-02-11T05:42:15.278" v="66806" actId="478"/>
          <ac:spMkLst>
            <pc:docMk/>
            <pc:sldMk cId="2219055057" sldId="271"/>
            <ac:spMk id="394" creationId="{97AA146D-C423-54CE-924F-B93DEDB64BAD}"/>
          </ac:spMkLst>
        </pc:spChg>
        <pc:spChg chg="del">
          <ac:chgData name="Freda Shi" userId="e3bafef1-15f2-4eeb-acbe-fa674bab7991" providerId="ADAL" clId="{9555FC65-5A8C-4EE8-9D5B-8283D7A0923C}" dt="2026-02-11T05:42:15.278" v="66805" actId="478"/>
          <ac:spMkLst>
            <pc:docMk/>
            <pc:sldMk cId="2219055057" sldId="271"/>
            <ac:spMk id="395" creationId="{8801240B-1056-5AA3-31FB-F4AEED4C9E8A}"/>
          </ac:spMkLst>
        </pc:spChg>
        <pc:spChg chg="del">
          <ac:chgData name="Freda Shi" userId="e3bafef1-15f2-4eeb-acbe-fa674bab7991" providerId="ADAL" clId="{9555FC65-5A8C-4EE8-9D5B-8283D7A0923C}" dt="2026-02-11T05:42:15.277" v="66804" actId="478"/>
          <ac:spMkLst>
            <pc:docMk/>
            <pc:sldMk cId="2219055057" sldId="271"/>
            <ac:spMk id="396" creationId="{A222871E-ED39-3A5E-2F2D-59A64A8AB301}"/>
          </ac:spMkLst>
        </pc:spChg>
        <pc:spChg chg="del">
          <ac:chgData name="Freda Shi" userId="e3bafef1-15f2-4eeb-acbe-fa674bab7991" providerId="ADAL" clId="{9555FC65-5A8C-4EE8-9D5B-8283D7A0923C}" dt="2026-02-11T05:42:15.276" v="66803" actId="478"/>
          <ac:spMkLst>
            <pc:docMk/>
            <pc:sldMk cId="2219055057" sldId="271"/>
            <ac:spMk id="397" creationId="{8F2BAB7E-5201-40E7-F8C1-55D77A746671}"/>
          </ac:spMkLst>
        </pc:spChg>
        <pc:spChg chg="del">
          <ac:chgData name="Freda Shi" userId="e3bafef1-15f2-4eeb-acbe-fa674bab7991" providerId="ADAL" clId="{9555FC65-5A8C-4EE8-9D5B-8283D7A0923C}" dt="2026-02-11T05:42:15.275" v="66802" actId="478"/>
          <ac:spMkLst>
            <pc:docMk/>
            <pc:sldMk cId="2219055057" sldId="271"/>
            <ac:spMk id="398" creationId="{ED03D066-4182-4ED6-42C1-C83BF3BA6C1A}"/>
          </ac:spMkLst>
        </pc:spChg>
        <pc:spChg chg="del">
          <ac:chgData name="Freda Shi" userId="e3bafef1-15f2-4eeb-acbe-fa674bab7991" providerId="ADAL" clId="{9555FC65-5A8C-4EE8-9D5B-8283D7A0923C}" dt="2026-02-11T05:42:15.274" v="66801" actId="478"/>
          <ac:spMkLst>
            <pc:docMk/>
            <pc:sldMk cId="2219055057" sldId="271"/>
            <ac:spMk id="399" creationId="{4012B748-234D-BEE0-C574-6BAB7657360E}"/>
          </ac:spMkLst>
        </pc:spChg>
        <pc:spChg chg="del">
          <ac:chgData name="Freda Shi" userId="e3bafef1-15f2-4eeb-acbe-fa674bab7991" providerId="ADAL" clId="{9555FC65-5A8C-4EE8-9D5B-8283D7A0923C}" dt="2026-02-11T05:42:15.273" v="66800" actId="478"/>
          <ac:spMkLst>
            <pc:docMk/>
            <pc:sldMk cId="2219055057" sldId="271"/>
            <ac:spMk id="400" creationId="{DCF480CC-EB33-D09C-B87D-460C348467AF}"/>
          </ac:spMkLst>
        </pc:spChg>
        <pc:spChg chg="del">
          <ac:chgData name="Freda Shi" userId="e3bafef1-15f2-4eeb-acbe-fa674bab7991" providerId="ADAL" clId="{9555FC65-5A8C-4EE8-9D5B-8283D7A0923C}" dt="2026-02-11T05:42:15.272" v="66799" actId="478"/>
          <ac:spMkLst>
            <pc:docMk/>
            <pc:sldMk cId="2219055057" sldId="271"/>
            <ac:spMk id="402" creationId="{9F6272C0-3B30-E5BF-9642-03D717A38AC0}"/>
          </ac:spMkLst>
        </pc:spChg>
        <pc:spChg chg="del">
          <ac:chgData name="Freda Shi" userId="e3bafef1-15f2-4eeb-acbe-fa674bab7991" providerId="ADAL" clId="{9555FC65-5A8C-4EE8-9D5B-8283D7A0923C}" dt="2026-02-11T05:42:15.271" v="66798" actId="478"/>
          <ac:spMkLst>
            <pc:docMk/>
            <pc:sldMk cId="2219055057" sldId="271"/>
            <ac:spMk id="403" creationId="{926C5652-05C9-9CAE-1324-00F2FFAF9790}"/>
          </ac:spMkLst>
        </pc:spChg>
        <pc:spChg chg="del">
          <ac:chgData name="Freda Shi" userId="e3bafef1-15f2-4eeb-acbe-fa674bab7991" providerId="ADAL" clId="{9555FC65-5A8C-4EE8-9D5B-8283D7A0923C}" dt="2026-02-11T05:42:15.270" v="66797" actId="478"/>
          <ac:spMkLst>
            <pc:docMk/>
            <pc:sldMk cId="2219055057" sldId="271"/>
            <ac:spMk id="404" creationId="{F9BB7813-D258-1DCA-3C12-CAB5C8EE339A}"/>
          </ac:spMkLst>
        </pc:spChg>
        <pc:spChg chg="del">
          <ac:chgData name="Freda Shi" userId="e3bafef1-15f2-4eeb-acbe-fa674bab7991" providerId="ADAL" clId="{9555FC65-5A8C-4EE8-9D5B-8283D7A0923C}" dt="2026-02-11T05:42:15.268" v="66796" actId="478"/>
          <ac:spMkLst>
            <pc:docMk/>
            <pc:sldMk cId="2219055057" sldId="271"/>
            <ac:spMk id="405" creationId="{45FE4503-D22C-52A8-6CD7-656E032E5764}"/>
          </ac:spMkLst>
        </pc:spChg>
        <pc:spChg chg="del">
          <ac:chgData name="Freda Shi" userId="e3bafef1-15f2-4eeb-acbe-fa674bab7991" providerId="ADAL" clId="{9555FC65-5A8C-4EE8-9D5B-8283D7A0923C}" dt="2026-02-11T05:42:15.267" v="66795" actId="478"/>
          <ac:spMkLst>
            <pc:docMk/>
            <pc:sldMk cId="2219055057" sldId="271"/>
            <ac:spMk id="407" creationId="{AF3FAE4B-44B2-4A52-C50D-E8BB80995935}"/>
          </ac:spMkLst>
        </pc:spChg>
        <pc:spChg chg="del">
          <ac:chgData name="Freda Shi" userId="e3bafef1-15f2-4eeb-acbe-fa674bab7991" providerId="ADAL" clId="{9555FC65-5A8C-4EE8-9D5B-8283D7A0923C}" dt="2026-02-11T05:42:15.266" v="66794" actId="478"/>
          <ac:spMkLst>
            <pc:docMk/>
            <pc:sldMk cId="2219055057" sldId="271"/>
            <ac:spMk id="408" creationId="{5CD20E62-BBDB-70FF-0400-C585F35F5F63}"/>
          </ac:spMkLst>
        </pc:spChg>
        <pc:spChg chg="del">
          <ac:chgData name="Freda Shi" userId="e3bafef1-15f2-4eeb-acbe-fa674bab7991" providerId="ADAL" clId="{9555FC65-5A8C-4EE8-9D5B-8283D7A0923C}" dt="2026-02-11T05:42:15.265" v="66793" actId="478"/>
          <ac:spMkLst>
            <pc:docMk/>
            <pc:sldMk cId="2219055057" sldId="271"/>
            <ac:spMk id="409" creationId="{DD3EF21B-C742-156B-2840-3BC2FC54C074}"/>
          </ac:spMkLst>
        </pc:spChg>
        <pc:spChg chg="del">
          <ac:chgData name="Freda Shi" userId="e3bafef1-15f2-4eeb-acbe-fa674bab7991" providerId="ADAL" clId="{9555FC65-5A8C-4EE8-9D5B-8283D7A0923C}" dt="2026-02-11T05:42:15.265" v="66792" actId="478"/>
          <ac:spMkLst>
            <pc:docMk/>
            <pc:sldMk cId="2219055057" sldId="271"/>
            <ac:spMk id="410" creationId="{E93F71BB-BD05-A504-8896-1EDA847488A3}"/>
          </ac:spMkLst>
        </pc:spChg>
        <pc:spChg chg="del">
          <ac:chgData name="Freda Shi" userId="e3bafef1-15f2-4eeb-acbe-fa674bab7991" providerId="ADAL" clId="{9555FC65-5A8C-4EE8-9D5B-8283D7A0923C}" dt="2026-02-11T05:42:15.264" v="66791" actId="478"/>
          <ac:spMkLst>
            <pc:docMk/>
            <pc:sldMk cId="2219055057" sldId="271"/>
            <ac:spMk id="411" creationId="{5E52950E-2902-8AB1-DB6E-42AF9C23F4FC}"/>
          </ac:spMkLst>
        </pc:spChg>
        <pc:spChg chg="del">
          <ac:chgData name="Freda Shi" userId="e3bafef1-15f2-4eeb-acbe-fa674bab7991" providerId="ADAL" clId="{9555FC65-5A8C-4EE8-9D5B-8283D7A0923C}" dt="2026-02-11T05:42:15.263" v="66790" actId="478"/>
          <ac:spMkLst>
            <pc:docMk/>
            <pc:sldMk cId="2219055057" sldId="271"/>
            <ac:spMk id="412" creationId="{9F55104D-BB03-0EE4-940C-335D10536232}"/>
          </ac:spMkLst>
        </pc:spChg>
        <pc:spChg chg="del">
          <ac:chgData name="Freda Shi" userId="e3bafef1-15f2-4eeb-acbe-fa674bab7991" providerId="ADAL" clId="{9555FC65-5A8C-4EE8-9D5B-8283D7A0923C}" dt="2026-02-11T05:42:15.262" v="66789" actId="478"/>
          <ac:spMkLst>
            <pc:docMk/>
            <pc:sldMk cId="2219055057" sldId="271"/>
            <ac:spMk id="413" creationId="{8AD097A3-47EC-D873-588C-507ED26ED1DB}"/>
          </ac:spMkLst>
        </pc:spChg>
        <pc:spChg chg="del">
          <ac:chgData name="Freda Shi" userId="e3bafef1-15f2-4eeb-acbe-fa674bab7991" providerId="ADAL" clId="{9555FC65-5A8C-4EE8-9D5B-8283D7A0923C}" dt="2026-02-11T05:42:15.261" v="66788" actId="478"/>
          <ac:spMkLst>
            <pc:docMk/>
            <pc:sldMk cId="2219055057" sldId="271"/>
            <ac:spMk id="414" creationId="{5D98485E-656B-59EC-54DD-3AE61DCF388B}"/>
          </ac:spMkLst>
        </pc:spChg>
        <pc:spChg chg="del">
          <ac:chgData name="Freda Shi" userId="e3bafef1-15f2-4eeb-acbe-fa674bab7991" providerId="ADAL" clId="{9555FC65-5A8C-4EE8-9D5B-8283D7A0923C}" dt="2026-02-11T05:42:15.260" v="66787" actId="478"/>
          <ac:spMkLst>
            <pc:docMk/>
            <pc:sldMk cId="2219055057" sldId="271"/>
            <ac:spMk id="416" creationId="{B59CD371-749D-4592-67B5-43F8C5C5A2DA}"/>
          </ac:spMkLst>
        </pc:spChg>
        <pc:spChg chg="del">
          <ac:chgData name="Freda Shi" userId="e3bafef1-15f2-4eeb-acbe-fa674bab7991" providerId="ADAL" clId="{9555FC65-5A8C-4EE8-9D5B-8283D7A0923C}" dt="2026-02-11T05:42:15.259" v="66786" actId="478"/>
          <ac:spMkLst>
            <pc:docMk/>
            <pc:sldMk cId="2219055057" sldId="271"/>
            <ac:spMk id="417" creationId="{4149EB6C-6153-1912-3D9C-820FDB48FADD}"/>
          </ac:spMkLst>
        </pc:spChg>
        <pc:spChg chg="del">
          <ac:chgData name="Freda Shi" userId="e3bafef1-15f2-4eeb-acbe-fa674bab7991" providerId="ADAL" clId="{9555FC65-5A8C-4EE8-9D5B-8283D7A0923C}" dt="2026-02-11T05:42:15.258" v="66785" actId="478"/>
          <ac:spMkLst>
            <pc:docMk/>
            <pc:sldMk cId="2219055057" sldId="271"/>
            <ac:spMk id="418" creationId="{63845403-BE86-F89B-9962-E05F4E3B7F6A}"/>
          </ac:spMkLst>
        </pc:spChg>
        <pc:spChg chg="del">
          <ac:chgData name="Freda Shi" userId="e3bafef1-15f2-4eeb-acbe-fa674bab7991" providerId="ADAL" clId="{9555FC65-5A8C-4EE8-9D5B-8283D7A0923C}" dt="2026-02-11T05:42:15.257" v="66784" actId="478"/>
          <ac:spMkLst>
            <pc:docMk/>
            <pc:sldMk cId="2219055057" sldId="271"/>
            <ac:spMk id="420" creationId="{BD2922ED-A5CC-657C-54F2-01925AC29A16}"/>
          </ac:spMkLst>
        </pc:spChg>
        <pc:spChg chg="del">
          <ac:chgData name="Freda Shi" userId="e3bafef1-15f2-4eeb-acbe-fa674bab7991" providerId="ADAL" clId="{9555FC65-5A8C-4EE8-9D5B-8283D7A0923C}" dt="2026-02-11T05:42:15.256" v="66783" actId="478"/>
          <ac:spMkLst>
            <pc:docMk/>
            <pc:sldMk cId="2219055057" sldId="271"/>
            <ac:spMk id="421" creationId="{62015BC0-20EC-6B27-18E9-B39478407F22}"/>
          </ac:spMkLst>
        </pc:spChg>
        <pc:spChg chg="del">
          <ac:chgData name="Freda Shi" userId="e3bafef1-15f2-4eeb-acbe-fa674bab7991" providerId="ADAL" clId="{9555FC65-5A8C-4EE8-9D5B-8283D7A0923C}" dt="2026-02-11T05:42:15.254" v="66782" actId="478"/>
          <ac:spMkLst>
            <pc:docMk/>
            <pc:sldMk cId="2219055057" sldId="271"/>
            <ac:spMk id="422" creationId="{BF3070FC-D42F-81F8-4214-00AE6301D4A8}"/>
          </ac:spMkLst>
        </pc:spChg>
        <pc:spChg chg="del">
          <ac:chgData name="Freda Shi" userId="e3bafef1-15f2-4eeb-acbe-fa674bab7991" providerId="ADAL" clId="{9555FC65-5A8C-4EE8-9D5B-8283D7A0923C}" dt="2026-02-11T05:42:15.253" v="66781" actId="478"/>
          <ac:spMkLst>
            <pc:docMk/>
            <pc:sldMk cId="2219055057" sldId="271"/>
            <ac:spMk id="424" creationId="{DAD54302-2901-CE2B-3E8B-79876EE7C7D3}"/>
          </ac:spMkLst>
        </pc:spChg>
        <pc:spChg chg="del">
          <ac:chgData name="Freda Shi" userId="e3bafef1-15f2-4eeb-acbe-fa674bab7991" providerId="ADAL" clId="{9555FC65-5A8C-4EE8-9D5B-8283D7A0923C}" dt="2026-02-11T05:42:15.252" v="66780" actId="478"/>
          <ac:spMkLst>
            <pc:docMk/>
            <pc:sldMk cId="2219055057" sldId="271"/>
            <ac:spMk id="425" creationId="{6EA95C18-FD6F-DEFA-DF94-EE043640EB0C}"/>
          </ac:spMkLst>
        </pc:spChg>
        <pc:spChg chg="del">
          <ac:chgData name="Freda Shi" userId="e3bafef1-15f2-4eeb-acbe-fa674bab7991" providerId="ADAL" clId="{9555FC65-5A8C-4EE8-9D5B-8283D7A0923C}" dt="2026-02-11T05:42:15.251" v="66779" actId="478"/>
          <ac:spMkLst>
            <pc:docMk/>
            <pc:sldMk cId="2219055057" sldId="271"/>
            <ac:spMk id="426" creationId="{EC7702D3-3903-AA25-31B6-537BCFACFBC5}"/>
          </ac:spMkLst>
        </pc:spChg>
        <pc:spChg chg="del">
          <ac:chgData name="Freda Shi" userId="e3bafef1-15f2-4eeb-acbe-fa674bab7991" providerId="ADAL" clId="{9555FC65-5A8C-4EE8-9D5B-8283D7A0923C}" dt="2026-02-11T05:42:15.250" v="66778" actId="478"/>
          <ac:spMkLst>
            <pc:docMk/>
            <pc:sldMk cId="2219055057" sldId="271"/>
            <ac:spMk id="427" creationId="{48352ABB-4A86-7FF3-6F65-0DDB283FC24B}"/>
          </ac:spMkLst>
        </pc:spChg>
        <pc:spChg chg="del">
          <ac:chgData name="Freda Shi" userId="e3bafef1-15f2-4eeb-acbe-fa674bab7991" providerId="ADAL" clId="{9555FC65-5A8C-4EE8-9D5B-8283D7A0923C}" dt="2026-02-11T05:42:15.249" v="66777" actId="478"/>
          <ac:spMkLst>
            <pc:docMk/>
            <pc:sldMk cId="2219055057" sldId="271"/>
            <ac:spMk id="428" creationId="{2B115FF0-8999-1E84-1E93-6A6006C06E5A}"/>
          </ac:spMkLst>
        </pc:spChg>
        <pc:spChg chg="del">
          <ac:chgData name="Freda Shi" userId="e3bafef1-15f2-4eeb-acbe-fa674bab7991" providerId="ADAL" clId="{9555FC65-5A8C-4EE8-9D5B-8283D7A0923C}" dt="2026-02-11T05:42:15.248" v="66776" actId="478"/>
          <ac:spMkLst>
            <pc:docMk/>
            <pc:sldMk cId="2219055057" sldId="271"/>
            <ac:spMk id="429" creationId="{B08C7DF9-A1E5-2484-0F0D-BF8DA56CE2F4}"/>
          </ac:spMkLst>
        </pc:spChg>
        <pc:spChg chg="del">
          <ac:chgData name="Freda Shi" userId="e3bafef1-15f2-4eeb-acbe-fa674bab7991" providerId="ADAL" clId="{9555FC65-5A8C-4EE8-9D5B-8283D7A0923C}" dt="2026-02-11T05:42:15.247" v="66775" actId="478"/>
          <ac:spMkLst>
            <pc:docMk/>
            <pc:sldMk cId="2219055057" sldId="271"/>
            <ac:spMk id="430" creationId="{95AF634D-9A53-651C-B86A-E9DA4A32A3AA}"/>
          </ac:spMkLst>
        </pc:spChg>
        <pc:spChg chg="del">
          <ac:chgData name="Freda Shi" userId="e3bafef1-15f2-4eeb-acbe-fa674bab7991" providerId="ADAL" clId="{9555FC65-5A8C-4EE8-9D5B-8283D7A0923C}" dt="2026-02-11T05:42:15.246" v="66774" actId="478"/>
          <ac:spMkLst>
            <pc:docMk/>
            <pc:sldMk cId="2219055057" sldId="271"/>
            <ac:spMk id="431" creationId="{CD30D019-56EF-D9E5-DBA1-FC283DEBF4DB}"/>
          </ac:spMkLst>
        </pc:spChg>
        <pc:spChg chg="del">
          <ac:chgData name="Freda Shi" userId="e3bafef1-15f2-4eeb-acbe-fa674bab7991" providerId="ADAL" clId="{9555FC65-5A8C-4EE8-9D5B-8283D7A0923C}" dt="2026-02-11T05:42:15.245" v="66773" actId="478"/>
          <ac:spMkLst>
            <pc:docMk/>
            <pc:sldMk cId="2219055057" sldId="271"/>
            <ac:spMk id="432" creationId="{68606838-8CBA-10B7-2CA1-3B99B2A10A30}"/>
          </ac:spMkLst>
        </pc:spChg>
        <pc:spChg chg="del">
          <ac:chgData name="Freda Shi" userId="e3bafef1-15f2-4eeb-acbe-fa674bab7991" providerId="ADAL" clId="{9555FC65-5A8C-4EE8-9D5B-8283D7A0923C}" dt="2026-02-11T05:42:15.244" v="66772" actId="478"/>
          <ac:spMkLst>
            <pc:docMk/>
            <pc:sldMk cId="2219055057" sldId="271"/>
            <ac:spMk id="433" creationId="{C4FAC7C1-BD56-9830-ECEB-6EB38C1612DA}"/>
          </ac:spMkLst>
        </pc:spChg>
        <pc:spChg chg="del">
          <ac:chgData name="Freda Shi" userId="e3bafef1-15f2-4eeb-acbe-fa674bab7991" providerId="ADAL" clId="{9555FC65-5A8C-4EE8-9D5B-8283D7A0923C}" dt="2026-02-11T05:42:15.243" v="66771" actId="478"/>
          <ac:spMkLst>
            <pc:docMk/>
            <pc:sldMk cId="2219055057" sldId="271"/>
            <ac:spMk id="434" creationId="{80960260-E3A4-76FA-45F6-61C782260D0C}"/>
          </ac:spMkLst>
        </pc:spChg>
        <pc:spChg chg="del">
          <ac:chgData name="Freda Shi" userId="e3bafef1-15f2-4eeb-acbe-fa674bab7991" providerId="ADAL" clId="{9555FC65-5A8C-4EE8-9D5B-8283D7A0923C}" dt="2026-02-11T05:42:15.242" v="66770" actId="478"/>
          <ac:spMkLst>
            <pc:docMk/>
            <pc:sldMk cId="2219055057" sldId="271"/>
            <ac:spMk id="435" creationId="{5B213182-4198-4C47-5714-80E51A342F64}"/>
          </ac:spMkLst>
        </pc:spChg>
        <pc:spChg chg="del">
          <ac:chgData name="Freda Shi" userId="e3bafef1-15f2-4eeb-acbe-fa674bab7991" providerId="ADAL" clId="{9555FC65-5A8C-4EE8-9D5B-8283D7A0923C}" dt="2026-02-11T05:42:15.241" v="66769" actId="478"/>
          <ac:spMkLst>
            <pc:docMk/>
            <pc:sldMk cId="2219055057" sldId="271"/>
            <ac:spMk id="436" creationId="{C391FBD3-29F4-C05F-D4FC-ACB067CE02D1}"/>
          </ac:spMkLst>
        </pc:spChg>
        <pc:spChg chg="del">
          <ac:chgData name="Freda Shi" userId="e3bafef1-15f2-4eeb-acbe-fa674bab7991" providerId="ADAL" clId="{9555FC65-5A8C-4EE8-9D5B-8283D7A0923C}" dt="2026-02-11T05:42:15.240" v="66768" actId="478"/>
          <ac:spMkLst>
            <pc:docMk/>
            <pc:sldMk cId="2219055057" sldId="271"/>
            <ac:spMk id="437" creationId="{6A0FA4CA-1AF9-1D7A-66D1-9DADB3E99CC6}"/>
          </ac:spMkLst>
        </pc:spChg>
        <pc:spChg chg="del">
          <ac:chgData name="Freda Shi" userId="e3bafef1-15f2-4eeb-acbe-fa674bab7991" providerId="ADAL" clId="{9555FC65-5A8C-4EE8-9D5B-8283D7A0923C}" dt="2026-02-11T05:42:15.238" v="66767" actId="478"/>
          <ac:spMkLst>
            <pc:docMk/>
            <pc:sldMk cId="2219055057" sldId="271"/>
            <ac:spMk id="438" creationId="{E733C9C6-7B05-EB5C-9197-720294836ED0}"/>
          </ac:spMkLst>
        </pc:spChg>
        <pc:spChg chg="del">
          <ac:chgData name="Freda Shi" userId="e3bafef1-15f2-4eeb-acbe-fa674bab7991" providerId="ADAL" clId="{9555FC65-5A8C-4EE8-9D5B-8283D7A0923C}" dt="2026-02-11T05:42:15.237" v="66766" actId="478"/>
          <ac:spMkLst>
            <pc:docMk/>
            <pc:sldMk cId="2219055057" sldId="271"/>
            <ac:spMk id="440" creationId="{A65D23EF-03B3-0FD5-9CA0-2C6A6593BCA1}"/>
          </ac:spMkLst>
        </pc:spChg>
        <pc:spChg chg="del">
          <ac:chgData name="Freda Shi" userId="e3bafef1-15f2-4eeb-acbe-fa674bab7991" providerId="ADAL" clId="{9555FC65-5A8C-4EE8-9D5B-8283D7A0923C}" dt="2026-02-11T05:42:15.235" v="66765" actId="478"/>
          <ac:spMkLst>
            <pc:docMk/>
            <pc:sldMk cId="2219055057" sldId="271"/>
            <ac:spMk id="441" creationId="{056CFB5C-3D28-FD2F-45D1-CAB76CBD7600}"/>
          </ac:spMkLst>
        </pc:spChg>
        <pc:spChg chg="del">
          <ac:chgData name="Freda Shi" userId="e3bafef1-15f2-4eeb-acbe-fa674bab7991" providerId="ADAL" clId="{9555FC65-5A8C-4EE8-9D5B-8283D7A0923C}" dt="2026-02-11T05:42:15.234" v="66764" actId="478"/>
          <ac:spMkLst>
            <pc:docMk/>
            <pc:sldMk cId="2219055057" sldId="271"/>
            <ac:spMk id="442" creationId="{62FDAFAB-E507-7E05-A72A-702F08CCB2E9}"/>
          </ac:spMkLst>
        </pc:spChg>
        <pc:spChg chg="del">
          <ac:chgData name="Freda Shi" userId="e3bafef1-15f2-4eeb-acbe-fa674bab7991" providerId="ADAL" clId="{9555FC65-5A8C-4EE8-9D5B-8283D7A0923C}" dt="2026-02-11T05:42:15.233" v="66763" actId="478"/>
          <ac:spMkLst>
            <pc:docMk/>
            <pc:sldMk cId="2219055057" sldId="271"/>
            <ac:spMk id="443" creationId="{6A8FCBF0-19D4-3B2E-FB50-F001F49308A6}"/>
          </ac:spMkLst>
        </pc:spChg>
        <pc:spChg chg="del">
          <ac:chgData name="Freda Shi" userId="e3bafef1-15f2-4eeb-acbe-fa674bab7991" providerId="ADAL" clId="{9555FC65-5A8C-4EE8-9D5B-8283D7A0923C}" dt="2026-02-11T05:42:15.231" v="66762" actId="478"/>
          <ac:spMkLst>
            <pc:docMk/>
            <pc:sldMk cId="2219055057" sldId="271"/>
            <ac:spMk id="445" creationId="{2D42734F-C2C8-C418-3F5B-4DE38D290E87}"/>
          </ac:spMkLst>
        </pc:spChg>
        <pc:spChg chg="del">
          <ac:chgData name="Freda Shi" userId="e3bafef1-15f2-4eeb-acbe-fa674bab7991" providerId="ADAL" clId="{9555FC65-5A8C-4EE8-9D5B-8283D7A0923C}" dt="2026-02-11T05:42:15.230" v="66761" actId="478"/>
          <ac:spMkLst>
            <pc:docMk/>
            <pc:sldMk cId="2219055057" sldId="271"/>
            <ac:spMk id="446" creationId="{04B533FE-61C9-351F-0050-7FB496155AB2}"/>
          </ac:spMkLst>
        </pc:spChg>
        <pc:spChg chg="del">
          <ac:chgData name="Freda Shi" userId="e3bafef1-15f2-4eeb-acbe-fa674bab7991" providerId="ADAL" clId="{9555FC65-5A8C-4EE8-9D5B-8283D7A0923C}" dt="2026-02-11T05:42:15.229" v="66760" actId="478"/>
          <ac:spMkLst>
            <pc:docMk/>
            <pc:sldMk cId="2219055057" sldId="271"/>
            <ac:spMk id="447" creationId="{27B767A9-4BBE-421F-1B76-E2F52157357A}"/>
          </ac:spMkLst>
        </pc:spChg>
        <pc:spChg chg="del">
          <ac:chgData name="Freda Shi" userId="e3bafef1-15f2-4eeb-acbe-fa674bab7991" providerId="ADAL" clId="{9555FC65-5A8C-4EE8-9D5B-8283D7A0923C}" dt="2026-02-11T05:42:15.228" v="66759" actId="478"/>
          <ac:spMkLst>
            <pc:docMk/>
            <pc:sldMk cId="2219055057" sldId="271"/>
            <ac:spMk id="448" creationId="{C0B84017-C333-9010-B8CA-C42366304666}"/>
          </ac:spMkLst>
        </pc:spChg>
        <pc:spChg chg="del">
          <ac:chgData name="Freda Shi" userId="e3bafef1-15f2-4eeb-acbe-fa674bab7991" providerId="ADAL" clId="{9555FC65-5A8C-4EE8-9D5B-8283D7A0923C}" dt="2026-02-11T05:42:15.227" v="66758" actId="478"/>
          <ac:spMkLst>
            <pc:docMk/>
            <pc:sldMk cId="2219055057" sldId="271"/>
            <ac:spMk id="449" creationId="{65755D8E-E00E-D51C-AA85-8B9D9CBE69DE}"/>
          </ac:spMkLst>
        </pc:spChg>
        <pc:spChg chg="del">
          <ac:chgData name="Freda Shi" userId="e3bafef1-15f2-4eeb-acbe-fa674bab7991" providerId="ADAL" clId="{9555FC65-5A8C-4EE8-9D5B-8283D7A0923C}" dt="2026-02-11T05:42:15.225" v="66757" actId="478"/>
          <ac:spMkLst>
            <pc:docMk/>
            <pc:sldMk cId="2219055057" sldId="271"/>
            <ac:spMk id="450" creationId="{F22020E1-55E4-541A-FF76-FFAD931E601A}"/>
          </ac:spMkLst>
        </pc:spChg>
        <pc:spChg chg="del">
          <ac:chgData name="Freda Shi" userId="e3bafef1-15f2-4eeb-acbe-fa674bab7991" providerId="ADAL" clId="{9555FC65-5A8C-4EE8-9D5B-8283D7A0923C}" dt="2026-02-11T05:42:15.224" v="66756" actId="478"/>
          <ac:spMkLst>
            <pc:docMk/>
            <pc:sldMk cId="2219055057" sldId="271"/>
            <ac:spMk id="451" creationId="{5AD57C5D-478C-A4F2-74DC-59280B0BC4FD}"/>
          </ac:spMkLst>
        </pc:spChg>
        <pc:spChg chg="del">
          <ac:chgData name="Freda Shi" userId="e3bafef1-15f2-4eeb-acbe-fa674bab7991" providerId="ADAL" clId="{9555FC65-5A8C-4EE8-9D5B-8283D7A0923C}" dt="2026-02-11T05:42:15.223" v="66755" actId="478"/>
          <ac:spMkLst>
            <pc:docMk/>
            <pc:sldMk cId="2219055057" sldId="271"/>
            <ac:spMk id="452" creationId="{BC184648-5A6A-7CA2-D5A4-D748D71D3436}"/>
          </ac:spMkLst>
        </pc:spChg>
        <pc:spChg chg="del">
          <ac:chgData name="Freda Shi" userId="e3bafef1-15f2-4eeb-acbe-fa674bab7991" providerId="ADAL" clId="{9555FC65-5A8C-4EE8-9D5B-8283D7A0923C}" dt="2026-02-11T05:42:15.221" v="66754" actId="478"/>
          <ac:spMkLst>
            <pc:docMk/>
            <pc:sldMk cId="2219055057" sldId="271"/>
            <ac:spMk id="453" creationId="{40BDBAB7-2F20-1AA7-8024-B20958229718}"/>
          </ac:spMkLst>
        </pc:spChg>
        <pc:spChg chg="del">
          <ac:chgData name="Freda Shi" userId="e3bafef1-15f2-4eeb-acbe-fa674bab7991" providerId="ADAL" clId="{9555FC65-5A8C-4EE8-9D5B-8283D7A0923C}" dt="2026-02-11T05:42:15.220" v="66753" actId="478"/>
          <ac:spMkLst>
            <pc:docMk/>
            <pc:sldMk cId="2219055057" sldId="271"/>
            <ac:spMk id="455" creationId="{CCE103D7-1C5C-5CF8-CD1C-723E2EE7889B}"/>
          </ac:spMkLst>
        </pc:spChg>
        <pc:spChg chg="del">
          <ac:chgData name="Freda Shi" userId="e3bafef1-15f2-4eeb-acbe-fa674bab7991" providerId="ADAL" clId="{9555FC65-5A8C-4EE8-9D5B-8283D7A0923C}" dt="2026-02-11T05:42:15.219" v="66752" actId="478"/>
          <ac:spMkLst>
            <pc:docMk/>
            <pc:sldMk cId="2219055057" sldId="271"/>
            <ac:spMk id="456" creationId="{2CF7AE8F-689A-C292-D9FC-BC1883B9488A}"/>
          </ac:spMkLst>
        </pc:spChg>
        <pc:spChg chg="del">
          <ac:chgData name="Freda Shi" userId="e3bafef1-15f2-4eeb-acbe-fa674bab7991" providerId="ADAL" clId="{9555FC65-5A8C-4EE8-9D5B-8283D7A0923C}" dt="2026-02-11T05:42:15.217" v="66751" actId="478"/>
          <ac:spMkLst>
            <pc:docMk/>
            <pc:sldMk cId="2219055057" sldId="271"/>
            <ac:spMk id="457" creationId="{8379011D-FAD5-F41E-F578-C7DC83CDE1DF}"/>
          </ac:spMkLst>
        </pc:spChg>
        <pc:spChg chg="del">
          <ac:chgData name="Freda Shi" userId="e3bafef1-15f2-4eeb-acbe-fa674bab7991" providerId="ADAL" clId="{9555FC65-5A8C-4EE8-9D5B-8283D7A0923C}" dt="2026-02-11T05:42:15.215" v="66750" actId="478"/>
          <ac:spMkLst>
            <pc:docMk/>
            <pc:sldMk cId="2219055057" sldId="271"/>
            <ac:spMk id="458" creationId="{76A35043-DE84-AB0C-BA41-DADD99FEE48A}"/>
          </ac:spMkLst>
        </pc:spChg>
        <pc:spChg chg="del">
          <ac:chgData name="Freda Shi" userId="e3bafef1-15f2-4eeb-acbe-fa674bab7991" providerId="ADAL" clId="{9555FC65-5A8C-4EE8-9D5B-8283D7A0923C}" dt="2026-02-11T05:42:15.214" v="66749" actId="478"/>
          <ac:spMkLst>
            <pc:docMk/>
            <pc:sldMk cId="2219055057" sldId="271"/>
            <ac:spMk id="460" creationId="{491B076A-1F66-0B6D-433C-EF29C8ADCC7F}"/>
          </ac:spMkLst>
        </pc:spChg>
        <pc:spChg chg="del">
          <ac:chgData name="Freda Shi" userId="e3bafef1-15f2-4eeb-acbe-fa674bab7991" providerId="ADAL" clId="{9555FC65-5A8C-4EE8-9D5B-8283D7A0923C}" dt="2026-02-11T05:42:15.213" v="66748" actId="478"/>
          <ac:spMkLst>
            <pc:docMk/>
            <pc:sldMk cId="2219055057" sldId="271"/>
            <ac:spMk id="461" creationId="{B0B088DF-F4C6-2663-78CC-0250F95B68CD}"/>
          </ac:spMkLst>
        </pc:spChg>
        <pc:spChg chg="del">
          <ac:chgData name="Freda Shi" userId="e3bafef1-15f2-4eeb-acbe-fa674bab7991" providerId="ADAL" clId="{9555FC65-5A8C-4EE8-9D5B-8283D7A0923C}" dt="2026-02-11T05:42:15.211" v="66747" actId="478"/>
          <ac:spMkLst>
            <pc:docMk/>
            <pc:sldMk cId="2219055057" sldId="271"/>
            <ac:spMk id="462" creationId="{F626E254-31BA-CDA2-15AF-E0ECC367E694}"/>
          </ac:spMkLst>
        </pc:spChg>
        <pc:spChg chg="del">
          <ac:chgData name="Freda Shi" userId="e3bafef1-15f2-4eeb-acbe-fa674bab7991" providerId="ADAL" clId="{9555FC65-5A8C-4EE8-9D5B-8283D7A0923C}" dt="2026-02-11T05:42:15.209" v="66746" actId="478"/>
          <ac:spMkLst>
            <pc:docMk/>
            <pc:sldMk cId="2219055057" sldId="271"/>
            <ac:spMk id="463" creationId="{DDFD3652-1084-9DBC-C52C-EF8A3B11B156}"/>
          </ac:spMkLst>
        </pc:spChg>
        <pc:spChg chg="del">
          <ac:chgData name="Freda Shi" userId="e3bafef1-15f2-4eeb-acbe-fa674bab7991" providerId="ADAL" clId="{9555FC65-5A8C-4EE8-9D5B-8283D7A0923C}" dt="2026-02-11T05:42:15.208" v="66745" actId="478"/>
          <ac:spMkLst>
            <pc:docMk/>
            <pc:sldMk cId="2219055057" sldId="271"/>
            <ac:spMk id="464" creationId="{2C3A3B40-ACC1-104C-AB10-650ADC4B8576}"/>
          </ac:spMkLst>
        </pc:spChg>
        <pc:spChg chg="mod">
          <ac:chgData name="Freda Shi" userId="e3bafef1-15f2-4eeb-acbe-fa674bab7991" providerId="ADAL" clId="{9555FC65-5A8C-4EE8-9D5B-8283D7A0923C}" dt="2026-02-11T05:42:15.308" v="66845" actId="108"/>
          <ac:spMkLst>
            <pc:docMk/>
            <pc:sldMk cId="2219055057" sldId="271"/>
            <ac:spMk id="469" creationId="{0E36D663-827A-1148-7DB8-CBFC6A298B99}"/>
          </ac:spMkLst>
        </pc:spChg>
        <pc:spChg chg="mod">
          <ac:chgData name="Freda Shi" userId="e3bafef1-15f2-4eeb-acbe-fa674bab7991" providerId="ADAL" clId="{9555FC65-5A8C-4EE8-9D5B-8283D7A0923C}" dt="2026-02-11T05:42:15.309" v="66846" actId="108"/>
          <ac:spMkLst>
            <pc:docMk/>
            <pc:sldMk cId="2219055057" sldId="271"/>
            <ac:spMk id="470" creationId="{4552765F-1F4A-5298-5B67-F8BEA6075045}"/>
          </ac:spMkLst>
        </pc:spChg>
        <pc:spChg chg="mod">
          <ac:chgData name="Freda Shi" userId="e3bafef1-15f2-4eeb-acbe-fa674bab7991" providerId="ADAL" clId="{9555FC65-5A8C-4EE8-9D5B-8283D7A0923C}" dt="2026-02-11T05:42:15.309" v="66847" actId="108"/>
          <ac:spMkLst>
            <pc:docMk/>
            <pc:sldMk cId="2219055057" sldId="271"/>
            <ac:spMk id="471" creationId="{3A909BDD-AE39-A394-A8A1-B8B375866F2F}"/>
          </ac:spMkLst>
        </pc:spChg>
        <pc:spChg chg="mod">
          <ac:chgData name="Freda Shi" userId="e3bafef1-15f2-4eeb-acbe-fa674bab7991" providerId="ADAL" clId="{9555FC65-5A8C-4EE8-9D5B-8283D7A0923C}" dt="2026-02-11T05:42:15.309" v="66848" actId="108"/>
          <ac:spMkLst>
            <pc:docMk/>
            <pc:sldMk cId="2219055057" sldId="271"/>
            <ac:spMk id="472" creationId="{E6020A23-165F-778D-A48C-A9159E6BF12A}"/>
          </ac:spMkLst>
        </pc:spChg>
        <pc:spChg chg="mod">
          <ac:chgData name="Freda Shi" userId="e3bafef1-15f2-4eeb-acbe-fa674bab7991" providerId="ADAL" clId="{9555FC65-5A8C-4EE8-9D5B-8283D7A0923C}" dt="2026-02-11T05:42:15.310" v="66849" actId="108"/>
          <ac:spMkLst>
            <pc:docMk/>
            <pc:sldMk cId="2219055057" sldId="271"/>
            <ac:spMk id="473" creationId="{7042CF93-A5BD-CDEC-157D-97389E7CA4C1}"/>
          </ac:spMkLst>
        </pc:spChg>
        <pc:spChg chg="mod">
          <ac:chgData name="Freda Shi" userId="e3bafef1-15f2-4eeb-acbe-fa674bab7991" providerId="ADAL" clId="{9555FC65-5A8C-4EE8-9D5B-8283D7A0923C}" dt="2026-02-11T05:42:15.310" v="66850" actId="108"/>
          <ac:spMkLst>
            <pc:docMk/>
            <pc:sldMk cId="2219055057" sldId="271"/>
            <ac:spMk id="474" creationId="{AC2F7DFC-FD62-1360-48C0-85100A414F9A}"/>
          </ac:spMkLst>
        </pc:spChg>
        <pc:spChg chg="mod">
          <ac:chgData name="Freda Shi" userId="e3bafef1-15f2-4eeb-acbe-fa674bab7991" providerId="ADAL" clId="{9555FC65-5A8C-4EE8-9D5B-8283D7A0923C}" dt="2026-02-11T05:42:15.311" v="66851" actId="108"/>
          <ac:spMkLst>
            <pc:docMk/>
            <pc:sldMk cId="2219055057" sldId="271"/>
            <ac:spMk id="475" creationId="{5D912961-2A83-AF81-E67D-9A1E105743D2}"/>
          </ac:spMkLst>
        </pc:spChg>
        <pc:spChg chg="mod">
          <ac:chgData name="Freda Shi" userId="e3bafef1-15f2-4eeb-acbe-fa674bab7991" providerId="ADAL" clId="{9555FC65-5A8C-4EE8-9D5B-8283D7A0923C}" dt="2026-02-11T05:42:15.311" v="66852" actId="108"/>
          <ac:spMkLst>
            <pc:docMk/>
            <pc:sldMk cId="2219055057" sldId="271"/>
            <ac:spMk id="476" creationId="{77E855EB-E2C5-2CDA-A867-AF1C815D32AB}"/>
          </ac:spMkLst>
        </pc:spChg>
        <pc:spChg chg="mod">
          <ac:chgData name="Freda Shi" userId="e3bafef1-15f2-4eeb-acbe-fa674bab7991" providerId="ADAL" clId="{9555FC65-5A8C-4EE8-9D5B-8283D7A0923C}" dt="2026-02-11T05:42:15.312" v="66853" actId="108"/>
          <ac:spMkLst>
            <pc:docMk/>
            <pc:sldMk cId="2219055057" sldId="271"/>
            <ac:spMk id="477" creationId="{DFA7C878-8E90-63D3-DA6F-F1343F018105}"/>
          </ac:spMkLst>
        </pc:spChg>
        <pc:spChg chg="mod">
          <ac:chgData name="Freda Shi" userId="e3bafef1-15f2-4eeb-acbe-fa674bab7991" providerId="ADAL" clId="{9555FC65-5A8C-4EE8-9D5B-8283D7A0923C}" dt="2026-02-11T05:42:15.312" v="66854" actId="108"/>
          <ac:spMkLst>
            <pc:docMk/>
            <pc:sldMk cId="2219055057" sldId="271"/>
            <ac:spMk id="478" creationId="{A3EA2460-AACA-FC0C-A0F3-E992F21EFF51}"/>
          </ac:spMkLst>
        </pc:spChg>
        <pc:spChg chg="mod">
          <ac:chgData name="Freda Shi" userId="e3bafef1-15f2-4eeb-acbe-fa674bab7991" providerId="ADAL" clId="{9555FC65-5A8C-4EE8-9D5B-8283D7A0923C}" dt="2026-02-11T05:42:15.313" v="66855" actId="108"/>
          <ac:spMkLst>
            <pc:docMk/>
            <pc:sldMk cId="2219055057" sldId="271"/>
            <ac:spMk id="479" creationId="{D4C2D448-E5CF-05EA-CD4C-80213A6D8B85}"/>
          </ac:spMkLst>
        </pc:spChg>
        <pc:spChg chg="mod">
          <ac:chgData name="Freda Shi" userId="e3bafef1-15f2-4eeb-acbe-fa674bab7991" providerId="ADAL" clId="{9555FC65-5A8C-4EE8-9D5B-8283D7A0923C}" dt="2026-02-11T05:42:15.313" v="66856" actId="108"/>
          <ac:spMkLst>
            <pc:docMk/>
            <pc:sldMk cId="2219055057" sldId="271"/>
            <ac:spMk id="480" creationId="{739599E4-AA3D-C06F-4DC0-9D596C01CF04}"/>
          </ac:spMkLst>
        </pc:spChg>
        <pc:spChg chg="mod">
          <ac:chgData name="Freda Shi" userId="e3bafef1-15f2-4eeb-acbe-fa674bab7991" providerId="ADAL" clId="{9555FC65-5A8C-4EE8-9D5B-8283D7A0923C}" dt="2026-02-11T05:42:15.314" v="66857" actId="108"/>
          <ac:spMkLst>
            <pc:docMk/>
            <pc:sldMk cId="2219055057" sldId="271"/>
            <ac:spMk id="482" creationId="{40374BD0-8FFB-5040-8454-1CD050E78FC7}"/>
          </ac:spMkLst>
        </pc:spChg>
        <pc:spChg chg="mod">
          <ac:chgData name="Freda Shi" userId="e3bafef1-15f2-4eeb-acbe-fa674bab7991" providerId="ADAL" clId="{9555FC65-5A8C-4EE8-9D5B-8283D7A0923C}" dt="2026-02-11T05:42:15.314" v="66858" actId="108"/>
          <ac:spMkLst>
            <pc:docMk/>
            <pc:sldMk cId="2219055057" sldId="271"/>
            <ac:spMk id="483" creationId="{F8F19231-890A-3455-0BA9-29CB7F68BCCA}"/>
          </ac:spMkLst>
        </pc:spChg>
        <pc:spChg chg="mod">
          <ac:chgData name="Freda Shi" userId="e3bafef1-15f2-4eeb-acbe-fa674bab7991" providerId="ADAL" clId="{9555FC65-5A8C-4EE8-9D5B-8283D7A0923C}" dt="2026-02-11T05:42:15.314" v="66859" actId="108"/>
          <ac:spMkLst>
            <pc:docMk/>
            <pc:sldMk cId="2219055057" sldId="271"/>
            <ac:spMk id="484" creationId="{9411295E-A974-DD36-CC2A-45A2CC0CCE69}"/>
          </ac:spMkLst>
        </pc:spChg>
        <pc:spChg chg="mod">
          <ac:chgData name="Freda Shi" userId="e3bafef1-15f2-4eeb-acbe-fa674bab7991" providerId="ADAL" clId="{9555FC65-5A8C-4EE8-9D5B-8283D7A0923C}" dt="2026-02-11T05:42:15.315" v="66860" actId="108"/>
          <ac:spMkLst>
            <pc:docMk/>
            <pc:sldMk cId="2219055057" sldId="271"/>
            <ac:spMk id="486" creationId="{79B65A42-FE3C-F7E2-8468-6A666D3BA986}"/>
          </ac:spMkLst>
        </pc:spChg>
        <pc:spChg chg="mod">
          <ac:chgData name="Freda Shi" userId="e3bafef1-15f2-4eeb-acbe-fa674bab7991" providerId="ADAL" clId="{9555FC65-5A8C-4EE8-9D5B-8283D7A0923C}" dt="2026-02-11T05:42:15.315" v="66861" actId="108"/>
          <ac:spMkLst>
            <pc:docMk/>
            <pc:sldMk cId="2219055057" sldId="271"/>
            <ac:spMk id="487" creationId="{1ABD81D9-DBBD-B7AD-D2DF-316E707DD164}"/>
          </ac:spMkLst>
        </pc:spChg>
        <pc:spChg chg="mod">
          <ac:chgData name="Freda Shi" userId="e3bafef1-15f2-4eeb-acbe-fa674bab7991" providerId="ADAL" clId="{9555FC65-5A8C-4EE8-9D5B-8283D7A0923C}" dt="2026-02-11T05:42:15.316" v="66862" actId="108"/>
          <ac:spMkLst>
            <pc:docMk/>
            <pc:sldMk cId="2219055057" sldId="271"/>
            <ac:spMk id="488" creationId="{7D21AB5A-1CB3-0DB7-8102-F462B4E22646}"/>
          </ac:spMkLst>
        </pc:spChg>
        <pc:spChg chg="mod">
          <ac:chgData name="Freda Shi" userId="e3bafef1-15f2-4eeb-acbe-fa674bab7991" providerId="ADAL" clId="{9555FC65-5A8C-4EE8-9D5B-8283D7A0923C}" dt="2026-02-11T05:42:15.316" v="66863" actId="108"/>
          <ac:spMkLst>
            <pc:docMk/>
            <pc:sldMk cId="2219055057" sldId="271"/>
            <ac:spMk id="490" creationId="{FBC3BB41-DF8C-E4EE-D933-1EC6B1AA0926}"/>
          </ac:spMkLst>
        </pc:spChg>
        <pc:spChg chg="mod">
          <ac:chgData name="Freda Shi" userId="e3bafef1-15f2-4eeb-acbe-fa674bab7991" providerId="ADAL" clId="{9555FC65-5A8C-4EE8-9D5B-8283D7A0923C}" dt="2026-02-11T05:42:15.317" v="66864" actId="108"/>
          <ac:spMkLst>
            <pc:docMk/>
            <pc:sldMk cId="2219055057" sldId="271"/>
            <ac:spMk id="491" creationId="{246E8687-C1DB-6CC1-831B-59A795BE5B1A}"/>
          </ac:spMkLst>
        </pc:spChg>
        <pc:spChg chg="mod">
          <ac:chgData name="Freda Shi" userId="e3bafef1-15f2-4eeb-acbe-fa674bab7991" providerId="ADAL" clId="{9555FC65-5A8C-4EE8-9D5B-8283D7A0923C}" dt="2026-02-11T05:42:15.317" v="66865" actId="108"/>
          <ac:spMkLst>
            <pc:docMk/>
            <pc:sldMk cId="2219055057" sldId="271"/>
            <ac:spMk id="492" creationId="{CACB321D-F213-7DF3-CBCC-84B6E1EBCE55}"/>
          </ac:spMkLst>
        </pc:spChg>
        <pc:spChg chg="mod">
          <ac:chgData name="Freda Shi" userId="e3bafef1-15f2-4eeb-acbe-fa674bab7991" providerId="ADAL" clId="{9555FC65-5A8C-4EE8-9D5B-8283D7A0923C}" dt="2026-02-11T05:42:15.317" v="66866" actId="108"/>
          <ac:spMkLst>
            <pc:docMk/>
            <pc:sldMk cId="2219055057" sldId="271"/>
            <ac:spMk id="493" creationId="{208D00EE-FDD9-EDAE-35D3-F88B73CFCA8E}"/>
          </ac:spMkLst>
        </pc:spChg>
        <pc:spChg chg="mod">
          <ac:chgData name="Freda Shi" userId="e3bafef1-15f2-4eeb-acbe-fa674bab7991" providerId="ADAL" clId="{9555FC65-5A8C-4EE8-9D5B-8283D7A0923C}" dt="2026-02-11T05:42:15.319" v="66867" actId="108"/>
          <ac:spMkLst>
            <pc:docMk/>
            <pc:sldMk cId="2219055057" sldId="271"/>
            <ac:spMk id="494" creationId="{0BC8A6C7-9C10-0EF2-CBE6-C5DFAB37D9F0}"/>
          </ac:spMkLst>
        </pc:spChg>
        <pc:spChg chg="mod">
          <ac:chgData name="Freda Shi" userId="e3bafef1-15f2-4eeb-acbe-fa674bab7991" providerId="ADAL" clId="{9555FC65-5A8C-4EE8-9D5B-8283D7A0923C}" dt="2026-02-11T05:42:15.319" v="66868" actId="108"/>
          <ac:spMkLst>
            <pc:docMk/>
            <pc:sldMk cId="2219055057" sldId="271"/>
            <ac:spMk id="495" creationId="{90BCD516-6798-FA22-2FD0-62C94A4A33E3}"/>
          </ac:spMkLst>
        </pc:spChg>
        <pc:spChg chg="mod">
          <ac:chgData name="Freda Shi" userId="e3bafef1-15f2-4eeb-acbe-fa674bab7991" providerId="ADAL" clId="{9555FC65-5A8C-4EE8-9D5B-8283D7A0923C}" dt="2026-02-11T05:42:15.320" v="66869" actId="108"/>
          <ac:spMkLst>
            <pc:docMk/>
            <pc:sldMk cId="2219055057" sldId="271"/>
            <ac:spMk id="496" creationId="{7B52E606-F056-2FDA-E3CA-BF4E3FBEFDD8}"/>
          </ac:spMkLst>
        </pc:spChg>
        <pc:spChg chg="mod">
          <ac:chgData name="Freda Shi" userId="e3bafef1-15f2-4eeb-acbe-fa674bab7991" providerId="ADAL" clId="{9555FC65-5A8C-4EE8-9D5B-8283D7A0923C}" dt="2026-02-11T05:42:15.320" v="66870" actId="108"/>
          <ac:spMkLst>
            <pc:docMk/>
            <pc:sldMk cId="2219055057" sldId="271"/>
            <ac:spMk id="497" creationId="{989818A0-FFBF-2A35-40B8-DF190EB2FE8A}"/>
          </ac:spMkLst>
        </pc:spChg>
        <pc:spChg chg="mod">
          <ac:chgData name="Freda Shi" userId="e3bafef1-15f2-4eeb-acbe-fa674bab7991" providerId="ADAL" clId="{9555FC65-5A8C-4EE8-9D5B-8283D7A0923C}" dt="2026-02-11T05:42:15.321" v="66871" actId="108"/>
          <ac:spMkLst>
            <pc:docMk/>
            <pc:sldMk cId="2219055057" sldId="271"/>
            <ac:spMk id="498" creationId="{A6A93C51-5332-1CD9-5071-7D88470102FF}"/>
          </ac:spMkLst>
        </pc:spChg>
        <pc:spChg chg="mod">
          <ac:chgData name="Freda Shi" userId="e3bafef1-15f2-4eeb-acbe-fa674bab7991" providerId="ADAL" clId="{9555FC65-5A8C-4EE8-9D5B-8283D7A0923C}" dt="2026-02-11T05:42:15.321" v="66872" actId="108"/>
          <ac:spMkLst>
            <pc:docMk/>
            <pc:sldMk cId="2219055057" sldId="271"/>
            <ac:spMk id="499" creationId="{7C0835E6-6163-810D-34D4-7B1567CB4E8A}"/>
          </ac:spMkLst>
        </pc:spChg>
        <pc:spChg chg="mod">
          <ac:chgData name="Freda Shi" userId="e3bafef1-15f2-4eeb-acbe-fa674bab7991" providerId="ADAL" clId="{9555FC65-5A8C-4EE8-9D5B-8283D7A0923C}" dt="2026-02-11T05:42:15.322" v="66873" actId="108"/>
          <ac:spMkLst>
            <pc:docMk/>
            <pc:sldMk cId="2219055057" sldId="271"/>
            <ac:spMk id="500" creationId="{A8B47F63-CF0A-F7A2-A79C-FC8C3BFC02D4}"/>
          </ac:spMkLst>
        </pc:spChg>
        <pc:spChg chg="mod">
          <ac:chgData name="Freda Shi" userId="e3bafef1-15f2-4eeb-acbe-fa674bab7991" providerId="ADAL" clId="{9555FC65-5A8C-4EE8-9D5B-8283D7A0923C}" dt="2026-02-11T05:42:15.322" v="66874" actId="108"/>
          <ac:spMkLst>
            <pc:docMk/>
            <pc:sldMk cId="2219055057" sldId="271"/>
            <ac:spMk id="501" creationId="{A383B51D-51F6-D8D9-6EF5-6F50225075D9}"/>
          </ac:spMkLst>
        </pc:spChg>
        <pc:spChg chg="mod">
          <ac:chgData name="Freda Shi" userId="e3bafef1-15f2-4eeb-acbe-fa674bab7991" providerId="ADAL" clId="{9555FC65-5A8C-4EE8-9D5B-8283D7A0923C}" dt="2026-02-11T05:42:15.323" v="66875" actId="108"/>
          <ac:spMkLst>
            <pc:docMk/>
            <pc:sldMk cId="2219055057" sldId="271"/>
            <ac:spMk id="502" creationId="{6983D106-0DDB-2F55-1C67-2D93BDC73578}"/>
          </ac:spMkLst>
        </pc:spChg>
        <pc:spChg chg="mod">
          <ac:chgData name="Freda Shi" userId="e3bafef1-15f2-4eeb-acbe-fa674bab7991" providerId="ADAL" clId="{9555FC65-5A8C-4EE8-9D5B-8283D7A0923C}" dt="2026-02-11T05:42:15.323" v="66876" actId="108"/>
          <ac:spMkLst>
            <pc:docMk/>
            <pc:sldMk cId="2219055057" sldId="271"/>
            <ac:spMk id="503" creationId="{B3B71FA2-FCA0-0900-87A7-F87EA3D09E23}"/>
          </ac:spMkLst>
        </pc:spChg>
        <pc:spChg chg="mod">
          <ac:chgData name="Freda Shi" userId="e3bafef1-15f2-4eeb-acbe-fa674bab7991" providerId="ADAL" clId="{9555FC65-5A8C-4EE8-9D5B-8283D7A0923C}" dt="2026-02-11T05:42:15.324" v="66877" actId="108"/>
          <ac:spMkLst>
            <pc:docMk/>
            <pc:sldMk cId="2219055057" sldId="271"/>
            <ac:spMk id="504" creationId="{44A747E6-88B6-6E55-9B2B-780B37A078C0}"/>
          </ac:spMkLst>
        </pc:spChg>
        <pc:spChg chg="mod">
          <ac:chgData name="Freda Shi" userId="e3bafef1-15f2-4eeb-acbe-fa674bab7991" providerId="ADAL" clId="{9555FC65-5A8C-4EE8-9D5B-8283D7A0923C}" dt="2026-02-11T05:42:15.324" v="66878" actId="108"/>
          <ac:spMkLst>
            <pc:docMk/>
            <pc:sldMk cId="2219055057" sldId="271"/>
            <ac:spMk id="506" creationId="{620794E9-F782-22AD-D3CF-C91578581A12}"/>
          </ac:spMkLst>
        </pc:spChg>
        <pc:spChg chg="mod">
          <ac:chgData name="Freda Shi" userId="e3bafef1-15f2-4eeb-acbe-fa674bab7991" providerId="ADAL" clId="{9555FC65-5A8C-4EE8-9D5B-8283D7A0923C}" dt="2026-02-11T05:42:15.325" v="66879" actId="108"/>
          <ac:spMkLst>
            <pc:docMk/>
            <pc:sldMk cId="2219055057" sldId="271"/>
            <ac:spMk id="507" creationId="{0F5B0715-58A2-4B76-953A-2C581A8D1E99}"/>
          </ac:spMkLst>
        </pc:spChg>
        <pc:spChg chg="mod">
          <ac:chgData name="Freda Shi" userId="e3bafef1-15f2-4eeb-acbe-fa674bab7991" providerId="ADAL" clId="{9555FC65-5A8C-4EE8-9D5B-8283D7A0923C}" dt="2026-02-11T05:42:15.325" v="66880" actId="108"/>
          <ac:spMkLst>
            <pc:docMk/>
            <pc:sldMk cId="2219055057" sldId="271"/>
            <ac:spMk id="508" creationId="{6C563844-9080-1EF5-5D55-55245B77A27D}"/>
          </ac:spMkLst>
        </pc:spChg>
        <pc:spChg chg="mod">
          <ac:chgData name="Freda Shi" userId="e3bafef1-15f2-4eeb-acbe-fa674bab7991" providerId="ADAL" clId="{9555FC65-5A8C-4EE8-9D5B-8283D7A0923C}" dt="2026-02-11T05:42:15.326" v="66881" actId="108"/>
          <ac:spMkLst>
            <pc:docMk/>
            <pc:sldMk cId="2219055057" sldId="271"/>
            <ac:spMk id="509" creationId="{9385446F-686F-307E-B85E-B989D1D8248A}"/>
          </ac:spMkLst>
        </pc:spChg>
        <pc:spChg chg="mod">
          <ac:chgData name="Freda Shi" userId="e3bafef1-15f2-4eeb-acbe-fa674bab7991" providerId="ADAL" clId="{9555FC65-5A8C-4EE8-9D5B-8283D7A0923C}" dt="2026-02-11T05:42:15.326" v="66882" actId="108"/>
          <ac:spMkLst>
            <pc:docMk/>
            <pc:sldMk cId="2219055057" sldId="271"/>
            <ac:spMk id="511" creationId="{0ABBB2C2-50D2-1A48-2137-CA121080FF52}"/>
          </ac:spMkLst>
        </pc:spChg>
        <pc:spChg chg="mod">
          <ac:chgData name="Freda Shi" userId="e3bafef1-15f2-4eeb-acbe-fa674bab7991" providerId="ADAL" clId="{9555FC65-5A8C-4EE8-9D5B-8283D7A0923C}" dt="2026-02-11T05:42:15.327" v="66883" actId="108"/>
          <ac:spMkLst>
            <pc:docMk/>
            <pc:sldMk cId="2219055057" sldId="271"/>
            <ac:spMk id="512" creationId="{EB7167BC-389B-2B75-8A63-5491E1D43CBF}"/>
          </ac:spMkLst>
        </pc:spChg>
        <pc:spChg chg="mod">
          <ac:chgData name="Freda Shi" userId="e3bafef1-15f2-4eeb-acbe-fa674bab7991" providerId="ADAL" clId="{9555FC65-5A8C-4EE8-9D5B-8283D7A0923C}" dt="2026-02-11T05:42:15.327" v="66884" actId="108"/>
          <ac:spMkLst>
            <pc:docMk/>
            <pc:sldMk cId="2219055057" sldId="271"/>
            <ac:spMk id="513" creationId="{8431C8E5-74DA-B8AB-F7C0-5866F9362522}"/>
          </ac:spMkLst>
        </pc:spChg>
        <pc:spChg chg="mod">
          <ac:chgData name="Freda Shi" userId="e3bafef1-15f2-4eeb-acbe-fa674bab7991" providerId="ADAL" clId="{9555FC65-5A8C-4EE8-9D5B-8283D7A0923C}" dt="2026-02-11T05:42:15.328" v="66885" actId="108"/>
          <ac:spMkLst>
            <pc:docMk/>
            <pc:sldMk cId="2219055057" sldId="271"/>
            <ac:spMk id="514" creationId="{F987340D-2273-91AD-07CA-F3CB6D67DCC9}"/>
          </ac:spMkLst>
        </pc:spChg>
        <pc:spChg chg="mod">
          <ac:chgData name="Freda Shi" userId="e3bafef1-15f2-4eeb-acbe-fa674bab7991" providerId="ADAL" clId="{9555FC65-5A8C-4EE8-9D5B-8283D7A0923C}" dt="2026-02-11T05:42:15.328" v="66886" actId="108"/>
          <ac:spMkLst>
            <pc:docMk/>
            <pc:sldMk cId="2219055057" sldId="271"/>
            <ac:spMk id="515" creationId="{D81D1600-7AB1-069F-E9BE-5B988AF43EE4}"/>
          </ac:spMkLst>
        </pc:spChg>
        <pc:spChg chg="mod">
          <ac:chgData name="Freda Shi" userId="e3bafef1-15f2-4eeb-acbe-fa674bab7991" providerId="ADAL" clId="{9555FC65-5A8C-4EE8-9D5B-8283D7A0923C}" dt="2026-02-11T05:42:15.329" v="66887" actId="108"/>
          <ac:spMkLst>
            <pc:docMk/>
            <pc:sldMk cId="2219055057" sldId="271"/>
            <ac:spMk id="516" creationId="{ED1B03A1-D109-807F-DB98-99416FCB3E9C}"/>
          </ac:spMkLst>
        </pc:spChg>
        <pc:spChg chg="mod">
          <ac:chgData name="Freda Shi" userId="e3bafef1-15f2-4eeb-acbe-fa674bab7991" providerId="ADAL" clId="{9555FC65-5A8C-4EE8-9D5B-8283D7A0923C}" dt="2026-02-11T05:42:15.329" v="66888" actId="108"/>
          <ac:spMkLst>
            <pc:docMk/>
            <pc:sldMk cId="2219055057" sldId="271"/>
            <ac:spMk id="517" creationId="{DD354551-BF67-DD12-59DE-8496956BE40C}"/>
          </ac:spMkLst>
        </pc:spChg>
        <pc:spChg chg="mod">
          <ac:chgData name="Freda Shi" userId="e3bafef1-15f2-4eeb-acbe-fa674bab7991" providerId="ADAL" clId="{9555FC65-5A8C-4EE8-9D5B-8283D7A0923C}" dt="2026-02-11T05:42:15.329" v="66889" actId="108"/>
          <ac:spMkLst>
            <pc:docMk/>
            <pc:sldMk cId="2219055057" sldId="271"/>
            <ac:spMk id="518" creationId="{FC9B6071-6015-5A3B-115F-ABAA40526702}"/>
          </ac:spMkLst>
        </pc:spChg>
        <pc:spChg chg="mod">
          <ac:chgData name="Freda Shi" userId="e3bafef1-15f2-4eeb-acbe-fa674bab7991" providerId="ADAL" clId="{9555FC65-5A8C-4EE8-9D5B-8283D7A0923C}" dt="2026-02-11T05:42:15.330" v="66890" actId="108"/>
          <ac:spMkLst>
            <pc:docMk/>
            <pc:sldMk cId="2219055057" sldId="271"/>
            <ac:spMk id="519" creationId="{000BD54A-8C8F-4366-5B63-B2D1288AD441}"/>
          </ac:spMkLst>
        </pc:spChg>
        <pc:spChg chg="mod">
          <ac:chgData name="Freda Shi" userId="e3bafef1-15f2-4eeb-acbe-fa674bab7991" providerId="ADAL" clId="{9555FC65-5A8C-4EE8-9D5B-8283D7A0923C}" dt="2026-02-11T05:42:15.330" v="66891" actId="108"/>
          <ac:spMkLst>
            <pc:docMk/>
            <pc:sldMk cId="2219055057" sldId="271"/>
            <ac:spMk id="521" creationId="{FEDD9B52-D40B-F7F2-FAEF-E3B8F3C51055}"/>
          </ac:spMkLst>
        </pc:spChg>
        <pc:spChg chg="mod">
          <ac:chgData name="Freda Shi" userId="e3bafef1-15f2-4eeb-acbe-fa674bab7991" providerId="ADAL" clId="{9555FC65-5A8C-4EE8-9D5B-8283D7A0923C}" dt="2026-02-11T05:42:15.331" v="66892" actId="108"/>
          <ac:spMkLst>
            <pc:docMk/>
            <pc:sldMk cId="2219055057" sldId="271"/>
            <ac:spMk id="522" creationId="{D9A8E6B7-37C3-2AA4-ABF9-2521E27D6C5A}"/>
          </ac:spMkLst>
        </pc:spChg>
        <pc:spChg chg="mod">
          <ac:chgData name="Freda Shi" userId="e3bafef1-15f2-4eeb-acbe-fa674bab7991" providerId="ADAL" clId="{9555FC65-5A8C-4EE8-9D5B-8283D7A0923C}" dt="2026-02-11T05:42:15.331" v="66893" actId="108"/>
          <ac:spMkLst>
            <pc:docMk/>
            <pc:sldMk cId="2219055057" sldId="271"/>
            <ac:spMk id="523" creationId="{50705B7B-E43A-E818-39C9-0C6757A9F07F}"/>
          </ac:spMkLst>
        </pc:spChg>
        <pc:spChg chg="mod">
          <ac:chgData name="Freda Shi" userId="e3bafef1-15f2-4eeb-acbe-fa674bab7991" providerId="ADAL" clId="{9555FC65-5A8C-4EE8-9D5B-8283D7A0923C}" dt="2026-02-11T05:42:15.332" v="66894" actId="108"/>
          <ac:spMkLst>
            <pc:docMk/>
            <pc:sldMk cId="2219055057" sldId="271"/>
            <ac:spMk id="524" creationId="{AB96609B-324D-3542-186D-0531598B49E9}"/>
          </ac:spMkLst>
        </pc:spChg>
        <pc:spChg chg="mod">
          <ac:chgData name="Freda Shi" userId="e3bafef1-15f2-4eeb-acbe-fa674bab7991" providerId="ADAL" clId="{9555FC65-5A8C-4EE8-9D5B-8283D7A0923C}" dt="2026-02-11T05:42:15.332" v="66895" actId="108"/>
          <ac:spMkLst>
            <pc:docMk/>
            <pc:sldMk cId="2219055057" sldId="271"/>
            <ac:spMk id="526" creationId="{BAA0D9D0-3703-D84E-64A1-DB663049322E}"/>
          </ac:spMkLst>
        </pc:spChg>
        <pc:spChg chg="mod">
          <ac:chgData name="Freda Shi" userId="e3bafef1-15f2-4eeb-acbe-fa674bab7991" providerId="ADAL" clId="{9555FC65-5A8C-4EE8-9D5B-8283D7A0923C}" dt="2026-02-11T05:42:15.333" v="66896" actId="108"/>
          <ac:spMkLst>
            <pc:docMk/>
            <pc:sldMk cId="2219055057" sldId="271"/>
            <ac:spMk id="527" creationId="{7D0057CF-F019-7F96-242E-E1F85B38E3BE}"/>
          </ac:spMkLst>
        </pc:spChg>
        <pc:spChg chg="mod">
          <ac:chgData name="Freda Shi" userId="e3bafef1-15f2-4eeb-acbe-fa674bab7991" providerId="ADAL" clId="{9555FC65-5A8C-4EE8-9D5B-8283D7A0923C}" dt="2026-02-11T05:42:15.333" v="66897" actId="108"/>
          <ac:spMkLst>
            <pc:docMk/>
            <pc:sldMk cId="2219055057" sldId="271"/>
            <ac:spMk id="528" creationId="{22144F73-F567-2664-77A4-C7992FB0DA05}"/>
          </ac:spMkLst>
        </pc:spChg>
        <pc:spChg chg="mod">
          <ac:chgData name="Freda Shi" userId="e3bafef1-15f2-4eeb-acbe-fa674bab7991" providerId="ADAL" clId="{9555FC65-5A8C-4EE8-9D5B-8283D7A0923C}" dt="2026-02-11T05:42:15.334" v="66898" actId="108"/>
          <ac:spMkLst>
            <pc:docMk/>
            <pc:sldMk cId="2219055057" sldId="271"/>
            <ac:spMk id="529" creationId="{9B848A48-2863-5C05-2CE5-4F931BFC0FF5}"/>
          </ac:spMkLst>
        </pc:spChg>
        <pc:spChg chg="mod">
          <ac:chgData name="Freda Shi" userId="e3bafef1-15f2-4eeb-acbe-fa674bab7991" providerId="ADAL" clId="{9555FC65-5A8C-4EE8-9D5B-8283D7A0923C}" dt="2026-02-11T05:42:15.334" v="66899" actId="108"/>
          <ac:spMkLst>
            <pc:docMk/>
            <pc:sldMk cId="2219055057" sldId="271"/>
            <ac:spMk id="530" creationId="{68FA3674-CF73-540F-85C0-329111FEBDFA}"/>
          </ac:spMkLst>
        </pc:spChg>
        <pc:spChg chg="mod">
          <ac:chgData name="Freda Shi" userId="e3bafef1-15f2-4eeb-acbe-fa674bab7991" providerId="ADAL" clId="{9555FC65-5A8C-4EE8-9D5B-8283D7A0923C}" dt="2026-02-11T05:42:15.335" v="66900" actId="108"/>
          <ac:spMkLst>
            <pc:docMk/>
            <pc:sldMk cId="2219055057" sldId="271"/>
            <ac:spMk id="531" creationId="{398A6EDF-C492-D1AA-4414-9BE8519FE7F6}"/>
          </ac:spMkLst>
        </pc:spChg>
        <pc:spChg chg="mod">
          <ac:chgData name="Freda Shi" userId="e3bafef1-15f2-4eeb-acbe-fa674bab7991" providerId="ADAL" clId="{9555FC65-5A8C-4EE8-9D5B-8283D7A0923C}" dt="2026-02-11T05:42:15.335" v="66901" actId="108"/>
          <ac:spMkLst>
            <pc:docMk/>
            <pc:sldMk cId="2219055057" sldId="271"/>
            <ac:spMk id="532" creationId="{FD9639DA-5E0F-31A9-4B44-1BCA7DF94BBB}"/>
          </ac:spMkLst>
        </pc:spChg>
        <pc:spChg chg="mod">
          <ac:chgData name="Freda Shi" userId="e3bafef1-15f2-4eeb-acbe-fa674bab7991" providerId="ADAL" clId="{9555FC65-5A8C-4EE8-9D5B-8283D7A0923C}" dt="2026-02-11T05:42:15.336" v="66902" actId="108"/>
          <ac:spMkLst>
            <pc:docMk/>
            <pc:sldMk cId="2219055057" sldId="271"/>
            <ac:spMk id="533" creationId="{1C71C14B-341D-1328-D8F1-E6295848CB42}"/>
          </ac:spMkLst>
        </pc:spChg>
        <pc:spChg chg="mod">
          <ac:chgData name="Freda Shi" userId="e3bafef1-15f2-4eeb-acbe-fa674bab7991" providerId="ADAL" clId="{9555FC65-5A8C-4EE8-9D5B-8283D7A0923C}" dt="2026-02-11T05:42:15.336" v="66903" actId="108"/>
          <ac:spMkLst>
            <pc:docMk/>
            <pc:sldMk cId="2219055057" sldId="271"/>
            <ac:spMk id="535" creationId="{872AE28C-2F45-5102-2385-23D1E813C9D1}"/>
          </ac:spMkLst>
        </pc:spChg>
        <pc:spChg chg="mod">
          <ac:chgData name="Freda Shi" userId="e3bafef1-15f2-4eeb-acbe-fa674bab7991" providerId="ADAL" clId="{9555FC65-5A8C-4EE8-9D5B-8283D7A0923C}" dt="2026-02-11T05:42:15.337" v="66904" actId="108"/>
          <ac:spMkLst>
            <pc:docMk/>
            <pc:sldMk cId="2219055057" sldId="271"/>
            <ac:spMk id="536" creationId="{71FD8DFC-A6D9-57E8-176F-BF5646456C51}"/>
          </ac:spMkLst>
        </pc:spChg>
        <pc:spChg chg="mod">
          <ac:chgData name="Freda Shi" userId="e3bafef1-15f2-4eeb-acbe-fa674bab7991" providerId="ADAL" clId="{9555FC65-5A8C-4EE8-9D5B-8283D7A0923C}" dt="2026-02-11T05:42:15.337" v="66905" actId="108"/>
          <ac:spMkLst>
            <pc:docMk/>
            <pc:sldMk cId="2219055057" sldId="271"/>
            <ac:spMk id="537" creationId="{C3ECED03-ACAB-EBCD-D842-CAF631951302}"/>
          </ac:spMkLst>
        </pc:spChg>
        <pc:spChg chg="mod">
          <ac:chgData name="Freda Shi" userId="e3bafef1-15f2-4eeb-acbe-fa674bab7991" providerId="ADAL" clId="{9555FC65-5A8C-4EE8-9D5B-8283D7A0923C}" dt="2026-02-11T05:42:15.338" v="66906" actId="108"/>
          <ac:spMkLst>
            <pc:docMk/>
            <pc:sldMk cId="2219055057" sldId="271"/>
            <ac:spMk id="539" creationId="{91E9A468-349E-5B17-7F55-FA114B0912CD}"/>
          </ac:spMkLst>
        </pc:spChg>
        <pc:spChg chg="mod">
          <ac:chgData name="Freda Shi" userId="e3bafef1-15f2-4eeb-acbe-fa674bab7991" providerId="ADAL" clId="{9555FC65-5A8C-4EE8-9D5B-8283D7A0923C}" dt="2026-02-11T05:42:15.338" v="66907" actId="108"/>
          <ac:spMkLst>
            <pc:docMk/>
            <pc:sldMk cId="2219055057" sldId="271"/>
            <ac:spMk id="540" creationId="{B726F092-318C-AA51-8EB7-0212AC3083BB}"/>
          </ac:spMkLst>
        </pc:spChg>
        <pc:spChg chg="mod">
          <ac:chgData name="Freda Shi" userId="e3bafef1-15f2-4eeb-acbe-fa674bab7991" providerId="ADAL" clId="{9555FC65-5A8C-4EE8-9D5B-8283D7A0923C}" dt="2026-02-11T05:42:15.339" v="66908" actId="108"/>
          <ac:spMkLst>
            <pc:docMk/>
            <pc:sldMk cId="2219055057" sldId="271"/>
            <ac:spMk id="541" creationId="{44838069-971E-B215-83C2-0641611ABB59}"/>
          </ac:spMkLst>
        </pc:spChg>
        <pc:spChg chg="mod">
          <ac:chgData name="Freda Shi" userId="e3bafef1-15f2-4eeb-acbe-fa674bab7991" providerId="ADAL" clId="{9555FC65-5A8C-4EE8-9D5B-8283D7A0923C}" dt="2026-02-11T05:42:15.339" v="66909" actId="108"/>
          <ac:spMkLst>
            <pc:docMk/>
            <pc:sldMk cId="2219055057" sldId="271"/>
            <ac:spMk id="543" creationId="{74A531C0-64D7-69BB-ADA2-3A391CAA6EBF}"/>
          </ac:spMkLst>
        </pc:spChg>
        <pc:spChg chg="mod">
          <ac:chgData name="Freda Shi" userId="e3bafef1-15f2-4eeb-acbe-fa674bab7991" providerId="ADAL" clId="{9555FC65-5A8C-4EE8-9D5B-8283D7A0923C}" dt="2026-02-11T05:42:15.339" v="66910" actId="108"/>
          <ac:spMkLst>
            <pc:docMk/>
            <pc:sldMk cId="2219055057" sldId="271"/>
            <ac:spMk id="544" creationId="{E75B1DF0-9060-D72D-9A06-FB95FB0C314F}"/>
          </ac:spMkLst>
        </pc:spChg>
        <pc:spChg chg="mod">
          <ac:chgData name="Freda Shi" userId="e3bafef1-15f2-4eeb-acbe-fa674bab7991" providerId="ADAL" clId="{9555FC65-5A8C-4EE8-9D5B-8283D7A0923C}" dt="2026-02-11T05:42:15.340" v="66911" actId="108"/>
          <ac:spMkLst>
            <pc:docMk/>
            <pc:sldMk cId="2219055057" sldId="271"/>
            <ac:spMk id="545" creationId="{9F7CCA6D-7071-A8CE-6433-07489D9300CF}"/>
          </ac:spMkLst>
        </pc:spChg>
        <pc:spChg chg="mod">
          <ac:chgData name="Freda Shi" userId="e3bafef1-15f2-4eeb-acbe-fa674bab7991" providerId="ADAL" clId="{9555FC65-5A8C-4EE8-9D5B-8283D7A0923C}" dt="2026-02-11T05:42:15.340" v="66912" actId="108"/>
          <ac:spMkLst>
            <pc:docMk/>
            <pc:sldMk cId="2219055057" sldId="271"/>
            <ac:spMk id="546" creationId="{4C453876-39E1-597B-B3DD-3425947DC53E}"/>
          </ac:spMkLst>
        </pc:spChg>
        <pc:spChg chg="mod">
          <ac:chgData name="Freda Shi" userId="e3bafef1-15f2-4eeb-acbe-fa674bab7991" providerId="ADAL" clId="{9555FC65-5A8C-4EE8-9D5B-8283D7A0923C}" dt="2026-02-11T05:42:15.341" v="66913" actId="108"/>
          <ac:spMkLst>
            <pc:docMk/>
            <pc:sldMk cId="2219055057" sldId="271"/>
            <ac:spMk id="547" creationId="{99CC61AF-1E43-D176-7518-9E57B7D390BB}"/>
          </ac:spMkLst>
        </pc:spChg>
        <pc:spChg chg="mod">
          <ac:chgData name="Freda Shi" userId="e3bafef1-15f2-4eeb-acbe-fa674bab7991" providerId="ADAL" clId="{9555FC65-5A8C-4EE8-9D5B-8283D7A0923C}" dt="2026-02-11T05:42:15.341" v="66914" actId="108"/>
          <ac:spMkLst>
            <pc:docMk/>
            <pc:sldMk cId="2219055057" sldId="271"/>
            <ac:spMk id="548" creationId="{8CEEE136-7B74-F1BF-80C6-9F4A10AB40D3}"/>
          </ac:spMkLst>
        </pc:spChg>
        <pc:spChg chg="mod">
          <ac:chgData name="Freda Shi" userId="e3bafef1-15f2-4eeb-acbe-fa674bab7991" providerId="ADAL" clId="{9555FC65-5A8C-4EE8-9D5B-8283D7A0923C}" dt="2026-02-11T05:42:15.342" v="66915" actId="108"/>
          <ac:spMkLst>
            <pc:docMk/>
            <pc:sldMk cId="2219055057" sldId="271"/>
            <ac:spMk id="549" creationId="{1F6F065E-A626-2AB2-2025-24A33650BD86}"/>
          </ac:spMkLst>
        </pc:spChg>
        <pc:spChg chg="mod">
          <ac:chgData name="Freda Shi" userId="e3bafef1-15f2-4eeb-acbe-fa674bab7991" providerId="ADAL" clId="{9555FC65-5A8C-4EE8-9D5B-8283D7A0923C}" dt="2026-02-11T05:42:15.342" v="66916" actId="108"/>
          <ac:spMkLst>
            <pc:docMk/>
            <pc:sldMk cId="2219055057" sldId="271"/>
            <ac:spMk id="550" creationId="{AC722D0C-1F09-D807-EEE9-EB0EE98D3A6D}"/>
          </ac:spMkLst>
        </pc:spChg>
        <pc:spChg chg="mod">
          <ac:chgData name="Freda Shi" userId="e3bafef1-15f2-4eeb-acbe-fa674bab7991" providerId="ADAL" clId="{9555FC65-5A8C-4EE8-9D5B-8283D7A0923C}" dt="2026-02-11T05:42:15.343" v="66917" actId="108"/>
          <ac:spMkLst>
            <pc:docMk/>
            <pc:sldMk cId="2219055057" sldId="271"/>
            <ac:spMk id="551" creationId="{45B2A855-EEC9-D682-CF6D-6B56F4294049}"/>
          </ac:spMkLst>
        </pc:spChg>
        <pc:spChg chg="mod">
          <ac:chgData name="Freda Shi" userId="e3bafef1-15f2-4eeb-acbe-fa674bab7991" providerId="ADAL" clId="{9555FC65-5A8C-4EE8-9D5B-8283D7A0923C}" dt="2026-02-11T05:42:15.343" v="66918" actId="108"/>
          <ac:spMkLst>
            <pc:docMk/>
            <pc:sldMk cId="2219055057" sldId="271"/>
            <ac:spMk id="552" creationId="{546E91C1-21D4-77F3-A833-F786A4E26217}"/>
          </ac:spMkLst>
        </pc:spChg>
        <pc:spChg chg="mod">
          <ac:chgData name="Freda Shi" userId="e3bafef1-15f2-4eeb-acbe-fa674bab7991" providerId="ADAL" clId="{9555FC65-5A8C-4EE8-9D5B-8283D7A0923C}" dt="2026-02-11T05:42:15.344" v="66919" actId="108"/>
          <ac:spMkLst>
            <pc:docMk/>
            <pc:sldMk cId="2219055057" sldId="271"/>
            <ac:spMk id="553" creationId="{08FDD0D9-9393-8B04-2EB1-44A9C072D046}"/>
          </ac:spMkLst>
        </pc:spChg>
        <pc:spChg chg="mod">
          <ac:chgData name="Freda Shi" userId="e3bafef1-15f2-4eeb-acbe-fa674bab7991" providerId="ADAL" clId="{9555FC65-5A8C-4EE8-9D5B-8283D7A0923C}" dt="2026-02-11T05:42:15.344" v="66920" actId="108"/>
          <ac:spMkLst>
            <pc:docMk/>
            <pc:sldMk cId="2219055057" sldId="271"/>
            <ac:spMk id="554" creationId="{CB617193-9C85-C1C6-3A78-E9167C4124C5}"/>
          </ac:spMkLst>
        </pc:spChg>
        <pc:spChg chg="mod">
          <ac:chgData name="Freda Shi" userId="e3bafef1-15f2-4eeb-acbe-fa674bab7991" providerId="ADAL" clId="{9555FC65-5A8C-4EE8-9D5B-8283D7A0923C}" dt="2026-02-11T05:42:15.345" v="66921" actId="108"/>
          <ac:spMkLst>
            <pc:docMk/>
            <pc:sldMk cId="2219055057" sldId="271"/>
            <ac:spMk id="555" creationId="{7BEB153E-4485-F415-5833-57AC80619B01}"/>
          </ac:spMkLst>
        </pc:spChg>
        <pc:spChg chg="mod">
          <ac:chgData name="Freda Shi" userId="e3bafef1-15f2-4eeb-acbe-fa674bab7991" providerId="ADAL" clId="{9555FC65-5A8C-4EE8-9D5B-8283D7A0923C}" dt="2026-02-11T05:42:15.345" v="66922" actId="108"/>
          <ac:spMkLst>
            <pc:docMk/>
            <pc:sldMk cId="2219055057" sldId="271"/>
            <ac:spMk id="556" creationId="{9221ECB7-C25A-ACA5-A565-8234659729F9}"/>
          </ac:spMkLst>
        </pc:spChg>
        <pc:spChg chg="mod">
          <ac:chgData name="Freda Shi" userId="e3bafef1-15f2-4eeb-acbe-fa674bab7991" providerId="ADAL" clId="{9555FC65-5A8C-4EE8-9D5B-8283D7A0923C}" dt="2026-02-11T05:42:15.346" v="66923" actId="108"/>
          <ac:spMkLst>
            <pc:docMk/>
            <pc:sldMk cId="2219055057" sldId="271"/>
            <ac:spMk id="557" creationId="{AC0C0300-F00C-6049-A191-32614D684FE3}"/>
          </ac:spMkLst>
        </pc:spChg>
        <pc:spChg chg="mod">
          <ac:chgData name="Freda Shi" userId="e3bafef1-15f2-4eeb-acbe-fa674bab7991" providerId="ADAL" clId="{9555FC65-5A8C-4EE8-9D5B-8283D7A0923C}" dt="2026-02-11T05:42:15.346" v="66924" actId="108"/>
          <ac:spMkLst>
            <pc:docMk/>
            <pc:sldMk cId="2219055057" sldId="271"/>
            <ac:spMk id="559" creationId="{BB1FBB8E-32C8-24FF-DE22-856801971A90}"/>
          </ac:spMkLst>
        </pc:spChg>
        <pc:spChg chg="mod">
          <ac:chgData name="Freda Shi" userId="e3bafef1-15f2-4eeb-acbe-fa674bab7991" providerId="ADAL" clId="{9555FC65-5A8C-4EE8-9D5B-8283D7A0923C}" dt="2026-02-11T05:42:15.347" v="66925" actId="108"/>
          <ac:spMkLst>
            <pc:docMk/>
            <pc:sldMk cId="2219055057" sldId="271"/>
            <ac:spMk id="560" creationId="{9DFB6ADD-27F6-1466-2B45-ED1CBD60E3B1}"/>
          </ac:spMkLst>
        </pc:spChg>
        <pc:spChg chg="mod">
          <ac:chgData name="Freda Shi" userId="e3bafef1-15f2-4eeb-acbe-fa674bab7991" providerId="ADAL" clId="{9555FC65-5A8C-4EE8-9D5B-8283D7A0923C}" dt="2026-02-11T05:42:15.347" v="66926" actId="108"/>
          <ac:spMkLst>
            <pc:docMk/>
            <pc:sldMk cId="2219055057" sldId="271"/>
            <ac:spMk id="561" creationId="{4A5D636D-F393-FA90-E210-F644437D5A1D}"/>
          </ac:spMkLst>
        </pc:spChg>
        <pc:spChg chg="mod">
          <ac:chgData name="Freda Shi" userId="e3bafef1-15f2-4eeb-acbe-fa674bab7991" providerId="ADAL" clId="{9555FC65-5A8C-4EE8-9D5B-8283D7A0923C}" dt="2026-02-11T05:42:15.347" v="66927" actId="108"/>
          <ac:spMkLst>
            <pc:docMk/>
            <pc:sldMk cId="2219055057" sldId="271"/>
            <ac:spMk id="562" creationId="{5095FBFB-3E98-AD01-A6C1-3561EF3F2DF8}"/>
          </ac:spMkLst>
        </pc:spChg>
        <pc:spChg chg="mod">
          <ac:chgData name="Freda Shi" userId="e3bafef1-15f2-4eeb-acbe-fa674bab7991" providerId="ADAL" clId="{9555FC65-5A8C-4EE8-9D5B-8283D7A0923C}" dt="2026-02-11T05:42:15.347" v="66928" actId="108"/>
          <ac:spMkLst>
            <pc:docMk/>
            <pc:sldMk cId="2219055057" sldId="271"/>
            <ac:spMk id="564" creationId="{FAE3175E-9664-B26C-1F59-A60D8A1BE82D}"/>
          </ac:spMkLst>
        </pc:spChg>
        <pc:spChg chg="mod">
          <ac:chgData name="Freda Shi" userId="e3bafef1-15f2-4eeb-acbe-fa674bab7991" providerId="ADAL" clId="{9555FC65-5A8C-4EE8-9D5B-8283D7A0923C}" dt="2026-02-11T05:42:15.349" v="66929" actId="108"/>
          <ac:spMkLst>
            <pc:docMk/>
            <pc:sldMk cId="2219055057" sldId="271"/>
            <ac:spMk id="565" creationId="{DFE29ABB-110A-2A16-5EC6-29B1F45BE4BD}"/>
          </ac:spMkLst>
        </pc:spChg>
        <pc:spChg chg="mod">
          <ac:chgData name="Freda Shi" userId="e3bafef1-15f2-4eeb-acbe-fa674bab7991" providerId="ADAL" clId="{9555FC65-5A8C-4EE8-9D5B-8283D7A0923C}" dt="2026-02-11T05:42:15.349" v="66930" actId="108"/>
          <ac:spMkLst>
            <pc:docMk/>
            <pc:sldMk cId="2219055057" sldId="271"/>
            <ac:spMk id="566" creationId="{52626D1A-CBF6-98B5-8A1B-61307AEA97AB}"/>
          </ac:spMkLst>
        </pc:spChg>
        <pc:spChg chg="mod">
          <ac:chgData name="Freda Shi" userId="e3bafef1-15f2-4eeb-acbe-fa674bab7991" providerId="ADAL" clId="{9555FC65-5A8C-4EE8-9D5B-8283D7A0923C}" dt="2026-02-11T05:42:15.350" v="66931" actId="108"/>
          <ac:spMkLst>
            <pc:docMk/>
            <pc:sldMk cId="2219055057" sldId="271"/>
            <ac:spMk id="567" creationId="{4906069B-4E26-98B0-1ECE-A7BDC05E8B65}"/>
          </ac:spMkLst>
        </pc:spChg>
        <pc:spChg chg="mod">
          <ac:chgData name="Freda Shi" userId="e3bafef1-15f2-4eeb-acbe-fa674bab7991" providerId="ADAL" clId="{9555FC65-5A8C-4EE8-9D5B-8283D7A0923C}" dt="2026-02-11T05:42:15.350" v="66932" actId="108"/>
          <ac:spMkLst>
            <pc:docMk/>
            <pc:sldMk cId="2219055057" sldId="271"/>
            <ac:spMk id="568" creationId="{573607E6-AA0E-1B8E-1750-F887F3C45815}"/>
          </ac:spMkLst>
        </pc:spChg>
        <pc:spChg chg="mod">
          <ac:chgData name="Freda Shi" userId="e3bafef1-15f2-4eeb-acbe-fa674bab7991" providerId="ADAL" clId="{9555FC65-5A8C-4EE8-9D5B-8283D7A0923C}" dt="2026-02-11T05:42:15.351" v="66933" actId="108"/>
          <ac:spMkLst>
            <pc:docMk/>
            <pc:sldMk cId="2219055057" sldId="271"/>
            <ac:spMk id="569" creationId="{F1A44CCD-4052-940C-9D59-5789307937B8}"/>
          </ac:spMkLst>
        </pc:spChg>
        <pc:spChg chg="mod">
          <ac:chgData name="Freda Shi" userId="e3bafef1-15f2-4eeb-acbe-fa674bab7991" providerId="ADAL" clId="{9555FC65-5A8C-4EE8-9D5B-8283D7A0923C}" dt="2026-02-11T05:42:15.351" v="66934" actId="108"/>
          <ac:spMkLst>
            <pc:docMk/>
            <pc:sldMk cId="2219055057" sldId="271"/>
            <ac:spMk id="570" creationId="{857F513D-54A0-618E-6170-3DABAF9C24A6}"/>
          </ac:spMkLst>
        </pc:spChg>
        <pc:spChg chg="mod">
          <ac:chgData name="Freda Shi" userId="e3bafef1-15f2-4eeb-acbe-fa674bab7991" providerId="ADAL" clId="{9555FC65-5A8C-4EE8-9D5B-8283D7A0923C}" dt="2026-02-11T05:42:15.352" v="66935" actId="108"/>
          <ac:spMkLst>
            <pc:docMk/>
            <pc:sldMk cId="2219055057" sldId="271"/>
            <ac:spMk id="571" creationId="{AFD388AF-3645-BAA5-BDE0-F8DC98B736EA}"/>
          </ac:spMkLst>
        </pc:spChg>
        <pc:spChg chg="mod">
          <ac:chgData name="Freda Shi" userId="e3bafef1-15f2-4eeb-acbe-fa674bab7991" providerId="ADAL" clId="{9555FC65-5A8C-4EE8-9D5B-8283D7A0923C}" dt="2026-02-11T05:42:15.352" v="66936" actId="108"/>
          <ac:spMkLst>
            <pc:docMk/>
            <pc:sldMk cId="2219055057" sldId="271"/>
            <ac:spMk id="572" creationId="{896BE2CE-7C7F-98B5-023A-6719F9067C08}"/>
          </ac:spMkLst>
        </pc:spChg>
        <pc:spChg chg="mod">
          <ac:chgData name="Freda Shi" userId="e3bafef1-15f2-4eeb-acbe-fa674bab7991" providerId="ADAL" clId="{9555FC65-5A8C-4EE8-9D5B-8283D7A0923C}" dt="2026-02-11T05:42:15.353" v="66937" actId="108"/>
          <ac:spMkLst>
            <pc:docMk/>
            <pc:sldMk cId="2219055057" sldId="271"/>
            <ac:spMk id="574" creationId="{7D57E607-72ED-39FB-5EC9-22E953569FA0}"/>
          </ac:spMkLst>
        </pc:spChg>
        <pc:spChg chg="mod">
          <ac:chgData name="Freda Shi" userId="e3bafef1-15f2-4eeb-acbe-fa674bab7991" providerId="ADAL" clId="{9555FC65-5A8C-4EE8-9D5B-8283D7A0923C}" dt="2026-02-11T05:42:15.353" v="66938" actId="108"/>
          <ac:spMkLst>
            <pc:docMk/>
            <pc:sldMk cId="2219055057" sldId="271"/>
            <ac:spMk id="575" creationId="{30757227-3DBD-80CF-AA0C-3248E2B29820}"/>
          </ac:spMkLst>
        </pc:spChg>
        <pc:spChg chg="mod">
          <ac:chgData name="Freda Shi" userId="e3bafef1-15f2-4eeb-acbe-fa674bab7991" providerId="ADAL" clId="{9555FC65-5A8C-4EE8-9D5B-8283D7A0923C}" dt="2026-02-11T05:42:15.354" v="66939" actId="108"/>
          <ac:spMkLst>
            <pc:docMk/>
            <pc:sldMk cId="2219055057" sldId="271"/>
            <ac:spMk id="576" creationId="{06E921BD-20A6-C324-4546-B3CDB6B250AE}"/>
          </ac:spMkLst>
        </pc:spChg>
        <pc:spChg chg="mod">
          <ac:chgData name="Freda Shi" userId="e3bafef1-15f2-4eeb-acbe-fa674bab7991" providerId="ADAL" clId="{9555FC65-5A8C-4EE8-9D5B-8283D7A0923C}" dt="2026-02-11T05:42:15.354" v="66940" actId="108"/>
          <ac:spMkLst>
            <pc:docMk/>
            <pc:sldMk cId="2219055057" sldId="271"/>
            <ac:spMk id="577" creationId="{59405AA8-CC66-8DF3-B080-BC71E27099A7}"/>
          </ac:spMkLst>
        </pc:spChg>
        <pc:spChg chg="mod">
          <ac:chgData name="Freda Shi" userId="e3bafef1-15f2-4eeb-acbe-fa674bab7991" providerId="ADAL" clId="{9555FC65-5A8C-4EE8-9D5B-8283D7A0923C}" dt="2026-02-11T05:42:15.355" v="66941" actId="108"/>
          <ac:spMkLst>
            <pc:docMk/>
            <pc:sldMk cId="2219055057" sldId="271"/>
            <ac:spMk id="579" creationId="{9ACD5185-A7EF-933B-7160-BB3FA3F26FE2}"/>
          </ac:spMkLst>
        </pc:spChg>
        <pc:spChg chg="mod">
          <ac:chgData name="Freda Shi" userId="e3bafef1-15f2-4eeb-acbe-fa674bab7991" providerId="ADAL" clId="{9555FC65-5A8C-4EE8-9D5B-8283D7A0923C}" dt="2026-02-11T05:42:15.355" v="66942" actId="108"/>
          <ac:spMkLst>
            <pc:docMk/>
            <pc:sldMk cId="2219055057" sldId="271"/>
            <ac:spMk id="580" creationId="{6F073EE3-58EA-6CDA-DBC3-AE62D8C3266A}"/>
          </ac:spMkLst>
        </pc:spChg>
        <pc:spChg chg="mod">
          <ac:chgData name="Freda Shi" userId="e3bafef1-15f2-4eeb-acbe-fa674bab7991" providerId="ADAL" clId="{9555FC65-5A8C-4EE8-9D5B-8283D7A0923C}" dt="2026-02-11T05:42:15.356" v="66943" actId="108"/>
          <ac:spMkLst>
            <pc:docMk/>
            <pc:sldMk cId="2219055057" sldId="271"/>
            <ac:spMk id="581" creationId="{18654D37-0262-D3F6-8961-B9CA2C0BEA02}"/>
          </ac:spMkLst>
        </pc:spChg>
        <pc:spChg chg="mod">
          <ac:chgData name="Freda Shi" userId="e3bafef1-15f2-4eeb-acbe-fa674bab7991" providerId="ADAL" clId="{9555FC65-5A8C-4EE8-9D5B-8283D7A0923C}" dt="2026-02-11T05:42:15.356" v="66944" actId="108"/>
          <ac:spMkLst>
            <pc:docMk/>
            <pc:sldMk cId="2219055057" sldId="271"/>
            <ac:spMk id="582" creationId="{9F83746C-5A53-D1FE-11AB-487B2B51A27E}"/>
          </ac:spMkLst>
        </pc:spChg>
        <pc:spChg chg="mod">
          <ac:chgData name="Freda Shi" userId="e3bafef1-15f2-4eeb-acbe-fa674bab7991" providerId="ADAL" clId="{9555FC65-5A8C-4EE8-9D5B-8283D7A0923C}" dt="2026-02-11T05:42:15.357" v="66945" actId="108"/>
          <ac:spMkLst>
            <pc:docMk/>
            <pc:sldMk cId="2219055057" sldId="271"/>
            <ac:spMk id="583" creationId="{11CC1376-1CFE-AAB4-3A8E-49AE4CADC6E7}"/>
          </ac:spMkLst>
        </pc:spChg>
        <pc:spChg chg="add del mod">
          <ac:chgData name="Freda Shi" userId="e3bafef1-15f2-4eeb-acbe-fa674bab7991" providerId="ADAL" clId="{9555FC65-5A8C-4EE8-9D5B-8283D7A0923C}" dt="2026-02-11T05:43:43.985" v="66986" actId="478"/>
          <ac:spMkLst>
            <pc:docMk/>
            <pc:sldMk cId="2219055057" sldId="271"/>
            <ac:spMk id="806" creationId="{26D9F21F-7556-0D45-5FA2-E44E36BAC451}"/>
          </ac:spMkLst>
        </pc:spChg>
        <pc:spChg chg="add mod">
          <ac:chgData name="Freda Shi" userId="e3bafef1-15f2-4eeb-acbe-fa674bab7991" providerId="ADAL" clId="{9555FC65-5A8C-4EE8-9D5B-8283D7A0923C}" dt="2026-02-11T06:26:39.727" v="68289" actId="1036"/>
          <ac:spMkLst>
            <pc:docMk/>
            <pc:sldMk cId="2219055057" sldId="271"/>
            <ac:spMk id="810" creationId="{A630C46E-D342-706E-56D8-5B2B3995CEDE}"/>
          </ac:spMkLst>
        </pc:spChg>
        <pc:spChg chg="add mod">
          <ac:chgData name="Freda Shi" userId="e3bafef1-15f2-4eeb-acbe-fa674bab7991" providerId="ADAL" clId="{9555FC65-5A8C-4EE8-9D5B-8283D7A0923C}" dt="2026-02-11T06:26:39.727" v="68289" actId="1036"/>
          <ac:spMkLst>
            <pc:docMk/>
            <pc:sldMk cId="2219055057" sldId="271"/>
            <ac:spMk id="947" creationId="{FEAC543A-1937-CF10-532B-8B0E0A1F1EA7}"/>
          </ac:spMkLst>
        </pc:spChg>
        <pc:spChg chg="add mod">
          <ac:chgData name="Freda Shi" userId="e3bafef1-15f2-4eeb-acbe-fa674bab7991" providerId="ADAL" clId="{9555FC65-5A8C-4EE8-9D5B-8283D7A0923C}" dt="2026-02-11T06:26:39.727" v="68289" actId="1036"/>
          <ac:spMkLst>
            <pc:docMk/>
            <pc:sldMk cId="2219055057" sldId="271"/>
            <ac:spMk id="953" creationId="{1A096C2F-3091-5503-6560-527A8E5C0A48}"/>
          </ac:spMkLst>
        </pc:spChg>
        <pc:spChg chg="add mod">
          <ac:chgData name="Freda Shi" userId="e3bafef1-15f2-4eeb-acbe-fa674bab7991" providerId="ADAL" clId="{9555FC65-5A8C-4EE8-9D5B-8283D7A0923C}" dt="2026-02-11T06:26:39.727" v="68289" actId="1036"/>
          <ac:spMkLst>
            <pc:docMk/>
            <pc:sldMk cId="2219055057" sldId="271"/>
            <ac:spMk id="959" creationId="{FD121084-6569-4020-ADD5-5EC27E1B7EB9}"/>
          </ac:spMkLst>
        </pc:spChg>
        <pc:spChg chg="add mod">
          <ac:chgData name="Freda Shi" userId="e3bafef1-15f2-4eeb-acbe-fa674bab7991" providerId="ADAL" clId="{9555FC65-5A8C-4EE8-9D5B-8283D7A0923C}" dt="2026-02-11T05:53:57.050" v="67401" actId="1036"/>
          <ac:spMkLst>
            <pc:docMk/>
            <pc:sldMk cId="2219055057" sldId="271"/>
            <ac:spMk id="964" creationId="{42376A0F-6D26-C86A-9070-6D47A5FC6C58}"/>
          </ac:spMkLst>
        </pc:spChg>
        <pc:grpChg chg="del mod">
          <ac:chgData name="Freda Shi" userId="e3bafef1-15f2-4eeb-acbe-fa674bab7991" providerId="ADAL" clId="{9555FC65-5A8C-4EE8-9D5B-8283D7A0923C}" dt="2026-02-11T05:41:30.499" v="66620" actId="478"/>
          <ac:grpSpMkLst>
            <pc:docMk/>
            <pc:sldMk cId="2219055057" sldId="271"/>
            <ac:grpSpMk id="125" creationId="{A20FB1FE-A45E-D9D1-34F9-84467AAC4223}"/>
          </ac:grpSpMkLst>
        </pc:grpChg>
        <pc:grpChg chg="del mod ord">
          <ac:chgData name="Freda Shi" userId="e3bafef1-15f2-4eeb-acbe-fa674bab7991" providerId="ADAL" clId="{9555FC65-5A8C-4EE8-9D5B-8283D7A0923C}" dt="2026-02-11T05:41:37.348" v="66726" actId="478"/>
          <ac:grpSpMkLst>
            <pc:docMk/>
            <pc:sldMk cId="2219055057" sldId="271"/>
            <ac:grpSpMk id="244" creationId="{6A1C11E6-2235-950F-3ADC-180BC08C2CF2}"/>
          </ac:grpSpMkLst>
        </pc:grpChg>
        <pc:grpChg chg="del">
          <ac:chgData name="Freda Shi" userId="e3bafef1-15f2-4eeb-acbe-fa674bab7991" providerId="ADAL" clId="{9555FC65-5A8C-4EE8-9D5B-8283D7A0923C}" dt="2026-02-11T05:41:30.555" v="66723" actId="478"/>
          <ac:grpSpMkLst>
            <pc:docMk/>
            <pc:sldMk cId="2219055057" sldId="271"/>
            <ac:grpSpMk id="245" creationId="{540C1585-EDC0-EDB7-39A1-96F827D7D440}"/>
          </ac:grpSpMkLst>
        </pc:grpChg>
        <pc:grpChg chg="del mod">
          <ac:chgData name="Freda Shi" userId="e3bafef1-15f2-4eeb-acbe-fa674bab7991" providerId="ADAL" clId="{9555FC65-5A8C-4EE8-9D5B-8283D7A0923C}" dt="2026-02-11T05:42:15.307" v="66844" actId="478"/>
          <ac:grpSpMkLst>
            <pc:docMk/>
            <pc:sldMk cId="2219055057" sldId="271"/>
            <ac:grpSpMk id="465" creationId="{B30CEC22-C89B-5353-CE54-48CE3958EA25}"/>
          </ac:grpSpMkLst>
        </pc:grpChg>
        <pc:grpChg chg="del mod ord">
          <ac:chgData name="Freda Shi" userId="e3bafef1-15f2-4eeb-acbe-fa674bab7991" providerId="ADAL" clId="{9555FC65-5A8C-4EE8-9D5B-8283D7A0923C}" dt="2026-02-11T05:42:18.838" v="66950" actId="478"/>
          <ac:grpSpMkLst>
            <pc:docMk/>
            <pc:sldMk cId="2219055057" sldId="271"/>
            <ac:grpSpMk id="584" creationId="{0A9867B8-612B-95CE-D98A-5AA97F367DDB}"/>
          </ac:grpSpMkLst>
        </pc:grpChg>
        <pc:grpChg chg="del">
          <ac:chgData name="Freda Shi" userId="e3bafef1-15f2-4eeb-acbe-fa674bab7991" providerId="ADAL" clId="{9555FC65-5A8C-4EE8-9D5B-8283D7A0923C}" dt="2026-02-11T05:42:15.360" v="66947" actId="478"/>
          <ac:grpSpMkLst>
            <pc:docMk/>
            <pc:sldMk cId="2219055057" sldId="271"/>
            <ac:grpSpMk id="585" creationId="{155E578D-09B3-7838-4999-65C8306AC801}"/>
          </ac:grpSpMkLst>
        </pc:grpChg>
        <pc:grpChg chg="del mod">
          <ac:chgData name="Freda Shi" userId="e3bafef1-15f2-4eeb-acbe-fa674bab7991" providerId="ADAL" clId="{9555FC65-5A8C-4EE8-9D5B-8283D7A0923C}" dt="2026-02-11T05:47:45.948" v="67061" actId="478"/>
          <ac:grpSpMkLst>
            <pc:docMk/>
            <pc:sldMk cId="2219055057" sldId="271"/>
            <ac:grpSpMk id="805" creationId="{4AE39864-F97B-B5BA-2FB0-A36F267FABDF}"/>
          </ac:grpSpMkLst>
        </pc:grpChg>
        <pc:grpChg chg="mod">
          <ac:chgData name="Freda Shi" userId="e3bafef1-15f2-4eeb-acbe-fa674bab7991" providerId="ADAL" clId="{9555FC65-5A8C-4EE8-9D5B-8283D7A0923C}" dt="2026-02-11T06:26:39.727" v="68289" actId="1036"/>
          <ac:grpSpMkLst>
            <pc:docMk/>
            <pc:sldMk cId="2219055057" sldId="271"/>
            <ac:grpSpMk id="945" creationId="{302D6185-1DBD-3BC0-C698-D40719FC74F1}"/>
          </ac:grpSpMkLst>
        </pc:grpChg>
        <pc:picChg chg="del">
          <ac:chgData name="Freda Shi" userId="e3bafef1-15f2-4eeb-acbe-fa674bab7991" providerId="ADAL" clId="{9555FC65-5A8C-4EE8-9D5B-8283D7A0923C}" dt="2026-02-11T05:35:51.934" v="66238" actId="478"/>
          <ac:picMkLst>
            <pc:docMk/>
            <pc:sldMk cId="2219055057" sldId="271"/>
            <ac:picMk id="6" creationId="{D7EBEF8A-E9A4-3EFC-70D8-9CECE79E49F8}"/>
          </ac:picMkLst>
        </pc:picChg>
        <pc:picChg chg="del">
          <ac:chgData name="Freda Shi" userId="e3bafef1-15f2-4eeb-acbe-fa674bab7991" providerId="ADAL" clId="{9555FC65-5A8C-4EE8-9D5B-8283D7A0923C}" dt="2026-02-11T05:35:51.934" v="66238" actId="478"/>
          <ac:picMkLst>
            <pc:docMk/>
            <pc:sldMk cId="2219055057" sldId="271"/>
            <ac:picMk id="7" creationId="{BAB7FCB8-0A63-181F-0185-2A16E038B25F}"/>
          </ac:picMkLst>
        </pc:picChg>
        <pc:picChg chg="mod">
          <ac:chgData name="Freda Shi" userId="e3bafef1-15f2-4eeb-acbe-fa674bab7991" providerId="ADAL" clId="{9555FC65-5A8C-4EE8-9D5B-8283D7A0923C}" dt="2026-02-11T05:40:06.889" v="66506" actId="14100"/>
          <ac:picMkLst>
            <pc:docMk/>
            <pc:sldMk cId="2219055057" sldId="271"/>
            <ac:picMk id="8" creationId="{4FCBC6FA-114C-273A-A0B3-9207EE8F1A06}"/>
          </ac:picMkLst>
        </pc:picChg>
        <pc:picChg chg="mod">
          <ac:chgData name="Freda Shi" userId="e3bafef1-15f2-4eeb-acbe-fa674bab7991" providerId="ADAL" clId="{9555FC65-5A8C-4EE8-9D5B-8283D7A0923C}" dt="2026-02-11T05:41:28.997" v="66515" actId="14100"/>
          <ac:picMkLst>
            <pc:docMk/>
            <pc:sldMk cId="2219055057" sldId="271"/>
            <ac:picMk id="127" creationId="{EA6624DA-79E8-39C7-0ECE-EED30BC63C1B}"/>
          </ac:picMkLst>
        </pc:picChg>
        <pc:picChg chg="mod">
          <ac:chgData name="Freda Shi" userId="e3bafef1-15f2-4eeb-acbe-fa674bab7991" providerId="ADAL" clId="{9555FC65-5A8C-4EE8-9D5B-8283D7A0923C}" dt="2026-02-11T05:41:41.604" v="66730" actId="14100"/>
          <ac:picMkLst>
            <pc:docMk/>
            <pc:sldMk cId="2219055057" sldId="271"/>
            <ac:picMk id="348" creationId="{2F042B30-A762-8088-9D11-0ECD1C048CD8}"/>
          </ac:picMkLst>
        </pc:picChg>
        <pc:picChg chg="mod">
          <ac:chgData name="Freda Shi" userId="e3bafef1-15f2-4eeb-acbe-fa674bab7991" providerId="ADAL" clId="{9555FC65-5A8C-4EE8-9D5B-8283D7A0923C}" dt="2026-02-11T05:42:14.318" v="66739" actId="14100"/>
          <ac:picMkLst>
            <pc:docMk/>
            <pc:sldMk cId="2219055057" sldId="271"/>
            <ac:picMk id="467" creationId="{453C466F-EE5F-8BD8-FB48-97AF9750A871}"/>
          </ac:picMkLst>
        </pc:picChg>
        <pc:picChg chg="mod">
          <ac:chgData name="Freda Shi" userId="e3bafef1-15f2-4eeb-acbe-fa674bab7991" providerId="ADAL" clId="{9555FC65-5A8C-4EE8-9D5B-8283D7A0923C}" dt="2026-02-11T05:42:23.010" v="66954" actId="14100"/>
          <ac:picMkLst>
            <pc:docMk/>
            <pc:sldMk cId="2219055057" sldId="271"/>
            <ac:picMk id="688" creationId="{08970588-A3C0-7B8C-CA45-7A9DA76E1E8D}"/>
          </ac:picMkLst>
        </pc:picChg>
        <pc:picChg chg="add mod">
          <ac:chgData name="Freda Shi" userId="e3bafef1-15f2-4eeb-acbe-fa674bab7991" providerId="ADAL" clId="{9555FC65-5A8C-4EE8-9D5B-8283D7A0923C}" dt="2026-02-11T06:26:39.727" v="68289" actId="1036"/>
          <ac:picMkLst>
            <pc:docMk/>
            <pc:sldMk cId="2219055057" sldId="271"/>
            <ac:picMk id="808" creationId="{B19BEDE8-21FF-5336-5BF3-B6F524652A3D}"/>
          </ac:picMkLst>
        </pc:picChg>
        <pc:picChg chg="add mod">
          <ac:chgData name="Freda Shi" userId="e3bafef1-15f2-4eeb-acbe-fa674bab7991" providerId="ADAL" clId="{9555FC65-5A8C-4EE8-9D5B-8283D7A0923C}" dt="2026-02-11T06:26:39.727" v="68289" actId="1036"/>
          <ac:picMkLst>
            <pc:docMk/>
            <pc:sldMk cId="2219055057" sldId="271"/>
            <ac:picMk id="821" creationId="{2A6ACC6E-1BB6-F71D-66DF-27E9CD8FE7C5}"/>
          </ac:picMkLst>
        </pc:picChg>
        <pc:picChg chg="add del mod">
          <ac:chgData name="Freda Shi" userId="e3bafef1-15f2-4eeb-acbe-fa674bab7991" providerId="ADAL" clId="{9555FC65-5A8C-4EE8-9D5B-8283D7A0923C}" dt="2026-02-11T05:46:45.924" v="67054" actId="478"/>
          <ac:picMkLst>
            <pc:docMk/>
            <pc:sldMk cId="2219055057" sldId="271"/>
            <ac:picMk id="823" creationId="{C4CECF57-1F5A-BE02-0741-1F6CF50B29CB}"/>
          </ac:picMkLst>
        </pc:picChg>
        <pc:picChg chg="mod">
          <ac:chgData name="Freda Shi" userId="e3bafef1-15f2-4eeb-acbe-fa674bab7991" providerId="ADAL" clId="{9555FC65-5A8C-4EE8-9D5B-8283D7A0923C}" dt="2026-02-11T05:47:50.862" v="67065" actId="14100"/>
          <ac:picMkLst>
            <pc:docMk/>
            <pc:sldMk cId="2219055057" sldId="271"/>
            <ac:picMk id="828" creationId="{C078960C-28D6-B017-644C-2537C332E268}"/>
          </ac:picMkLst>
        </pc:picChg>
        <pc:cxnChg chg="add mod">
          <ac:chgData name="Freda Shi" userId="e3bafef1-15f2-4eeb-acbe-fa674bab7991" providerId="ADAL" clId="{9555FC65-5A8C-4EE8-9D5B-8283D7A0923C}" dt="2026-02-11T06:27:06.914" v="68321" actId="14100"/>
          <ac:cxnSpMkLst>
            <pc:docMk/>
            <pc:sldMk cId="2219055057" sldId="271"/>
            <ac:cxnSpMk id="6" creationId="{627579DD-F2F4-6D6F-E222-C4196CB3A025}"/>
          </ac:cxnSpMkLst>
        </pc:cxnChg>
        <pc:cxnChg chg="add mod">
          <ac:chgData name="Freda Shi" userId="e3bafef1-15f2-4eeb-acbe-fa674bab7991" providerId="ADAL" clId="{9555FC65-5A8C-4EE8-9D5B-8283D7A0923C}" dt="2026-02-11T06:27:16.511" v="68325" actId="14100"/>
          <ac:cxnSpMkLst>
            <pc:docMk/>
            <pc:sldMk cId="2219055057" sldId="271"/>
            <ac:cxnSpMk id="10" creationId="{4807D5B8-1983-46E5-798D-B634848DD38A}"/>
          </ac:cxnSpMkLst>
        </pc:cxnChg>
        <pc:cxnChg chg="add mod">
          <ac:chgData name="Freda Shi" userId="e3bafef1-15f2-4eeb-acbe-fa674bab7991" providerId="ADAL" clId="{9555FC65-5A8C-4EE8-9D5B-8283D7A0923C}" dt="2026-02-11T06:26:39.727" v="68289" actId="1036"/>
          <ac:cxnSpMkLst>
            <pc:docMk/>
            <pc:sldMk cId="2219055057" sldId="271"/>
            <ac:cxnSpMk id="812" creationId="{744B94C1-C697-FBA1-7B87-BAB57BD98854}"/>
          </ac:cxnSpMkLst>
        </pc:cxnChg>
        <pc:cxnChg chg="add mod">
          <ac:chgData name="Freda Shi" userId="e3bafef1-15f2-4eeb-acbe-fa674bab7991" providerId="ADAL" clId="{9555FC65-5A8C-4EE8-9D5B-8283D7A0923C}" dt="2026-02-11T05:50:36.064" v="67140" actId="1035"/>
          <ac:cxnSpMkLst>
            <pc:docMk/>
            <pc:sldMk cId="2219055057" sldId="271"/>
            <ac:cxnSpMk id="813" creationId="{5332C942-9929-020D-D1B8-C3D085FFC573}"/>
          </ac:cxnSpMkLst>
        </pc:cxnChg>
        <pc:cxnChg chg="add mod">
          <ac:chgData name="Freda Shi" userId="e3bafef1-15f2-4eeb-acbe-fa674bab7991" providerId="ADAL" clId="{9555FC65-5A8C-4EE8-9D5B-8283D7A0923C}" dt="2026-02-11T06:26:39.727" v="68289" actId="1036"/>
          <ac:cxnSpMkLst>
            <pc:docMk/>
            <pc:sldMk cId="2219055057" sldId="271"/>
            <ac:cxnSpMk id="816" creationId="{62B48CD7-9D9E-FF08-F560-1A4F20061FA0}"/>
          </ac:cxnSpMkLst>
        </pc:cxnChg>
        <pc:cxnChg chg="add mod">
          <ac:chgData name="Freda Shi" userId="e3bafef1-15f2-4eeb-acbe-fa674bab7991" providerId="ADAL" clId="{9555FC65-5A8C-4EE8-9D5B-8283D7A0923C}" dt="2026-02-11T05:48:07.755" v="67071" actId="554"/>
          <ac:cxnSpMkLst>
            <pc:docMk/>
            <pc:sldMk cId="2219055057" sldId="271"/>
            <ac:cxnSpMk id="824" creationId="{DD7C5B4F-D2EB-45FD-6933-258FF3445582}"/>
          </ac:cxnSpMkLst>
        </pc:cxnChg>
        <pc:cxnChg chg="add mod">
          <ac:chgData name="Freda Shi" userId="e3bafef1-15f2-4eeb-acbe-fa674bab7991" providerId="ADAL" clId="{9555FC65-5A8C-4EE8-9D5B-8283D7A0923C}" dt="2026-02-11T05:48:58.547" v="67091" actId="14100"/>
          <ac:cxnSpMkLst>
            <pc:docMk/>
            <pc:sldMk cId="2219055057" sldId="271"/>
            <ac:cxnSpMk id="948" creationId="{4E13FEB6-9B8B-31EA-D280-71892A630272}"/>
          </ac:cxnSpMkLst>
        </pc:cxnChg>
        <pc:cxnChg chg="add mod">
          <ac:chgData name="Freda Shi" userId="e3bafef1-15f2-4eeb-acbe-fa674bab7991" providerId="ADAL" clId="{9555FC65-5A8C-4EE8-9D5B-8283D7A0923C}" dt="2026-02-11T06:26:39.727" v="68289" actId="1036"/>
          <ac:cxnSpMkLst>
            <pc:docMk/>
            <pc:sldMk cId="2219055057" sldId="271"/>
            <ac:cxnSpMk id="954" creationId="{197483CD-4806-E861-A229-911464ED9E33}"/>
          </ac:cxnSpMkLst>
        </pc:cxnChg>
        <pc:cxnChg chg="add mod">
          <ac:chgData name="Freda Shi" userId="e3bafef1-15f2-4eeb-acbe-fa674bab7991" providerId="ADAL" clId="{9555FC65-5A8C-4EE8-9D5B-8283D7A0923C}" dt="2026-02-11T05:52:10.684" v="67208" actId="14100"/>
          <ac:cxnSpMkLst>
            <pc:docMk/>
            <pc:sldMk cId="2219055057" sldId="271"/>
            <ac:cxnSpMk id="960" creationId="{D1EF646B-2126-BBD8-67A2-D6E644D2658C}"/>
          </ac:cxnSpMkLst>
        </pc:cxnChg>
      </pc:sldChg>
      <pc:sldChg chg="modSp new mod modAnim">
        <pc:chgData name="Freda Shi" userId="e3bafef1-15f2-4eeb-acbe-fa674bab7991" providerId="ADAL" clId="{9555FC65-5A8C-4EE8-9D5B-8283D7A0923C}" dt="2026-02-11T05:56:17.187" v="67836"/>
        <pc:sldMkLst>
          <pc:docMk/>
          <pc:sldMk cId="3221988218" sldId="272"/>
        </pc:sldMkLst>
        <pc:spChg chg="mod">
          <ac:chgData name="Freda Shi" userId="e3bafef1-15f2-4eeb-acbe-fa674bab7991" providerId="ADAL" clId="{9555FC65-5A8C-4EE8-9D5B-8283D7A0923C}" dt="2026-02-11T05:53:00.210" v="67245" actId="20577"/>
          <ac:spMkLst>
            <pc:docMk/>
            <pc:sldMk cId="3221988218" sldId="272"/>
            <ac:spMk id="2" creationId="{0868A9A3-2A01-9F50-E511-D51B1353E28C}"/>
          </ac:spMkLst>
        </pc:spChg>
        <pc:spChg chg="mod">
          <ac:chgData name="Freda Shi" userId="e3bafef1-15f2-4eeb-acbe-fa674bab7991" providerId="ADAL" clId="{9555FC65-5A8C-4EE8-9D5B-8283D7A0923C}" dt="2026-02-11T05:56:09.102" v="67834" actId="20577"/>
          <ac:spMkLst>
            <pc:docMk/>
            <pc:sldMk cId="3221988218" sldId="272"/>
            <ac:spMk id="3" creationId="{4CC9DFCA-32C4-8603-7D2F-EFDBD328BE2B}"/>
          </ac:spMkLst>
        </pc:spChg>
      </pc:sldChg>
      <pc:sldChg chg="addSp delSp modSp new mod delAnim modAnim">
        <pc:chgData name="Freda Shi" userId="e3bafef1-15f2-4eeb-acbe-fa674bab7991" providerId="ADAL" clId="{9555FC65-5A8C-4EE8-9D5B-8283D7A0923C}" dt="2026-02-11T06:23:21.116" v="68048"/>
        <pc:sldMkLst>
          <pc:docMk/>
          <pc:sldMk cId="4185407696" sldId="273"/>
        </pc:sldMkLst>
        <pc:spChg chg="mod">
          <ac:chgData name="Freda Shi" userId="e3bafef1-15f2-4eeb-acbe-fa674bab7991" providerId="ADAL" clId="{9555FC65-5A8C-4EE8-9D5B-8283D7A0923C}" dt="2026-02-11T06:04:25.887" v="67912" actId="20577"/>
          <ac:spMkLst>
            <pc:docMk/>
            <pc:sldMk cId="4185407696" sldId="273"/>
            <ac:spMk id="2" creationId="{9B9E2346-0B95-BF6E-3162-0D3FE6FEBBA8}"/>
          </ac:spMkLst>
        </pc:spChg>
        <pc:spChg chg="del">
          <ac:chgData name="Freda Shi" userId="e3bafef1-15f2-4eeb-acbe-fa674bab7991" providerId="ADAL" clId="{9555FC65-5A8C-4EE8-9D5B-8283D7A0923C}" dt="2026-02-11T06:04:28.762" v="67913" actId="478"/>
          <ac:spMkLst>
            <pc:docMk/>
            <pc:sldMk cId="4185407696" sldId="273"/>
            <ac:spMk id="3" creationId="{2D589DED-D419-7B78-E7CA-EC759CE4825F}"/>
          </ac:spMkLst>
        </pc:spChg>
        <pc:spChg chg="mod">
          <ac:chgData name="Freda Shi" userId="e3bafef1-15f2-4eeb-acbe-fa674bab7991" providerId="ADAL" clId="{9555FC65-5A8C-4EE8-9D5B-8283D7A0923C}" dt="2026-02-11T06:11:16.194" v="67926"/>
          <ac:spMkLst>
            <pc:docMk/>
            <pc:sldMk cId="4185407696" sldId="273"/>
            <ac:spMk id="9" creationId="{6C204EA0-3C31-0C4C-4638-DAA98CC0BFAD}"/>
          </ac:spMkLst>
        </pc:spChg>
        <pc:spChg chg="mod">
          <ac:chgData name="Freda Shi" userId="e3bafef1-15f2-4eeb-acbe-fa674bab7991" providerId="ADAL" clId="{9555FC65-5A8C-4EE8-9D5B-8283D7A0923C}" dt="2026-02-11T06:11:16.194" v="67926"/>
          <ac:spMkLst>
            <pc:docMk/>
            <pc:sldMk cId="4185407696" sldId="273"/>
            <ac:spMk id="10" creationId="{8A3D54C4-0301-14BF-FD14-2C444A3B72AB}"/>
          </ac:spMkLst>
        </pc:spChg>
        <pc:spChg chg="mod">
          <ac:chgData name="Freda Shi" userId="e3bafef1-15f2-4eeb-acbe-fa674bab7991" providerId="ADAL" clId="{9555FC65-5A8C-4EE8-9D5B-8283D7A0923C}" dt="2026-02-11T06:11:16.194" v="67926"/>
          <ac:spMkLst>
            <pc:docMk/>
            <pc:sldMk cId="4185407696" sldId="273"/>
            <ac:spMk id="23" creationId="{87134BBA-D558-DF0A-990D-7B5355858FD0}"/>
          </ac:spMkLst>
        </pc:spChg>
        <pc:spChg chg="mod">
          <ac:chgData name="Freda Shi" userId="e3bafef1-15f2-4eeb-acbe-fa674bab7991" providerId="ADAL" clId="{9555FC65-5A8C-4EE8-9D5B-8283D7A0923C}" dt="2026-02-11T06:11:16.194" v="67926"/>
          <ac:spMkLst>
            <pc:docMk/>
            <pc:sldMk cId="4185407696" sldId="273"/>
            <ac:spMk id="47" creationId="{A7A8DC7D-FF6C-456D-1A9C-CB2999E51829}"/>
          </ac:spMkLst>
        </pc:spChg>
        <pc:spChg chg="mod">
          <ac:chgData name="Freda Shi" userId="e3bafef1-15f2-4eeb-acbe-fa674bab7991" providerId="ADAL" clId="{9555FC65-5A8C-4EE8-9D5B-8283D7A0923C}" dt="2026-02-11T06:11:16.194" v="67926"/>
          <ac:spMkLst>
            <pc:docMk/>
            <pc:sldMk cId="4185407696" sldId="273"/>
            <ac:spMk id="57" creationId="{BCA0C95D-C181-B52C-A6B0-4684AC6C6587}"/>
          </ac:spMkLst>
        </pc:spChg>
        <pc:spChg chg="mod">
          <ac:chgData name="Freda Shi" userId="e3bafef1-15f2-4eeb-acbe-fa674bab7991" providerId="ADAL" clId="{9555FC65-5A8C-4EE8-9D5B-8283D7A0923C}" dt="2026-02-11T06:11:16.194" v="67926"/>
          <ac:spMkLst>
            <pc:docMk/>
            <pc:sldMk cId="4185407696" sldId="273"/>
            <ac:spMk id="1024" creationId="{2ACA9FE0-1C2A-B4DF-1B2A-2F0A7367387E}"/>
          </ac:spMkLst>
        </pc:spChg>
        <pc:spChg chg="mod">
          <ac:chgData name="Freda Shi" userId="e3bafef1-15f2-4eeb-acbe-fa674bab7991" providerId="ADAL" clId="{9555FC65-5A8C-4EE8-9D5B-8283D7A0923C}" dt="2026-02-11T06:11:16.194" v="67926"/>
          <ac:spMkLst>
            <pc:docMk/>
            <pc:sldMk cId="4185407696" sldId="273"/>
            <ac:spMk id="1039" creationId="{5C0C5DCE-1B26-FB23-51B7-B987E754C4EF}"/>
          </ac:spMkLst>
        </pc:spChg>
        <pc:spChg chg="mod">
          <ac:chgData name="Freda Shi" userId="e3bafef1-15f2-4eeb-acbe-fa674bab7991" providerId="ADAL" clId="{9555FC65-5A8C-4EE8-9D5B-8283D7A0923C}" dt="2026-02-11T06:11:16.194" v="67926"/>
          <ac:spMkLst>
            <pc:docMk/>
            <pc:sldMk cId="4185407696" sldId="273"/>
            <ac:spMk id="1043" creationId="{2734D7CF-E239-640F-3B44-C8F91640DC53}"/>
          </ac:spMkLst>
        </pc:spChg>
        <pc:spChg chg="mod">
          <ac:chgData name="Freda Shi" userId="e3bafef1-15f2-4eeb-acbe-fa674bab7991" providerId="ADAL" clId="{9555FC65-5A8C-4EE8-9D5B-8283D7A0923C}" dt="2026-02-11T06:11:16.194" v="67926"/>
          <ac:spMkLst>
            <pc:docMk/>
            <pc:sldMk cId="4185407696" sldId="273"/>
            <ac:spMk id="1049" creationId="{A8B5596C-55DC-1CC8-5998-4EE8596FD5D6}"/>
          </ac:spMkLst>
        </pc:spChg>
        <pc:spChg chg="mod">
          <ac:chgData name="Freda Shi" userId="e3bafef1-15f2-4eeb-acbe-fa674bab7991" providerId="ADAL" clId="{9555FC65-5A8C-4EE8-9D5B-8283D7A0923C}" dt="2026-02-11T06:11:16.194" v="67926"/>
          <ac:spMkLst>
            <pc:docMk/>
            <pc:sldMk cId="4185407696" sldId="273"/>
            <ac:spMk id="1054" creationId="{74263E9B-486B-7FE2-6084-0B6134CA7CC1}"/>
          </ac:spMkLst>
        </pc:spChg>
        <pc:grpChg chg="mod">
          <ac:chgData name="Freda Shi" userId="e3bafef1-15f2-4eeb-acbe-fa674bab7991" providerId="ADAL" clId="{9555FC65-5A8C-4EE8-9D5B-8283D7A0923C}" dt="2026-02-11T06:11:36.703" v="67973" actId="1076"/>
          <ac:grpSpMkLst>
            <pc:docMk/>
            <pc:sldMk cId="4185407696" sldId="273"/>
            <ac:grpSpMk id="3" creationId="{4416AABA-8934-A8DF-C8BF-F3A53A78A346}"/>
          </ac:grpSpMkLst>
        </pc:grpChg>
        <pc:picChg chg="add mod">
          <ac:chgData name="Freda Shi" userId="e3bafef1-15f2-4eeb-acbe-fa674bab7991" providerId="ADAL" clId="{9555FC65-5A8C-4EE8-9D5B-8283D7A0923C}" dt="2026-02-11T06:20:22.027" v="67992" actId="12789"/>
          <ac:picMkLst>
            <pc:docMk/>
            <pc:sldMk cId="4185407696" sldId="273"/>
            <ac:picMk id="1026" creationId="{91ADD05A-F2EB-72B5-973E-DCEC33FB6609}"/>
          </ac:picMkLst>
        </pc:picChg>
        <pc:picChg chg="add mod">
          <ac:chgData name="Freda Shi" userId="e3bafef1-15f2-4eeb-acbe-fa674bab7991" providerId="ADAL" clId="{9555FC65-5A8C-4EE8-9D5B-8283D7A0923C}" dt="2026-02-11T06:20:22.027" v="67992" actId="12789"/>
          <ac:picMkLst>
            <pc:docMk/>
            <pc:sldMk cId="4185407696" sldId="273"/>
            <ac:picMk id="1069" creationId="{6B76D6D7-0827-E0BA-8A7B-A98415418D1A}"/>
          </ac:picMkLst>
        </pc:picChg>
        <pc:picChg chg="add">
          <ac:chgData name="Freda Shi" userId="e3bafef1-15f2-4eeb-acbe-fa674bab7991" providerId="ADAL" clId="{9555FC65-5A8C-4EE8-9D5B-8283D7A0923C}" dt="2026-02-11T06:04:29.825" v="67914"/>
          <ac:picMkLst>
            <pc:docMk/>
            <pc:sldMk cId="4185407696" sldId="273"/>
            <ac:picMk id="3074" creationId="{0FBBC8C6-BDC5-C335-6432-3DE1FD8BD4E1}"/>
          </ac:picMkLst>
        </pc:picChg>
        <pc:picChg chg="add del">
          <ac:chgData name="Freda Shi" userId="e3bafef1-15f2-4eeb-acbe-fa674bab7991" providerId="ADAL" clId="{9555FC65-5A8C-4EE8-9D5B-8283D7A0923C}" dt="2026-02-11T06:09:42.986" v="67921" actId="478"/>
          <ac:picMkLst>
            <pc:docMk/>
            <pc:sldMk cId="4185407696" sldId="273"/>
            <ac:picMk id="3076" creationId="{3505890A-60DE-0566-33FB-0B588D196300}"/>
          </ac:picMkLst>
        </pc:picChg>
        <pc:cxnChg chg="del mod">
          <ac:chgData name="Freda Shi" userId="e3bafef1-15f2-4eeb-acbe-fa674bab7991" providerId="ADAL" clId="{9555FC65-5A8C-4EE8-9D5B-8283D7A0923C}" dt="2026-02-11T06:11:26.723" v="67969" actId="478"/>
          <ac:cxnSpMkLst>
            <pc:docMk/>
            <pc:sldMk cId="4185407696" sldId="273"/>
            <ac:cxnSpMk id="1067" creationId="{F7E28D4C-E5C2-3D03-827F-B8F0AC9CEB9B}"/>
          </ac:cxnSpMkLst>
        </pc:cxnChg>
      </pc:sldChg>
      <pc:sldChg chg="addSp delSp modSp new mod ord modAnim">
        <pc:chgData name="Freda Shi" userId="e3bafef1-15f2-4eeb-acbe-fa674bab7991" providerId="ADAL" clId="{9555FC65-5A8C-4EE8-9D5B-8283D7A0923C}" dt="2026-02-11T06:46:32.312" v="69718" actId="20577"/>
        <pc:sldMkLst>
          <pc:docMk/>
          <pc:sldMk cId="2310740065" sldId="274"/>
        </pc:sldMkLst>
        <pc:spChg chg="mod">
          <ac:chgData name="Freda Shi" userId="e3bafef1-15f2-4eeb-acbe-fa674bab7991" providerId="ADAL" clId="{9555FC65-5A8C-4EE8-9D5B-8283D7A0923C}" dt="2026-02-11T06:46:32.312" v="69718" actId="20577"/>
          <ac:spMkLst>
            <pc:docMk/>
            <pc:sldMk cId="2310740065" sldId="274"/>
            <ac:spMk id="2" creationId="{58218D5A-B9E4-607A-543B-E992F03009D8}"/>
          </ac:spMkLst>
        </pc:spChg>
        <pc:spChg chg="del">
          <ac:chgData name="Freda Shi" userId="e3bafef1-15f2-4eeb-acbe-fa674bab7991" providerId="ADAL" clId="{9555FC65-5A8C-4EE8-9D5B-8283D7A0923C}" dt="2026-02-11T06:45:19.207" v="69452" actId="478"/>
          <ac:spMkLst>
            <pc:docMk/>
            <pc:sldMk cId="2310740065" sldId="274"/>
            <ac:spMk id="3" creationId="{3D66AFA5-0F89-C6AF-09F2-786C70FFDB20}"/>
          </ac:spMkLst>
        </pc:spChg>
        <pc:spChg chg="mod">
          <ac:chgData name="Freda Shi" userId="e3bafef1-15f2-4eeb-acbe-fa674bab7991" providerId="ADAL" clId="{9555FC65-5A8C-4EE8-9D5B-8283D7A0923C}" dt="2026-02-11T06:45:19.622" v="69453"/>
          <ac:spMkLst>
            <pc:docMk/>
            <pc:sldMk cId="2310740065" sldId="274"/>
            <ac:spMk id="18" creationId="{14672933-6030-8577-931B-1054E4C1D66A}"/>
          </ac:spMkLst>
        </pc:spChg>
        <pc:spChg chg="mod">
          <ac:chgData name="Freda Shi" userId="e3bafef1-15f2-4eeb-acbe-fa674bab7991" providerId="ADAL" clId="{9555FC65-5A8C-4EE8-9D5B-8283D7A0923C}" dt="2026-02-11T06:45:19.622" v="69453"/>
          <ac:spMkLst>
            <pc:docMk/>
            <pc:sldMk cId="2310740065" sldId="274"/>
            <ac:spMk id="24" creationId="{79C6C8EC-35FE-12A2-F63B-5F269327D284}"/>
          </ac:spMkLst>
        </pc:spChg>
        <pc:spChg chg="mod">
          <ac:chgData name="Freda Shi" userId="e3bafef1-15f2-4eeb-acbe-fa674bab7991" providerId="ADAL" clId="{9555FC65-5A8C-4EE8-9D5B-8283D7A0923C}" dt="2026-02-11T06:45:19.622" v="69453"/>
          <ac:spMkLst>
            <pc:docMk/>
            <pc:sldMk cId="2310740065" sldId="274"/>
            <ac:spMk id="25" creationId="{9E690D4E-1B49-C56B-FA94-991AB8D8F3D3}"/>
          </ac:spMkLst>
        </pc:spChg>
        <pc:spChg chg="add mod">
          <ac:chgData name="Freda Shi" userId="e3bafef1-15f2-4eeb-acbe-fa674bab7991" providerId="ADAL" clId="{9555FC65-5A8C-4EE8-9D5B-8283D7A0923C}" dt="2026-02-11T06:45:31.551" v="69558" actId="1036"/>
          <ac:spMkLst>
            <pc:docMk/>
            <pc:sldMk cId="2310740065" sldId="274"/>
            <ac:spMk id="26" creationId="{85F9F55A-0B8E-D8DA-7A39-C9B11C862342}"/>
          </ac:spMkLst>
        </pc:spChg>
        <pc:spChg chg="add mod">
          <ac:chgData name="Freda Shi" userId="e3bafef1-15f2-4eeb-acbe-fa674bab7991" providerId="ADAL" clId="{9555FC65-5A8C-4EE8-9D5B-8283D7A0923C}" dt="2026-02-11T06:45:31.551" v="69558" actId="1036"/>
          <ac:spMkLst>
            <pc:docMk/>
            <pc:sldMk cId="2310740065" sldId="274"/>
            <ac:spMk id="27" creationId="{2CE9EF97-80B7-7ABD-988E-1E532CB4078B}"/>
          </ac:spMkLst>
        </pc:spChg>
        <pc:spChg chg="mod">
          <ac:chgData name="Freda Shi" userId="e3bafef1-15f2-4eeb-acbe-fa674bab7991" providerId="ADAL" clId="{9555FC65-5A8C-4EE8-9D5B-8283D7A0923C}" dt="2026-02-11T06:45:31.551" v="69558" actId="1036"/>
          <ac:spMkLst>
            <pc:docMk/>
            <pc:sldMk cId="2310740065" sldId="274"/>
            <ac:spMk id="28" creationId="{B42DAB0A-9AD7-5AD3-40C4-ACC259B4FC32}"/>
          </ac:spMkLst>
        </pc:spChg>
        <pc:spChg chg="add mod">
          <ac:chgData name="Freda Shi" userId="e3bafef1-15f2-4eeb-acbe-fa674bab7991" providerId="ADAL" clId="{9555FC65-5A8C-4EE8-9D5B-8283D7A0923C}" dt="2026-02-11T06:45:19.622" v="69453"/>
          <ac:spMkLst>
            <pc:docMk/>
            <pc:sldMk cId="2310740065" sldId="274"/>
            <ac:spMk id="29" creationId="{4FAAA4B4-60F5-2460-9516-A61A88AECB16}"/>
          </ac:spMkLst>
        </pc:spChg>
        <pc:spChg chg="add mod">
          <ac:chgData name="Freda Shi" userId="e3bafef1-15f2-4eeb-acbe-fa674bab7991" providerId="ADAL" clId="{9555FC65-5A8C-4EE8-9D5B-8283D7A0923C}" dt="2026-02-11T06:45:31.551" v="69558" actId="1036"/>
          <ac:spMkLst>
            <pc:docMk/>
            <pc:sldMk cId="2310740065" sldId="274"/>
            <ac:spMk id="39" creationId="{7D840264-3221-EF2A-4628-F74D1F1B3DE1}"/>
          </ac:spMkLst>
        </pc:spChg>
        <pc:spChg chg="mod">
          <ac:chgData name="Freda Shi" userId="e3bafef1-15f2-4eeb-acbe-fa674bab7991" providerId="ADAL" clId="{9555FC65-5A8C-4EE8-9D5B-8283D7A0923C}" dt="2026-02-11T06:45:31.551" v="69558" actId="1036"/>
          <ac:spMkLst>
            <pc:docMk/>
            <pc:sldMk cId="2310740065" sldId="274"/>
            <ac:spMk id="40" creationId="{E011BBCA-4E28-1F5B-F6CD-775451D21B63}"/>
          </ac:spMkLst>
        </pc:spChg>
        <pc:spChg chg="mod">
          <ac:chgData name="Freda Shi" userId="e3bafef1-15f2-4eeb-acbe-fa674bab7991" providerId="ADAL" clId="{9555FC65-5A8C-4EE8-9D5B-8283D7A0923C}" dt="2026-02-11T06:45:31.551" v="69558" actId="1036"/>
          <ac:spMkLst>
            <pc:docMk/>
            <pc:sldMk cId="2310740065" sldId="274"/>
            <ac:spMk id="41" creationId="{95AA4000-8161-F98B-9D99-C87AECE33A8A}"/>
          </ac:spMkLst>
        </pc:spChg>
        <pc:spChg chg="add mod">
          <ac:chgData name="Freda Shi" userId="e3bafef1-15f2-4eeb-acbe-fa674bab7991" providerId="ADAL" clId="{9555FC65-5A8C-4EE8-9D5B-8283D7A0923C}" dt="2026-02-11T06:45:31.551" v="69558" actId="1036"/>
          <ac:spMkLst>
            <pc:docMk/>
            <pc:sldMk cId="2310740065" sldId="274"/>
            <ac:spMk id="42" creationId="{83CB8DCC-0DD4-D507-EA0E-E4A2B138AE56}"/>
          </ac:spMkLst>
        </pc:spChg>
        <pc:spChg chg="add mod">
          <ac:chgData name="Freda Shi" userId="e3bafef1-15f2-4eeb-acbe-fa674bab7991" providerId="ADAL" clId="{9555FC65-5A8C-4EE8-9D5B-8283D7A0923C}" dt="2026-02-11T06:45:31.551" v="69558" actId="1036"/>
          <ac:spMkLst>
            <pc:docMk/>
            <pc:sldMk cId="2310740065" sldId="274"/>
            <ac:spMk id="43" creationId="{8E664EB2-3467-2547-256F-9F00270A3A81}"/>
          </ac:spMkLst>
        </pc:spChg>
        <pc:spChg chg="add mod">
          <ac:chgData name="Freda Shi" userId="e3bafef1-15f2-4eeb-acbe-fa674bab7991" providerId="ADAL" clId="{9555FC65-5A8C-4EE8-9D5B-8283D7A0923C}" dt="2026-02-11T06:45:31.551" v="69558" actId="1036"/>
          <ac:spMkLst>
            <pc:docMk/>
            <pc:sldMk cId="2310740065" sldId="274"/>
            <ac:spMk id="45" creationId="{B52BFA46-A51B-70D5-1916-FC326A79D393}"/>
          </ac:spMkLst>
        </pc:spChg>
        <pc:spChg chg="mod">
          <ac:chgData name="Freda Shi" userId="e3bafef1-15f2-4eeb-acbe-fa674bab7991" providerId="ADAL" clId="{9555FC65-5A8C-4EE8-9D5B-8283D7A0923C}" dt="2026-02-11T06:45:31.551" v="69558" actId="1036"/>
          <ac:spMkLst>
            <pc:docMk/>
            <pc:sldMk cId="2310740065" sldId="274"/>
            <ac:spMk id="48" creationId="{712693A1-3757-7F64-EF97-CB5A38198220}"/>
          </ac:spMkLst>
        </pc:spChg>
        <pc:spChg chg="add del mod">
          <ac:chgData name="Freda Shi" userId="e3bafef1-15f2-4eeb-acbe-fa674bab7991" providerId="ADAL" clId="{9555FC65-5A8C-4EE8-9D5B-8283D7A0923C}" dt="2026-02-11T06:45:48.838" v="69562" actId="478"/>
          <ac:spMkLst>
            <pc:docMk/>
            <pc:sldMk cId="2310740065" sldId="274"/>
            <ac:spMk id="49" creationId="{D04F676D-7C90-B34E-D799-41E8D2D70DE0}"/>
          </ac:spMkLst>
        </pc:spChg>
        <pc:spChg chg="add mod">
          <ac:chgData name="Freda Shi" userId="e3bafef1-15f2-4eeb-acbe-fa674bab7991" providerId="ADAL" clId="{9555FC65-5A8C-4EE8-9D5B-8283D7A0923C}" dt="2026-02-11T06:46:14.489" v="69664" actId="20577"/>
          <ac:spMkLst>
            <pc:docMk/>
            <pc:sldMk cId="2310740065" sldId="274"/>
            <ac:spMk id="50" creationId="{ECC315E6-B6BF-3484-DC61-3DA56EB4F50A}"/>
          </ac:spMkLst>
        </pc:spChg>
      </pc:sldChg>
      <pc:sldChg chg="addSp delSp modSp new mod modAnim modNotesTx">
        <pc:chgData name="Freda Shi" userId="e3bafef1-15f2-4eeb-acbe-fa674bab7991" providerId="ADAL" clId="{9555FC65-5A8C-4EE8-9D5B-8283D7A0923C}" dt="2026-02-11T06:26:19.085" v="68260" actId="20577"/>
        <pc:sldMkLst>
          <pc:docMk/>
          <pc:sldMk cId="2744887224" sldId="275"/>
        </pc:sldMkLst>
        <pc:spChg chg="mod">
          <ac:chgData name="Freda Shi" userId="e3bafef1-15f2-4eeb-acbe-fa674bab7991" providerId="ADAL" clId="{9555FC65-5A8C-4EE8-9D5B-8283D7A0923C}" dt="2026-02-11T06:26:19.085" v="68260" actId="20577"/>
          <ac:spMkLst>
            <pc:docMk/>
            <pc:sldMk cId="2744887224" sldId="275"/>
            <ac:spMk id="2" creationId="{484A6DDC-0135-A6C4-EAE3-45ED2E78B283}"/>
          </ac:spMkLst>
        </pc:spChg>
        <pc:spChg chg="del">
          <ac:chgData name="Freda Shi" userId="e3bafef1-15f2-4eeb-acbe-fa674bab7991" providerId="ADAL" clId="{9555FC65-5A8C-4EE8-9D5B-8283D7A0923C}" dt="2026-02-11T06:22:52.905" v="68033" actId="478"/>
          <ac:spMkLst>
            <pc:docMk/>
            <pc:sldMk cId="2744887224" sldId="275"/>
            <ac:spMk id="3" creationId="{A3E951B5-B1F9-545C-54C4-43A8799F6A2A}"/>
          </ac:spMkLst>
        </pc:spChg>
        <pc:spChg chg="add del mod">
          <ac:chgData name="Freda Shi" userId="e3bafef1-15f2-4eeb-acbe-fa674bab7991" providerId="ADAL" clId="{9555FC65-5A8C-4EE8-9D5B-8283D7A0923C}" dt="2026-02-11T06:25:30.451" v="68206" actId="478"/>
          <ac:spMkLst>
            <pc:docMk/>
            <pc:sldMk cId="2744887224" sldId="275"/>
            <ac:spMk id="7" creationId="{7F8A3BED-7DE7-14D1-2657-D131262EC231}"/>
          </ac:spMkLst>
        </pc:spChg>
        <pc:spChg chg="add mod">
          <ac:chgData name="Freda Shi" userId="e3bafef1-15f2-4eeb-acbe-fa674bab7991" providerId="ADAL" clId="{9555FC65-5A8C-4EE8-9D5B-8283D7A0923C}" dt="2026-02-11T06:25:43.319" v="68222" actId="20577"/>
          <ac:spMkLst>
            <pc:docMk/>
            <pc:sldMk cId="2744887224" sldId="275"/>
            <ac:spMk id="8" creationId="{85BD5EE9-8683-7BAD-EADE-DBADCC455390}"/>
          </ac:spMkLst>
        </pc:spChg>
        <pc:picChg chg="add mod">
          <ac:chgData name="Freda Shi" userId="e3bafef1-15f2-4eeb-acbe-fa674bab7991" providerId="ADAL" clId="{9555FC65-5A8C-4EE8-9D5B-8283D7A0923C}" dt="2026-02-11T06:26:09.395" v="68243" actId="1036"/>
          <ac:picMkLst>
            <pc:docMk/>
            <pc:sldMk cId="2744887224" sldId="275"/>
            <ac:picMk id="6" creationId="{F49A95AD-C754-2F3C-122C-FEC335FA8A94}"/>
          </ac:picMkLst>
        </pc:picChg>
      </pc:sldChg>
      <pc:sldChg chg="addSp delSp modSp new mod delAnim modAnim modNotesTx">
        <pc:chgData name="Freda Shi" userId="e3bafef1-15f2-4eeb-acbe-fa674bab7991" providerId="ADAL" clId="{9555FC65-5A8C-4EE8-9D5B-8283D7A0923C}" dt="2026-02-11T06:43:13.724" v="69413" actId="20577"/>
        <pc:sldMkLst>
          <pc:docMk/>
          <pc:sldMk cId="2096094747" sldId="276"/>
        </pc:sldMkLst>
        <pc:spChg chg="mod">
          <ac:chgData name="Freda Shi" userId="e3bafef1-15f2-4eeb-acbe-fa674bab7991" providerId="ADAL" clId="{9555FC65-5A8C-4EE8-9D5B-8283D7A0923C}" dt="2026-02-11T06:28:48.910" v="68397" actId="313"/>
          <ac:spMkLst>
            <pc:docMk/>
            <pc:sldMk cId="2096094747" sldId="276"/>
            <ac:spMk id="2" creationId="{77FD1797-C331-8E73-78AD-11E52E33828D}"/>
          </ac:spMkLst>
        </pc:spChg>
        <pc:spChg chg="mod">
          <ac:chgData name="Freda Shi" userId="e3bafef1-15f2-4eeb-acbe-fa674bab7991" providerId="ADAL" clId="{9555FC65-5A8C-4EE8-9D5B-8283D7A0923C}" dt="2026-02-11T06:33:33.760" v="68900" actId="20577"/>
          <ac:spMkLst>
            <pc:docMk/>
            <pc:sldMk cId="2096094747" sldId="276"/>
            <ac:spMk id="3" creationId="{41A9E22A-5883-C89B-B009-47489B8F5BC2}"/>
          </ac:spMkLst>
        </pc:spChg>
        <pc:spChg chg="del topLvl">
          <ac:chgData name="Freda Shi" userId="e3bafef1-15f2-4eeb-acbe-fa674bab7991" providerId="ADAL" clId="{9555FC65-5A8C-4EE8-9D5B-8283D7A0923C}" dt="2026-02-11T06:32:48.009" v="68839" actId="478"/>
          <ac:spMkLst>
            <pc:docMk/>
            <pc:sldMk cId="2096094747" sldId="276"/>
            <ac:spMk id="8" creationId="{A854470B-6B20-FFAC-B3EF-0AB880662670}"/>
          </ac:spMkLst>
        </pc:spChg>
        <pc:spChg chg="del topLvl">
          <ac:chgData name="Freda Shi" userId="e3bafef1-15f2-4eeb-acbe-fa674bab7991" providerId="ADAL" clId="{9555FC65-5A8C-4EE8-9D5B-8283D7A0923C}" dt="2026-02-11T06:32:47.965" v="68759" actId="478"/>
          <ac:spMkLst>
            <pc:docMk/>
            <pc:sldMk cId="2096094747" sldId="276"/>
            <ac:spMk id="9" creationId="{77546106-F5D0-6164-222B-1AF9E970869B}"/>
          </ac:spMkLst>
        </pc:spChg>
        <pc:spChg chg="del">
          <ac:chgData name="Freda Shi" userId="e3bafef1-15f2-4eeb-acbe-fa674bab7991" providerId="ADAL" clId="{9555FC65-5A8C-4EE8-9D5B-8283D7A0923C}" dt="2026-02-11T06:32:47.963" v="68758" actId="478"/>
          <ac:spMkLst>
            <pc:docMk/>
            <pc:sldMk cId="2096094747" sldId="276"/>
            <ac:spMk id="10" creationId="{D3838581-F652-EE99-7BA4-35B8CF7000D1}"/>
          </ac:spMkLst>
        </pc:spChg>
        <pc:spChg chg="del">
          <ac:chgData name="Freda Shi" userId="e3bafef1-15f2-4eeb-acbe-fa674bab7991" providerId="ADAL" clId="{9555FC65-5A8C-4EE8-9D5B-8283D7A0923C}" dt="2026-02-11T06:32:47.962" v="68757" actId="478"/>
          <ac:spMkLst>
            <pc:docMk/>
            <pc:sldMk cId="2096094747" sldId="276"/>
            <ac:spMk id="11" creationId="{44E270D7-BDCF-4534-0A70-5CD5B4CA9455}"/>
          </ac:spMkLst>
        </pc:spChg>
        <pc:spChg chg="del">
          <ac:chgData name="Freda Shi" userId="e3bafef1-15f2-4eeb-acbe-fa674bab7991" providerId="ADAL" clId="{9555FC65-5A8C-4EE8-9D5B-8283D7A0923C}" dt="2026-02-11T06:32:47.961" v="68756" actId="478"/>
          <ac:spMkLst>
            <pc:docMk/>
            <pc:sldMk cId="2096094747" sldId="276"/>
            <ac:spMk id="12" creationId="{8D1904AE-288C-1C4E-D7F3-C4D9A2494005}"/>
          </ac:spMkLst>
        </pc:spChg>
        <pc:spChg chg="del">
          <ac:chgData name="Freda Shi" userId="e3bafef1-15f2-4eeb-acbe-fa674bab7991" providerId="ADAL" clId="{9555FC65-5A8C-4EE8-9D5B-8283D7A0923C}" dt="2026-02-11T06:32:47.960" v="68755" actId="478"/>
          <ac:spMkLst>
            <pc:docMk/>
            <pc:sldMk cId="2096094747" sldId="276"/>
            <ac:spMk id="13" creationId="{CA9A95EA-4689-E74E-1AB1-261623164481}"/>
          </ac:spMkLst>
        </pc:spChg>
        <pc:spChg chg="del">
          <ac:chgData name="Freda Shi" userId="e3bafef1-15f2-4eeb-acbe-fa674bab7991" providerId="ADAL" clId="{9555FC65-5A8C-4EE8-9D5B-8283D7A0923C}" dt="2026-02-11T06:32:47.959" v="68754" actId="478"/>
          <ac:spMkLst>
            <pc:docMk/>
            <pc:sldMk cId="2096094747" sldId="276"/>
            <ac:spMk id="14" creationId="{46E6E4C6-7727-AA5F-D5DC-8BEB1A2FF420}"/>
          </ac:spMkLst>
        </pc:spChg>
        <pc:spChg chg="del">
          <ac:chgData name="Freda Shi" userId="e3bafef1-15f2-4eeb-acbe-fa674bab7991" providerId="ADAL" clId="{9555FC65-5A8C-4EE8-9D5B-8283D7A0923C}" dt="2026-02-11T06:32:47.959" v="68753" actId="478"/>
          <ac:spMkLst>
            <pc:docMk/>
            <pc:sldMk cId="2096094747" sldId="276"/>
            <ac:spMk id="15" creationId="{F6AA7994-6400-7B46-F22F-5E3E8799B1E9}"/>
          </ac:spMkLst>
        </pc:spChg>
        <pc:spChg chg="del">
          <ac:chgData name="Freda Shi" userId="e3bafef1-15f2-4eeb-acbe-fa674bab7991" providerId="ADAL" clId="{9555FC65-5A8C-4EE8-9D5B-8283D7A0923C}" dt="2026-02-11T06:32:47.958" v="68752" actId="478"/>
          <ac:spMkLst>
            <pc:docMk/>
            <pc:sldMk cId="2096094747" sldId="276"/>
            <ac:spMk id="16" creationId="{E3BE5BAF-F13E-1EC0-55CA-F690E46F1C53}"/>
          </ac:spMkLst>
        </pc:spChg>
        <pc:spChg chg="del">
          <ac:chgData name="Freda Shi" userId="e3bafef1-15f2-4eeb-acbe-fa674bab7991" providerId="ADAL" clId="{9555FC65-5A8C-4EE8-9D5B-8283D7A0923C}" dt="2026-02-11T06:32:47.957" v="68751" actId="478"/>
          <ac:spMkLst>
            <pc:docMk/>
            <pc:sldMk cId="2096094747" sldId="276"/>
            <ac:spMk id="17" creationId="{91BA7BBA-F520-2E52-13E3-BEE53BB93633}"/>
          </ac:spMkLst>
        </pc:spChg>
        <pc:spChg chg="del">
          <ac:chgData name="Freda Shi" userId="e3bafef1-15f2-4eeb-acbe-fa674bab7991" providerId="ADAL" clId="{9555FC65-5A8C-4EE8-9D5B-8283D7A0923C}" dt="2026-02-11T06:32:47.956" v="68750" actId="478"/>
          <ac:spMkLst>
            <pc:docMk/>
            <pc:sldMk cId="2096094747" sldId="276"/>
            <ac:spMk id="18" creationId="{362F878D-2B01-0DED-0A1E-A06256FC0F2F}"/>
          </ac:spMkLst>
        </pc:spChg>
        <pc:spChg chg="del">
          <ac:chgData name="Freda Shi" userId="e3bafef1-15f2-4eeb-acbe-fa674bab7991" providerId="ADAL" clId="{9555FC65-5A8C-4EE8-9D5B-8283D7A0923C}" dt="2026-02-11T06:32:47.955" v="68749" actId="478"/>
          <ac:spMkLst>
            <pc:docMk/>
            <pc:sldMk cId="2096094747" sldId="276"/>
            <ac:spMk id="19" creationId="{A4BD4C54-9D6C-C2F4-83E2-B2BD42D8464C}"/>
          </ac:spMkLst>
        </pc:spChg>
        <pc:spChg chg="del">
          <ac:chgData name="Freda Shi" userId="e3bafef1-15f2-4eeb-acbe-fa674bab7991" providerId="ADAL" clId="{9555FC65-5A8C-4EE8-9D5B-8283D7A0923C}" dt="2026-02-11T06:32:47.955" v="68748" actId="478"/>
          <ac:spMkLst>
            <pc:docMk/>
            <pc:sldMk cId="2096094747" sldId="276"/>
            <ac:spMk id="20" creationId="{C73B5853-47FC-7089-2760-B1EDCE7D8B7B}"/>
          </ac:spMkLst>
        </pc:spChg>
        <pc:spChg chg="del">
          <ac:chgData name="Freda Shi" userId="e3bafef1-15f2-4eeb-acbe-fa674bab7991" providerId="ADAL" clId="{9555FC65-5A8C-4EE8-9D5B-8283D7A0923C}" dt="2026-02-11T06:32:47.954" v="68747" actId="478"/>
          <ac:spMkLst>
            <pc:docMk/>
            <pc:sldMk cId="2096094747" sldId="276"/>
            <ac:spMk id="21" creationId="{1E7537D4-BFB9-4E3A-756B-1D4D258D999B}"/>
          </ac:spMkLst>
        </pc:spChg>
        <pc:spChg chg="del">
          <ac:chgData name="Freda Shi" userId="e3bafef1-15f2-4eeb-acbe-fa674bab7991" providerId="ADAL" clId="{9555FC65-5A8C-4EE8-9D5B-8283D7A0923C}" dt="2026-02-11T06:32:47.953" v="68746" actId="478"/>
          <ac:spMkLst>
            <pc:docMk/>
            <pc:sldMk cId="2096094747" sldId="276"/>
            <ac:spMk id="22" creationId="{EBFE0CED-FB6D-1D8A-B27A-416C05F85685}"/>
          </ac:spMkLst>
        </pc:spChg>
        <pc:spChg chg="del">
          <ac:chgData name="Freda Shi" userId="e3bafef1-15f2-4eeb-acbe-fa674bab7991" providerId="ADAL" clId="{9555FC65-5A8C-4EE8-9D5B-8283D7A0923C}" dt="2026-02-11T06:32:47.952" v="68745" actId="478"/>
          <ac:spMkLst>
            <pc:docMk/>
            <pc:sldMk cId="2096094747" sldId="276"/>
            <ac:spMk id="23" creationId="{B0761F42-77F0-064B-73C8-0D7EF6FA3985}"/>
          </ac:spMkLst>
        </pc:spChg>
        <pc:spChg chg="del">
          <ac:chgData name="Freda Shi" userId="e3bafef1-15f2-4eeb-acbe-fa674bab7991" providerId="ADAL" clId="{9555FC65-5A8C-4EE8-9D5B-8283D7A0923C}" dt="2026-02-11T06:32:47.951" v="68744" actId="478"/>
          <ac:spMkLst>
            <pc:docMk/>
            <pc:sldMk cId="2096094747" sldId="276"/>
            <ac:spMk id="24" creationId="{9D26B952-133A-2B2D-9BD2-99D4BFD0B366}"/>
          </ac:spMkLst>
        </pc:spChg>
        <pc:spChg chg="del">
          <ac:chgData name="Freda Shi" userId="e3bafef1-15f2-4eeb-acbe-fa674bab7991" providerId="ADAL" clId="{9555FC65-5A8C-4EE8-9D5B-8283D7A0923C}" dt="2026-02-11T06:32:47.951" v="68743" actId="478"/>
          <ac:spMkLst>
            <pc:docMk/>
            <pc:sldMk cId="2096094747" sldId="276"/>
            <ac:spMk id="25" creationId="{CF923A6A-DD05-D9D4-EB22-4BEF0EA5DF5E}"/>
          </ac:spMkLst>
        </pc:spChg>
        <pc:spChg chg="del">
          <ac:chgData name="Freda Shi" userId="e3bafef1-15f2-4eeb-acbe-fa674bab7991" providerId="ADAL" clId="{9555FC65-5A8C-4EE8-9D5B-8283D7A0923C}" dt="2026-02-11T06:32:47.950" v="68742" actId="478"/>
          <ac:spMkLst>
            <pc:docMk/>
            <pc:sldMk cId="2096094747" sldId="276"/>
            <ac:spMk id="26" creationId="{53C63F66-2F00-7DC0-5DF0-063508649B39}"/>
          </ac:spMkLst>
        </pc:spChg>
        <pc:spChg chg="del">
          <ac:chgData name="Freda Shi" userId="e3bafef1-15f2-4eeb-acbe-fa674bab7991" providerId="ADAL" clId="{9555FC65-5A8C-4EE8-9D5B-8283D7A0923C}" dt="2026-02-11T06:32:47.949" v="68741" actId="478"/>
          <ac:spMkLst>
            <pc:docMk/>
            <pc:sldMk cId="2096094747" sldId="276"/>
            <ac:spMk id="27" creationId="{EA58B8E7-CDAD-ECE7-D70A-325448A48DEF}"/>
          </ac:spMkLst>
        </pc:spChg>
        <pc:spChg chg="del">
          <ac:chgData name="Freda Shi" userId="e3bafef1-15f2-4eeb-acbe-fa674bab7991" providerId="ADAL" clId="{9555FC65-5A8C-4EE8-9D5B-8283D7A0923C}" dt="2026-02-11T06:32:47.948" v="68740" actId="478"/>
          <ac:spMkLst>
            <pc:docMk/>
            <pc:sldMk cId="2096094747" sldId="276"/>
            <ac:spMk id="28" creationId="{F2C6CA14-5C04-A601-2361-FE957270A870}"/>
          </ac:spMkLst>
        </pc:spChg>
        <pc:spChg chg="del">
          <ac:chgData name="Freda Shi" userId="e3bafef1-15f2-4eeb-acbe-fa674bab7991" providerId="ADAL" clId="{9555FC65-5A8C-4EE8-9D5B-8283D7A0923C}" dt="2026-02-11T06:32:47.948" v="68739" actId="478"/>
          <ac:spMkLst>
            <pc:docMk/>
            <pc:sldMk cId="2096094747" sldId="276"/>
            <ac:spMk id="29" creationId="{2469CD7F-E217-C684-2D6C-8FC1349E0780}"/>
          </ac:spMkLst>
        </pc:spChg>
        <pc:spChg chg="del">
          <ac:chgData name="Freda Shi" userId="e3bafef1-15f2-4eeb-acbe-fa674bab7991" providerId="ADAL" clId="{9555FC65-5A8C-4EE8-9D5B-8283D7A0923C}" dt="2026-02-11T06:32:47.947" v="68738" actId="478"/>
          <ac:spMkLst>
            <pc:docMk/>
            <pc:sldMk cId="2096094747" sldId="276"/>
            <ac:spMk id="30" creationId="{CB5B8784-CC96-B800-D063-DF01B4F96E8C}"/>
          </ac:spMkLst>
        </pc:spChg>
        <pc:spChg chg="del">
          <ac:chgData name="Freda Shi" userId="e3bafef1-15f2-4eeb-acbe-fa674bab7991" providerId="ADAL" clId="{9555FC65-5A8C-4EE8-9D5B-8283D7A0923C}" dt="2026-02-11T06:32:47.946" v="68737" actId="478"/>
          <ac:spMkLst>
            <pc:docMk/>
            <pc:sldMk cId="2096094747" sldId="276"/>
            <ac:spMk id="31" creationId="{670A9FE1-0F75-8DC8-FFF3-0CCC217DBAEB}"/>
          </ac:spMkLst>
        </pc:spChg>
        <pc:spChg chg="del">
          <ac:chgData name="Freda Shi" userId="e3bafef1-15f2-4eeb-acbe-fa674bab7991" providerId="ADAL" clId="{9555FC65-5A8C-4EE8-9D5B-8283D7A0923C}" dt="2026-02-11T06:32:47.945" v="68736" actId="478"/>
          <ac:spMkLst>
            <pc:docMk/>
            <pc:sldMk cId="2096094747" sldId="276"/>
            <ac:spMk id="32" creationId="{E2B6E388-3B80-B440-9856-22174B223F73}"/>
          </ac:spMkLst>
        </pc:spChg>
        <pc:spChg chg="del">
          <ac:chgData name="Freda Shi" userId="e3bafef1-15f2-4eeb-acbe-fa674bab7991" providerId="ADAL" clId="{9555FC65-5A8C-4EE8-9D5B-8283D7A0923C}" dt="2026-02-11T06:32:47.944" v="68735" actId="478"/>
          <ac:spMkLst>
            <pc:docMk/>
            <pc:sldMk cId="2096094747" sldId="276"/>
            <ac:spMk id="33" creationId="{09774C24-2B0C-C7D6-2062-790700A7A079}"/>
          </ac:spMkLst>
        </pc:spChg>
        <pc:spChg chg="del">
          <ac:chgData name="Freda Shi" userId="e3bafef1-15f2-4eeb-acbe-fa674bab7991" providerId="ADAL" clId="{9555FC65-5A8C-4EE8-9D5B-8283D7A0923C}" dt="2026-02-11T06:32:47.944" v="68734" actId="478"/>
          <ac:spMkLst>
            <pc:docMk/>
            <pc:sldMk cId="2096094747" sldId="276"/>
            <ac:spMk id="34" creationId="{F6C5316C-B0A9-8FE9-303A-FB5790A1C817}"/>
          </ac:spMkLst>
        </pc:spChg>
        <pc:spChg chg="del">
          <ac:chgData name="Freda Shi" userId="e3bafef1-15f2-4eeb-acbe-fa674bab7991" providerId="ADAL" clId="{9555FC65-5A8C-4EE8-9D5B-8283D7A0923C}" dt="2026-02-11T06:32:47.943" v="68733" actId="478"/>
          <ac:spMkLst>
            <pc:docMk/>
            <pc:sldMk cId="2096094747" sldId="276"/>
            <ac:spMk id="35" creationId="{BD7690B9-5C93-BE9C-0765-3AA50C00AEFC}"/>
          </ac:spMkLst>
        </pc:spChg>
        <pc:spChg chg="del">
          <ac:chgData name="Freda Shi" userId="e3bafef1-15f2-4eeb-acbe-fa674bab7991" providerId="ADAL" clId="{9555FC65-5A8C-4EE8-9D5B-8283D7A0923C}" dt="2026-02-11T06:32:47.942" v="68732" actId="478"/>
          <ac:spMkLst>
            <pc:docMk/>
            <pc:sldMk cId="2096094747" sldId="276"/>
            <ac:spMk id="36" creationId="{50DBA489-2C44-E401-F1BB-00E5D8DA1AE5}"/>
          </ac:spMkLst>
        </pc:spChg>
        <pc:spChg chg="del">
          <ac:chgData name="Freda Shi" userId="e3bafef1-15f2-4eeb-acbe-fa674bab7991" providerId="ADAL" clId="{9555FC65-5A8C-4EE8-9D5B-8283D7A0923C}" dt="2026-02-11T06:32:47.941" v="68731" actId="478"/>
          <ac:spMkLst>
            <pc:docMk/>
            <pc:sldMk cId="2096094747" sldId="276"/>
            <ac:spMk id="37" creationId="{1DCE8D03-80AB-054F-87CD-7B195B0DEAD0}"/>
          </ac:spMkLst>
        </pc:spChg>
        <pc:spChg chg="del">
          <ac:chgData name="Freda Shi" userId="e3bafef1-15f2-4eeb-acbe-fa674bab7991" providerId="ADAL" clId="{9555FC65-5A8C-4EE8-9D5B-8283D7A0923C}" dt="2026-02-11T06:32:47.940" v="68730" actId="478"/>
          <ac:spMkLst>
            <pc:docMk/>
            <pc:sldMk cId="2096094747" sldId="276"/>
            <ac:spMk id="38" creationId="{F8AE1C70-1B31-FDEA-53C7-FB2CF289F1FF}"/>
          </ac:spMkLst>
        </pc:spChg>
        <pc:spChg chg="del">
          <ac:chgData name="Freda Shi" userId="e3bafef1-15f2-4eeb-acbe-fa674bab7991" providerId="ADAL" clId="{9555FC65-5A8C-4EE8-9D5B-8283D7A0923C}" dt="2026-02-11T06:32:47.940" v="68729" actId="478"/>
          <ac:spMkLst>
            <pc:docMk/>
            <pc:sldMk cId="2096094747" sldId="276"/>
            <ac:spMk id="39" creationId="{6F4EF27F-4691-3D77-33D9-C2FD7BB39BA4}"/>
          </ac:spMkLst>
        </pc:spChg>
        <pc:spChg chg="del">
          <ac:chgData name="Freda Shi" userId="e3bafef1-15f2-4eeb-acbe-fa674bab7991" providerId="ADAL" clId="{9555FC65-5A8C-4EE8-9D5B-8283D7A0923C}" dt="2026-02-11T06:32:47.939" v="68728" actId="478"/>
          <ac:spMkLst>
            <pc:docMk/>
            <pc:sldMk cId="2096094747" sldId="276"/>
            <ac:spMk id="40" creationId="{E23B967A-883C-9D40-8028-7EF9B1E9C631}"/>
          </ac:spMkLst>
        </pc:spChg>
        <pc:spChg chg="del">
          <ac:chgData name="Freda Shi" userId="e3bafef1-15f2-4eeb-acbe-fa674bab7991" providerId="ADAL" clId="{9555FC65-5A8C-4EE8-9D5B-8283D7A0923C}" dt="2026-02-11T06:32:47.938" v="68727" actId="478"/>
          <ac:spMkLst>
            <pc:docMk/>
            <pc:sldMk cId="2096094747" sldId="276"/>
            <ac:spMk id="41" creationId="{B5E580C7-8FCE-D287-8B59-64B832B350BA}"/>
          </ac:spMkLst>
        </pc:spChg>
        <pc:spChg chg="del">
          <ac:chgData name="Freda Shi" userId="e3bafef1-15f2-4eeb-acbe-fa674bab7991" providerId="ADAL" clId="{9555FC65-5A8C-4EE8-9D5B-8283D7A0923C}" dt="2026-02-11T06:32:47.937" v="68726" actId="478"/>
          <ac:spMkLst>
            <pc:docMk/>
            <pc:sldMk cId="2096094747" sldId="276"/>
            <ac:spMk id="42" creationId="{863ACB21-CC87-DB9B-9902-85BF6DFA0FFC}"/>
          </ac:spMkLst>
        </pc:spChg>
        <pc:spChg chg="del">
          <ac:chgData name="Freda Shi" userId="e3bafef1-15f2-4eeb-acbe-fa674bab7991" providerId="ADAL" clId="{9555FC65-5A8C-4EE8-9D5B-8283D7A0923C}" dt="2026-02-11T06:32:47.936" v="68725" actId="478"/>
          <ac:spMkLst>
            <pc:docMk/>
            <pc:sldMk cId="2096094747" sldId="276"/>
            <ac:spMk id="43" creationId="{694D7397-5513-7932-D4EA-70F533073097}"/>
          </ac:spMkLst>
        </pc:spChg>
        <pc:spChg chg="del">
          <ac:chgData name="Freda Shi" userId="e3bafef1-15f2-4eeb-acbe-fa674bab7991" providerId="ADAL" clId="{9555FC65-5A8C-4EE8-9D5B-8283D7A0923C}" dt="2026-02-11T06:32:47.936" v="68724" actId="478"/>
          <ac:spMkLst>
            <pc:docMk/>
            <pc:sldMk cId="2096094747" sldId="276"/>
            <ac:spMk id="44" creationId="{81284AD6-FDF0-FFF3-F236-B65EDB8AF9B7}"/>
          </ac:spMkLst>
        </pc:spChg>
        <pc:spChg chg="del">
          <ac:chgData name="Freda Shi" userId="e3bafef1-15f2-4eeb-acbe-fa674bab7991" providerId="ADAL" clId="{9555FC65-5A8C-4EE8-9D5B-8283D7A0923C}" dt="2026-02-11T06:32:47.935" v="68723" actId="478"/>
          <ac:spMkLst>
            <pc:docMk/>
            <pc:sldMk cId="2096094747" sldId="276"/>
            <ac:spMk id="45" creationId="{659428A0-B5E2-E00A-BCB2-BCC89A8765D2}"/>
          </ac:spMkLst>
        </pc:spChg>
        <pc:spChg chg="del">
          <ac:chgData name="Freda Shi" userId="e3bafef1-15f2-4eeb-acbe-fa674bab7991" providerId="ADAL" clId="{9555FC65-5A8C-4EE8-9D5B-8283D7A0923C}" dt="2026-02-11T06:32:47.934" v="68722" actId="478"/>
          <ac:spMkLst>
            <pc:docMk/>
            <pc:sldMk cId="2096094747" sldId="276"/>
            <ac:spMk id="46" creationId="{F9DCF204-5071-62BA-F7B2-FBD9879FCE25}"/>
          </ac:spMkLst>
        </pc:spChg>
        <pc:spChg chg="del">
          <ac:chgData name="Freda Shi" userId="e3bafef1-15f2-4eeb-acbe-fa674bab7991" providerId="ADAL" clId="{9555FC65-5A8C-4EE8-9D5B-8283D7A0923C}" dt="2026-02-11T06:32:47.933" v="68721" actId="478"/>
          <ac:spMkLst>
            <pc:docMk/>
            <pc:sldMk cId="2096094747" sldId="276"/>
            <ac:spMk id="47" creationId="{E71B712B-490C-CD03-28F9-C2B1D4BBC2E8}"/>
          </ac:spMkLst>
        </pc:spChg>
        <pc:spChg chg="del">
          <ac:chgData name="Freda Shi" userId="e3bafef1-15f2-4eeb-acbe-fa674bab7991" providerId="ADAL" clId="{9555FC65-5A8C-4EE8-9D5B-8283D7A0923C}" dt="2026-02-11T06:32:47.932" v="68720" actId="478"/>
          <ac:spMkLst>
            <pc:docMk/>
            <pc:sldMk cId="2096094747" sldId="276"/>
            <ac:spMk id="48" creationId="{1DB9C705-FD4E-0625-FF90-FDB2B84DA4AA}"/>
          </ac:spMkLst>
        </pc:spChg>
        <pc:spChg chg="del">
          <ac:chgData name="Freda Shi" userId="e3bafef1-15f2-4eeb-acbe-fa674bab7991" providerId="ADAL" clId="{9555FC65-5A8C-4EE8-9D5B-8283D7A0923C}" dt="2026-02-11T06:32:47.931" v="68719" actId="478"/>
          <ac:spMkLst>
            <pc:docMk/>
            <pc:sldMk cId="2096094747" sldId="276"/>
            <ac:spMk id="49" creationId="{2717A3C7-73DE-30BD-FA5C-6E6985B2B9AE}"/>
          </ac:spMkLst>
        </pc:spChg>
        <pc:spChg chg="del">
          <ac:chgData name="Freda Shi" userId="e3bafef1-15f2-4eeb-acbe-fa674bab7991" providerId="ADAL" clId="{9555FC65-5A8C-4EE8-9D5B-8283D7A0923C}" dt="2026-02-11T06:32:47.931" v="68718" actId="478"/>
          <ac:spMkLst>
            <pc:docMk/>
            <pc:sldMk cId="2096094747" sldId="276"/>
            <ac:spMk id="50" creationId="{FF537DFA-01C9-D89F-1B67-48822854AE9C}"/>
          </ac:spMkLst>
        </pc:spChg>
        <pc:spChg chg="del">
          <ac:chgData name="Freda Shi" userId="e3bafef1-15f2-4eeb-acbe-fa674bab7991" providerId="ADAL" clId="{9555FC65-5A8C-4EE8-9D5B-8283D7A0923C}" dt="2026-02-11T06:32:47.930" v="68717" actId="478"/>
          <ac:spMkLst>
            <pc:docMk/>
            <pc:sldMk cId="2096094747" sldId="276"/>
            <ac:spMk id="51" creationId="{31497BD3-A0F3-06A2-AF7B-4185ED6D5F46}"/>
          </ac:spMkLst>
        </pc:spChg>
        <pc:spChg chg="del">
          <ac:chgData name="Freda Shi" userId="e3bafef1-15f2-4eeb-acbe-fa674bab7991" providerId="ADAL" clId="{9555FC65-5A8C-4EE8-9D5B-8283D7A0923C}" dt="2026-02-11T06:32:47.929" v="68716" actId="478"/>
          <ac:spMkLst>
            <pc:docMk/>
            <pc:sldMk cId="2096094747" sldId="276"/>
            <ac:spMk id="52" creationId="{7BBC6916-534D-899D-4465-0CD53F1F2659}"/>
          </ac:spMkLst>
        </pc:spChg>
        <pc:spChg chg="del">
          <ac:chgData name="Freda Shi" userId="e3bafef1-15f2-4eeb-acbe-fa674bab7991" providerId="ADAL" clId="{9555FC65-5A8C-4EE8-9D5B-8283D7A0923C}" dt="2026-02-11T06:32:47.928" v="68715" actId="478"/>
          <ac:spMkLst>
            <pc:docMk/>
            <pc:sldMk cId="2096094747" sldId="276"/>
            <ac:spMk id="53" creationId="{E4F031A8-C26D-D093-4E02-6B680F6C127A}"/>
          </ac:spMkLst>
        </pc:spChg>
        <pc:spChg chg="del">
          <ac:chgData name="Freda Shi" userId="e3bafef1-15f2-4eeb-acbe-fa674bab7991" providerId="ADAL" clId="{9555FC65-5A8C-4EE8-9D5B-8283D7A0923C}" dt="2026-02-11T06:32:47.927" v="68714" actId="478"/>
          <ac:spMkLst>
            <pc:docMk/>
            <pc:sldMk cId="2096094747" sldId="276"/>
            <ac:spMk id="54" creationId="{16107A45-B999-0FCE-B196-ACE40D646390}"/>
          </ac:spMkLst>
        </pc:spChg>
        <pc:spChg chg="del">
          <ac:chgData name="Freda Shi" userId="e3bafef1-15f2-4eeb-acbe-fa674bab7991" providerId="ADAL" clId="{9555FC65-5A8C-4EE8-9D5B-8283D7A0923C}" dt="2026-02-11T06:32:47.926" v="68713" actId="478"/>
          <ac:spMkLst>
            <pc:docMk/>
            <pc:sldMk cId="2096094747" sldId="276"/>
            <ac:spMk id="55" creationId="{444F9A10-7DA6-C477-61EE-AD35271A6B13}"/>
          </ac:spMkLst>
        </pc:spChg>
        <pc:spChg chg="del">
          <ac:chgData name="Freda Shi" userId="e3bafef1-15f2-4eeb-acbe-fa674bab7991" providerId="ADAL" clId="{9555FC65-5A8C-4EE8-9D5B-8283D7A0923C}" dt="2026-02-11T06:32:47.926" v="68712" actId="478"/>
          <ac:spMkLst>
            <pc:docMk/>
            <pc:sldMk cId="2096094747" sldId="276"/>
            <ac:spMk id="56" creationId="{2D8E2A60-CD60-79D1-715D-46C13D90318C}"/>
          </ac:spMkLst>
        </pc:spChg>
        <pc:spChg chg="del">
          <ac:chgData name="Freda Shi" userId="e3bafef1-15f2-4eeb-acbe-fa674bab7991" providerId="ADAL" clId="{9555FC65-5A8C-4EE8-9D5B-8283D7A0923C}" dt="2026-02-11T06:32:47.925" v="68711" actId="478"/>
          <ac:spMkLst>
            <pc:docMk/>
            <pc:sldMk cId="2096094747" sldId="276"/>
            <ac:spMk id="57" creationId="{98F1560F-B008-79CC-610E-0AE85FC6F138}"/>
          </ac:spMkLst>
        </pc:spChg>
        <pc:spChg chg="del">
          <ac:chgData name="Freda Shi" userId="e3bafef1-15f2-4eeb-acbe-fa674bab7991" providerId="ADAL" clId="{9555FC65-5A8C-4EE8-9D5B-8283D7A0923C}" dt="2026-02-11T06:32:47.924" v="68710" actId="478"/>
          <ac:spMkLst>
            <pc:docMk/>
            <pc:sldMk cId="2096094747" sldId="276"/>
            <ac:spMk id="58" creationId="{A20CBDFE-3E6E-3EE7-5AA1-714172C9A133}"/>
          </ac:spMkLst>
        </pc:spChg>
        <pc:spChg chg="del">
          <ac:chgData name="Freda Shi" userId="e3bafef1-15f2-4eeb-acbe-fa674bab7991" providerId="ADAL" clId="{9555FC65-5A8C-4EE8-9D5B-8283D7A0923C}" dt="2026-02-11T06:32:47.923" v="68709" actId="478"/>
          <ac:spMkLst>
            <pc:docMk/>
            <pc:sldMk cId="2096094747" sldId="276"/>
            <ac:spMk id="59" creationId="{E769109F-6EE1-8883-8DEC-3A426164259F}"/>
          </ac:spMkLst>
        </pc:spChg>
        <pc:spChg chg="del">
          <ac:chgData name="Freda Shi" userId="e3bafef1-15f2-4eeb-acbe-fa674bab7991" providerId="ADAL" clId="{9555FC65-5A8C-4EE8-9D5B-8283D7A0923C}" dt="2026-02-11T06:32:47.922" v="68708" actId="478"/>
          <ac:spMkLst>
            <pc:docMk/>
            <pc:sldMk cId="2096094747" sldId="276"/>
            <ac:spMk id="60" creationId="{C16769DB-8449-348F-7766-7303C9197BE5}"/>
          </ac:spMkLst>
        </pc:spChg>
        <pc:spChg chg="del">
          <ac:chgData name="Freda Shi" userId="e3bafef1-15f2-4eeb-acbe-fa674bab7991" providerId="ADAL" clId="{9555FC65-5A8C-4EE8-9D5B-8283D7A0923C}" dt="2026-02-11T06:32:47.921" v="68707" actId="478"/>
          <ac:spMkLst>
            <pc:docMk/>
            <pc:sldMk cId="2096094747" sldId="276"/>
            <ac:spMk id="61" creationId="{383915CC-FFBA-14A5-7616-008B71995EF6}"/>
          </ac:spMkLst>
        </pc:spChg>
        <pc:spChg chg="del">
          <ac:chgData name="Freda Shi" userId="e3bafef1-15f2-4eeb-acbe-fa674bab7991" providerId="ADAL" clId="{9555FC65-5A8C-4EE8-9D5B-8283D7A0923C}" dt="2026-02-11T06:32:47.921" v="68706" actId="478"/>
          <ac:spMkLst>
            <pc:docMk/>
            <pc:sldMk cId="2096094747" sldId="276"/>
            <ac:spMk id="62" creationId="{99B37A71-D834-2FCA-AA74-DCC48C357A35}"/>
          </ac:spMkLst>
        </pc:spChg>
        <pc:spChg chg="del">
          <ac:chgData name="Freda Shi" userId="e3bafef1-15f2-4eeb-acbe-fa674bab7991" providerId="ADAL" clId="{9555FC65-5A8C-4EE8-9D5B-8283D7A0923C}" dt="2026-02-11T06:32:47.919" v="68705" actId="478"/>
          <ac:spMkLst>
            <pc:docMk/>
            <pc:sldMk cId="2096094747" sldId="276"/>
            <ac:spMk id="63" creationId="{9ECDA9E9-1574-361F-FBD1-E97BB8D802F4}"/>
          </ac:spMkLst>
        </pc:spChg>
        <pc:spChg chg="del">
          <ac:chgData name="Freda Shi" userId="e3bafef1-15f2-4eeb-acbe-fa674bab7991" providerId="ADAL" clId="{9555FC65-5A8C-4EE8-9D5B-8283D7A0923C}" dt="2026-02-11T06:32:47.919" v="68704" actId="478"/>
          <ac:spMkLst>
            <pc:docMk/>
            <pc:sldMk cId="2096094747" sldId="276"/>
            <ac:spMk id="64" creationId="{14DF3562-5758-B3D4-DA64-99760F7A6B1C}"/>
          </ac:spMkLst>
        </pc:spChg>
        <pc:spChg chg="del">
          <ac:chgData name="Freda Shi" userId="e3bafef1-15f2-4eeb-acbe-fa674bab7991" providerId="ADAL" clId="{9555FC65-5A8C-4EE8-9D5B-8283D7A0923C}" dt="2026-02-11T06:32:47.918" v="68703" actId="478"/>
          <ac:spMkLst>
            <pc:docMk/>
            <pc:sldMk cId="2096094747" sldId="276"/>
            <ac:spMk id="65" creationId="{89A97C68-9C14-E471-F56C-2245AAA8D3FB}"/>
          </ac:spMkLst>
        </pc:spChg>
        <pc:spChg chg="del">
          <ac:chgData name="Freda Shi" userId="e3bafef1-15f2-4eeb-acbe-fa674bab7991" providerId="ADAL" clId="{9555FC65-5A8C-4EE8-9D5B-8283D7A0923C}" dt="2026-02-11T06:32:47.917" v="68702" actId="478"/>
          <ac:spMkLst>
            <pc:docMk/>
            <pc:sldMk cId="2096094747" sldId="276"/>
            <ac:spMk id="66" creationId="{FD2D7378-E5EA-80D5-C67A-4268712646EB}"/>
          </ac:spMkLst>
        </pc:spChg>
        <pc:spChg chg="del">
          <ac:chgData name="Freda Shi" userId="e3bafef1-15f2-4eeb-acbe-fa674bab7991" providerId="ADAL" clId="{9555FC65-5A8C-4EE8-9D5B-8283D7A0923C}" dt="2026-02-11T06:32:47.916" v="68701" actId="478"/>
          <ac:spMkLst>
            <pc:docMk/>
            <pc:sldMk cId="2096094747" sldId="276"/>
            <ac:spMk id="67" creationId="{6ED953F9-889C-7AF1-E9D7-8D062B6DD2D8}"/>
          </ac:spMkLst>
        </pc:spChg>
        <pc:spChg chg="del">
          <ac:chgData name="Freda Shi" userId="e3bafef1-15f2-4eeb-acbe-fa674bab7991" providerId="ADAL" clId="{9555FC65-5A8C-4EE8-9D5B-8283D7A0923C}" dt="2026-02-11T06:32:47.915" v="68700" actId="478"/>
          <ac:spMkLst>
            <pc:docMk/>
            <pc:sldMk cId="2096094747" sldId="276"/>
            <ac:spMk id="68" creationId="{DD51FC82-6886-974F-9ED3-E0C88B06E527}"/>
          </ac:spMkLst>
        </pc:spChg>
        <pc:spChg chg="del">
          <ac:chgData name="Freda Shi" userId="e3bafef1-15f2-4eeb-acbe-fa674bab7991" providerId="ADAL" clId="{9555FC65-5A8C-4EE8-9D5B-8283D7A0923C}" dt="2026-02-11T06:32:47.914" v="68699" actId="478"/>
          <ac:spMkLst>
            <pc:docMk/>
            <pc:sldMk cId="2096094747" sldId="276"/>
            <ac:spMk id="69" creationId="{6E4A4D6F-16B1-8623-22FF-09685E138398}"/>
          </ac:spMkLst>
        </pc:spChg>
        <pc:spChg chg="del">
          <ac:chgData name="Freda Shi" userId="e3bafef1-15f2-4eeb-acbe-fa674bab7991" providerId="ADAL" clId="{9555FC65-5A8C-4EE8-9D5B-8283D7A0923C}" dt="2026-02-11T06:32:47.913" v="68698" actId="478"/>
          <ac:spMkLst>
            <pc:docMk/>
            <pc:sldMk cId="2096094747" sldId="276"/>
            <ac:spMk id="70" creationId="{B927247D-6D31-30D6-1F18-5CFD8757ABC3}"/>
          </ac:spMkLst>
        </pc:spChg>
        <pc:spChg chg="del">
          <ac:chgData name="Freda Shi" userId="e3bafef1-15f2-4eeb-acbe-fa674bab7991" providerId="ADAL" clId="{9555FC65-5A8C-4EE8-9D5B-8283D7A0923C}" dt="2026-02-11T06:32:47.913" v="68697" actId="478"/>
          <ac:spMkLst>
            <pc:docMk/>
            <pc:sldMk cId="2096094747" sldId="276"/>
            <ac:spMk id="71" creationId="{0FA0326B-2607-2553-DEB8-8891DA6A6AFE}"/>
          </ac:spMkLst>
        </pc:spChg>
        <pc:spChg chg="del">
          <ac:chgData name="Freda Shi" userId="e3bafef1-15f2-4eeb-acbe-fa674bab7991" providerId="ADAL" clId="{9555FC65-5A8C-4EE8-9D5B-8283D7A0923C}" dt="2026-02-11T06:32:47.911" v="68696" actId="478"/>
          <ac:spMkLst>
            <pc:docMk/>
            <pc:sldMk cId="2096094747" sldId="276"/>
            <ac:spMk id="72" creationId="{C28E1968-FE28-0799-6AB5-2A5C59406004}"/>
          </ac:spMkLst>
        </pc:spChg>
        <pc:spChg chg="del">
          <ac:chgData name="Freda Shi" userId="e3bafef1-15f2-4eeb-acbe-fa674bab7991" providerId="ADAL" clId="{9555FC65-5A8C-4EE8-9D5B-8283D7A0923C}" dt="2026-02-11T06:32:47.910" v="68695" actId="478"/>
          <ac:spMkLst>
            <pc:docMk/>
            <pc:sldMk cId="2096094747" sldId="276"/>
            <ac:spMk id="73" creationId="{D133C6F4-7825-458B-168F-FF2F54E5FE6D}"/>
          </ac:spMkLst>
        </pc:spChg>
        <pc:spChg chg="del">
          <ac:chgData name="Freda Shi" userId="e3bafef1-15f2-4eeb-acbe-fa674bab7991" providerId="ADAL" clId="{9555FC65-5A8C-4EE8-9D5B-8283D7A0923C}" dt="2026-02-11T06:32:47.909" v="68694" actId="478"/>
          <ac:spMkLst>
            <pc:docMk/>
            <pc:sldMk cId="2096094747" sldId="276"/>
            <ac:spMk id="74" creationId="{F0697BB0-6A57-EE9A-CE85-34BCFF133DEB}"/>
          </ac:spMkLst>
        </pc:spChg>
        <pc:spChg chg="del">
          <ac:chgData name="Freda Shi" userId="e3bafef1-15f2-4eeb-acbe-fa674bab7991" providerId="ADAL" clId="{9555FC65-5A8C-4EE8-9D5B-8283D7A0923C}" dt="2026-02-11T06:32:47.908" v="68693" actId="478"/>
          <ac:spMkLst>
            <pc:docMk/>
            <pc:sldMk cId="2096094747" sldId="276"/>
            <ac:spMk id="75" creationId="{3006D942-C6F6-8FEC-8A8B-12487233D15D}"/>
          </ac:spMkLst>
        </pc:spChg>
        <pc:spChg chg="del">
          <ac:chgData name="Freda Shi" userId="e3bafef1-15f2-4eeb-acbe-fa674bab7991" providerId="ADAL" clId="{9555FC65-5A8C-4EE8-9D5B-8283D7A0923C}" dt="2026-02-11T06:32:47.907" v="68692" actId="478"/>
          <ac:spMkLst>
            <pc:docMk/>
            <pc:sldMk cId="2096094747" sldId="276"/>
            <ac:spMk id="76" creationId="{DDD12405-03E9-E1A6-95A5-0DD7B9156AEF}"/>
          </ac:spMkLst>
        </pc:spChg>
        <pc:spChg chg="del">
          <ac:chgData name="Freda Shi" userId="e3bafef1-15f2-4eeb-acbe-fa674bab7991" providerId="ADAL" clId="{9555FC65-5A8C-4EE8-9D5B-8283D7A0923C}" dt="2026-02-11T06:32:47.906" v="68691" actId="478"/>
          <ac:spMkLst>
            <pc:docMk/>
            <pc:sldMk cId="2096094747" sldId="276"/>
            <ac:spMk id="77" creationId="{7E8B70BD-B9E9-B0BE-A51D-D21AEED86997}"/>
          </ac:spMkLst>
        </pc:spChg>
        <pc:spChg chg="del">
          <ac:chgData name="Freda Shi" userId="e3bafef1-15f2-4eeb-acbe-fa674bab7991" providerId="ADAL" clId="{9555FC65-5A8C-4EE8-9D5B-8283D7A0923C}" dt="2026-02-11T06:32:47.905" v="68690" actId="478"/>
          <ac:spMkLst>
            <pc:docMk/>
            <pc:sldMk cId="2096094747" sldId="276"/>
            <ac:spMk id="78" creationId="{2CC1418C-C1AA-2555-4305-4124A2BE3030}"/>
          </ac:spMkLst>
        </pc:spChg>
        <pc:spChg chg="del">
          <ac:chgData name="Freda Shi" userId="e3bafef1-15f2-4eeb-acbe-fa674bab7991" providerId="ADAL" clId="{9555FC65-5A8C-4EE8-9D5B-8283D7A0923C}" dt="2026-02-11T06:32:47.904" v="68689" actId="478"/>
          <ac:spMkLst>
            <pc:docMk/>
            <pc:sldMk cId="2096094747" sldId="276"/>
            <ac:spMk id="79" creationId="{577869D5-1E33-37D4-259E-901E176760A9}"/>
          </ac:spMkLst>
        </pc:spChg>
        <pc:spChg chg="del">
          <ac:chgData name="Freda Shi" userId="e3bafef1-15f2-4eeb-acbe-fa674bab7991" providerId="ADAL" clId="{9555FC65-5A8C-4EE8-9D5B-8283D7A0923C}" dt="2026-02-11T06:32:47.904" v="68688" actId="478"/>
          <ac:spMkLst>
            <pc:docMk/>
            <pc:sldMk cId="2096094747" sldId="276"/>
            <ac:spMk id="80" creationId="{4F551AA7-2E4F-D970-FD9C-BC01476DCDD6}"/>
          </ac:spMkLst>
        </pc:spChg>
        <pc:spChg chg="del">
          <ac:chgData name="Freda Shi" userId="e3bafef1-15f2-4eeb-acbe-fa674bab7991" providerId="ADAL" clId="{9555FC65-5A8C-4EE8-9D5B-8283D7A0923C}" dt="2026-02-11T06:32:47.903" v="68687" actId="478"/>
          <ac:spMkLst>
            <pc:docMk/>
            <pc:sldMk cId="2096094747" sldId="276"/>
            <ac:spMk id="81" creationId="{85498283-713C-5AA8-222A-E9EFFB6BCE3B}"/>
          </ac:spMkLst>
        </pc:spChg>
        <pc:spChg chg="del">
          <ac:chgData name="Freda Shi" userId="e3bafef1-15f2-4eeb-acbe-fa674bab7991" providerId="ADAL" clId="{9555FC65-5A8C-4EE8-9D5B-8283D7A0923C}" dt="2026-02-11T06:32:47.902" v="68686" actId="478"/>
          <ac:spMkLst>
            <pc:docMk/>
            <pc:sldMk cId="2096094747" sldId="276"/>
            <ac:spMk id="82" creationId="{2EB9877C-C70B-417D-D8FC-7995FD4FB1F8}"/>
          </ac:spMkLst>
        </pc:spChg>
        <pc:spChg chg="del">
          <ac:chgData name="Freda Shi" userId="e3bafef1-15f2-4eeb-acbe-fa674bab7991" providerId="ADAL" clId="{9555FC65-5A8C-4EE8-9D5B-8283D7A0923C}" dt="2026-02-11T06:32:47.901" v="68685" actId="478"/>
          <ac:spMkLst>
            <pc:docMk/>
            <pc:sldMk cId="2096094747" sldId="276"/>
            <ac:spMk id="83" creationId="{78693960-E3F0-BDD8-B5F2-CBC86463B683}"/>
          </ac:spMkLst>
        </pc:spChg>
        <pc:spChg chg="del">
          <ac:chgData name="Freda Shi" userId="e3bafef1-15f2-4eeb-acbe-fa674bab7991" providerId="ADAL" clId="{9555FC65-5A8C-4EE8-9D5B-8283D7A0923C}" dt="2026-02-11T06:32:47.900" v="68684" actId="478"/>
          <ac:spMkLst>
            <pc:docMk/>
            <pc:sldMk cId="2096094747" sldId="276"/>
            <ac:spMk id="84" creationId="{4E51526B-CBD7-35E0-89E7-49D83D14729E}"/>
          </ac:spMkLst>
        </pc:spChg>
        <pc:spChg chg="del">
          <ac:chgData name="Freda Shi" userId="e3bafef1-15f2-4eeb-acbe-fa674bab7991" providerId="ADAL" clId="{9555FC65-5A8C-4EE8-9D5B-8283D7A0923C}" dt="2026-02-11T06:32:47.899" v="68683" actId="478"/>
          <ac:spMkLst>
            <pc:docMk/>
            <pc:sldMk cId="2096094747" sldId="276"/>
            <ac:spMk id="85" creationId="{43560CDD-B90D-8652-AA8B-7A5AB06B2500}"/>
          </ac:spMkLst>
        </pc:spChg>
        <pc:spChg chg="del">
          <ac:chgData name="Freda Shi" userId="e3bafef1-15f2-4eeb-acbe-fa674bab7991" providerId="ADAL" clId="{9555FC65-5A8C-4EE8-9D5B-8283D7A0923C}" dt="2026-02-11T06:32:47.898" v="68682" actId="478"/>
          <ac:spMkLst>
            <pc:docMk/>
            <pc:sldMk cId="2096094747" sldId="276"/>
            <ac:spMk id="86" creationId="{AB5A9537-8729-A7AF-CDF5-DAB02738776C}"/>
          </ac:spMkLst>
        </pc:spChg>
        <pc:spChg chg="mod">
          <ac:chgData name="Freda Shi" userId="e3bafef1-15f2-4eeb-acbe-fa674bab7991" providerId="ADAL" clId="{9555FC65-5A8C-4EE8-9D5B-8283D7A0923C}" dt="2026-02-11T06:32:47.967" v="68760" actId="108"/>
          <ac:spMkLst>
            <pc:docMk/>
            <pc:sldMk cId="2096094747" sldId="276"/>
            <ac:spMk id="91" creationId="{A6F36A93-BDB7-84BD-4825-F3A2B637CDE0}"/>
          </ac:spMkLst>
        </pc:spChg>
        <pc:spChg chg="mod">
          <ac:chgData name="Freda Shi" userId="e3bafef1-15f2-4eeb-acbe-fa674bab7991" providerId="ADAL" clId="{9555FC65-5A8C-4EE8-9D5B-8283D7A0923C}" dt="2026-02-11T06:32:47.968" v="68761" actId="108"/>
          <ac:spMkLst>
            <pc:docMk/>
            <pc:sldMk cId="2096094747" sldId="276"/>
            <ac:spMk id="92" creationId="{3C6CCBAC-3CC0-30E2-944D-78B85783219E}"/>
          </ac:spMkLst>
        </pc:spChg>
        <pc:spChg chg="mod">
          <ac:chgData name="Freda Shi" userId="e3bafef1-15f2-4eeb-acbe-fa674bab7991" providerId="ADAL" clId="{9555FC65-5A8C-4EE8-9D5B-8283D7A0923C}" dt="2026-02-11T06:32:47.968" v="68762" actId="108"/>
          <ac:spMkLst>
            <pc:docMk/>
            <pc:sldMk cId="2096094747" sldId="276"/>
            <ac:spMk id="93" creationId="{63021E5F-B875-4FF8-B568-9E4263EC3F13}"/>
          </ac:spMkLst>
        </pc:spChg>
        <pc:spChg chg="mod">
          <ac:chgData name="Freda Shi" userId="e3bafef1-15f2-4eeb-acbe-fa674bab7991" providerId="ADAL" clId="{9555FC65-5A8C-4EE8-9D5B-8283D7A0923C}" dt="2026-02-11T06:32:47.969" v="68763" actId="108"/>
          <ac:spMkLst>
            <pc:docMk/>
            <pc:sldMk cId="2096094747" sldId="276"/>
            <ac:spMk id="94" creationId="{5E71F563-7446-BB77-A130-DA62BA0E813B}"/>
          </ac:spMkLst>
        </pc:spChg>
        <pc:spChg chg="mod">
          <ac:chgData name="Freda Shi" userId="e3bafef1-15f2-4eeb-acbe-fa674bab7991" providerId="ADAL" clId="{9555FC65-5A8C-4EE8-9D5B-8283D7A0923C}" dt="2026-02-11T06:32:47.970" v="68764" actId="108"/>
          <ac:spMkLst>
            <pc:docMk/>
            <pc:sldMk cId="2096094747" sldId="276"/>
            <ac:spMk id="95" creationId="{FE33A974-A8CC-0B34-1C88-FF6E3543341E}"/>
          </ac:spMkLst>
        </pc:spChg>
        <pc:spChg chg="mod">
          <ac:chgData name="Freda Shi" userId="e3bafef1-15f2-4eeb-acbe-fa674bab7991" providerId="ADAL" clId="{9555FC65-5A8C-4EE8-9D5B-8283D7A0923C}" dt="2026-02-11T06:32:47.970" v="68765" actId="108"/>
          <ac:spMkLst>
            <pc:docMk/>
            <pc:sldMk cId="2096094747" sldId="276"/>
            <ac:spMk id="96" creationId="{AB64AECA-ECEA-2A35-FF78-72588B7EE805}"/>
          </ac:spMkLst>
        </pc:spChg>
        <pc:spChg chg="mod">
          <ac:chgData name="Freda Shi" userId="e3bafef1-15f2-4eeb-acbe-fa674bab7991" providerId="ADAL" clId="{9555FC65-5A8C-4EE8-9D5B-8283D7A0923C}" dt="2026-02-11T06:32:47.971" v="68766" actId="108"/>
          <ac:spMkLst>
            <pc:docMk/>
            <pc:sldMk cId="2096094747" sldId="276"/>
            <ac:spMk id="97" creationId="{B061F778-6A22-2F02-A1A6-BAFE25B53AA9}"/>
          </ac:spMkLst>
        </pc:spChg>
        <pc:spChg chg="mod">
          <ac:chgData name="Freda Shi" userId="e3bafef1-15f2-4eeb-acbe-fa674bab7991" providerId="ADAL" clId="{9555FC65-5A8C-4EE8-9D5B-8283D7A0923C}" dt="2026-02-11T06:32:47.971" v="68767" actId="108"/>
          <ac:spMkLst>
            <pc:docMk/>
            <pc:sldMk cId="2096094747" sldId="276"/>
            <ac:spMk id="98" creationId="{708CB2DA-6A09-8712-3DA8-8C8CB0925B00}"/>
          </ac:spMkLst>
        </pc:spChg>
        <pc:spChg chg="mod">
          <ac:chgData name="Freda Shi" userId="e3bafef1-15f2-4eeb-acbe-fa674bab7991" providerId="ADAL" clId="{9555FC65-5A8C-4EE8-9D5B-8283D7A0923C}" dt="2026-02-11T06:32:47.972" v="68768" actId="108"/>
          <ac:spMkLst>
            <pc:docMk/>
            <pc:sldMk cId="2096094747" sldId="276"/>
            <ac:spMk id="99" creationId="{DA2395FD-871F-6FB5-8D75-BF35D9BF079F}"/>
          </ac:spMkLst>
        </pc:spChg>
        <pc:spChg chg="mod">
          <ac:chgData name="Freda Shi" userId="e3bafef1-15f2-4eeb-acbe-fa674bab7991" providerId="ADAL" clId="{9555FC65-5A8C-4EE8-9D5B-8283D7A0923C}" dt="2026-02-11T06:32:47.972" v="68769" actId="108"/>
          <ac:spMkLst>
            <pc:docMk/>
            <pc:sldMk cId="2096094747" sldId="276"/>
            <ac:spMk id="100" creationId="{4D746790-0776-32F7-BBF7-4A02D9F91B80}"/>
          </ac:spMkLst>
        </pc:spChg>
        <pc:spChg chg="mod">
          <ac:chgData name="Freda Shi" userId="e3bafef1-15f2-4eeb-acbe-fa674bab7991" providerId="ADAL" clId="{9555FC65-5A8C-4EE8-9D5B-8283D7A0923C}" dt="2026-02-11T06:32:47.973" v="68770" actId="108"/>
          <ac:spMkLst>
            <pc:docMk/>
            <pc:sldMk cId="2096094747" sldId="276"/>
            <ac:spMk id="101" creationId="{13D76FD1-8620-331C-D20C-90FD398A3092}"/>
          </ac:spMkLst>
        </pc:spChg>
        <pc:spChg chg="mod">
          <ac:chgData name="Freda Shi" userId="e3bafef1-15f2-4eeb-acbe-fa674bab7991" providerId="ADAL" clId="{9555FC65-5A8C-4EE8-9D5B-8283D7A0923C}" dt="2026-02-11T06:32:47.973" v="68771" actId="108"/>
          <ac:spMkLst>
            <pc:docMk/>
            <pc:sldMk cId="2096094747" sldId="276"/>
            <ac:spMk id="102" creationId="{315131AC-B209-0AE8-0D4C-61B665BDBB2A}"/>
          </ac:spMkLst>
        </pc:spChg>
        <pc:spChg chg="mod">
          <ac:chgData name="Freda Shi" userId="e3bafef1-15f2-4eeb-acbe-fa674bab7991" providerId="ADAL" clId="{9555FC65-5A8C-4EE8-9D5B-8283D7A0923C}" dt="2026-02-11T06:32:47.974" v="68772" actId="108"/>
          <ac:spMkLst>
            <pc:docMk/>
            <pc:sldMk cId="2096094747" sldId="276"/>
            <ac:spMk id="103" creationId="{EDAAC4B7-2978-A959-8357-3264E1104B7E}"/>
          </ac:spMkLst>
        </pc:spChg>
        <pc:spChg chg="mod">
          <ac:chgData name="Freda Shi" userId="e3bafef1-15f2-4eeb-acbe-fa674bab7991" providerId="ADAL" clId="{9555FC65-5A8C-4EE8-9D5B-8283D7A0923C}" dt="2026-02-11T06:32:47.975" v="68773" actId="108"/>
          <ac:spMkLst>
            <pc:docMk/>
            <pc:sldMk cId="2096094747" sldId="276"/>
            <ac:spMk id="104" creationId="{A20998CA-D4B7-1608-49C1-20A1E039D7A8}"/>
          </ac:spMkLst>
        </pc:spChg>
        <pc:spChg chg="mod">
          <ac:chgData name="Freda Shi" userId="e3bafef1-15f2-4eeb-acbe-fa674bab7991" providerId="ADAL" clId="{9555FC65-5A8C-4EE8-9D5B-8283D7A0923C}" dt="2026-02-11T06:32:47.975" v="68774" actId="108"/>
          <ac:spMkLst>
            <pc:docMk/>
            <pc:sldMk cId="2096094747" sldId="276"/>
            <ac:spMk id="105" creationId="{7DAA6D2B-85A5-551A-DB19-90A5D1F8F52D}"/>
          </ac:spMkLst>
        </pc:spChg>
        <pc:spChg chg="mod">
          <ac:chgData name="Freda Shi" userId="e3bafef1-15f2-4eeb-acbe-fa674bab7991" providerId="ADAL" clId="{9555FC65-5A8C-4EE8-9D5B-8283D7A0923C}" dt="2026-02-11T06:32:47.976" v="68775" actId="108"/>
          <ac:spMkLst>
            <pc:docMk/>
            <pc:sldMk cId="2096094747" sldId="276"/>
            <ac:spMk id="106" creationId="{121B1327-8DF4-D578-D6D7-AB5A4F37F512}"/>
          </ac:spMkLst>
        </pc:spChg>
        <pc:spChg chg="mod">
          <ac:chgData name="Freda Shi" userId="e3bafef1-15f2-4eeb-acbe-fa674bab7991" providerId="ADAL" clId="{9555FC65-5A8C-4EE8-9D5B-8283D7A0923C}" dt="2026-02-11T06:32:47.976" v="68776" actId="108"/>
          <ac:spMkLst>
            <pc:docMk/>
            <pc:sldMk cId="2096094747" sldId="276"/>
            <ac:spMk id="107" creationId="{2DE92CDD-71AD-A66A-BC0B-4F01ADB3ADCE}"/>
          </ac:spMkLst>
        </pc:spChg>
        <pc:spChg chg="mod">
          <ac:chgData name="Freda Shi" userId="e3bafef1-15f2-4eeb-acbe-fa674bab7991" providerId="ADAL" clId="{9555FC65-5A8C-4EE8-9D5B-8283D7A0923C}" dt="2026-02-11T06:32:47.977" v="68777" actId="108"/>
          <ac:spMkLst>
            <pc:docMk/>
            <pc:sldMk cId="2096094747" sldId="276"/>
            <ac:spMk id="108" creationId="{80F0F8FC-ABAA-7AA8-66C4-3B55CF08EF6C}"/>
          </ac:spMkLst>
        </pc:spChg>
        <pc:spChg chg="mod">
          <ac:chgData name="Freda Shi" userId="e3bafef1-15f2-4eeb-acbe-fa674bab7991" providerId="ADAL" clId="{9555FC65-5A8C-4EE8-9D5B-8283D7A0923C}" dt="2026-02-11T06:32:47.977" v="68778" actId="108"/>
          <ac:spMkLst>
            <pc:docMk/>
            <pc:sldMk cId="2096094747" sldId="276"/>
            <ac:spMk id="109" creationId="{20A80CAA-B0F9-AB08-3BBB-A9AC22586549}"/>
          </ac:spMkLst>
        </pc:spChg>
        <pc:spChg chg="mod">
          <ac:chgData name="Freda Shi" userId="e3bafef1-15f2-4eeb-acbe-fa674bab7991" providerId="ADAL" clId="{9555FC65-5A8C-4EE8-9D5B-8283D7A0923C}" dt="2026-02-11T06:32:47.978" v="68779" actId="108"/>
          <ac:spMkLst>
            <pc:docMk/>
            <pc:sldMk cId="2096094747" sldId="276"/>
            <ac:spMk id="110" creationId="{E85AF005-1126-F993-4598-EBF36D1EDA2C}"/>
          </ac:spMkLst>
        </pc:spChg>
        <pc:spChg chg="mod">
          <ac:chgData name="Freda Shi" userId="e3bafef1-15f2-4eeb-acbe-fa674bab7991" providerId="ADAL" clId="{9555FC65-5A8C-4EE8-9D5B-8283D7A0923C}" dt="2026-02-11T06:32:47.978" v="68780" actId="108"/>
          <ac:spMkLst>
            <pc:docMk/>
            <pc:sldMk cId="2096094747" sldId="276"/>
            <ac:spMk id="111" creationId="{633F1CC4-231F-5FA9-8BAD-8B41DEB61BEB}"/>
          </ac:spMkLst>
        </pc:spChg>
        <pc:spChg chg="mod">
          <ac:chgData name="Freda Shi" userId="e3bafef1-15f2-4eeb-acbe-fa674bab7991" providerId="ADAL" clId="{9555FC65-5A8C-4EE8-9D5B-8283D7A0923C}" dt="2026-02-11T06:32:47.979" v="68781" actId="108"/>
          <ac:spMkLst>
            <pc:docMk/>
            <pc:sldMk cId="2096094747" sldId="276"/>
            <ac:spMk id="112" creationId="{42707BE4-BBDF-FBF5-EA8F-F8981F412592}"/>
          </ac:spMkLst>
        </pc:spChg>
        <pc:spChg chg="mod">
          <ac:chgData name="Freda Shi" userId="e3bafef1-15f2-4eeb-acbe-fa674bab7991" providerId="ADAL" clId="{9555FC65-5A8C-4EE8-9D5B-8283D7A0923C}" dt="2026-02-11T06:32:47.979" v="68782" actId="108"/>
          <ac:spMkLst>
            <pc:docMk/>
            <pc:sldMk cId="2096094747" sldId="276"/>
            <ac:spMk id="113" creationId="{BCB48C2C-1795-704A-F622-F2BB8BEA78B8}"/>
          </ac:spMkLst>
        </pc:spChg>
        <pc:spChg chg="mod">
          <ac:chgData name="Freda Shi" userId="e3bafef1-15f2-4eeb-acbe-fa674bab7991" providerId="ADAL" clId="{9555FC65-5A8C-4EE8-9D5B-8283D7A0923C}" dt="2026-02-11T06:32:47.980" v="68783" actId="108"/>
          <ac:spMkLst>
            <pc:docMk/>
            <pc:sldMk cId="2096094747" sldId="276"/>
            <ac:spMk id="114" creationId="{0D5A7D11-5A35-6ED5-7821-345667DA3416}"/>
          </ac:spMkLst>
        </pc:spChg>
        <pc:spChg chg="mod">
          <ac:chgData name="Freda Shi" userId="e3bafef1-15f2-4eeb-acbe-fa674bab7991" providerId="ADAL" clId="{9555FC65-5A8C-4EE8-9D5B-8283D7A0923C}" dt="2026-02-11T06:32:47.981" v="68784" actId="108"/>
          <ac:spMkLst>
            <pc:docMk/>
            <pc:sldMk cId="2096094747" sldId="276"/>
            <ac:spMk id="115" creationId="{C1EC9C08-2858-0337-4DD6-0E10852CA787}"/>
          </ac:spMkLst>
        </pc:spChg>
        <pc:spChg chg="mod">
          <ac:chgData name="Freda Shi" userId="e3bafef1-15f2-4eeb-acbe-fa674bab7991" providerId="ADAL" clId="{9555FC65-5A8C-4EE8-9D5B-8283D7A0923C}" dt="2026-02-11T06:32:47.981" v="68785" actId="108"/>
          <ac:spMkLst>
            <pc:docMk/>
            <pc:sldMk cId="2096094747" sldId="276"/>
            <ac:spMk id="116" creationId="{6384D2A0-0674-168B-4C11-6A7B30121258}"/>
          </ac:spMkLst>
        </pc:spChg>
        <pc:spChg chg="mod">
          <ac:chgData name="Freda Shi" userId="e3bafef1-15f2-4eeb-acbe-fa674bab7991" providerId="ADAL" clId="{9555FC65-5A8C-4EE8-9D5B-8283D7A0923C}" dt="2026-02-11T06:32:47.982" v="68786" actId="108"/>
          <ac:spMkLst>
            <pc:docMk/>
            <pc:sldMk cId="2096094747" sldId="276"/>
            <ac:spMk id="117" creationId="{CD676F69-7C4C-ADEB-3BD7-4C8005763F0D}"/>
          </ac:spMkLst>
        </pc:spChg>
        <pc:spChg chg="mod">
          <ac:chgData name="Freda Shi" userId="e3bafef1-15f2-4eeb-acbe-fa674bab7991" providerId="ADAL" clId="{9555FC65-5A8C-4EE8-9D5B-8283D7A0923C}" dt="2026-02-11T06:32:47.982" v="68787" actId="108"/>
          <ac:spMkLst>
            <pc:docMk/>
            <pc:sldMk cId="2096094747" sldId="276"/>
            <ac:spMk id="118" creationId="{1B89B4DB-B02B-2159-0271-7843E78E0E23}"/>
          </ac:spMkLst>
        </pc:spChg>
        <pc:spChg chg="mod">
          <ac:chgData name="Freda Shi" userId="e3bafef1-15f2-4eeb-acbe-fa674bab7991" providerId="ADAL" clId="{9555FC65-5A8C-4EE8-9D5B-8283D7A0923C}" dt="2026-02-11T06:32:47.983" v="68788" actId="108"/>
          <ac:spMkLst>
            <pc:docMk/>
            <pc:sldMk cId="2096094747" sldId="276"/>
            <ac:spMk id="119" creationId="{FBDAD80C-C041-C4DE-6B4B-EE93A3DC26E4}"/>
          </ac:spMkLst>
        </pc:spChg>
        <pc:spChg chg="mod">
          <ac:chgData name="Freda Shi" userId="e3bafef1-15f2-4eeb-acbe-fa674bab7991" providerId="ADAL" clId="{9555FC65-5A8C-4EE8-9D5B-8283D7A0923C}" dt="2026-02-11T06:32:47.983" v="68789" actId="108"/>
          <ac:spMkLst>
            <pc:docMk/>
            <pc:sldMk cId="2096094747" sldId="276"/>
            <ac:spMk id="120" creationId="{C261B0F7-D79F-42F0-2086-5F148C7BC282}"/>
          </ac:spMkLst>
        </pc:spChg>
        <pc:spChg chg="mod">
          <ac:chgData name="Freda Shi" userId="e3bafef1-15f2-4eeb-acbe-fa674bab7991" providerId="ADAL" clId="{9555FC65-5A8C-4EE8-9D5B-8283D7A0923C}" dt="2026-02-11T06:32:47.984" v="68790" actId="108"/>
          <ac:spMkLst>
            <pc:docMk/>
            <pc:sldMk cId="2096094747" sldId="276"/>
            <ac:spMk id="121" creationId="{F78EF479-B646-0769-2031-8CDBF6BA0CBA}"/>
          </ac:spMkLst>
        </pc:spChg>
        <pc:spChg chg="mod">
          <ac:chgData name="Freda Shi" userId="e3bafef1-15f2-4eeb-acbe-fa674bab7991" providerId="ADAL" clId="{9555FC65-5A8C-4EE8-9D5B-8283D7A0923C}" dt="2026-02-11T06:32:47.984" v="68791" actId="108"/>
          <ac:spMkLst>
            <pc:docMk/>
            <pc:sldMk cId="2096094747" sldId="276"/>
            <ac:spMk id="122" creationId="{D9856E00-ECE3-52C1-08F8-EAF067204EE6}"/>
          </ac:spMkLst>
        </pc:spChg>
        <pc:spChg chg="mod">
          <ac:chgData name="Freda Shi" userId="e3bafef1-15f2-4eeb-acbe-fa674bab7991" providerId="ADAL" clId="{9555FC65-5A8C-4EE8-9D5B-8283D7A0923C}" dt="2026-02-11T06:32:47.985" v="68792" actId="108"/>
          <ac:spMkLst>
            <pc:docMk/>
            <pc:sldMk cId="2096094747" sldId="276"/>
            <ac:spMk id="123" creationId="{7F08081B-7396-34F5-95FD-931659784FC9}"/>
          </ac:spMkLst>
        </pc:spChg>
        <pc:spChg chg="mod">
          <ac:chgData name="Freda Shi" userId="e3bafef1-15f2-4eeb-acbe-fa674bab7991" providerId="ADAL" clId="{9555FC65-5A8C-4EE8-9D5B-8283D7A0923C}" dt="2026-02-11T06:32:47.985" v="68793" actId="108"/>
          <ac:spMkLst>
            <pc:docMk/>
            <pc:sldMk cId="2096094747" sldId="276"/>
            <ac:spMk id="124" creationId="{F86A10C4-12FF-BA73-C2CE-7685AF914DE0}"/>
          </ac:spMkLst>
        </pc:spChg>
        <pc:spChg chg="mod">
          <ac:chgData name="Freda Shi" userId="e3bafef1-15f2-4eeb-acbe-fa674bab7991" providerId="ADAL" clId="{9555FC65-5A8C-4EE8-9D5B-8283D7A0923C}" dt="2026-02-11T06:32:47.986" v="68794" actId="108"/>
          <ac:spMkLst>
            <pc:docMk/>
            <pc:sldMk cId="2096094747" sldId="276"/>
            <ac:spMk id="125" creationId="{A8C39FE8-7E22-B07A-6C0C-7B590C3EC92A}"/>
          </ac:spMkLst>
        </pc:spChg>
        <pc:spChg chg="mod">
          <ac:chgData name="Freda Shi" userId="e3bafef1-15f2-4eeb-acbe-fa674bab7991" providerId="ADAL" clId="{9555FC65-5A8C-4EE8-9D5B-8283D7A0923C}" dt="2026-02-11T06:32:47.986" v="68795" actId="108"/>
          <ac:spMkLst>
            <pc:docMk/>
            <pc:sldMk cId="2096094747" sldId="276"/>
            <ac:spMk id="126" creationId="{349F202B-9866-F5EA-9085-0674D3122671}"/>
          </ac:spMkLst>
        </pc:spChg>
        <pc:spChg chg="mod">
          <ac:chgData name="Freda Shi" userId="e3bafef1-15f2-4eeb-acbe-fa674bab7991" providerId="ADAL" clId="{9555FC65-5A8C-4EE8-9D5B-8283D7A0923C}" dt="2026-02-11T06:32:47.987" v="68796" actId="108"/>
          <ac:spMkLst>
            <pc:docMk/>
            <pc:sldMk cId="2096094747" sldId="276"/>
            <ac:spMk id="127" creationId="{276EA86E-BD68-C2D7-26AD-D52DC6D92A76}"/>
          </ac:spMkLst>
        </pc:spChg>
        <pc:spChg chg="mod">
          <ac:chgData name="Freda Shi" userId="e3bafef1-15f2-4eeb-acbe-fa674bab7991" providerId="ADAL" clId="{9555FC65-5A8C-4EE8-9D5B-8283D7A0923C}" dt="2026-02-11T06:32:47.987" v="68797" actId="108"/>
          <ac:spMkLst>
            <pc:docMk/>
            <pc:sldMk cId="2096094747" sldId="276"/>
            <ac:spMk id="128" creationId="{4E0071C6-701B-0F7A-6D55-4529BF05FFF2}"/>
          </ac:spMkLst>
        </pc:spChg>
        <pc:spChg chg="mod">
          <ac:chgData name="Freda Shi" userId="e3bafef1-15f2-4eeb-acbe-fa674bab7991" providerId="ADAL" clId="{9555FC65-5A8C-4EE8-9D5B-8283D7A0923C}" dt="2026-02-11T06:32:47.988" v="68798" actId="108"/>
          <ac:spMkLst>
            <pc:docMk/>
            <pc:sldMk cId="2096094747" sldId="276"/>
            <ac:spMk id="129" creationId="{EDA339FF-461D-69C4-0393-C484C00DBDC2}"/>
          </ac:spMkLst>
        </pc:spChg>
        <pc:spChg chg="mod">
          <ac:chgData name="Freda Shi" userId="e3bafef1-15f2-4eeb-acbe-fa674bab7991" providerId="ADAL" clId="{9555FC65-5A8C-4EE8-9D5B-8283D7A0923C}" dt="2026-02-11T06:32:47.988" v="68799" actId="108"/>
          <ac:spMkLst>
            <pc:docMk/>
            <pc:sldMk cId="2096094747" sldId="276"/>
            <ac:spMk id="130" creationId="{1061B6B5-8B8C-1B3C-4892-CA2A9208A61B}"/>
          </ac:spMkLst>
        </pc:spChg>
        <pc:spChg chg="mod">
          <ac:chgData name="Freda Shi" userId="e3bafef1-15f2-4eeb-acbe-fa674bab7991" providerId="ADAL" clId="{9555FC65-5A8C-4EE8-9D5B-8283D7A0923C}" dt="2026-02-11T06:32:47.989" v="68800" actId="108"/>
          <ac:spMkLst>
            <pc:docMk/>
            <pc:sldMk cId="2096094747" sldId="276"/>
            <ac:spMk id="131" creationId="{20E1B276-EC4F-6AD0-8052-EC5CF1AA511E}"/>
          </ac:spMkLst>
        </pc:spChg>
        <pc:spChg chg="mod">
          <ac:chgData name="Freda Shi" userId="e3bafef1-15f2-4eeb-acbe-fa674bab7991" providerId="ADAL" clId="{9555FC65-5A8C-4EE8-9D5B-8283D7A0923C}" dt="2026-02-11T06:32:47.989" v="68801" actId="108"/>
          <ac:spMkLst>
            <pc:docMk/>
            <pc:sldMk cId="2096094747" sldId="276"/>
            <ac:spMk id="132" creationId="{38B9D196-AA0F-FD10-85E4-E81072DAB9C9}"/>
          </ac:spMkLst>
        </pc:spChg>
        <pc:spChg chg="mod">
          <ac:chgData name="Freda Shi" userId="e3bafef1-15f2-4eeb-acbe-fa674bab7991" providerId="ADAL" clId="{9555FC65-5A8C-4EE8-9D5B-8283D7A0923C}" dt="2026-02-11T06:32:47.990" v="68802" actId="108"/>
          <ac:spMkLst>
            <pc:docMk/>
            <pc:sldMk cId="2096094747" sldId="276"/>
            <ac:spMk id="133" creationId="{B55496E8-63CC-CB26-9FEC-269548285239}"/>
          </ac:spMkLst>
        </pc:spChg>
        <pc:spChg chg="mod">
          <ac:chgData name="Freda Shi" userId="e3bafef1-15f2-4eeb-acbe-fa674bab7991" providerId="ADAL" clId="{9555FC65-5A8C-4EE8-9D5B-8283D7A0923C}" dt="2026-02-11T06:32:47.990" v="68803" actId="108"/>
          <ac:spMkLst>
            <pc:docMk/>
            <pc:sldMk cId="2096094747" sldId="276"/>
            <ac:spMk id="134" creationId="{185B0B09-D0B0-8E6B-6A79-96D343EF0263}"/>
          </ac:spMkLst>
        </pc:spChg>
        <pc:spChg chg="mod">
          <ac:chgData name="Freda Shi" userId="e3bafef1-15f2-4eeb-acbe-fa674bab7991" providerId="ADAL" clId="{9555FC65-5A8C-4EE8-9D5B-8283D7A0923C}" dt="2026-02-11T06:32:47.991" v="68804" actId="108"/>
          <ac:spMkLst>
            <pc:docMk/>
            <pc:sldMk cId="2096094747" sldId="276"/>
            <ac:spMk id="135" creationId="{39BD8EE6-F97F-51EE-B99D-83FBB9FF17BE}"/>
          </ac:spMkLst>
        </pc:spChg>
        <pc:spChg chg="mod">
          <ac:chgData name="Freda Shi" userId="e3bafef1-15f2-4eeb-acbe-fa674bab7991" providerId="ADAL" clId="{9555FC65-5A8C-4EE8-9D5B-8283D7A0923C}" dt="2026-02-11T06:32:47.991" v="68805" actId="108"/>
          <ac:spMkLst>
            <pc:docMk/>
            <pc:sldMk cId="2096094747" sldId="276"/>
            <ac:spMk id="136" creationId="{14B572EF-0F9E-4420-5276-5313182AF92A}"/>
          </ac:spMkLst>
        </pc:spChg>
        <pc:spChg chg="mod">
          <ac:chgData name="Freda Shi" userId="e3bafef1-15f2-4eeb-acbe-fa674bab7991" providerId="ADAL" clId="{9555FC65-5A8C-4EE8-9D5B-8283D7A0923C}" dt="2026-02-11T06:32:47.992" v="68806" actId="108"/>
          <ac:spMkLst>
            <pc:docMk/>
            <pc:sldMk cId="2096094747" sldId="276"/>
            <ac:spMk id="137" creationId="{9E27613E-14C3-69AF-71E9-0446093B2E6D}"/>
          </ac:spMkLst>
        </pc:spChg>
        <pc:spChg chg="mod">
          <ac:chgData name="Freda Shi" userId="e3bafef1-15f2-4eeb-acbe-fa674bab7991" providerId="ADAL" clId="{9555FC65-5A8C-4EE8-9D5B-8283D7A0923C}" dt="2026-02-11T06:32:47.993" v="68807" actId="108"/>
          <ac:spMkLst>
            <pc:docMk/>
            <pc:sldMk cId="2096094747" sldId="276"/>
            <ac:spMk id="138" creationId="{6B1665EE-B2A3-70BB-B8C4-C033E0306966}"/>
          </ac:spMkLst>
        </pc:spChg>
        <pc:spChg chg="mod">
          <ac:chgData name="Freda Shi" userId="e3bafef1-15f2-4eeb-acbe-fa674bab7991" providerId="ADAL" clId="{9555FC65-5A8C-4EE8-9D5B-8283D7A0923C}" dt="2026-02-11T06:32:47.993" v="68808" actId="108"/>
          <ac:spMkLst>
            <pc:docMk/>
            <pc:sldMk cId="2096094747" sldId="276"/>
            <ac:spMk id="139" creationId="{0E4142C7-47DF-BCC2-C111-FB6841FCEF1E}"/>
          </ac:spMkLst>
        </pc:spChg>
        <pc:spChg chg="mod">
          <ac:chgData name="Freda Shi" userId="e3bafef1-15f2-4eeb-acbe-fa674bab7991" providerId="ADAL" clId="{9555FC65-5A8C-4EE8-9D5B-8283D7A0923C}" dt="2026-02-11T06:32:47.994" v="68809" actId="108"/>
          <ac:spMkLst>
            <pc:docMk/>
            <pc:sldMk cId="2096094747" sldId="276"/>
            <ac:spMk id="140" creationId="{09C5493D-3DFB-742D-7E02-969DBF484D78}"/>
          </ac:spMkLst>
        </pc:spChg>
        <pc:spChg chg="mod">
          <ac:chgData name="Freda Shi" userId="e3bafef1-15f2-4eeb-acbe-fa674bab7991" providerId="ADAL" clId="{9555FC65-5A8C-4EE8-9D5B-8283D7A0923C}" dt="2026-02-11T06:32:47.994" v="68810" actId="108"/>
          <ac:spMkLst>
            <pc:docMk/>
            <pc:sldMk cId="2096094747" sldId="276"/>
            <ac:spMk id="141" creationId="{80D05908-21D0-6D8E-04E1-BE0E41C64300}"/>
          </ac:spMkLst>
        </pc:spChg>
        <pc:spChg chg="mod">
          <ac:chgData name="Freda Shi" userId="e3bafef1-15f2-4eeb-acbe-fa674bab7991" providerId="ADAL" clId="{9555FC65-5A8C-4EE8-9D5B-8283D7A0923C}" dt="2026-02-11T06:32:47.995" v="68811" actId="108"/>
          <ac:spMkLst>
            <pc:docMk/>
            <pc:sldMk cId="2096094747" sldId="276"/>
            <ac:spMk id="142" creationId="{031CAC27-C759-BCEF-0BC7-763D98FCB865}"/>
          </ac:spMkLst>
        </pc:spChg>
        <pc:spChg chg="mod">
          <ac:chgData name="Freda Shi" userId="e3bafef1-15f2-4eeb-acbe-fa674bab7991" providerId="ADAL" clId="{9555FC65-5A8C-4EE8-9D5B-8283D7A0923C}" dt="2026-02-11T06:32:47.995" v="68812" actId="108"/>
          <ac:spMkLst>
            <pc:docMk/>
            <pc:sldMk cId="2096094747" sldId="276"/>
            <ac:spMk id="143" creationId="{C17BFAB6-C88A-A5DD-D567-7B0C7BB72553}"/>
          </ac:spMkLst>
        </pc:spChg>
        <pc:spChg chg="mod">
          <ac:chgData name="Freda Shi" userId="e3bafef1-15f2-4eeb-acbe-fa674bab7991" providerId="ADAL" clId="{9555FC65-5A8C-4EE8-9D5B-8283D7A0923C}" dt="2026-02-11T06:32:47.996" v="68813" actId="108"/>
          <ac:spMkLst>
            <pc:docMk/>
            <pc:sldMk cId="2096094747" sldId="276"/>
            <ac:spMk id="144" creationId="{9E7BF96E-0A47-A9BB-7D77-DD38AAA9E180}"/>
          </ac:spMkLst>
        </pc:spChg>
        <pc:spChg chg="mod">
          <ac:chgData name="Freda Shi" userId="e3bafef1-15f2-4eeb-acbe-fa674bab7991" providerId="ADAL" clId="{9555FC65-5A8C-4EE8-9D5B-8283D7A0923C}" dt="2026-02-11T06:32:47.996" v="68814" actId="108"/>
          <ac:spMkLst>
            <pc:docMk/>
            <pc:sldMk cId="2096094747" sldId="276"/>
            <ac:spMk id="145" creationId="{5EF91ADB-B449-772E-8107-640CD1F0C919}"/>
          </ac:spMkLst>
        </pc:spChg>
        <pc:spChg chg="mod">
          <ac:chgData name="Freda Shi" userId="e3bafef1-15f2-4eeb-acbe-fa674bab7991" providerId="ADAL" clId="{9555FC65-5A8C-4EE8-9D5B-8283D7A0923C}" dt="2026-02-11T06:32:47.996" v="68815" actId="108"/>
          <ac:spMkLst>
            <pc:docMk/>
            <pc:sldMk cId="2096094747" sldId="276"/>
            <ac:spMk id="146" creationId="{08499266-4A6E-ED37-786F-D284F14841F5}"/>
          </ac:spMkLst>
        </pc:spChg>
        <pc:spChg chg="mod">
          <ac:chgData name="Freda Shi" userId="e3bafef1-15f2-4eeb-acbe-fa674bab7991" providerId="ADAL" clId="{9555FC65-5A8C-4EE8-9D5B-8283D7A0923C}" dt="2026-02-11T06:32:47.997" v="68816" actId="108"/>
          <ac:spMkLst>
            <pc:docMk/>
            <pc:sldMk cId="2096094747" sldId="276"/>
            <ac:spMk id="147" creationId="{FAC7AC67-1FB7-C45F-AA4D-9279E909F0F5}"/>
          </ac:spMkLst>
        </pc:spChg>
        <pc:spChg chg="mod">
          <ac:chgData name="Freda Shi" userId="e3bafef1-15f2-4eeb-acbe-fa674bab7991" providerId="ADAL" clId="{9555FC65-5A8C-4EE8-9D5B-8283D7A0923C}" dt="2026-02-11T06:32:47.997" v="68817" actId="108"/>
          <ac:spMkLst>
            <pc:docMk/>
            <pc:sldMk cId="2096094747" sldId="276"/>
            <ac:spMk id="148" creationId="{359A1DAF-A7C5-7ABF-6678-EFCDC9C263C3}"/>
          </ac:spMkLst>
        </pc:spChg>
        <pc:spChg chg="mod">
          <ac:chgData name="Freda Shi" userId="e3bafef1-15f2-4eeb-acbe-fa674bab7991" providerId="ADAL" clId="{9555FC65-5A8C-4EE8-9D5B-8283D7A0923C}" dt="2026-02-11T06:32:47.998" v="68818" actId="108"/>
          <ac:spMkLst>
            <pc:docMk/>
            <pc:sldMk cId="2096094747" sldId="276"/>
            <ac:spMk id="149" creationId="{203E797A-BB68-C9B0-A014-59C47F0B1C91}"/>
          </ac:spMkLst>
        </pc:spChg>
        <pc:spChg chg="mod">
          <ac:chgData name="Freda Shi" userId="e3bafef1-15f2-4eeb-acbe-fa674bab7991" providerId="ADAL" clId="{9555FC65-5A8C-4EE8-9D5B-8283D7A0923C}" dt="2026-02-11T06:32:47.998" v="68819" actId="108"/>
          <ac:spMkLst>
            <pc:docMk/>
            <pc:sldMk cId="2096094747" sldId="276"/>
            <ac:spMk id="150" creationId="{7D9ACD3A-54ED-02C3-7E06-8DD156EC8F81}"/>
          </ac:spMkLst>
        </pc:spChg>
        <pc:spChg chg="mod">
          <ac:chgData name="Freda Shi" userId="e3bafef1-15f2-4eeb-acbe-fa674bab7991" providerId="ADAL" clId="{9555FC65-5A8C-4EE8-9D5B-8283D7A0923C}" dt="2026-02-11T06:32:47.999" v="68820" actId="108"/>
          <ac:spMkLst>
            <pc:docMk/>
            <pc:sldMk cId="2096094747" sldId="276"/>
            <ac:spMk id="151" creationId="{99761116-507C-4C5B-D465-7F6AD7827318}"/>
          </ac:spMkLst>
        </pc:spChg>
        <pc:spChg chg="mod">
          <ac:chgData name="Freda Shi" userId="e3bafef1-15f2-4eeb-acbe-fa674bab7991" providerId="ADAL" clId="{9555FC65-5A8C-4EE8-9D5B-8283D7A0923C}" dt="2026-02-11T06:32:47.999" v="68821" actId="108"/>
          <ac:spMkLst>
            <pc:docMk/>
            <pc:sldMk cId="2096094747" sldId="276"/>
            <ac:spMk id="152" creationId="{66CEAEDF-6E63-7061-9A4D-1A4D41A06A76}"/>
          </ac:spMkLst>
        </pc:spChg>
        <pc:spChg chg="mod">
          <ac:chgData name="Freda Shi" userId="e3bafef1-15f2-4eeb-acbe-fa674bab7991" providerId="ADAL" clId="{9555FC65-5A8C-4EE8-9D5B-8283D7A0923C}" dt="2026-02-11T06:32:48" v="68822" actId="108"/>
          <ac:spMkLst>
            <pc:docMk/>
            <pc:sldMk cId="2096094747" sldId="276"/>
            <ac:spMk id="153" creationId="{CB2CCA1A-F616-5220-4AA4-A3407FB10E40}"/>
          </ac:spMkLst>
        </pc:spChg>
        <pc:spChg chg="mod">
          <ac:chgData name="Freda Shi" userId="e3bafef1-15f2-4eeb-acbe-fa674bab7991" providerId="ADAL" clId="{9555FC65-5A8C-4EE8-9D5B-8283D7A0923C}" dt="2026-02-11T06:32:48" v="68823" actId="108"/>
          <ac:spMkLst>
            <pc:docMk/>
            <pc:sldMk cId="2096094747" sldId="276"/>
            <ac:spMk id="154" creationId="{BC8FD604-E668-D86E-1DC1-4233D286C3D7}"/>
          </ac:spMkLst>
        </pc:spChg>
        <pc:spChg chg="mod">
          <ac:chgData name="Freda Shi" userId="e3bafef1-15f2-4eeb-acbe-fa674bab7991" providerId="ADAL" clId="{9555FC65-5A8C-4EE8-9D5B-8283D7A0923C}" dt="2026-02-11T06:32:48.001" v="68824" actId="108"/>
          <ac:spMkLst>
            <pc:docMk/>
            <pc:sldMk cId="2096094747" sldId="276"/>
            <ac:spMk id="155" creationId="{44510FDC-8C2A-D348-3FE7-4787D349A600}"/>
          </ac:spMkLst>
        </pc:spChg>
        <pc:spChg chg="mod">
          <ac:chgData name="Freda Shi" userId="e3bafef1-15f2-4eeb-acbe-fa674bab7991" providerId="ADAL" clId="{9555FC65-5A8C-4EE8-9D5B-8283D7A0923C}" dt="2026-02-11T06:32:48.001" v="68825" actId="108"/>
          <ac:spMkLst>
            <pc:docMk/>
            <pc:sldMk cId="2096094747" sldId="276"/>
            <ac:spMk id="156" creationId="{8F9103D8-D7D0-8CA5-035D-5C45D22E3579}"/>
          </ac:spMkLst>
        </pc:spChg>
        <pc:spChg chg="mod">
          <ac:chgData name="Freda Shi" userId="e3bafef1-15f2-4eeb-acbe-fa674bab7991" providerId="ADAL" clId="{9555FC65-5A8C-4EE8-9D5B-8283D7A0923C}" dt="2026-02-11T06:32:48.002" v="68826" actId="108"/>
          <ac:spMkLst>
            <pc:docMk/>
            <pc:sldMk cId="2096094747" sldId="276"/>
            <ac:spMk id="157" creationId="{26222390-DBCE-5522-9662-14A8365B0FA3}"/>
          </ac:spMkLst>
        </pc:spChg>
        <pc:spChg chg="mod">
          <ac:chgData name="Freda Shi" userId="e3bafef1-15f2-4eeb-acbe-fa674bab7991" providerId="ADAL" clId="{9555FC65-5A8C-4EE8-9D5B-8283D7A0923C}" dt="2026-02-11T06:32:48.002" v="68827" actId="108"/>
          <ac:spMkLst>
            <pc:docMk/>
            <pc:sldMk cId="2096094747" sldId="276"/>
            <ac:spMk id="158" creationId="{7152C8C5-D4D1-BB6D-E0CA-56C647DFDF9B}"/>
          </ac:spMkLst>
        </pc:spChg>
        <pc:spChg chg="mod">
          <ac:chgData name="Freda Shi" userId="e3bafef1-15f2-4eeb-acbe-fa674bab7991" providerId="ADAL" clId="{9555FC65-5A8C-4EE8-9D5B-8283D7A0923C}" dt="2026-02-11T06:32:48.003" v="68828" actId="108"/>
          <ac:spMkLst>
            <pc:docMk/>
            <pc:sldMk cId="2096094747" sldId="276"/>
            <ac:spMk id="159" creationId="{2AF70C09-0E22-A5C6-FB56-48C03FC9A826}"/>
          </ac:spMkLst>
        </pc:spChg>
        <pc:spChg chg="mod">
          <ac:chgData name="Freda Shi" userId="e3bafef1-15f2-4eeb-acbe-fa674bab7991" providerId="ADAL" clId="{9555FC65-5A8C-4EE8-9D5B-8283D7A0923C}" dt="2026-02-11T06:32:48.003" v="68829" actId="108"/>
          <ac:spMkLst>
            <pc:docMk/>
            <pc:sldMk cId="2096094747" sldId="276"/>
            <ac:spMk id="160" creationId="{5EAF0212-F1F2-6B3A-F65D-AD378D071781}"/>
          </ac:spMkLst>
        </pc:spChg>
        <pc:spChg chg="mod">
          <ac:chgData name="Freda Shi" userId="e3bafef1-15f2-4eeb-acbe-fa674bab7991" providerId="ADAL" clId="{9555FC65-5A8C-4EE8-9D5B-8283D7A0923C}" dt="2026-02-11T06:32:48.004" v="68830" actId="108"/>
          <ac:spMkLst>
            <pc:docMk/>
            <pc:sldMk cId="2096094747" sldId="276"/>
            <ac:spMk id="161" creationId="{8A4292F6-97E4-F60A-551F-1F44755F6F04}"/>
          </ac:spMkLst>
        </pc:spChg>
        <pc:spChg chg="mod">
          <ac:chgData name="Freda Shi" userId="e3bafef1-15f2-4eeb-acbe-fa674bab7991" providerId="ADAL" clId="{9555FC65-5A8C-4EE8-9D5B-8283D7A0923C}" dt="2026-02-11T06:32:48.004" v="68831" actId="108"/>
          <ac:spMkLst>
            <pc:docMk/>
            <pc:sldMk cId="2096094747" sldId="276"/>
            <ac:spMk id="162" creationId="{2C8B0D56-B5C0-13A6-D14D-0B38836071A9}"/>
          </ac:spMkLst>
        </pc:spChg>
        <pc:spChg chg="mod">
          <ac:chgData name="Freda Shi" userId="e3bafef1-15f2-4eeb-acbe-fa674bab7991" providerId="ADAL" clId="{9555FC65-5A8C-4EE8-9D5B-8283D7A0923C}" dt="2026-02-11T06:32:48.005" v="68832" actId="108"/>
          <ac:spMkLst>
            <pc:docMk/>
            <pc:sldMk cId="2096094747" sldId="276"/>
            <ac:spMk id="163" creationId="{520A2194-3657-09F0-B3BA-99167EA04CBF}"/>
          </ac:spMkLst>
        </pc:spChg>
        <pc:spChg chg="mod">
          <ac:chgData name="Freda Shi" userId="e3bafef1-15f2-4eeb-acbe-fa674bab7991" providerId="ADAL" clId="{9555FC65-5A8C-4EE8-9D5B-8283D7A0923C}" dt="2026-02-11T06:32:48.005" v="68833" actId="108"/>
          <ac:spMkLst>
            <pc:docMk/>
            <pc:sldMk cId="2096094747" sldId="276"/>
            <ac:spMk id="164" creationId="{A5B1B9DF-1445-DBC0-D90E-F40D08A4B4C7}"/>
          </ac:spMkLst>
        </pc:spChg>
        <pc:spChg chg="mod">
          <ac:chgData name="Freda Shi" userId="e3bafef1-15f2-4eeb-acbe-fa674bab7991" providerId="ADAL" clId="{9555FC65-5A8C-4EE8-9D5B-8283D7A0923C}" dt="2026-02-11T06:32:48.006" v="68834" actId="108"/>
          <ac:spMkLst>
            <pc:docMk/>
            <pc:sldMk cId="2096094747" sldId="276"/>
            <ac:spMk id="165" creationId="{C00D543F-284F-B52C-1CC1-D920CC01DB67}"/>
          </ac:spMkLst>
        </pc:spChg>
        <pc:spChg chg="mod">
          <ac:chgData name="Freda Shi" userId="e3bafef1-15f2-4eeb-acbe-fa674bab7991" providerId="ADAL" clId="{9555FC65-5A8C-4EE8-9D5B-8283D7A0923C}" dt="2026-02-11T06:32:48.006" v="68835" actId="108"/>
          <ac:spMkLst>
            <pc:docMk/>
            <pc:sldMk cId="2096094747" sldId="276"/>
            <ac:spMk id="166" creationId="{5DE5DFFB-79D4-0854-3840-71F4B6FF675E}"/>
          </ac:spMkLst>
        </pc:spChg>
        <pc:spChg chg="mod">
          <ac:chgData name="Freda Shi" userId="e3bafef1-15f2-4eeb-acbe-fa674bab7991" providerId="ADAL" clId="{9555FC65-5A8C-4EE8-9D5B-8283D7A0923C}" dt="2026-02-11T06:32:48.007" v="68836" actId="108"/>
          <ac:spMkLst>
            <pc:docMk/>
            <pc:sldMk cId="2096094747" sldId="276"/>
            <ac:spMk id="167" creationId="{4C014599-A8DC-AA7E-30CC-2CDD2DCC77AE}"/>
          </ac:spMkLst>
        </pc:spChg>
        <pc:spChg chg="mod">
          <ac:chgData name="Freda Shi" userId="e3bafef1-15f2-4eeb-acbe-fa674bab7991" providerId="ADAL" clId="{9555FC65-5A8C-4EE8-9D5B-8283D7A0923C}" dt="2026-02-11T06:32:48.007" v="68837" actId="108"/>
          <ac:spMkLst>
            <pc:docMk/>
            <pc:sldMk cId="2096094747" sldId="276"/>
            <ac:spMk id="168" creationId="{F3388B93-DF2C-5093-7779-3522CDB5FCC6}"/>
          </ac:spMkLst>
        </pc:spChg>
        <pc:spChg chg="mod">
          <ac:chgData name="Freda Shi" userId="e3bafef1-15f2-4eeb-acbe-fa674bab7991" providerId="ADAL" clId="{9555FC65-5A8C-4EE8-9D5B-8283D7A0923C}" dt="2026-02-11T06:32:48.008" v="68838" actId="108"/>
          <ac:spMkLst>
            <pc:docMk/>
            <pc:sldMk cId="2096094747" sldId="276"/>
            <ac:spMk id="169" creationId="{27D77643-0810-5AFF-5BE5-FB0D942127B2}"/>
          </ac:spMkLst>
        </pc:spChg>
        <pc:spChg chg="add mod">
          <ac:chgData name="Freda Shi" userId="e3bafef1-15f2-4eeb-acbe-fa674bab7991" providerId="ADAL" clId="{9555FC65-5A8C-4EE8-9D5B-8283D7A0923C}" dt="2026-02-11T06:37:59.357" v="68981" actId="1076"/>
          <ac:spMkLst>
            <pc:docMk/>
            <pc:sldMk cId="2096094747" sldId="276"/>
            <ac:spMk id="251" creationId="{FA0C26FC-66D9-A7D1-B073-C1FD10ECC28C}"/>
          </ac:spMkLst>
        </pc:spChg>
        <pc:spChg chg="add mod">
          <ac:chgData name="Freda Shi" userId="e3bafef1-15f2-4eeb-acbe-fa674bab7991" providerId="ADAL" clId="{9555FC65-5A8C-4EE8-9D5B-8283D7A0923C}" dt="2026-02-11T06:38:04.317" v="68987" actId="20577"/>
          <ac:spMkLst>
            <pc:docMk/>
            <pc:sldMk cId="2096094747" sldId="276"/>
            <ac:spMk id="256" creationId="{CE36338A-FCE6-C3A2-68C2-AA1243D0FA42}"/>
          </ac:spMkLst>
        </pc:spChg>
        <pc:spChg chg="del topLvl">
          <ac:chgData name="Freda Shi" userId="e3bafef1-15f2-4eeb-acbe-fa674bab7991" providerId="ADAL" clId="{9555FC65-5A8C-4EE8-9D5B-8283D7A0923C}" dt="2026-02-11T06:38:52.953" v="69070" actId="478"/>
          <ac:spMkLst>
            <pc:docMk/>
            <pc:sldMk cId="2096094747" sldId="276"/>
            <ac:spMk id="263" creationId="{4E3BF7EC-99B8-8CF8-8D53-6D98419442B8}"/>
          </ac:spMkLst>
        </pc:spChg>
        <pc:spChg chg="del topLvl">
          <ac:chgData name="Freda Shi" userId="e3bafef1-15f2-4eeb-acbe-fa674bab7991" providerId="ADAL" clId="{9555FC65-5A8C-4EE8-9D5B-8283D7A0923C}" dt="2026-02-11T06:38:52.936" v="69032" actId="478"/>
          <ac:spMkLst>
            <pc:docMk/>
            <pc:sldMk cId="2096094747" sldId="276"/>
            <ac:spMk id="264" creationId="{4D8A15CA-01B3-7DA5-B7DB-6F0D8A642889}"/>
          </ac:spMkLst>
        </pc:spChg>
        <pc:spChg chg="del">
          <ac:chgData name="Freda Shi" userId="e3bafef1-15f2-4eeb-acbe-fa674bab7991" providerId="ADAL" clId="{9555FC65-5A8C-4EE8-9D5B-8283D7A0923C}" dt="2026-02-11T06:38:52.935" v="69031" actId="478"/>
          <ac:spMkLst>
            <pc:docMk/>
            <pc:sldMk cId="2096094747" sldId="276"/>
            <ac:spMk id="265" creationId="{1156FD35-25C0-C1AF-98BA-0B92FA442292}"/>
          </ac:spMkLst>
        </pc:spChg>
        <pc:spChg chg="del">
          <ac:chgData name="Freda Shi" userId="e3bafef1-15f2-4eeb-acbe-fa674bab7991" providerId="ADAL" clId="{9555FC65-5A8C-4EE8-9D5B-8283D7A0923C}" dt="2026-02-11T06:38:52.934" v="69030" actId="478"/>
          <ac:spMkLst>
            <pc:docMk/>
            <pc:sldMk cId="2096094747" sldId="276"/>
            <ac:spMk id="266" creationId="{2F590C74-34C8-9EC0-5B1C-938985BB3A85}"/>
          </ac:spMkLst>
        </pc:spChg>
        <pc:spChg chg="del">
          <ac:chgData name="Freda Shi" userId="e3bafef1-15f2-4eeb-acbe-fa674bab7991" providerId="ADAL" clId="{9555FC65-5A8C-4EE8-9D5B-8283D7A0923C}" dt="2026-02-11T06:38:52.934" v="69029" actId="478"/>
          <ac:spMkLst>
            <pc:docMk/>
            <pc:sldMk cId="2096094747" sldId="276"/>
            <ac:spMk id="267" creationId="{DCBD94B2-DC79-B402-5070-F6C94BE8DA12}"/>
          </ac:spMkLst>
        </pc:spChg>
        <pc:spChg chg="del">
          <ac:chgData name="Freda Shi" userId="e3bafef1-15f2-4eeb-acbe-fa674bab7991" providerId="ADAL" clId="{9555FC65-5A8C-4EE8-9D5B-8283D7A0923C}" dt="2026-02-11T06:38:52.933" v="69028" actId="478"/>
          <ac:spMkLst>
            <pc:docMk/>
            <pc:sldMk cId="2096094747" sldId="276"/>
            <ac:spMk id="268" creationId="{36BDEFFC-2F26-41A2-711C-4E08A3436375}"/>
          </ac:spMkLst>
        </pc:spChg>
        <pc:spChg chg="del">
          <ac:chgData name="Freda Shi" userId="e3bafef1-15f2-4eeb-acbe-fa674bab7991" providerId="ADAL" clId="{9555FC65-5A8C-4EE8-9D5B-8283D7A0923C}" dt="2026-02-11T06:38:52.932" v="69027" actId="478"/>
          <ac:spMkLst>
            <pc:docMk/>
            <pc:sldMk cId="2096094747" sldId="276"/>
            <ac:spMk id="269" creationId="{E6CE6182-563A-D617-420D-9DFA811F1825}"/>
          </ac:spMkLst>
        </pc:spChg>
        <pc:spChg chg="del">
          <ac:chgData name="Freda Shi" userId="e3bafef1-15f2-4eeb-acbe-fa674bab7991" providerId="ADAL" clId="{9555FC65-5A8C-4EE8-9D5B-8283D7A0923C}" dt="2026-02-11T06:38:52.932" v="69026" actId="478"/>
          <ac:spMkLst>
            <pc:docMk/>
            <pc:sldMk cId="2096094747" sldId="276"/>
            <ac:spMk id="270" creationId="{1978A1BE-8274-0CB1-CC3C-019BFA8E1211}"/>
          </ac:spMkLst>
        </pc:spChg>
        <pc:spChg chg="del">
          <ac:chgData name="Freda Shi" userId="e3bafef1-15f2-4eeb-acbe-fa674bab7991" providerId="ADAL" clId="{9555FC65-5A8C-4EE8-9D5B-8283D7A0923C}" dt="2026-02-11T06:38:52.931" v="69025" actId="478"/>
          <ac:spMkLst>
            <pc:docMk/>
            <pc:sldMk cId="2096094747" sldId="276"/>
            <ac:spMk id="271" creationId="{EEB66B03-0198-FC3F-538D-78C003581AC9}"/>
          </ac:spMkLst>
        </pc:spChg>
        <pc:spChg chg="del">
          <ac:chgData name="Freda Shi" userId="e3bafef1-15f2-4eeb-acbe-fa674bab7991" providerId="ADAL" clId="{9555FC65-5A8C-4EE8-9D5B-8283D7A0923C}" dt="2026-02-11T06:38:52.930" v="69024" actId="478"/>
          <ac:spMkLst>
            <pc:docMk/>
            <pc:sldMk cId="2096094747" sldId="276"/>
            <ac:spMk id="272" creationId="{8D282ADB-8407-5CBC-C0FF-DBD9ACD87AA3}"/>
          </ac:spMkLst>
        </pc:spChg>
        <pc:spChg chg="del">
          <ac:chgData name="Freda Shi" userId="e3bafef1-15f2-4eeb-acbe-fa674bab7991" providerId="ADAL" clId="{9555FC65-5A8C-4EE8-9D5B-8283D7A0923C}" dt="2026-02-11T06:38:52.930" v="69023" actId="478"/>
          <ac:spMkLst>
            <pc:docMk/>
            <pc:sldMk cId="2096094747" sldId="276"/>
            <ac:spMk id="273" creationId="{DAE65574-DAD1-0D96-4BE5-3DF32E89731C}"/>
          </ac:spMkLst>
        </pc:spChg>
        <pc:spChg chg="del">
          <ac:chgData name="Freda Shi" userId="e3bafef1-15f2-4eeb-acbe-fa674bab7991" providerId="ADAL" clId="{9555FC65-5A8C-4EE8-9D5B-8283D7A0923C}" dt="2026-02-11T06:38:52.929" v="69022" actId="478"/>
          <ac:spMkLst>
            <pc:docMk/>
            <pc:sldMk cId="2096094747" sldId="276"/>
            <ac:spMk id="274" creationId="{B60BFC01-C30C-7908-0A5D-D91C9372DDEA}"/>
          </ac:spMkLst>
        </pc:spChg>
        <pc:spChg chg="del">
          <ac:chgData name="Freda Shi" userId="e3bafef1-15f2-4eeb-acbe-fa674bab7991" providerId="ADAL" clId="{9555FC65-5A8C-4EE8-9D5B-8283D7A0923C}" dt="2026-02-11T06:38:52.928" v="69021" actId="478"/>
          <ac:spMkLst>
            <pc:docMk/>
            <pc:sldMk cId="2096094747" sldId="276"/>
            <ac:spMk id="275" creationId="{FEBC3EC5-6F1E-D2A8-C7A0-9E1C5EB94ECE}"/>
          </ac:spMkLst>
        </pc:spChg>
        <pc:spChg chg="del">
          <ac:chgData name="Freda Shi" userId="e3bafef1-15f2-4eeb-acbe-fa674bab7991" providerId="ADAL" clId="{9555FC65-5A8C-4EE8-9D5B-8283D7A0923C}" dt="2026-02-11T06:38:52.928" v="69020" actId="478"/>
          <ac:spMkLst>
            <pc:docMk/>
            <pc:sldMk cId="2096094747" sldId="276"/>
            <ac:spMk id="276" creationId="{BAE88E34-6867-30B5-10CE-D66BB26634E9}"/>
          </ac:spMkLst>
        </pc:spChg>
        <pc:spChg chg="del">
          <ac:chgData name="Freda Shi" userId="e3bafef1-15f2-4eeb-acbe-fa674bab7991" providerId="ADAL" clId="{9555FC65-5A8C-4EE8-9D5B-8283D7A0923C}" dt="2026-02-11T06:38:52.927" v="69019" actId="478"/>
          <ac:spMkLst>
            <pc:docMk/>
            <pc:sldMk cId="2096094747" sldId="276"/>
            <ac:spMk id="277" creationId="{670C616B-31FF-EAC8-40BC-A3461E5CDD68}"/>
          </ac:spMkLst>
        </pc:spChg>
        <pc:spChg chg="del">
          <ac:chgData name="Freda Shi" userId="e3bafef1-15f2-4eeb-acbe-fa674bab7991" providerId="ADAL" clId="{9555FC65-5A8C-4EE8-9D5B-8283D7A0923C}" dt="2026-02-11T06:38:52.926" v="69018" actId="478"/>
          <ac:spMkLst>
            <pc:docMk/>
            <pc:sldMk cId="2096094747" sldId="276"/>
            <ac:spMk id="278" creationId="{265BADCB-6631-2813-B4CB-073A64F86872}"/>
          </ac:spMkLst>
        </pc:spChg>
        <pc:spChg chg="del">
          <ac:chgData name="Freda Shi" userId="e3bafef1-15f2-4eeb-acbe-fa674bab7991" providerId="ADAL" clId="{9555FC65-5A8C-4EE8-9D5B-8283D7A0923C}" dt="2026-02-11T06:38:52.926" v="69017" actId="478"/>
          <ac:spMkLst>
            <pc:docMk/>
            <pc:sldMk cId="2096094747" sldId="276"/>
            <ac:spMk id="279" creationId="{1735B323-4D92-7EA6-4534-241E9ADF3390}"/>
          </ac:spMkLst>
        </pc:spChg>
        <pc:spChg chg="del">
          <ac:chgData name="Freda Shi" userId="e3bafef1-15f2-4eeb-acbe-fa674bab7991" providerId="ADAL" clId="{9555FC65-5A8C-4EE8-9D5B-8283D7A0923C}" dt="2026-02-11T06:38:52.924" v="69016" actId="478"/>
          <ac:spMkLst>
            <pc:docMk/>
            <pc:sldMk cId="2096094747" sldId="276"/>
            <ac:spMk id="280" creationId="{CE2DB8BA-0695-33CC-CE10-1CDC6E384EF1}"/>
          </ac:spMkLst>
        </pc:spChg>
        <pc:spChg chg="del">
          <ac:chgData name="Freda Shi" userId="e3bafef1-15f2-4eeb-acbe-fa674bab7991" providerId="ADAL" clId="{9555FC65-5A8C-4EE8-9D5B-8283D7A0923C}" dt="2026-02-11T06:38:52.924" v="69015" actId="478"/>
          <ac:spMkLst>
            <pc:docMk/>
            <pc:sldMk cId="2096094747" sldId="276"/>
            <ac:spMk id="281" creationId="{63C42C89-8BD2-6EFF-6725-B32BFF56634E}"/>
          </ac:spMkLst>
        </pc:spChg>
        <pc:spChg chg="del">
          <ac:chgData name="Freda Shi" userId="e3bafef1-15f2-4eeb-acbe-fa674bab7991" providerId="ADAL" clId="{9555FC65-5A8C-4EE8-9D5B-8283D7A0923C}" dt="2026-02-11T06:38:52.923" v="69014" actId="478"/>
          <ac:spMkLst>
            <pc:docMk/>
            <pc:sldMk cId="2096094747" sldId="276"/>
            <ac:spMk id="282" creationId="{6446FED6-06C0-954C-7AB9-DE473A1EE004}"/>
          </ac:spMkLst>
        </pc:spChg>
        <pc:spChg chg="del">
          <ac:chgData name="Freda Shi" userId="e3bafef1-15f2-4eeb-acbe-fa674bab7991" providerId="ADAL" clId="{9555FC65-5A8C-4EE8-9D5B-8283D7A0923C}" dt="2026-02-11T06:38:52.922" v="69013" actId="478"/>
          <ac:spMkLst>
            <pc:docMk/>
            <pc:sldMk cId="2096094747" sldId="276"/>
            <ac:spMk id="283" creationId="{F6B70C7B-8214-5F12-E1CD-A419A69D826D}"/>
          </ac:spMkLst>
        </pc:spChg>
        <pc:spChg chg="del">
          <ac:chgData name="Freda Shi" userId="e3bafef1-15f2-4eeb-acbe-fa674bab7991" providerId="ADAL" clId="{9555FC65-5A8C-4EE8-9D5B-8283D7A0923C}" dt="2026-02-11T06:38:52.921" v="69012" actId="478"/>
          <ac:spMkLst>
            <pc:docMk/>
            <pc:sldMk cId="2096094747" sldId="276"/>
            <ac:spMk id="284" creationId="{46353F02-01BE-B037-71FE-9F7C6061849D}"/>
          </ac:spMkLst>
        </pc:spChg>
        <pc:spChg chg="del">
          <ac:chgData name="Freda Shi" userId="e3bafef1-15f2-4eeb-acbe-fa674bab7991" providerId="ADAL" clId="{9555FC65-5A8C-4EE8-9D5B-8283D7A0923C}" dt="2026-02-11T06:38:52.921" v="69011" actId="478"/>
          <ac:spMkLst>
            <pc:docMk/>
            <pc:sldMk cId="2096094747" sldId="276"/>
            <ac:spMk id="285" creationId="{2F6AF89D-C626-B41D-5035-437ABE5B5EFE}"/>
          </ac:spMkLst>
        </pc:spChg>
        <pc:spChg chg="del">
          <ac:chgData name="Freda Shi" userId="e3bafef1-15f2-4eeb-acbe-fa674bab7991" providerId="ADAL" clId="{9555FC65-5A8C-4EE8-9D5B-8283D7A0923C}" dt="2026-02-11T06:38:52.920" v="69010" actId="478"/>
          <ac:spMkLst>
            <pc:docMk/>
            <pc:sldMk cId="2096094747" sldId="276"/>
            <ac:spMk id="286" creationId="{5FCD9595-4DDA-E2BA-0CFC-82AE85A27F5C}"/>
          </ac:spMkLst>
        </pc:spChg>
        <pc:spChg chg="del">
          <ac:chgData name="Freda Shi" userId="e3bafef1-15f2-4eeb-acbe-fa674bab7991" providerId="ADAL" clId="{9555FC65-5A8C-4EE8-9D5B-8283D7A0923C}" dt="2026-02-11T06:38:52.919" v="69009" actId="478"/>
          <ac:spMkLst>
            <pc:docMk/>
            <pc:sldMk cId="2096094747" sldId="276"/>
            <ac:spMk id="287" creationId="{230DB51E-F667-5F82-E51F-4681AA15982E}"/>
          </ac:spMkLst>
        </pc:spChg>
        <pc:spChg chg="del">
          <ac:chgData name="Freda Shi" userId="e3bafef1-15f2-4eeb-acbe-fa674bab7991" providerId="ADAL" clId="{9555FC65-5A8C-4EE8-9D5B-8283D7A0923C}" dt="2026-02-11T06:38:52.918" v="69008" actId="478"/>
          <ac:spMkLst>
            <pc:docMk/>
            <pc:sldMk cId="2096094747" sldId="276"/>
            <ac:spMk id="288" creationId="{84EE4D19-293B-681A-4BF7-5B4B4B70339D}"/>
          </ac:spMkLst>
        </pc:spChg>
        <pc:spChg chg="del">
          <ac:chgData name="Freda Shi" userId="e3bafef1-15f2-4eeb-acbe-fa674bab7991" providerId="ADAL" clId="{9555FC65-5A8C-4EE8-9D5B-8283D7A0923C}" dt="2026-02-11T06:38:52.918" v="69007" actId="478"/>
          <ac:spMkLst>
            <pc:docMk/>
            <pc:sldMk cId="2096094747" sldId="276"/>
            <ac:spMk id="289" creationId="{48074EF7-BEEA-DA57-FAF2-9F9381EC993B}"/>
          </ac:spMkLst>
        </pc:spChg>
        <pc:spChg chg="del">
          <ac:chgData name="Freda Shi" userId="e3bafef1-15f2-4eeb-acbe-fa674bab7991" providerId="ADAL" clId="{9555FC65-5A8C-4EE8-9D5B-8283D7A0923C}" dt="2026-02-11T06:38:52.917" v="69006" actId="478"/>
          <ac:spMkLst>
            <pc:docMk/>
            <pc:sldMk cId="2096094747" sldId="276"/>
            <ac:spMk id="290" creationId="{0588B755-514E-7699-D40A-7C0122059656}"/>
          </ac:spMkLst>
        </pc:spChg>
        <pc:spChg chg="del">
          <ac:chgData name="Freda Shi" userId="e3bafef1-15f2-4eeb-acbe-fa674bab7991" providerId="ADAL" clId="{9555FC65-5A8C-4EE8-9D5B-8283D7A0923C}" dt="2026-02-11T06:38:52.916" v="69005" actId="478"/>
          <ac:spMkLst>
            <pc:docMk/>
            <pc:sldMk cId="2096094747" sldId="276"/>
            <ac:spMk id="291" creationId="{3D336C0F-0C02-0BF6-6561-C9178A67B26E}"/>
          </ac:spMkLst>
        </pc:spChg>
        <pc:spChg chg="del">
          <ac:chgData name="Freda Shi" userId="e3bafef1-15f2-4eeb-acbe-fa674bab7991" providerId="ADAL" clId="{9555FC65-5A8C-4EE8-9D5B-8283D7A0923C}" dt="2026-02-11T06:38:52.915" v="69004" actId="478"/>
          <ac:spMkLst>
            <pc:docMk/>
            <pc:sldMk cId="2096094747" sldId="276"/>
            <ac:spMk id="292" creationId="{0246D4DE-F32D-E59B-A133-6745B23CFA6B}"/>
          </ac:spMkLst>
        </pc:spChg>
        <pc:spChg chg="del">
          <ac:chgData name="Freda Shi" userId="e3bafef1-15f2-4eeb-acbe-fa674bab7991" providerId="ADAL" clId="{9555FC65-5A8C-4EE8-9D5B-8283D7A0923C}" dt="2026-02-11T06:38:52.915" v="69003" actId="478"/>
          <ac:spMkLst>
            <pc:docMk/>
            <pc:sldMk cId="2096094747" sldId="276"/>
            <ac:spMk id="293" creationId="{88473371-D2B3-A485-8D36-518274ED0695}"/>
          </ac:spMkLst>
        </pc:spChg>
        <pc:spChg chg="del">
          <ac:chgData name="Freda Shi" userId="e3bafef1-15f2-4eeb-acbe-fa674bab7991" providerId="ADAL" clId="{9555FC65-5A8C-4EE8-9D5B-8283D7A0923C}" dt="2026-02-11T06:38:52.914" v="69002" actId="478"/>
          <ac:spMkLst>
            <pc:docMk/>
            <pc:sldMk cId="2096094747" sldId="276"/>
            <ac:spMk id="294" creationId="{1F1E4BF0-8C8C-41AF-6085-5AE94EB06F1A}"/>
          </ac:spMkLst>
        </pc:spChg>
        <pc:spChg chg="del">
          <ac:chgData name="Freda Shi" userId="e3bafef1-15f2-4eeb-acbe-fa674bab7991" providerId="ADAL" clId="{9555FC65-5A8C-4EE8-9D5B-8283D7A0923C}" dt="2026-02-11T06:38:52.913" v="69001" actId="478"/>
          <ac:spMkLst>
            <pc:docMk/>
            <pc:sldMk cId="2096094747" sldId="276"/>
            <ac:spMk id="295" creationId="{F26AFC6B-3961-A6DE-6368-3BE5DFF3D2DF}"/>
          </ac:spMkLst>
        </pc:spChg>
        <pc:spChg chg="del">
          <ac:chgData name="Freda Shi" userId="e3bafef1-15f2-4eeb-acbe-fa674bab7991" providerId="ADAL" clId="{9555FC65-5A8C-4EE8-9D5B-8283D7A0923C}" dt="2026-02-11T06:38:52.912" v="69000" actId="478"/>
          <ac:spMkLst>
            <pc:docMk/>
            <pc:sldMk cId="2096094747" sldId="276"/>
            <ac:spMk id="296" creationId="{0D208306-BBD3-D620-C8B6-9F3B9D5EA9CE}"/>
          </ac:spMkLst>
        </pc:spChg>
        <pc:spChg chg="del">
          <ac:chgData name="Freda Shi" userId="e3bafef1-15f2-4eeb-acbe-fa674bab7991" providerId="ADAL" clId="{9555FC65-5A8C-4EE8-9D5B-8283D7A0923C}" dt="2026-02-11T06:38:52.911" v="68999" actId="478"/>
          <ac:spMkLst>
            <pc:docMk/>
            <pc:sldMk cId="2096094747" sldId="276"/>
            <ac:spMk id="297" creationId="{C1F5100F-C8D7-2DFA-B858-E222416751FF}"/>
          </ac:spMkLst>
        </pc:spChg>
        <pc:spChg chg="del">
          <ac:chgData name="Freda Shi" userId="e3bafef1-15f2-4eeb-acbe-fa674bab7991" providerId="ADAL" clId="{9555FC65-5A8C-4EE8-9D5B-8283D7A0923C}" dt="2026-02-11T06:38:52.911" v="68998" actId="478"/>
          <ac:spMkLst>
            <pc:docMk/>
            <pc:sldMk cId="2096094747" sldId="276"/>
            <ac:spMk id="298" creationId="{C6DEC52A-3354-A5E9-1883-0ED401402BD5}"/>
          </ac:spMkLst>
        </pc:spChg>
        <pc:spChg chg="del">
          <ac:chgData name="Freda Shi" userId="e3bafef1-15f2-4eeb-acbe-fa674bab7991" providerId="ADAL" clId="{9555FC65-5A8C-4EE8-9D5B-8283D7A0923C}" dt="2026-02-11T06:38:52.910" v="68997" actId="478"/>
          <ac:spMkLst>
            <pc:docMk/>
            <pc:sldMk cId="2096094747" sldId="276"/>
            <ac:spMk id="299" creationId="{9AFC0ED1-EBA6-5D18-8AC6-9487096644CC}"/>
          </ac:spMkLst>
        </pc:spChg>
        <pc:spChg chg="del mod topLvl">
          <ac:chgData name="Freda Shi" userId="e3bafef1-15f2-4eeb-acbe-fa674bab7991" providerId="ADAL" clId="{9555FC65-5A8C-4EE8-9D5B-8283D7A0923C}" dt="2026-02-11T06:39:27.256" v="69157" actId="478"/>
          <ac:spMkLst>
            <pc:docMk/>
            <pc:sldMk cId="2096094747" sldId="276"/>
            <ac:spMk id="308" creationId="{5D7D97EF-6ABB-DBA9-244C-0B0D009FE96D}"/>
          </ac:spMkLst>
        </pc:spChg>
        <pc:spChg chg="del mod topLvl">
          <ac:chgData name="Freda Shi" userId="e3bafef1-15f2-4eeb-acbe-fa674bab7991" providerId="ADAL" clId="{9555FC65-5A8C-4EE8-9D5B-8283D7A0923C}" dt="2026-02-11T06:39:27.236" v="69118" actId="478"/>
          <ac:spMkLst>
            <pc:docMk/>
            <pc:sldMk cId="2096094747" sldId="276"/>
            <ac:spMk id="309" creationId="{226F24A8-309C-D5D1-606E-573C55E10DED}"/>
          </ac:spMkLst>
        </pc:spChg>
        <pc:spChg chg="del mod">
          <ac:chgData name="Freda Shi" userId="e3bafef1-15f2-4eeb-acbe-fa674bab7991" providerId="ADAL" clId="{9555FC65-5A8C-4EE8-9D5B-8283D7A0923C}" dt="2026-02-11T06:39:27.235" v="69117" actId="478"/>
          <ac:spMkLst>
            <pc:docMk/>
            <pc:sldMk cId="2096094747" sldId="276"/>
            <ac:spMk id="310" creationId="{CFCE98A7-A326-8A7D-241B-7AD2C123BA44}"/>
          </ac:spMkLst>
        </pc:spChg>
        <pc:spChg chg="del mod">
          <ac:chgData name="Freda Shi" userId="e3bafef1-15f2-4eeb-acbe-fa674bab7991" providerId="ADAL" clId="{9555FC65-5A8C-4EE8-9D5B-8283D7A0923C}" dt="2026-02-11T06:39:27.235" v="69116" actId="478"/>
          <ac:spMkLst>
            <pc:docMk/>
            <pc:sldMk cId="2096094747" sldId="276"/>
            <ac:spMk id="311" creationId="{E2511E67-877B-B8F2-08AC-4346FB2ACF9C}"/>
          </ac:spMkLst>
        </pc:spChg>
        <pc:spChg chg="del mod">
          <ac:chgData name="Freda Shi" userId="e3bafef1-15f2-4eeb-acbe-fa674bab7991" providerId="ADAL" clId="{9555FC65-5A8C-4EE8-9D5B-8283D7A0923C}" dt="2026-02-11T06:39:27.234" v="69115" actId="478"/>
          <ac:spMkLst>
            <pc:docMk/>
            <pc:sldMk cId="2096094747" sldId="276"/>
            <ac:spMk id="312" creationId="{35B950E4-E4E3-2F15-A099-C91B5079D465}"/>
          </ac:spMkLst>
        </pc:spChg>
        <pc:spChg chg="del mod">
          <ac:chgData name="Freda Shi" userId="e3bafef1-15f2-4eeb-acbe-fa674bab7991" providerId="ADAL" clId="{9555FC65-5A8C-4EE8-9D5B-8283D7A0923C}" dt="2026-02-11T06:39:27.233" v="69114" actId="478"/>
          <ac:spMkLst>
            <pc:docMk/>
            <pc:sldMk cId="2096094747" sldId="276"/>
            <ac:spMk id="313" creationId="{6C499FF1-A58A-2ED6-48EF-7E7999589EE3}"/>
          </ac:spMkLst>
        </pc:spChg>
        <pc:spChg chg="del mod">
          <ac:chgData name="Freda Shi" userId="e3bafef1-15f2-4eeb-acbe-fa674bab7991" providerId="ADAL" clId="{9555FC65-5A8C-4EE8-9D5B-8283D7A0923C}" dt="2026-02-11T06:39:27.233" v="69113" actId="478"/>
          <ac:spMkLst>
            <pc:docMk/>
            <pc:sldMk cId="2096094747" sldId="276"/>
            <ac:spMk id="314" creationId="{1119B7E2-E22A-8829-0F7F-7D288FCCF178}"/>
          </ac:spMkLst>
        </pc:spChg>
        <pc:spChg chg="del mod">
          <ac:chgData name="Freda Shi" userId="e3bafef1-15f2-4eeb-acbe-fa674bab7991" providerId="ADAL" clId="{9555FC65-5A8C-4EE8-9D5B-8283D7A0923C}" dt="2026-02-11T06:39:27.232" v="69112" actId="478"/>
          <ac:spMkLst>
            <pc:docMk/>
            <pc:sldMk cId="2096094747" sldId="276"/>
            <ac:spMk id="315" creationId="{D86050B4-8D26-E0D5-4A9B-51DA270EF9F0}"/>
          </ac:spMkLst>
        </pc:spChg>
        <pc:spChg chg="del mod">
          <ac:chgData name="Freda Shi" userId="e3bafef1-15f2-4eeb-acbe-fa674bab7991" providerId="ADAL" clId="{9555FC65-5A8C-4EE8-9D5B-8283D7A0923C}" dt="2026-02-11T06:39:27.231" v="69111" actId="478"/>
          <ac:spMkLst>
            <pc:docMk/>
            <pc:sldMk cId="2096094747" sldId="276"/>
            <ac:spMk id="316" creationId="{173A433D-F233-0952-BDF6-B78323A3D044}"/>
          </ac:spMkLst>
        </pc:spChg>
        <pc:spChg chg="del mod">
          <ac:chgData name="Freda Shi" userId="e3bafef1-15f2-4eeb-acbe-fa674bab7991" providerId="ADAL" clId="{9555FC65-5A8C-4EE8-9D5B-8283D7A0923C}" dt="2026-02-11T06:39:27.231" v="69110" actId="478"/>
          <ac:spMkLst>
            <pc:docMk/>
            <pc:sldMk cId="2096094747" sldId="276"/>
            <ac:spMk id="317" creationId="{868A0101-9D06-F3C5-FDAE-9DC99C50F1C2}"/>
          </ac:spMkLst>
        </pc:spChg>
        <pc:spChg chg="del mod">
          <ac:chgData name="Freda Shi" userId="e3bafef1-15f2-4eeb-acbe-fa674bab7991" providerId="ADAL" clId="{9555FC65-5A8C-4EE8-9D5B-8283D7A0923C}" dt="2026-02-11T06:39:27.230" v="69109" actId="478"/>
          <ac:spMkLst>
            <pc:docMk/>
            <pc:sldMk cId="2096094747" sldId="276"/>
            <ac:spMk id="318" creationId="{409CFCFF-7B92-B60B-0E7D-AE346512DEB0}"/>
          </ac:spMkLst>
        </pc:spChg>
        <pc:spChg chg="del mod">
          <ac:chgData name="Freda Shi" userId="e3bafef1-15f2-4eeb-acbe-fa674bab7991" providerId="ADAL" clId="{9555FC65-5A8C-4EE8-9D5B-8283D7A0923C}" dt="2026-02-11T06:39:27.229" v="69108" actId="478"/>
          <ac:spMkLst>
            <pc:docMk/>
            <pc:sldMk cId="2096094747" sldId="276"/>
            <ac:spMk id="319" creationId="{4175BC2C-7E46-ABD9-B1CF-2A5B245C61C4}"/>
          </ac:spMkLst>
        </pc:spChg>
        <pc:spChg chg="del mod">
          <ac:chgData name="Freda Shi" userId="e3bafef1-15f2-4eeb-acbe-fa674bab7991" providerId="ADAL" clId="{9555FC65-5A8C-4EE8-9D5B-8283D7A0923C}" dt="2026-02-11T06:39:27.228" v="69107" actId="478"/>
          <ac:spMkLst>
            <pc:docMk/>
            <pc:sldMk cId="2096094747" sldId="276"/>
            <ac:spMk id="320" creationId="{3E55C20F-97A9-DF13-4EAC-E22DF4C5E182}"/>
          </ac:spMkLst>
        </pc:spChg>
        <pc:spChg chg="del mod">
          <ac:chgData name="Freda Shi" userId="e3bafef1-15f2-4eeb-acbe-fa674bab7991" providerId="ADAL" clId="{9555FC65-5A8C-4EE8-9D5B-8283D7A0923C}" dt="2026-02-11T06:39:27.228" v="69106" actId="478"/>
          <ac:spMkLst>
            <pc:docMk/>
            <pc:sldMk cId="2096094747" sldId="276"/>
            <ac:spMk id="321" creationId="{A4736052-009B-C5CE-D33A-CBEEE5290E82}"/>
          </ac:spMkLst>
        </pc:spChg>
        <pc:spChg chg="del mod">
          <ac:chgData name="Freda Shi" userId="e3bafef1-15f2-4eeb-acbe-fa674bab7991" providerId="ADAL" clId="{9555FC65-5A8C-4EE8-9D5B-8283D7A0923C}" dt="2026-02-11T06:39:27.227" v="69105" actId="478"/>
          <ac:spMkLst>
            <pc:docMk/>
            <pc:sldMk cId="2096094747" sldId="276"/>
            <ac:spMk id="322" creationId="{0C27B78B-A331-2F9A-C4E1-9A0E775CB99E}"/>
          </ac:spMkLst>
        </pc:spChg>
        <pc:spChg chg="del mod">
          <ac:chgData name="Freda Shi" userId="e3bafef1-15f2-4eeb-acbe-fa674bab7991" providerId="ADAL" clId="{9555FC65-5A8C-4EE8-9D5B-8283D7A0923C}" dt="2026-02-11T06:39:27.226" v="69104" actId="478"/>
          <ac:spMkLst>
            <pc:docMk/>
            <pc:sldMk cId="2096094747" sldId="276"/>
            <ac:spMk id="323" creationId="{0408E939-D51E-FD19-2F15-F9DDAB22A4A5}"/>
          </ac:spMkLst>
        </pc:spChg>
        <pc:spChg chg="del mod">
          <ac:chgData name="Freda Shi" userId="e3bafef1-15f2-4eeb-acbe-fa674bab7991" providerId="ADAL" clId="{9555FC65-5A8C-4EE8-9D5B-8283D7A0923C}" dt="2026-02-11T06:39:27.225" v="69103" actId="478"/>
          <ac:spMkLst>
            <pc:docMk/>
            <pc:sldMk cId="2096094747" sldId="276"/>
            <ac:spMk id="324" creationId="{03893418-72FB-A0B3-CF3A-A01E35D86AB9}"/>
          </ac:spMkLst>
        </pc:spChg>
        <pc:spChg chg="del mod">
          <ac:chgData name="Freda Shi" userId="e3bafef1-15f2-4eeb-acbe-fa674bab7991" providerId="ADAL" clId="{9555FC65-5A8C-4EE8-9D5B-8283D7A0923C}" dt="2026-02-11T06:39:27.224" v="69102" actId="478"/>
          <ac:spMkLst>
            <pc:docMk/>
            <pc:sldMk cId="2096094747" sldId="276"/>
            <ac:spMk id="325" creationId="{33E15313-B2C7-3C7D-89FE-9ED2CD718C91}"/>
          </ac:spMkLst>
        </pc:spChg>
        <pc:spChg chg="del mod">
          <ac:chgData name="Freda Shi" userId="e3bafef1-15f2-4eeb-acbe-fa674bab7991" providerId="ADAL" clId="{9555FC65-5A8C-4EE8-9D5B-8283D7A0923C}" dt="2026-02-11T06:39:27.223" v="69101" actId="478"/>
          <ac:spMkLst>
            <pc:docMk/>
            <pc:sldMk cId="2096094747" sldId="276"/>
            <ac:spMk id="326" creationId="{18DB3041-B7BF-C370-5BCA-CA7229A9D80C}"/>
          </ac:spMkLst>
        </pc:spChg>
        <pc:spChg chg="del mod">
          <ac:chgData name="Freda Shi" userId="e3bafef1-15f2-4eeb-acbe-fa674bab7991" providerId="ADAL" clId="{9555FC65-5A8C-4EE8-9D5B-8283D7A0923C}" dt="2026-02-11T06:39:27.223" v="69100" actId="478"/>
          <ac:spMkLst>
            <pc:docMk/>
            <pc:sldMk cId="2096094747" sldId="276"/>
            <ac:spMk id="327" creationId="{F5B23473-7278-9D62-7600-C7B54DC4FEB5}"/>
          </ac:spMkLst>
        </pc:spChg>
        <pc:spChg chg="del mod">
          <ac:chgData name="Freda Shi" userId="e3bafef1-15f2-4eeb-acbe-fa674bab7991" providerId="ADAL" clId="{9555FC65-5A8C-4EE8-9D5B-8283D7A0923C}" dt="2026-02-11T06:39:27.222" v="69099" actId="478"/>
          <ac:spMkLst>
            <pc:docMk/>
            <pc:sldMk cId="2096094747" sldId="276"/>
            <ac:spMk id="328" creationId="{2000A176-CAB3-645D-C6D6-2DF24CE2F4ED}"/>
          </ac:spMkLst>
        </pc:spChg>
        <pc:spChg chg="del mod">
          <ac:chgData name="Freda Shi" userId="e3bafef1-15f2-4eeb-acbe-fa674bab7991" providerId="ADAL" clId="{9555FC65-5A8C-4EE8-9D5B-8283D7A0923C}" dt="2026-02-11T06:39:27.221" v="69098" actId="478"/>
          <ac:spMkLst>
            <pc:docMk/>
            <pc:sldMk cId="2096094747" sldId="276"/>
            <ac:spMk id="329" creationId="{58CC872C-D1B4-6A19-FA93-19D1960802D3}"/>
          </ac:spMkLst>
        </pc:spChg>
        <pc:spChg chg="del mod">
          <ac:chgData name="Freda Shi" userId="e3bafef1-15f2-4eeb-acbe-fa674bab7991" providerId="ADAL" clId="{9555FC65-5A8C-4EE8-9D5B-8283D7A0923C}" dt="2026-02-11T06:39:27.220" v="69097" actId="478"/>
          <ac:spMkLst>
            <pc:docMk/>
            <pc:sldMk cId="2096094747" sldId="276"/>
            <ac:spMk id="330" creationId="{7A36374E-8C39-978C-A27D-6979E8EB11E6}"/>
          </ac:spMkLst>
        </pc:spChg>
        <pc:spChg chg="del mod">
          <ac:chgData name="Freda Shi" userId="e3bafef1-15f2-4eeb-acbe-fa674bab7991" providerId="ADAL" clId="{9555FC65-5A8C-4EE8-9D5B-8283D7A0923C}" dt="2026-02-11T06:39:27.219" v="69096" actId="478"/>
          <ac:spMkLst>
            <pc:docMk/>
            <pc:sldMk cId="2096094747" sldId="276"/>
            <ac:spMk id="331" creationId="{3D98DB0F-8290-E24D-D7FB-BE60178C2AEE}"/>
          </ac:spMkLst>
        </pc:spChg>
        <pc:spChg chg="del mod">
          <ac:chgData name="Freda Shi" userId="e3bafef1-15f2-4eeb-acbe-fa674bab7991" providerId="ADAL" clId="{9555FC65-5A8C-4EE8-9D5B-8283D7A0923C}" dt="2026-02-11T06:39:27.219" v="69095" actId="478"/>
          <ac:spMkLst>
            <pc:docMk/>
            <pc:sldMk cId="2096094747" sldId="276"/>
            <ac:spMk id="332" creationId="{8143CAFA-EEE8-E9C4-6516-60268106592A}"/>
          </ac:spMkLst>
        </pc:spChg>
        <pc:spChg chg="del mod">
          <ac:chgData name="Freda Shi" userId="e3bafef1-15f2-4eeb-acbe-fa674bab7991" providerId="ADAL" clId="{9555FC65-5A8C-4EE8-9D5B-8283D7A0923C}" dt="2026-02-11T06:39:27.218" v="69094" actId="478"/>
          <ac:spMkLst>
            <pc:docMk/>
            <pc:sldMk cId="2096094747" sldId="276"/>
            <ac:spMk id="333" creationId="{E998CDBE-D76A-57AA-A8AC-A19435DA7BDD}"/>
          </ac:spMkLst>
        </pc:spChg>
        <pc:spChg chg="del mod">
          <ac:chgData name="Freda Shi" userId="e3bafef1-15f2-4eeb-acbe-fa674bab7991" providerId="ADAL" clId="{9555FC65-5A8C-4EE8-9D5B-8283D7A0923C}" dt="2026-02-11T06:39:27.217" v="69093" actId="478"/>
          <ac:spMkLst>
            <pc:docMk/>
            <pc:sldMk cId="2096094747" sldId="276"/>
            <ac:spMk id="334" creationId="{350F3B9E-3F2F-5ABB-AE6D-C2A34A481019}"/>
          </ac:spMkLst>
        </pc:spChg>
        <pc:spChg chg="del mod">
          <ac:chgData name="Freda Shi" userId="e3bafef1-15f2-4eeb-acbe-fa674bab7991" providerId="ADAL" clId="{9555FC65-5A8C-4EE8-9D5B-8283D7A0923C}" dt="2026-02-11T06:39:27.216" v="69092" actId="478"/>
          <ac:spMkLst>
            <pc:docMk/>
            <pc:sldMk cId="2096094747" sldId="276"/>
            <ac:spMk id="335" creationId="{866762A0-0067-0832-CAE7-F7950D52BD5D}"/>
          </ac:spMkLst>
        </pc:spChg>
        <pc:spChg chg="del mod">
          <ac:chgData name="Freda Shi" userId="e3bafef1-15f2-4eeb-acbe-fa674bab7991" providerId="ADAL" clId="{9555FC65-5A8C-4EE8-9D5B-8283D7A0923C}" dt="2026-02-11T06:39:27.215" v="69091" actId="478"/>
          <ac:spMkLst>
            <pc:docMk/>
            <pc:sldMk cId="2096094747" sldId="276"/>
            <ac:spMk id="336" creationId="{A474B6AF-CCD8-6AB4-0F2C-82A3AECD7ED0}"/>
          </ac:spMkLst>
        </pc:spChg>
        <pc:spChg chg="del mod">
          <ac:chgData name="Freda Shi" userId="e3bafef1-15f2-4eeb-acbe-fa674bab7991" providerId="ADAL" clId="{9555FC65-5A8C-4EE8-9D5B-8283D7A0923C}" dt="2026-02-11T06:39:27.214" v="69090" actId="478"/>
          <ac:spMkLst>
            <pc:docMk/>
            <pc:sldMk cId="2096094747" sldId="276"/>
            <ac:spMk id="337" creationId="{D06A79F2-5C9E-0395-C03F-26129CC6C3AC}"/>
          </ac:spMkLst>
        </pc:spChg>
        <pc:spChg chg="del mod">
          <ac:chgData name="Freda Shi" userId="e3bafef1-15f2-4eeb-acbe-fa674bab7991" providerId="ADAL" clId="{9555FC65-5A8C-4EE8-9D5B-8283D7A0923C}" dt="2026-02-11T06:39:27.213" v="69089" actId="478"/>
          <ac:spMkLst>
            <pc:docMk/>
            <pc:sldMk cId="2096094747" sldId="276"/>
            <ac:spMk id="338" creationId="{553CECB1-A924-DE8B-6198-C3126AF18049}"/>
          </ac:spMkLst>
        </pc:spChg>
        <pc:spChg chg="del mod">
          <ac:chgData name="Freda Shi" userId="e3bafef1-15f2-4eeb-acbe-fa674bab7991" providerId="ADAL" clId="{9555FC65-5A8C-4EE8-9D5B-8283D7A0923C}" dt="2026-02-11T06:39:27.212" v="69088" actId="478"/>
          <ac:spMkLst>
            <pc:docMk/>
            <pc:sldMk cId="2096094747" sldId="276"/>
            <ac:spMk id="339" creationId="{58249040-ACAD-4E82-5100-5EBC9B067655}"/>
          </ac:spMkLst>
        </pc:spChg>
        <pc:spChg chg="del mod">
          <ac:chgData name="Freda Shi" userId="e3bafef1-15f2-4eeb-acbe-fa674bab7991" providerId="ADAL" clId="{9555FC65-5A8C-4EE8-9D5B-8283D7A0923C}" dt="2026-02-11T06:39:27.212" v="69087" actId="478"/>
          <ac:spMkLst>
            <pc:docMk/>
            <pc:sldMk cId="2096094747" sldId="276"/>
            <ac:spMk id="340" creationId="{AC263677-0EFC-A5A1-19F1-0193FD38E6B1}"/>
          </ac:spMkLst>
        </pc:spChg>
        <pc:spChg chg="del mod">
          <ac:chgData name="Freda Shi" userId="e3bafef1-15f2-4eeb-acbe-fa674bab7991" providerId="ADAL" clId="{9555FC65-5A8C-4EE8-9D5B-8283D7A0923C}" dt="2026-02-11T06:39:27.211" v="69086" actId="478"/>
          <ac:spMkLst>
            <pc:docMk/>
            <pc:sldMk cId="2096094747" sldId="276"/>
            <ac:spMk id="341" creationId="{5A892935-D244-D749-E161-CC6A357D9A46}"/>
          </ac:spMkLst>
        </pc:spChg>
        <pc:spChg chg="del mod">
          <ac:chgData name="Freda Shi" userId="e3bafef1-15f2-4eeb-acbe-fa674bab7991" providerId="ADAL" clId="{9555FC65-5A8C-4EE8-9D5B-8283D7A0923C}" dt="2026-02-11T06:39:27.210" v="69085" actId="478"/>
          <ac:spMkLst>
            <pc:docMk/>
            <pc:sldMk cId="2096094747" sldId="276"/>
            <ac:spMk id="342" creationId="{40A9322F-A645-6FD5-1D36-E4970CE7D941}"/>
          </ac:spMkLst>
        </pc:spChg>
        <pc:spChg chg="del mod">
          <ac:chgData name="Freda Shi" userId="e3bafef1-15f2-4eeb-acbe-fa674bab7991" providerId="ADAL" clId="{9555FC65-5A8C-4EE8-9D5B-8283D7A0923C}" dt="2026-02-11T06:39:27.209" v="69084" actId="478"/>
          <ac:spMkLst>
            <pc:docMk/>
            <pc:sldMk cId="2096094747" sldId="276"/>
            <ac:spMk id="343" creationId="{3E889738-8621-5A03-EC70-D3D2151962B8}"/>
          </ac:spMkLst>
        </pc:spChg>
        <pc:spChg chg="del mod">
          <ac:chgData name="Freda Shi" userId="e3bafef1-15f2-4eeb-acbe-fa674bab7991" providerId="ADAL" clId="{9555FC65-5A8C-4EE8-9D5B-8283D7A0923C}" dt="2026-02-11T06:39:27.208" v="69083" actId="478"/>
          <ac:spMkLst>
            <pc:docMk/>
            <pc:sldMk cId="2096094747" sldId="276"/>
            <ac:spMk id="344" creationId="{EC759680-E1A3-90EE-40F1-026F223917E6}"/>
          </ac:spMkLst>
        </pc:spChg>
        <pc:spChg chg="del mod topLvl">
          <ac:chgData name="Freda Shi" userId="e3bafef1-15f2-4eeb-acbe-fa674bab7991" providerId="ADAL" clId="{9555FC65-5A8C-4EE8-9D5B-8283D7A0923C}" dt="2026-02-11T06:40:25.073" v="69276" actId="478"/>
          <ac:spMkLst>
            <pc:docMk/>
            <pc:sldMk cId="2096094747" sldId="276"/>
            <ac:spMk id="387" creationId="{02A1A5F2-F292-6325-1863-87F5F70E7F4E}"/>
          </ac:spMkLst>
        </pc:spChg>
        <pc:spChg chg="del mod topLvl">
          <ac:chgData name="Freda Shi" userId="e3bafef1-15f2-4eeb-acbe-fa674bab7991" providerId="ADAL" clId="{9555FC65-5A8C-4EE8-9D5B-8283D7A0923C}" dt="2026-02-11T06:40:25.038" v="69206" actId="478"/>
          <ac:spMkLst>
            <pc:docMk/>
            <pc:sldMk cId="2096094747" sldId="276"/>
            <ac:spMk id="388" creationId="{DBC0CC93-9E83-7098-66B4-BF26BF142E1C}"/>
          </ac:spMkLst>
        </pc:spChg>
        <pc:spChg chg="del mod">
          <ac:chgData name="Freda Shi" userId="e3bafef1-15f2-4eeb-acbe-fa674bab7991" providerId="ADAL" clId="{9555FC65-5A8C-4EE8-9D5B-8283D7A0923C}" dt="2026-02-11T06:40:25.037" v="69205" actId="478"/>
          <ac:spMkLst>
            <pc:docMk/>
            <pc:sldMk cId="2096094747" sldId="276"/>
            <ac:spMk id="389" creationId="{3B7680B9-FF45-2A35-5AD0-9AC6A2581F0C}"/>
          </ac:spMkLst>
        </pc:spChg>
        <pc:spChg chg="del mod">
          <ac:chgData name="Freda Shi" userId="e3bafef1-15f2-4eeb-acbe-fa674bab7991" providerId="ADAL" clId="{9555FC65-5A8C-4EE8-9D5B-8283D7A0923C}" dt="2026-02-11T06:40:25.036" v="69204" actId="478"/>
          <ac:spMkLst>
            <pc:docMk/>
            <pc:sldMk cId="2096094747" sldId="276"/>
            <ac:spMk id="390" creationId="{A3F8AC0B-4E8E-7848-FD85-C3C6DCF276A0}"/>
          </ac:spMkLst>
        </pc:spChg>
        <pc:spChg chg="del mod">
          <ac:chgData name="Freda Shi" userId="e3bafef1-15f2-4eeb-acbe-fa674bab7991" providerId="ADAL" clId="{9555FC65-5A8C-4EE8-9D5B-8283D7A0923C}" dt="2026-02-11T06:40:25.035" v="69203" actId="478"/>
          <ac:spMkLst>
            <pc:docMk/>
            <pc:sldMk cId="2096094747" sldId="276"/>
            <ac:spMk id="391" creationId="{49A820EC-C3B8-D90D-2B28-F906A5799D2B}"/>
          </ac:spMkLst>
        </pc:spChg>
        <pc:spChg chg="del mod">
          <ac:chgData name="Freda Shi" userId="e3bafef1-15f2-4eeb-acbe-fa674bab7991" providerId="ADAL" clId="{9555FC65-5A8C-4EE8-9D5B-8283D7A0923C}" dt="2026-02-11T06:40:25.034" v="69202" actId="478"/>
          <ac:spMkLst>
            <pc:docMk/>
            <pc:sldMk cId="2096094747" sldId="276"/>
            <ac:spMk id="392" creationId="{0B081CA5-BBC6-0F01-0C54-CB12B15F5ECA}"/>
          </ac:spMkLst>
        </pc:spChg>
        <pc:spChg chg="del mod">
          <ac:chgData name="Freda Shi" userId="e3bafef1-15f2-4eeb-acbe-fa674bab7991" providerId="ADAL" clId="{9555FC65-5A8C-4EE8-9D5B-8283D7A0923C}" dt="2026-02-11T06:40:25.034" v="69201" actId="478"/>
          <ac:spMkLst>
            <pc:docMk/>
            <pc:sldMk cId="2096094747" sldId="276"/>
            <ac:spMk id="393" creationId="{65361581-748C-60CA-77D3-B175F66F72BA}"/>
          </ac:spMkLst>
        </pc:spChg>
        <pc:spChg chg="del mod">
          <ac:chgData name="Freda Shi" userId="e3bafef1-15f2-4eeb-acbe-fa674bab7991" providerId="ADAL" clId="{9555FC65-5A8C-4EE8-9D5B-8283D7A0923C}" dt="2026-02-11T06:40:25.033" v="69200" actId="478"/>
          <ac:spMkLst>
            <pc:docMk/>
            <pc:sldMk cId="2096094747" sldId="276"/>
            <ac:spMk id="394" creationId="{696C2481-0C6D-61A1-0D88-BCB4F1BC53EE}"/>
          </ac:spMkLst>
        </pc:spChg>
        <pc:spChg chg="del mod">
          <ac:chgData name="Freda Shi" userId="e3bafef1-15f2-4eeb-acbe-fa674bab7991" providerId="ADAL" clId="{9555FC65-5A8C-4EE8-9D5B-8283D7A0923C}" dt="2026-02-11T06:40:25.032" v="69199" actId="478"/>
          <ac:spMkLst>
            <pc:docMk/>
            <pc:sldMk cId="2096094747" sldId="276"/>
            <ac:spMk id="395" creationId="{B0508628-B3A7-3AD2-1468-1D5CB948C6DC}"/>
          </ac:spMkLst>
        </pc:spChg>
        <pc:spChg chg="del mod">
          <ac:chgData name="Freda Shi" userId="e3bafef1-15f2-4eeb-acbe-fa674bab7991" providerId="ADAL" clId="{9555FC65-5A8C-4EE8-9D5B-8283D7A0923C}" dt="2026-02-11T06:40:25.032" v="69198" actId="478"/>
          <ac:spMkLst>
            <pc:docMk/>
            <pc:sldMk cId="2096094747" sldId="276"/>
            <ac:spMk id="396" creationId="{FC3DB7B7-7D33-F00E-D9C5-999327FB7793}"/>
          </ac:spMkLst>
        </pc:spChg>
        <pc:spChg chg="del mod">
          <ac:chgData name="Freda Shi" userId="e3bafef1-15f2-4eeb-acbe-fa674bab7991" providerId="ADAL" clId="{9555FC65-5A8C-4EE8-9D5B-8283D7A0923C}" dt="2026-02-11T06:40:25.031" v="69197" actId="478"/>
          <ac:spMkLst>
            <pc:docMk/>
            <pc:sldMk cId="2096094747" sldId="276"/>
            <ac:spMk id="397" creationId="{76248B03-B9DA-2F83-D0AE-D22D2ED35ECF}"/>
          </ac:spMkLst>
        </pc:spChg>
        <pc:spChg chg="del mod">
          <ac:chgData name="Freda Shi" userId="e3bafef1-15f2-4eeb-acbe-fa674bab7991" providerId="ADAL" clId="{9555FC65-5A8C-4EE8-9D5B-8283D7A0923C}" dt="2026-02-11T06:40:25.030" v="69196" actId="478"/>
          <ac:spMkLst>
            <pc:docMk/>
            <pc:sldMk cId="2096094747" sldId="276"/>
            <ac:spMk id="398" creationId="{47CF2EC6-7051-BD85-F21C-1913ADAC6101}"/>
          </ac:spMkLst>
        </pc:spChg>
        <pc:spChg chg="del mod">
          <ac:chgData name="Freda Shi" userId="e3bafef1-15f2-4eeb-acbe-fa674bab7991" providerId="ADAL" clId="{9555FC65-5A8C-4EE8-9D5B-8283D7A0923C}" dt="2026-02-11T06:40:25.029" v="69195" actId="478"/>
          <ac:spMkLst>
            <pc:docMk/>
            <pc:sldMk cId="2096094747" sldId="276"/>
            <ac:spMk id="399" creationId="{9A73E91C-8CCE-5BC0-9C54-D9BF82EDAAA4}"/>
          </ac:spMkLst>
        </pc:spChg>
        <pc:spChg chg="del mod">
          <ac:chgData name="Freda Shi" userId="e3bafef1-15f2-4eeb-acbe-fa674bab7991" providerId="ADAL" clId="{9555FC65-5A8C-4EE8-9D5B-8283D7A0923C}" dt="2026-02-11T06:40:25.029" v="69194" actId="478"/>
          <ac:spMkLst>
            <pc:docMk/>
            <pc:sldMk cId="2096094747" sldId="276"/>
            <ac:spMk id="400" creationId="{460A2EBA-8042-4C9C-069B-937323AEC799}"/>
          </ac:spMkLst>
        </pc:spChg>
        <pc:spChg chg="del mod">
          <ac:chgData name="Freda Shi" userId="e3bafef1-15f2-4eeb-acbe-fa674bab7991" providerId="ADAL" clId="{9555FC65-5A8C-4EE8-9D5B-8283D7A0923C}" dt="2026-02-11T06:40:25.028" v="69193" actId="478"/>
          <ac:spMkLst>
            <pc:docMk/>
            <pc:sldMk cId="2096094747" sldId="276"/>
            <ac:spMk id="401" creationId="{777D3524-BC82-7457-31AC-25A0D82E1C55}"/>
          </ac:spMkLst>
        </pc:spChg>
        <pc:spChg chg="del mod">
          <ac:chgData name="Freda Shi" userId="e3bafef1-15f2-4eeb-acbe-fa674bab7991" providerId="ADAL" clId="{9555FC65-5A8C-4EE8-9D5B-8283D7A0923C}" dt="2026-02-11T06:40:25.027" v="69192" actId="478"/>
          <ac:spMkLst>
            <pc:docMk/>
            <pc:sldMk cId="2096094747" sldId="276"/>
            <ac:spMk id="402" creationId="{BBFD6390-BD6E-5028-F659-1AD813A77EEF}"/>
          </ac:spMkLst>
        </pc:spChg>
        <pc:spChg chg="del mod">
          <ac:chgData name="Freda Shi" userId="e3bafef1-15f2-4eeb-acbe-fa674bab7991" providerId="ADAL" clId="{9555FC65-5A8C-4EE8-9D5B-8283D7A0923C}" dt="2026-02-11T06:40:25.026" v="69191" actId="478"/>
          <ac:spMkLst>
            <pc:docMk/>
            <pc:sldMk cId="2096094747" sldId="276"/>
            <ac:spMk id="403" creationId="{40F40AB5-4344-A26A-FF94-56166BF1076D}"/>
          </ac:spMkLst>
        </pc:spChg>
        <pc:spChg chg="del mod">
          <ac:chgData name="Freda Shi" userId="e3bafef1-15f2-4eeb-acbe-fa674bab7991" providerId="ADAL" clId="{9555FC65-5A8C-4EE8-9D5B-8283D7A0923C}" dt="2026-02-11T06:40:25.026" v="69190" actId="478"/>
          <ac:spMkLst>
            <pc:docMk/>
            <pc:sldMk cId="2096094747" sldId="276"/>
            <ac:spMk id="404" creationId="{04B911D6-492B-4105-C39D-087B4BEE0BB4}"/>
          </ac:spMkLst>
        </pc:spChg>
        <pc:spChg chg="del mod">
          <ac:chgData name="Freda Shi" userId="e3bafef1-15f2-4eeb-acbe-fa674bab7991" providerId="ADAL" clId="{9555FC65-5A8C-4EE8-9D5B-8283D7A0923C}" dt="2026-02-11T06:40:25.025" v="69189" actId="478"/>
          <ac:spMkLst>
            <pc:docMk/>
            <pc:sldMk cId="2096094747" sldId="276"/>
            <ac:spMk id="405" creationId="{8C3F0FC6-1802-4D80-056A-E4EA776654D1}"/>
          </ac:spMkLst>
        </pc:spChg>
        <pc:spChg chg="del mod">
          <ac:chgData name="Freda Shi" userId="e3bafef1-15f2-4eeb-acbe-fa674bab7991" providerId="ADAL" clId="{9555FC65-5A8C-4EE8-9D5B-8283D7A0923C}" dt="2026-02-11T06:40:25.024" v="69188" actId="478"/>
          <ac:spMkLst>
            <pc:docMk/>
            <pc:sldMk cId="2096094747" sldId="276"/>
            <ac:spMk id="406" creationId="{B0E54209-F72A-CC05-649E-EC0D8F767BF4}"/>
          </ac:spMkLst>
        </pc:spChg>
        <pc:spChg chg="del mod">
          <ac:chgData name="Freda Shi" userId="e3bafef1-15f2-4eeb-acbe-fa674bab7991" providerId="ADAL" clId="{9555FC65-5A8C-4EE8-9D5B-8283D7A0923C}" dt="2026-02-11T06:40:25.023" v="69187" actId="478"/>
          <ac:spMkLst>
            <pc:docMk/>
            <pc:sldMk cId="2096094747" sldId="276"/>
            <ac:spMk id="407" creationId="{4522815C-3842-B8E5-C69E-0B7357ECBAD2}"/>
          </ac:spMkLst>
        </pc:spChg>
        <pc:spChg chg="del mod">
          <ac:chgData name="Freda Shi" userId="e3bafef1-15f2-4eeb-acbe-fa674bab7991" providerId="ADAL" clId="{9555FC65-5A8C-4EE8-9D5B-8283D7A0923C}" dt="2026-02-11T06:40:25.023" v="69186" actId="478"/>
          <ac:spMkLst>
            <pc:docMk/>
            <pc:sldMk cId="2096094747" sldId="276"/>
            <ac:spMk id="408" creationId="{AC831514-9219-9BF1-BDBB-9103E7B97C19}"/>
          </ac:spMkLst>
        </pc:spChg>
        <pc:spChg chg="del mod">
          <ac:chgData name="Freda Shi" userId="e3bafef1-15f2-4eeb-acbe-fa674bab7991" providerId="ADAL" clId="{9555FC65-5A8C-4EE8-9D5B-8283D7A0923C}" dt="2026-02-11T06:40:25.022" v="69185" actId="478"/>
          <ac:spMkLst>
            <pc:docMk/>
            <pc:sldMk cId="2096094747" sldId="276"/>
            <ac:spMk id="409" creationId="{2617EC25-88F4-24D3-7B3E-C737A84CB6FB}"/>
          </ac:spMkLst>
        </pc:spChg>
        <pc:spChg chg="del mod">
          <ac:chgData name="Freda Shi" userId="e3bafef1-15f2-4eeb-acbe-fa674bab7991" providerId="ADAL" clId="{9555FC65-5A8C-4EE8-9D5B-8283D7A0923C}" dt="2026-02-11T06:40:25.021" v="69184" actId="478"/>
          <ac:spMkLst>
            <pc:docMk/>
            <pc:sldMk cId="2096094747" sldId="276"/>
            <ac:spMk id="410" creationId="{61A26493-4DC3-97A4-B4EA-FA84049005E4}"/>
          </ac:spMkLst>
        </pc:spChg>
        <pc:spChg chg="del mod">
          <ac:chgData name="Freda Shi" userId="e3bafef1-15f2-4eeb-acbe-fa674bab7991" providerId="ADAL" clId="{9555FC65-5A8C-4EE8-9D5B-8283D7A0923C}" dt="2026-02-11T06:40:25.020" v="69183" actId="478"/>
          <ac:spMkLst>
            <pc:docMk/>
            <pc:sldMk cId="2096094747" sldId="276"/>
            <ac:spMk id="411" creationId="{759311BB-C7E3-0A0C-2175-AD299D9A6BBA}"/>
          </ac:spMkLst>
        </pc:spChg>
        <pc:spChg chg="del mod">
          <ac:chgData name="Freda Shi" userId="e3bafef1-15f2-4eeb-acbe-fa674bab7991" providerId="ADAL" clId="{9555FC65-5A8C-4EE8-9D5B-8283D7A0923C}" dt="2026-02-11T06:40:25.019" v="69182" actId="478"/>
          <ac:spMkLst>
            <pc:docMk/>
            <pc:sldMk cId="2096094747" sldId="276"/>
            <ac:spMk id="412" creationId="{167D78E6-D7C9-E173-8AD3-F3C5790C6201}"/>
          </ac:spMkLst>
        </pc:spChg>
        <pc:spChg chg="del mod">
          <ac:chgData name="Freda Shi" userId="e3bafef1-15f2-4eeb-acbe-fa674bab7991" providerId="ADAL" clId="{9555FC65-5A8C-4EE8-9D5B-8283D7A0923C}" dt="2026-02-11T06:40:25.018" v="69181" actId="478"/>
          <ac:spMkLst>
            <pc:docMk/>
            <pc:sldMk cId="2096094747" sldId="276"/>
            <ac:spMk id="413" creationId="{47F998BB-DE70-5AD0-231B-1488A79344D1}"/>
          </ac:spMkLst>
        </pc:spChg>
        <pc:spChg chg="del mod">
          <ac:chgData name="Freda Shi" userId="e3bafef1-15f2-4eeb-acbe-fa674bab7991" providerId="ADAL" clId="{9555FC65-5A8C-4EE8-9D5B-8283D7A0923C}" dt="2026-02-11T06:40:25.018" v="69180" actId="478"/>
          <ac:spMkLst>
            <pc:docMk/>
            <pc:sldMk cId="2096094747" sldId="276"/>
            <ac:spMk id="414" creationId="{9F787CD0-B053-BE1C-8983-DEFD2AF8E5CE}"/>
          </ac:spMkLst>
        </pc:spChg>
        <pc:spChg chg="del mod">
          <ac:chgData name="Freda Shi" userId="e3bafef1-15f2-4eeb-acbe-fa674bab7991" providerId="ADAL" clId="{9555FC65-5A8C-4EE8-9D5B-8283D7A0923C}" dt="2026-02-11T06:40:25.017" v="69179" actId="478"/>
          <ac:spMkLst>
            <pc:docMk/>
            <pc:sldMk cId="2096094747" sldId="276"/>
            <ac:spMk id="415" creationId="{00F87C69-967F-A807-303D-47B3F9B3EF07}"/>
          </ac:spMkLst>
        </pc:spChg>
        <pc:spChg chg="del mod">
          <ac:chgData name="Freda Shi" userId="e3bafef1-15f2-4eeb-acbe-fa674bab7991" providerId="ADAL" clId="{9555FC65-5A8C-4EE8-9D5B-8283D7A0923C}" dt="2026-02-11T06:40:25.016" v="69178" actId="478"/>
          <ac:spMkLst>
            <pc:docMk/>
            <pc:sldMk cId="2096094747" sldId="276"/>
            <ac:spMk id="416" creationId="{7AEEE676-6B76-4E55-AF53-883A95A5C174}"/>
          </ac:spMkLst>
        </pc:spChg>
        <pc:spChg chg="del mod">
          <ac:chgData name="Freda Shi" userId="e3bafef1-15f2-4eeb-acbe-fa674bab7991" providerId="ADAL" clId="{9555FC65-5A8C-4EE8-9D5B-8283D7A0923C}" dt="2026-02-11T06:40:25.015" v="69177" actId="478"/>
          <ac:spMkLst>
            <pc:docMk/>
            <pc:sldMk cId="2096094747" sldId="276"/>
            <ac:spMk id="417" creationId="{71684104-62AE-5A1D-A2C8-D5C8E06736A5}"/>
          </ac:spMkLst>
        </pc:spChg>
        <pc:spChg chg="del mod">
          <ac:chgData name="Freda Shi" userId="e3bafef1-15f2-4eeb-acbe-fa674bab7991" providerId="ADAL" clId="{9555FC65-5A8C-4EE8-9D5B-8283D7A0923C}" dt="2026-02-11T06:40:25.014" v="69176" actId="478"/>
          <ac:spMkLst>
            <pc:docMk/>
            <pc:sldMk cId="2096094747" sldId="276"/>
            <ac:spMk id="418" creationId="{F493F2DC-1F1C-BFE7-C508-4D46E264883A}"/>
          </ac:spMkLst>
        </pc:spChg>
        <pc:spChg chg="del mod">
          <ac:chgData name="Freda Shi" userId="e3bafef1-15f2-4eeb-acbe-fa674bab7991" providerId="ADAL" clId="{9555FC65-5A8C-4EE8-9D5B-8283D7A0923C}" dt="2026-02-11T06:40:25.013" v="69175" actId="478"/>
          <ac:spMkLst>
            <pc:docMk/>
            <pc:sldMk cId="2096094747" sldId="276"/>
            <ac:spMk id="419" creationId="{C21C7E3A-FFDC-8CB8-F806-7DC2EDB9C32F}"/>
          </ac:spMkLst>
        </pc:spChg>
        <pc:spChg chg="del mod">
          <ac:chgData name="Freda Shi" userId="e3bafef1-15f2-4eeb-acbe-fa674bab7991" providerId="ADAL" clId="{9555FC65-5A8C-4EE8-9D5B-8283D7A0923C}" dt="2026-02-11T06:40:25.012" v="69174" actId="478"/>
          <ac:spMkLst>
            <pc:docMk/>
            <pc:sldMk cId="2096094747" sldId="276"/>
            <ac:spMk id="420" creationId="{500556B5-51A1-83DD-FD16-517084D58008}"/>
          </ac:spMkLst>
        </pc:spChg>
        <pc:spChg chg="del mod">
          <ac:chgData name="Freda Shi" userId="e3bafef1-15f2-4eeb-acbe-fa674bab7991" providerId="ADAL" clId="{9555FC65-5A8C-4EE8-9D5B-8283D7A0923C}" dt="2026-02-11T06:40:25.012" v="69173" actId="478"/>
          <ac:spMkLst>
            <pc:docMk/>
            <pc:sldMk cId="2096094747" sldId="276"/>
            <ac:spMk id="421" creationId="{00D37074-2E03-1510-D3C6-54DE2CB36F31}"/>
          </ac:spMkLst>
        </pc:spChg>
        <pc:spChg chg="del mod">
          <ac:chgData name="Freda Shi" userId="e3bafef1-15f2-4eeb-acbe-fa674bab7991" providerId="ADAL" clId="{9555FC65-5A8C-4EE8-9D5B-8283D7A0923C}" dt="2026-02-11T06:40:25.011" v="69172" actId="478"/>
          <ac:spMkLst>
            <pc:docMk/>
            <pc:sldMk cId="2096094747" sldId="276"/>
            <ac:spMk id="422" creationId="{897A30A4-C45C-6305-34C9-46EC149A900F}"/>
          </ac:spMkLst>
        </pc:spChg>
        <pc:spChg chg="del mod">
          <ac:chgData name="Freda Shi" userId="e3bafef1-15f2-4eeb-acbe-fa674bab7991" providerId="ADAL" clId="{9555FC65-5A8C-4EE8-9D5B-8283D7A0923C}" dt="2026-02-11T06:40:25.010" v="69171" actId="478"/>
          <ac:spMkLst>
            <pc:docMk/>
            <pc:sldMk cId="2096094747" sldId="276"/>
            <ac:spMk id="423" creationId="{B3753CD0-BD33-7172-1B92-C8B69CBA31D0}"/>
          </ac:spMkLst>
        </pc:spChg>
        <pc:spChg chg="del mod">
          <ac:chgData name="Freda Shi" userId="e3bafef1-15f2-4eeb-acbe-fa674bab7991" providerId="ADAL" clId="{9555FC65-5A8C-4EE8-9D5B-8283D7A0923C}" dt="2026-02-11T06:40:25.008" v="69170" actId="478"/>
          <ac:spMkLst>
            <pc:docMk/>
            <pc:sldMk cId="2096094747" sldId="276"/>
            <ac:spMk id="424" creationId="{AAE366F9-AF96-212B-BA7E-61E5816F82D5}"/>
          </ac:spMkLst>
        </pc:spChg>
        <pc:spChg chg="mod">
          <ac:chgData name="Freda Shi" userId="e3bafef1-15f2-4eeb-acbe-fa674bab7991" providerId="ADAL" clId="{9555FC65-5A8C-4EE8-9D5B-8283D7A0923C}" dt="2026-02-11T06:40:25.039" v="69207" actId="108"/>
          <ac:spMkLst>
            <pc:docMk/>
            <pc:sldMk cId="2096094747" sldId="276"/>
            <ac:spMk id="467" creationId="{8FF5D9BA-F84D-9C99-F291-3466E2A1618D}"/>
          </ac:spMkLst>
        </pc:spChg>
        <pc:spChg chg="mod">
          <ac:chgData name="Freda Shi" userId="e3bafef1-15f2-4eeb-acbe-fa674bab7991" providerId="ADAL" clId="{9555FC65-5A8C-4EE8-9D5B-8283D7A0923C}" dt="2026-02-11T06:40:25.039" v="69208" actId="108"/>
          <ac:spMkLst>
            <pc:docMk/>
            <pc:sldMk cId="2096094747" sldId="276"/>
            <ac:spMk id="468" creationId="{E27A18D3-45FB-482B-BD99-218B444C227E}"/>
          </ac:spMkLst>
        </pc:spChg>
        <pc:spChg chg="mod">
          <ac:chgData name="Freda Shi" userId="e3bafef1-15f2-4eeb-acbe-fa674bab7991" providerId="ADAL" clId="{9555FC65-5A8C-4EE8-9D5B-8283D7A0923C}" dt="2026-02-11T06:40:25.040" v="69209" actId="108"/>
          <ac:spMkLst>
            <pc:docMk/>
            <pc:sldMk cId="2096094747" sldId="276"/>
            <ac:spMk id="469" creationId="{804FED0C-7C56-68F4-305F-F3355B966FB4}"/>
          </ac:spMkLst>
        </pc:spChg>
        <pc:spChg chg="mod">
          <ac:chgData name="Freda Shi" userId="e3bafef1-15f2-4eeb-acbe-fa674bab7991" providerId="ADAL" clId="{9555FC65-5A8C-4EE8-9D5B-8283D7A0923C}" dt="2026-02-11T06:40:25.040" v="69210" actId="108"/>
          <ac:spMkLst>
            <pc:docMk/>
            <pc:sldMk cId="2096094747" sldId="276"/>
            <ac:spMk id="470" creationId="{E016677C-EB56-5380-A92D-80FCFECA6A14}"/>
          </ac:spMkLst>
        </pc:spChg>
        <pc:spChg chg="mod">
          <ac:chgData name="Freda Shi" userId="e3bafef1-15f2-4eeb-acbe-fa674bab7991" providerId="ADAL" clId="{9555FC65-5A8C-4EE8-9D5B-8283D7A0923C}" dt="2026-02-11T06:40:25.041" v="69211" actId="108"/>
          <ac:spMkLst>
            <pc:docMk/>
            <pc:sldMk cId="2096094747" sldId="276"/>
            <ac:spMk id="471" creationId="{A7D3E04E-8CC5-8C6B-3566-3D14C6294E93}"/>
          </ac:spMkLst>
        </pc:spChg>
        <pc:spChg chg="mod">
          <ac:chgData name="Freda Shi" userId="e3bafef1-15f2-4eeb-acbe-fa674bab7991" providerId="ADAL" clId="{9555FC65-5A8C-4EE8-9D5B-8283D7A0923C}" dt="2026-02-11T06:40:25.041" v="69212" actId="108"/>
          <ac:spMkLst>
            <pc:docMk/>
            <pc:sldMk cId="2096094747" sldId="276"/>
            <ac:spMk id="472" creationId="{EE088054-C85A-46A6-8C75-E9F192536F12}"/>
          </ac:spMkLst>
        </pc:spChg>
        <pc:spChg chg="mod">
          <ac:chgData name="Freda Shi" userId="e3bafef1-15f2-4eeb-acbe-fa674bab7991" providerId="ADAL" clId="{9555FC65-5A8C-4EE8-9D5B-8283D7A0923C}" dt="2026-02-11T06:40:25.042" v="69213" actId="108"/>
          <ac:spMkLst>
            <pc:docMk/>
            <pc:sldMk cId="2096094747" sldId="276"/>
            <ac:spMk id="473" creationId="{E1C732BA-AB7E-FC9A-0E68-5D1CC5C0C693}"/>
          </ac:spMkLst>
        </pc:spChg>
        <pc:spChg chg="mod">
          <ac:chgData name="Freda Shi" userId="e3bafef1-15f2-4eeb-acbe-fa674bab7991" providerId="ADAL" clId="{9555FC65-5A8C-4EE8-9D5B-8283D7A0923C}" dt="2026-02-11T06:40:25.042" v="69214" actId="108"/>
          <ac:spMkLst>
            <pc:docMk/>
            <pc:sldMk cId="2096094747" sldId="276"/>
            <ac:spMk id="474" creationId="{95158228-6542-FEC8-7935-54281633F7FB}"/>
          </ac:spMkLst>
        </pc:spChg>
        <pc:spChg chg="mod">
          <ac:chgData name="Freda Shi" userId="e3bafef1-15f2-4eeb-acbe-fa674bab7991" providerId="ADAL" clId="{9555FC65-5A8C-4EE8-9D5B-8283D7A0923C}" dt="2026-02-11T06:40:25.043" v="69215" actId="108"/>
          <ac:spMkLst>
            <pc:docMk/>
            <pc:sldMk cId="2096094747" sldId="276"/>
            <ac:spMk id="475" creationId="{66EFB551-F3A5-AEC8-F57E-25AF2BF4DBF9}"/>
          </ac:spMkLst>
        </pc:spChg>
        <pc:spChg chg="mod">
          <ac:chgData name="Freda Shi" userId="e3bafef1-15f2-4eeb-acbe-fa674bab7991" providerId="ADAL" clId="{9555FC65-5A8C-4EE8-9D5B-8283D7A0923C}" dt="2026-02-11T06:40:25.043" v="69216" actId="108"/>
          <ac:spMkLst>
            <pc:docMk/>
            <pc:sldMk cId="2096094747" sldId="276"/>
            <ac:spMk id="476" creationId="{F87ADED7-2A5F-82D0-2416-9880842F73C8}"/>
          </ac:spMkLst>
        </pc:spChg>
        <pc:spChg chg="mod">
          <ac:chgData name="Freda Shi" userId="e3bafef1-15f2-4eeb-acbe-fa674bab7991" providerId="ADAL" clId="{9555FC65-5A8C-4EE8-9D5B-8283D7A0923C}" dt="2026-02-11T06:40:25.044" v="69217" actId="108"/>
          <ac:spMkLst>
            <pc:docMk/>
            <pc:sldMk cId="2096094747" sldId="276"/>
            <ac:spMk id="477" creationId="{912CB14E-61E2-0F1C-5387-8EADEC7FE320}"/>
          </ac:spMkLst>
        </pc:spChg>
        <pc:spChg chg="mod">
          <ac:chgData name="Freda Shi" userId="e3bafef1-15f2-4eeb-acbe-fa674bab7991" providerId="ADAL" clId="{9555FC65-5A8C-4EE8-9D5B-8283D7A0923C}" dt="2026-02-11T06:40:25.044" v="69218" actId="108"/>
          <ac:spMkLst>
            <pc:docMk/>
            <pc:sldMk cId="2096094747" sldId="276"/>
            <ac:spMk id="478" creationId="{D745E375-E656-B062-3EA6-7829AE109B18}"/>
          </ac:spMkLst>
        </pc:spChg>
        <pc:spChg chg="mod">
          <ac:chgData name="Freda Shi" userId="e3bafef1-15f2-4eeb-acbe-fa674bab7991" providerId="ADAL" clId="{9555FC65-5A8C-4EE8-9D5B-8283D7A0923C}" dt="2026-02-11T06:40:25.045" v="69219" actId="108"/>
          <ac:spMkLst>
            <pc:docMk/>
            <pc:sldMk cId="2096094747" sldId="276"/>
            <ac:spMk id="479" creationId="{8B2575FC-66AE-8FD1-5821-7E30783C49C8}"/>
          </ac:spMkLst>
        </pc:spChg>
        <pc:spChg chg="mod">
          <ac:chgData name="Freda Shi" userId="e3bafef1-15f2-4eeb-acbe-fa674bab7991" providerId="ADAL" clId="{9555FC65-5A8C-4EE8-9D5B-8283D7A0923C}" dt="2026-02-11T06:40:25.045" v="69220" actId="108"/>
          <ac:spMkLst>
            <pc:docMk/>
            <pc:sldMk cId="2096094747" sldId="276"/>
            <ac:spMk id="480" creationId="{4D9885F4-E5C8-91AE-8D79-D496DE58663F}"/>
          </ac:spMkLst>
        </pc:spChg>
        <pc:spChg chg="mod">
          <ac:chgData name="Freda Shi" userId="e3bafef1-15f2-4eeb-acbe-fa674bab7991" providerId="ADAL" clId="{9555FC65-5A8C-4EE8-9D5B-8283D7A0923C}" dt="2026-02-11T06:40:25.046" v="69221" actId="108"/>
          <ac:spMkLst>
            <pc:docMk/>
            <pc:sldMk cId="2096094747" sldId="276"/>
            <ac:spMk id="481" creationId="{0D739FB4-30FE-ED01-6360-D94DB402EEE6}"/>
          </ac:spMkLst>
        </pc:spChg>
        <pc:spChg chg="mod">
          <ac:chgData name="Freda Shi" userId="e3bafef1-15f2-4eeb-acbe-fa674bab7991" providerId="ADAL" clId="{9555FC65-5A8C-4EE8-9D5B-8283D7A0923C}" dt="2026-02-11T06:40:25.046" v="69222" actId="108"/>
          <ac:spMkLst>
            <pc:docMk/>
            <pc:sldMk cId="2096094747" sldId="276"/>
            <ac:spMk id="482" creationId="{326AEBFA-8ABF-06C2-E140-853B14305E9B}"/>
          </ac:spMkLst>
        </pc:spChg>
        <pc:spChg chg="mod">
          <ac:chgData name="Freda Shi" userId="e3bafef1-15f2-4eeb-acbe-fa674bab7991" providerId="ADAL" clId="{9555FC65-5A8C-4EE8-9D5B-8283D7A0923C}" dt="2026-02-11T06:40:25.047" v="69223" actId="108"/>
          <ac:spMkLst>
            <pc:docMk/>
            <pc:sldMk cId="2096094747" sldId="276"/>
            <ac:spMk id="483" creationId="{5703CFF2-9788-750E-E6E9-5DA7E7D1F0B7}"/>
          </ac:spMkLst>
        </pc:spChg>
        <pc:spChg chg="mod">
          <ac:chgData name="Freda Shi" userId="e3bafef1-15f2-4eeb-acbe-fa674bab7991" providerId="ADAL" clId="{9555FC65-5A8C-4EE8-9D5B-8283D7A0923C}" dt="2026-02-11T06:40:25.047" v="69224" actId="108"/>
          <ac:spMkLst>
            <pc:docMk/>
            <pc:sldMk cId="2096094747" sldId="276"/>
            <ac:spMk id="484" creationId="{2EEE2C93-0526-80F0-77DD-5E7A6F00145E}"/>
          </ac:spMkLst>
        </pc:spChg>
        <pc:spChg chg="mod">
          <ac:chgData name="Freda Shi" userId="e3bafef1-15f2-4eeb-acbe-fa674bab7991" providerId="ADAL" clId="{9555FC65-5A8C-4EE8-9D5B-8283D7A0923C}" dt="2026-02-11T06:40:25.048" v="69225" actId="108"/>
          <ac:spMkLst>
            <pc:docMk/>
            <pc:sldMk cId="2096094747" sldId="276"/>
            <ac:spMk id="485" creationId="{8F01006D-B91F-8C4E-BFC1-0E297007E647}"/>
          </ac:spMkLst>
        </pc:spChg>
        <pc:spChg chg="mod">
          <ac:chgData name="Freda Shi" userId="e3bafef1-15f2-4eeb-acbe-fa674bab7991" providerId="ADAL" clId="{9555FC65-5A8C-4EE8-9D5B-8283D7A0923C}" dt="2026-02-11T06:40:25.048" v="69226" actId="108"/>
          <ac:spMkLst>
            <pc:docMk/>
            <pc:sldMk cId="2096094747" sldId="276"/>
            <ac:spMk id="486" creationId="{B87DB03C-B9E4-A2CF-57BB-E753E8442318}"/>
          </ac:spMkLst>
        </pc:spChg>
        <pc:spChg chg="mod">
          <ac:chgData name="Freda Shi" userId="e3bafef1-15f2-4eeb-acbe-fa674bab7991" providerId="ADAL" clId="{9555FC65-5A8C-4EE8-9D5B-8283D7A0923C}" dt="2026-02-11T06:40:25.049" v="69227" actId="108"/>
          <ac:spMkLst>
            <pc:docMk/>
            <pc:sldMk cId="2096094747" sldId="276"/>
            <ac:spMk id="487" creationId="{2BC8052E-3190-A01F-D587-839C0DB51D64}"/>
          </ac:spMkLst>
        </pc:spChg>
        <pc:spChg chg="mod">
          <ac:chgData name="Freda Shi" userId="e3bafef1-15f2-4eeb-acbe-fa674bab7991" providerId="ADAL" clId="{9555FC65-5A8C-4EE8-9D5B-8283D7A0923C}" dt="2026-02-11T06:40:25.049" v="69228" actId="108"/>
          <ac:spMkLst>
            <pc:docMk/>
            <pc:sldMk cId="2096094747" sldId="276"/>
            <ac:spMk id="488" creationId="{AC1E10A3-0E34-33B5-6710-5CF32F6DD3B2}"/>
          </ac:spMkLst>
        </pc:spChg>
        <pc:spChg chg="mod">
          <ac:chgData name="Freda Shi" userId="e3bafef1-15f2-4eeb-acbe-fa674bab7991" providerId="ADAL" clId="{9555FC65-5A8C-4EE8-9D5B-8283D7A0923C}" dt="2026-02-11T06:40:25.050" v="69229" actId="108"/>
          <ac:spMkLst>
            <pc:docMk/>
            <pc:sldMk cId="2096094747" sldId="276"/>
            <ac:spMk id="489" creationId="{1B2B2E4E-CF94-AE52-0B59-3AAE1C418375}"/>
          </ac:spMkLst>
        </pc:spChg>
        <pc:spChg chg="mod">
          <ac:chgData name="Freda Shi" userId="e3bafef1-15f2-4eeb-acbe-fa674bab7991" providerId="ADAL" clId="{9555FC65-5A8C-4EE8-9D5B-8283D7A0923C}" dt="2026-02-11T06:40:25.050" v="69230" actId="108"/>
          <ac:spMkLst>
            <pc:docMk/>
            <pc:sldMk cId="2096094747" sldId="276"/>
            <ac:spMk id="490" creationId="{B3112B68-39D8-0076-C4D7-74E6DE93CB1A}"/>
          </ac:spMkLst>
        </pc:spChg>
        <pc:spChg chg="mod">
          <ac:chgData name="Freda Shi" userId="e3bafef1-15f2-4eeb-acbe-fa674bab7991" providerId="ADAL" clId="{9555FC65-5A8C-4EE8-9D5B-8283D7A0923C}" dt="2026-02-11T06:40:25.050" v="69231" actId="108"/>
          <ac:spMkLst>
            <pc:docMk/>
            <pc:sldMk cId="2096094747" sldId="276"/>
            <ac:spMk id="491" creationId="{26F64239-1D5D-B961-4111-AEC0B80FD7F4}"/>
          </ac:spMkLst>
        </pc:spChg>
        <pc:spChg chg="mod">
          <ac:chgData name="Freda Shi" userId="e3bafef1-15f2-4eeb-acbe-fa674bab7991" providerId="ADAL" clId="{9555FC65-5A8C-4EE8-9D5B-8283D7A0923C}" dt="2026-02-11T06:40:25.052" v="69232" actId="108"/>
          <ac:spMkLst>
            <pc:docMk/>
            <pc:sldMk cId="2096094747" sldId="276"/>
            <ac:spMk id="492" creationId="{4BAABDA0-7A9C-47AA-E6DD-DCCB27651299}"/>
          </ac:spMkLst>
        </pc:spChg>
        <pc:spChg chg="mod">
          <ac:chgData name="Freda Shi" userId="e3bafef1-15f2-4eeb-acbe-fa674bab7991" providerId="ADAL" clId="{9555FC65-5A8C-4EE8-9D5B-8283D7A0923C}" dt="2026-02-11T06:40:25.052" v="69233" actId="108"/>
          <ac:spMkLst>
            <pc:docMk/>
            <pc:sldMk cId="2096094747" sldId="276"/>
            <ac:spMk id="493" creationId="{4E125D1E-D491-5E17-26EA-AEFA4B4FA53A}"/>
          </ac:spMkLst>
        </pc:spChg>
        <pc:spChg chg="mod">
          <ac:chgData name="Freda Shi" userId="e3bafef1-15f2-4eeb-acbe-fa674bab7991" providerId="ADAL" clId="{9555FC65-5A8C-4EE8-9D5B-8283D7A0923C}" dt="2026-02-11T06:40:25.053" v="69234" actId="108"/>
          <ac:spMkLst>
            <pc:docMk/>
            <pc:sldMk cId="2096094747" sldId="276"/>
            <ac:spMk id="494" creationId="{99E3F303-DAA6-58B3-E02D-4053A8F13617}"/>
          </ac:spMkLst>
        </pc:spChg>
        <pc:spChg chg="mod">
          <ac:chgData name="Freda Shi" userId="e3bafef1-15f2-4eeb-acbe-fa674bab7991" providerId="ADAL" clId="{9555FC65-5A8C-4EE8-9D5B-8283D7A0923C}" dt="2026-02-11T06:40:25.053" v="69235" actId="108"/>
          <ac:spMkLst>
            <pc:docMk/>
            <pc:sldMk cId="2096094747" sldId="276"/>
            <ac:spMk id="495" creationId="{FA925A56-DDC5-006D-7436-1397D91D3616}"/>
          </ac:spMkLst>
        </pc:spChg>
        <pc:spChg chg="mod">
          <ac:chgData name="Freda Shi" userId="e3bafef1-15f2-4eeb-acbe-fa674bab7991" providerId="ADAL" clId="{9555FC65-5A8C-4EE8-9D5B-8283D7A0923C}" dt="2026-02-11T06:40:25.054" v="69236" actId="108"/>
          <ac:spMkLst>
            <pc:docMk/>
            <pc:sldMk cId="2096094747" sldId="276"/>
            <ac:spMk id="496" creationId="{F478B3E9-85F9-61C4-A7B3-72593AF8DAD4}"/>
          </ac:spMkLst>
        </pc:spChg>
        <pc:spChg chg="mod">
          <ac:chgData name="Freda Shi" userId="e3bafef1-15f2-4eeb-acbe-fa674bab7991" providerId="ADAL" clId="{9555FC65-5A8C-4EE8-9D5B-8283D7A0923C}" dt="2026-02-11T06:40:25.054" v="69237" actId="108"/>
          <ac:spMkLst>
            <pc:docMk/>
            <pc:sldMk cId="2096094747" sldId="276"/>
            <ac:spMk id="497" creationId="{A6542215-457B-A65C-7F85-556D3CC59C2A}"/>
          </ac:spMkLst>
        </pc:spChg>
        <pc:spChg chg="mod">
          <ac:chgData name="Freda Shi" userId="e3bafef1-15f2-4eeb-acbe-fa674bab7991" providerId="ADAL" clId="{9555FC65-5A8C-4EE8-9D5B-8283D7A0923C}" dt="2026-02-11T06:40:25.054" v="69238" actId="108"/>
          <ac:spMkLst>
            <pc:docMk/>
            <pc:sldMk cId="2096094747" sldId="276"/>
            <ac:spMk id="498" creationId="{EF5FCA5F-C34D-78FA-24BD-9BD15999A93D}"/>
          </ac:spMkLst>
        </pc:spChg>
        <pc:spChg chg="mod">
          <ac:chgData name="Freda Shi" userId="e3bafef1-15f2-4eeb-acbe-fa674bab7991" providerId="ADAL" clId="{9555FC65-5A8C-4EE8-9D5B-8283D7A0923C}" dt="2026-02-11T06:40:25.054" v="69239" actId="108"/>
          <ac:spMkLst>
            <pc:docMk/>
            <pc:sldMk cId="2096094747" sldId="276"/>
            <ac:spMk id="499" creationId="{41CE3CAC-BD0E-71B3-5EDC-897F9F25D25C}"/>
          </ac:spMkLst>
        </pc:spChg>
        <pc:spChg chg="mod">
          <ac:chgData name="Freda Shi" userId="e3bafef1-15f2-4eeb-acbe-fa674bab7991" providerId="ADAL" clId="{9555FC65-5A8C-4EE8-9D5B-8283D7A0923C}" dt="2026-02-11T06:40:25.056" v="69240" actId="108"/>
          <ac:spMkLst>
            <pc:docMk/>
            <pc:sldMk cId="2096094747" sldId="276"/>
            <ac:spMk id="500" creationId="{CA11ABA0-791F-4BA8-D501-91B009BA99C2}"/>
          </ac:spMkLst>
        </pc:spChg>
        <pc:spChg chg="mod">
          <ac:chgData name="Freda Shi" userId="e3bafef1-15f2-4eeb-acbe-fa674bab7991" providerId="ADAL" clId="{9555FC65-5A8C-4EE8-9D5B-8283D7A0923C}" dt="2026-02-11T06:40:25.056" v="69241" actId="108"/>
          <ac:spMkLst>
            <pc:docMk/>
            <pc:sldMk cId="2096094747" sldId="276"/>
            <ac:spMk id="501" creationId="{BB87F795-3D4B-B330-1E3E-3C73EC7A0EE0}"/>
          </ac:spMkLst>
        </pc:spChg>
        <pc:spChg chg="mod">
          <ac:chgData name="Freda Shi" userId="e3bafef1-15f2-4eeb-acbe-fa674bab7991" providerId="ADAL" clId="{9555FC65-5A8C-4EE8-9D5B-8283D7A0923C}" dt="2026-02-11T06:40:25.057" v="69242" actId="108"/>
          <ac:spMkLst>
            <pc:docMk/>
            <pc:sldMk cId="2096094747" sldId="276"/>
            <ac:spMk id="502" creationId="{5B4237F4-BD86-601A-C783-B5D0BBC00419}"/>
          </ac:spMkLst>
        </pc:spChg>
        <pc:spChg chg="mod">
          <ac:chgData name="Freda Shi" userId="e3bafef1-15f2-4eeb-acbe-fa674bab7991" providerId="ADAL" clId="{9555FC65-5A8C-4EE8-9D5B-8283D7A0923C}" dt="2026-02-11T06:40:25.057" v="69243" actId="108"/>
          <ac:spMkLst>
            <pc:docMk/>
            <pc:sldMk cId="2096094747" sldId="276"/>
            <ac:spMk id="503" creationId="{DAA2722B-1476-8CA3-17E6-843C93562956}"/>
          </ac:spMkLst>
        </pc:spChg>
        <pc:spChg chg="mod">
          <ac:chgData name="Freda Shi" userId="e3bafef1-15f2-4eeb-acbe-fa674bab7991" providerId="ADAL" clId="{9555FC65-5A8C-4EE8-9D5B-8283D7A0923C}" dt="2026-02-11T06:40:25.057" v="69244" actId="108"/>
          <ac:spMkLst>
            <pc:docMk/>
            <pc:sldMk cId="2096094747" sldId="276"/>
            <ac:spMk id="504" creationId="{93D9FE00-C764-F86B-D1A6-286E24CD50EB}"/>
          </ac:spMkLst>
        </pc:spChg>
        <pc:spChg chg="mod">
          <ac:chgData name="Freda Shi" userId="e3bafef1-15f2-4eeb-acbe-fa674bab7991" providerId="ADAL" clId="{9555FC65-5A8C-4EE8-9D5B-8283D7A0923C}" dt="2026-02-11T06:40:25.058" v="69245" actId="108"/>
          <ac:spMkLst>
            <pc:docMk/>
            <pc:sldMk cId="2096094747" sldId="276"/>
            <ac:spMk id="505" creationId="{D3BDFF87-ACB5-96BC-03C6-B2E2A5BAFD5E}"/>
          </ac:spMkLst>
        </pc:spChg>
        <pc:spChg chg="mod">
          <ac:chgData name="Freda Shi" userId="e3bafef1-15f2-4eeb-acbe-fa674bab7991" providerId="ADAL" clId="{9555FC65-5A8C-4EE8-9D5B-8283D7A0923C}" dt="2026-02-11T06:40:25.058" v="69246" actId="108"/>
          <ac:spMkLst>
            <pc:docMk/>
            <pc:sldMk cId="2096094747" sldId="276"/>
            <ac:spMk id="506" creationId="{19D2F53D-DDBB-E6A6-26DB-FA989E439A08}"/>
          </ac:spMkLst>
        </pc:spChg>
        <pc:spChg chg="mod">
          <ac:chgData name="Freda Shi" userId="e3bafef1-15f2-4eeb-acbe-fa674bab7991" providerId="ADAL" clId="{9555FC65-5A8C-4EE8-9D5B-8283D7A0923C}" dt="2026-02-11T06:40:25.059" v="69247" actId="108"/>
          <ac:spMkLst>
            <pc:docMk/>
            <pc:sldMk cId="2096094747" sldId="276"/>
            <ac:spMk id="507" creationId="{9F985596-98C5-9BBC-3613-EF6A37792F0D}"/>
          </ac:spMkLst>
        </pc:spChg>
        <pc:spChg chg="mod">
          <ac:chgData name="Freda Shi" userId="e3bafef1-15f2-4eeb-acbe-fa674bab7991" providerId="ADAL" clId="{9555FC65-5A8C-4EE8-9D5B-8283D7A0923C}" dt="2026-02-11T06:40:25.059" v="69248" actId="108"/>
          <ac:spMkLst>
            <pc:docMk/>
            <pc:sldMk cId="2096094747" sldId="276"/>
            <ac:spMk id="508" creationId="{5987C332-7BC2-25EA-B4E3-5536E7538400}"/>
          </ac:spMkLst>
        </pc:spChg>
        <pc:spChg chg="mod">
          <ac:chgData name="Freda Shi" userId="e3bafef1-15f2-4eeb-acbe-fa674bab7991" providerId="ADAL" clId="{9555FC65-5A8C-4EE8-9D5B-8283D7A0923C}" dt="2026-02-11T06:40:25.060" v="69249" actId="108"/>
          <ac:spMkLst>
            <pc:docMk/>
            <pc:sldMk cId="2096094747" sldId="276"/>
            <ac:spMk id="509" creationId="{26213E05-BC6F-1BE4-6175-1A62911DF294}"/>
          </ac:spMkLst>
        </pc:spChg>
        <pc:spChg chg="mod">
          <ac:chgData name="Freda Shi" userId="e3bafef1-15f2-4eeb-acbe-fa674bab7991" providerId="ADAL" clId="{9555FC65-5A8C-4EE8-9D5B-8283D7A0923C}" dt="2026-02-11T06:40:25.060" v="69250" actId="108"/>
          <ac:spMkLst>
            <pc:docMk/>
            <pc:sldMk cId="2096094747" sldId="276"/>
            <ac:spMk id="510" creationId="{613E8659-AD66-3910-29F8-28F64FDAA55B}"/>
          </ac:spMkLst>
        </pc:spChg>
        <pc:spChg chg="mod">
          <ac:chgData name="Freda Shi" userId="e3bafef1-15f2-4eeb-acbe-fa674bab7991" providerId="ADAL" clId="{9555FC65-5A8C-4EE8-9D5B-8283D7A0923C}" dt="2026-02-11T06:40:25.061" v="69251" actId="108"/>
          <ac:spMkLst>
            <pc:docMk/>
            <pc:sldMk cId="2096094747" sldId="276"/>
            <ac:spMk id="511" creationId="{88EACE57-046E-FF74-B42B-7347A033E72F}"/>
          </ac:spMkLst>
        </pc:spChg>
        <pc:spChg chg="mod">
          <ac:chgData name="Freda Shi" userId="e3bafef1-15f2-4eeb-acbe-fa674bab7991" providerId="ADAL" clId="{9555FC65-5A8C-4EE8-9D5B-8283D7A0923C}" dt="2026-02-11T06:40:25.061" v="69252" actId="108"/>
          <ac:spMkLst>
            <pc:docMk/>
            <pc:sldMk cId="2096094747" sldId="276"/>
            <ac:spMk id="512" creationId="{5F5CFED0-ECFF-5B84-36BD-6901D5B8896F}"/>
          </ac:spMkLst>
        </pc:spChg>
        <pc:spChg chg="mod">
          <ac:chgData name="Freda Shi" userId="e3bafef1-15f2-4eeb-acbe-fa674bab7991" providerId="ADAL" clId="{9555FC65-5A8C-4EE8-9D5B-8283D7A0923C}" dt="2026-02-11T06:40:25.062" v="69253" actId="108"/>
          <ac:spMkLst>
            <pc:docMk/>
            <pc:sldMk cId="2096094747" sldId="276"/>
            <ac:spMk id="513" creationId="{FFE4849E-FDDA-4CB0-69A1-B4BC24C9B6C7}"/>
          </ac:spMkLst>
        </pc:spChg>
        <pc:spChg chg="mod">
          <ac:chgData name="Freda Shi" userId="e3bafef1-15f2-4eeb-acbe-fa674bab7991" providerId="ADAL" clId="{9555FC65-5A8C-4EE8-9D5B-8283D7A0923C}" dt="2026-02-11T06:40:25.062" v="69254" actId="108"/>
          <ac:spMkLst>
            <pc:docMk/>
            <pc:sldMk cId="2096094747" sldId="276"/>
            <ac:spMk id="514" creationId="{812F22F7-E3F1-C2F5-D4A8-7732E3968DD7}"/>
          </ac:spMkLst>
        </pc:spChg>
        <pc:spChg chg="mod">
          <ac:chgData name="Freda Shi" userId="e3bafef1-15f2-4eeb-acbe-fa674bab7991" providerId="ADAL" clId="{9555FC65-5A8C-4EE8-9D5B-8283D7A0923C}" dt="2026-02-11T06:40:25.063" v="69255" actId="108"/>
          <ac:spMkLst>
            <pc:docMk/>
            <pc:sldMk cId="2096094747" sldId="276"/>
            <ac:spMk id="515" creationId="{716114DC-8450-C0F8-7E36-E5BC17C06864}"/>
          </ac:spMkLst>
        </pc:spChg>
        <pc:spChg chg="mod">
          <ac:chgData name="Freda Shi" userId="e3bafef1-15f2-4eeb-acbe-fa674bab7991" providerId="ADAL" clId="{9555FC65-5A8C-4EE8-9D5B-8283D7A0923C}" dt="2026-02-11T06:40:25.063" v="69256" actId="108"/>
          <ac:spMkLst>
            <pc:docMk/>
            <pc:sldMk cId="2096094747" sldId="276"/>
            <ac:spMk id="516" creationId="{C8E6274F-BE63-9BD4-0893-E3A9E767CF23}"/>
          </ac:spMkLst>
        </pc:spChg>
        <pc:spChg chg="mod">
          <ac:chgData name="Freda Shi" userId="e3bafef1-15f2-4eeb-acbe-fa674bab7991" providerId="ADAL" clId="{9555FC65-5A8C-4EE8-9D5B-8283D7A0923C}" dt="2026-02-11T06:40:25.064" v="69257" actId="108"/>
          <ac:spMkLst>
            <pc:docMk/>
            <pc:sldMk cId="2096094747" sldId="276"/>
            <ac:spMk id="517" creationId="{EF29093A-FF46-E2F6-E300-4E160E782A58}"/>
          </ac:spMkLst>
        </pc:spChg>
        <pc:spChg chg="mod">
          <ac:chgData name="Freda Shi" userId="e3bafef1-15f2-4eeb-acbe-fa674bab7991" providerId="ADAL" clId="{9555FC65-5A8C-4EE8-9D5B-8283D7A0923C}" dt="2026-02-11T06:40:25.064" v="69258" actId="108"/>
          <ac:spMkLst>
            <pc:docMk/>
            <pc:sldMk cId="2096094747" sldId="276"/>
            <ac:spMk id="518" creationId="{0EABDD80-E653-D755-0E8C-1FD6C88B9D47}"/>
          </ac:spMkLst>
        </pc:spChg>
        <pc:spChg chg="mod">
          <ac:chgData name="Freda Shi" userId="e3bafef1-15f2-4eeb-acbe-fa674bab7991" providerId="ADAL" clId="{9555FC65-5A8C-4EE8-9D5B-8283D7A0923C}" dt="2026-02-11T06:40:25.064" v="69259" actId="108"/>
          <ac:spMkLst>
            <pc:docMk/>
            <pc:sldMk cId="2096094747" sldId="276"/>
            <ac:spMk id="519" creationId="{579809E3-7B43-BBFB-0957-A835F2ECE990}"/>
          </ac:spMkLst>
        </pc:spChg>
        <pc:spChg chg="mod">
          <ac:chgData name="Freda Shi" userId="e3bafef1-15f2-4eeb-acbe-fa674bab7991" providerId="ADAL" clId="{9555FC65-5A8C-4EE8-9D5B-8283D7A0923C}" dt="2026-02-11T06:40:25.065" v="69260" actId="108"/>
          <ac:spMkLst>
            <pc:docMk/>
            <pc:sldMk cId="2096094747" sldId="276"/>
            <ac:spMk id="520" creationId="{7CE5B842-2788-BD3A-D0E4-9BFB536713F5}"/>
          </ac:spMkLst>
        </pc:spChg>
        <pc:spChg chg="mod">
          <ac:chgData name="Freda Shi" userId="e3bafef1-15f2-4eeb-acbe-fa674bab7991" providerId="ADAL" clId="{9555FC65-5A8C-4EE8-9D5B-8283D7A0923C}" dt="2026-02-11T06:40:25.065" v="69261" actId="108"/>
          <ac:spMkLst>
            <pc:docMk/>
            <pc:sldMk cId="2096094747" sldId="276"/>
            <ac:spMk id="521" creationId="{4D2FC74A-65D5-AB5E-1B57-30A2BF7D02D1}"/>
          </ac:spMkLst>
        </pc:spChg>
        <pc:spChg chg="mod">
          <ac:chgData name="Freda Shi" userId="e3bafef1-15f2-4eeb-acbe-fa674bab7991" providerId="ADAL" clId="{9555FC65-5A8C-4EE8-9D5B-8283D7A0923C}" dt="2026-02-11T06:40:25.066" v="69262" actId="108"/>
          <ac:spMkLst>
            <pc:docMk/>
            <pc:sldMk cId="2096094747" sldId="276"/>
            <ac:spMk id="522" creationId="{F1B2636B-C684-DE1B-725D-011D99E0216F}"/>
          </ac:spMkLst>
        </pc:spChg>
        <pc:spChg chg="mod">
          <ac:chgData name="Freda Shi" userId="e3bafef1-15f2-4eeb-acbe-fa674bab7991" providerId="ADAL" clId="{9555FC65-5A8C-4EE8-9D5B-8283D7A0923C}" dt="2026-02-11T06:40:25.066" v="69263" actId="108"/>
          <ac:spMkLst>
            <pc:docMk/>
            <pc:sldMk cId="2096094747" sldId="276"/>
            <ac:spMk id="523" creationId="{C4555BD5-6278-3C94-98FF-7A749CF5631E}"/>
          </ac:spMkLst>
        </pc:spChg>
        <pc:spChg chg="mod">
          <ac:chgData name="Freda Shi" userId="e3bafef1-15f2-4eeb-acbe-fa674bab7991" providerId="ADAL" clId="{9555FC65-5A8C-4EE8-9D5B-8283D7A0923C}" dt="2026-02-11T06:40:25.067" v="69264" actId="108"/>
          <ac:spMkLst>
            <pc:docMk/>
            <pc:sldMk cId="2096094747" sldId="276"/>
            <ac:spMk id="524" creationId="{BAA7D22F-4B6A-1E80-1EF7-EC19FE0FD816}"/>
          </ac:spMkLst>
        </pc:spChg>
        <pc:spChg chg="mod">
          <ac:chgData name="Freda Shi" userId="e3bafef1-15f2-4eeb-acbe-fa674bab7991" providerId="ADAL" clId="{9555FC65-5A8C-4EE8-9D5B-8283D7A0923C}" dt="2026-02-11T06:40:25.067" v="69265" actId="108"/>
          <ac:spMkLst>
            <pc:docMk/>
            <pc:sldMk cId="2096094747" sldId="276"/>
            <ac:spMk id="525" creationId="{8E6A0523-97DB-2E29-70BC-A844F70945E8}"/>
          </ac:spMkLst>
        </pc:spChg>
        <pc:spChg chg="mod">
          <ac:chgData name="Freda Shi" userId="e3bafef1-15f2-4eeb-acbe-fa674bab7991" providerId="ADAL" clId="{9555FC65-5A8C-4EE8-9D5B-8283D7A0923C}" dt="2026-02-11T06:40:25.068" v="69266" actId="108"/>
          <ac:spMkLst>
            <pc:docMk/>
            <pc:sldMk cId="2096094747" sldId="276"/>
            <ac:spMk id="526" creationId="{9BDF300C-9457-971D-C7BF-30E5D6FBAAA6}"/>
          </ac:spMkLst>
        </pc:spChg>
        <pc:spChg chg="mod">
          <ac:chgData name="Freda Shi" userId="e3bafef1-15f2-4eeb-acbe-fa674bab7991" providerId="ADAL" clId="{9555FC65-5A8C-4EE8-9D5B-8283D7A0923C}" dt="2026-02-11T06:40:25.068" v="69267" actId="108"/>
          <ac:spMkLst>
            <pc:docMk/>
            <pc:sldMk cId="2096094747" sldId="276"/>
            <ac:spMk id="527" creationId="{EC5A49DE-8C5A-7DCE-5505-17A9CE8DB937}"/>
          </ac:spMkLst>
        </pc:spChg>
        <pc:spChg chg="mod">
          <ac:chgData name="Freda Shi" userId="e3bafef1-15f2-4eeb-acbe-fa674bab7991" providerId="ADAL" clId="{9555FC65-5A8C-4EE8-9D5B-8283D7A0923C}" dt="2026-02-11T06:40:25.069" v="69268" actId="108"/>
          <ac:spMkLst>
            <pc:docMk/>
            <pc:sldMk cId="2096094747" sldId="276"/>
            <ac:spMk id="528" creationId="{65A146B9-9879-625E-8C8D-E7A16A08AA91}"/>
          </ac:spMkLst>
        </pc:spChg>
        <pc:spChg chg="mod">
          <ac:chgData name="Freda Shi" userId="e3bafef1-15f2-4eeb-acbe-fa674bab7991" providerId="ADAL" clId="{9555FC65-5A8C-4EE8-9D5B-8283D7A0923C}" dt="2026-02-11T06:40:25.069" v="69269" actId="108"/>
          <ac:spMkLst>
            <pc:docMk/>
            <pc:sldMk cId="2096094747" sldId="276"/>
            <ac:spMk id="529" creationId="{8C959A19-13E9-6653-7471-A1E306F4B020}"/>
          </ac:spMkLst>
        </pc:spChg>
        <pc:spChg chg="mod">
          <ac:chgData name="Freda Shi" userId="e3bafef1-15f2-4eeb-acbe-fa674bab7991" providerId="ADAL" clId="{9555FC65-5A8C-4EE8-9D5B-8283D7A0923C}" dt="2026-02-11T06:40:25.070" v="69270" actId="108"/>
          <ac:spMkLst>
            <pc:docMk/>
            <pc:sldMk cId="2096094747" sldId="276"/>
            <ac:spMk id="530" creationId="{2CED4B36-2BBA-B37C-3119-FADECD3DFF75}"/>
          </ac:spMkLst>
        </pc:spChg>
        <pc:spChg chg="mod">
          <ac:chgData name="Freda Shi" userId="e3bafef1-15f2-4eeb-acbe-fa674bab7991" providerId="ADAL" clId="{9555FC65-5A8C-4EE8-9D5B-8283D7A0923C}" dt="2026-02-11T06:40:25.070" v="69271" actId="108"/>
          <ac:spMkLst>
            <pc:docMk/>
            <pc:sldMk cId="2096094747" sldId="276"/>
            <ac:spMk id="531" creationId="{69193F58-75AA-CF70-C8EE-D9CFD9199BAE}"/>
          </ac:spMkLst>
        </pc:spChg>
        <pc:spChg chg="mod">
          <ac:chgData name="Freda Shi" userId="e3bafef1-15f2-4eeb-acbe-fa674bab7991" providerId="ADAL" clId="{9555FC65-5A8C-4EE8-9D5B-8283D7A0923C}" dt="2026-02-11T06:40:25.071" v="69272" actId="108"/>
          <ac:spMkLst>
            <pc:docMk/>
            <pc:sldMk cId="2096094747" sldId="276"/>
            <ac:spMk id="532" creationId="{EDE08439-CA15-7309-9F83-81F5F6270E58}"/>
          </ac:spMkLst>
        </pc:spChg>
        <pc:spChg chg="mod">
          <ac:chgData name="Freda Shi" userId="e3bafef1-15f2-4eeb-acbe-fa674bab7991" providerId="ADAL" clId="{9555FC65-5A8C-4EE8-9D5B-8283D7A0923C}" dt="2026-02-11T06:40:25.071" v="69273" actId="108"/>
          <ac:spMkLst>
            <pc:docMk/>
            <pc:sldMk cId="2096094747" sldId="276"/>
            <ac:spMk id="533" creationId="{3357EBE8-333E-00CA-5B2B-43B23958C23C}"/>
          </ac:spMkLst>
        </pc:spChg>
        <pc:spChg chg="mod">
          <ac:chgData name="Freda Shi" userId="e3bafef1-15f2-4eeb-acbe-fa674bab7991" providerId="ADAL" clId="{9555FC65-5A8C-4EE8-9D5B-8283D7A0923C}" dt="2026-02-11T06:40:25.071" v="69274" actId="108"/>
          <ac:spMkLst>
            <pc:docMk/>
            <pc:sldMk cId="2096094747" sldId="276"/>
            <ac:spMk id="534" creationId="{241900D5-048A-9758-9152-AE67ED56A311}"/>
          </ac:spMkLst>
        </pc:spChg>
        <pc:spChg chg="mod">
          <ac:chgData name="Freda Shi" userId="e3bafef1-15f2-4eeb-acbe-fa674bab7991" providerId="ADAL" clId="{9555FC65-5A8C-4EE8-9D5B-8283D7A0923C}" dt="2026-02-11T06:40:25.072" v="69275" actId="108"/>
          <ac:spMkLst>
            <pc:docMk/>
            <pc:sldMk cId="2096094747" sldId="276"/>
            <ac:spMk id="535" creationId="{DD373C71-DBA7-0AD8-82FB-431E5B4C7D9A}"/>
          </ac:spMkLst>
        </pc:spChg>
        <pc:spChg chg="add del mod">
          <ac:chgData name="Freda Shi" userId="e3bafef1-15f2-4eeb-acbe-fa674bab7991" providerId="ADAL" clId="{9555FC65-5A8C-4EE8-9D5B-8283D7A0923C}" dt="2026-02-11T06:41:44.549" v="69326" actId="478"/>
          <ac:spMkLst>
            <pc:docMk/>
            <pc:sldMk cId="2096094747" sldId="276"/>
            <ac:spMk id="577" creationId="{76596AAC-B234-78DB-32F1-11FC226C6754}"/>
          </ac:spMkLst>
        </pc:spChg>
        <pc:spChg chg="add mod">
          <ac:chgData name="Freda Shi" userId="e3bafef1-15f2-4eeb-acbe-fa674bab7991" providerId="ADAL" clId="{9555FC65-5A8C-4EE8-9D5B-8283D7A0923C}" dt="2026-02-11T06:43:00.711" v="69357" actId="1036"/>
          <ac:spMkLst>
            <pc:docMk/>
            <pc:sldMk cId="2096094747" sldId="276"/>
            <ac:spMk id="580" creationId="{F5E8FF71-B57D-3EA0-FBEF-7B995456E8A4}"/>
          </ac:spMkLst>
        </pc:spChg>
        <pc:grpChg chg="del mod">
          <ac:chgData name="Freda Shi" userId="e3bafef1-15f2-4eeb-acbe-fa674bab7991" providerId="ADAL" clId="{9555FC65-5A8C-4EE8-9D5B-8283D7A0923C}" dt="2026-02-11T06:32:47.965" v="68759" actId="478"/>
          <ac:grpSpMkLst>
            <pc:docMk/>
            <pc:sldMk cId="2096094747" sldId="276"/>
            <ac:grpSpMk id="87" creationId="{7599BC62-8FFD-A9D2-5597-24AE628A5239}"/>
          </ac:grpSpMkLst>
        </pc:grpChg>
        <pc:grpChg chg="mod ord">
          <ac:chgData name="Freda Shi" userId="e3bafef1-15f2-4eeb-acbe-fa674bab7991" providerId="ADAL" clId="{9555FC65-5A8C-4EE8-9D5B-8283D7A0923C}" dt="2026-02-11T06:32:58.143" v="68867" actId="1036"/>
          <ac:grpSpMkLst>
            <pc:docMk/>
            <pc:sldMk cId="2096094747" sldId="276"/>
            <ac:grpSpMk id="170" creationId="{0A94F407-AE07-490D-ECB4-CC963E81D93C}"/>
          </ac:grpSpMkLst>
        </pc:grpChg>
        <pc:grpChg chg="del">
          <ac:chgData name="Freda Shi" userId="e3bafef1-15f2-4eeb-acbe-fa674bab7991" providerId="ADAL" clId="{9555FC65-5A8C-4EE8-9D5B-8283D7A0923C}" dt="2026-02-11T06:32:48.014" v="68840" actId="478"/>
          <ac:grpSpMkLst>
            <pc:docMk/>
            <pc:sldMk cId="2096094747" sldId="276"/>
            <ac:grpSpMk id="171" creationId="{247390D1-93C6-2359-B491-33FB097F7ECF}"/>
          </ac:grpSpMkLst>
        </pc:grpChg>
        <pc:grpChg chg="del mod">
          <ac:chgData name="Freda Shi" userId="e3bafef1-15f2-4eeb-acbe-fa674bab7991" providerId="ADAL" clId="{9555FC65-5A8C-4EE8-9D5B-8283D7A0923C}" dt="2026-02-11T06:38:52.936" v="69032" actId="478"/>
          <ac:grpSpMkLst>
            <pc:docMk/>
            <pc:sldMk cId="2096094747" sldId="276"/>
            <ac:grpSpMk id="300" creationId="{C95DEC35-E62C-12CE-8B3D-09019136BB52}"/>
          </ac:grpSpMkLst>
        </pc:grpChg>
        <pc:grpChg chg="del mod ord">
          <ac:chgData name="Freda Shi" userId="e3bafef1-15f2-4eeb-acbe-fa674bab7991" providerId="ADAL" clId="{9555FC65-5A8C-4EE8-9D5B-8283D7A0923C}" dt="2026-02-11T06:39:27.236" v="69118" actId="478"/>
          <ac:grpSpMkLst>
            <pc:docMk/>
            <pc:sldMk cId="2096094747" sldId="276"/>
            <ac:grpSpMk id="345" creationId="{5B21C0BF-2ED6-5D94-68E1-43C49C9DAD2D}"/>
          </ac:grpSpMkLst>
        </pc:grpChg>
        <pc:grpChg chg="del">
          <ac:chgData name="Freda Shi" userId="e3bafef1-15f2-4eeb-acbe-fa674bab7991" providerId="ADAL" clId="{9555FC65-5A8C-4EE8-9D5B-8283D7A0923C}" dt="2026-02-11T06:38:52.954" v="69071" actId="478"/>
          <ac:grpSpMkLst>
            <pc:docMk/>
            <pc:sldMk cId="2096094747" sldId="276"/>
            <ac:grpSpMk id="346" creationId="{376CD3A8-EB24-2EE9-9D79-26C680AEDB4C}"/>
          </ac:grpSpMkLst>
        </pc:grpChg>
        <pc:grpChg chg="del mod ord">
          <ac:chgData name="Freda Shi" userId="e3bafef1-15f2-4eeb-acbe-fa674bab7991" providerId="ADAL" clId="{9555FC65-5A8C-4EE8-9D5B-8283D7A0923C}" dt="2026-02-11T06:40:25.038" v="69206" actId="478"/>
          <ac:grpSpMkLst>
            <pc:docMk/>
            <pc:sldMk cId="2096094747" sldId="276"/>
            <ac:grpSpMk id="425" creationId="{2971BD22-3608-ACD3-4160-D91A5719B37E}"/>
          </ac:grpSpMkLst>
        </pc:grpChg>
        <pc:grpChg chg="del">
          <ac:chgData name="Freda Shi" userId="e3bafef1-15f2-4eeb-acbe-fa674bab7991" providerId="ADAL" clId="{9555FC65-5A8C-4EE8-9D5B-8283D7A0923C}" dt="2026-02-11T06:39:27.257" v="69158" actId="478"/>
          <ac:grpSpMkLst>
            <pc:docMk/>
            <pc:sldMk cId="2096094747" sldId="276"/>
            <ac:grpSpMk id="426" creationId="{6B67784C-5A31-5DF7-062C-CF66ACF224E9}"/>
          </ac:grpSpMkLst>
        </pc:grpChg>
        <pc:grpChg chg="mod ord">
          <ac:chgData name="Freda Shi" userId="e3bafef1-15f2-4eeb-acbe-fa674bab7991" providerId="ADAL" clId="{9555FC65-5A8C-4EE8-9D5B-8283D7A0923C}" dt="2026-02-11T06:43:00.711" v="69357" actId="1036"/>
          <ac:grpSpMkLst>
            <pc:docMk/>
            <pc:sldMk cId="2096094747" sldId="276"/>
            <ac:grpSpMk id="536" creationId="{839BE6B4-D178-3D56-3942-7716E9FD7AD5}"/>
          </ac:grpSpMkLst>
        </pc:grpChg>
        <pc:grpChg chg="del">
          <ac:chgData name="Freda Shi" userId="e3bafef1-15f2-4eeb-acbe-fa674bab7991" providerId="ADAL" clId="{9555FC65-5A8C-4EE8-9D5B-8283D7A0923C}" dt="2026-02-11T06:40:25.074" v="69277" actId="478"/>
          <ac:grpSpMkLst>
            <pc:docMk/>
            <pc:sldMk cId="2096094747" sldId="276"/>
            <ac:grpSpMk id="537" creationId="{74DDD11B-65DE-F8FF-DBB4-6380BF66B321}"/>
          </ac:grpSpMkLst>
        </pc:grpChg>
        <pc:picChg chg="mod">
          <ac:chgData name="Freda Shi" userId="e3bafef1-15f2-4eeb-acbe-fa674bab7991" providerId="ADAL" clId="{9555FC65-5A8C-4EE8-9D5B-8283D7A0923C}" dt="2026-02-11T06:30:21.547" v="68404" actId="14100"/>
          <ac:picMkLst>
            <pc:docMk/>
            <pc:sldMk cId="2096094747" sldId="276"/>
            <ac:picMk id="6" creationId="{F5524D77-F39A-4D47-B21D-1C0F89AB579F}"/>
          </ac:picMkLst>
        </pc:picChg>
        <pc:picChg chg="mod">
          <ac:chgData name="Freda Shi" userId="e3bafef1-15f2-4eeb-acbe-fa674bab7991" providerId="ADAL" clId="{9555FC65-5A8C-4EE8-9D5B-8283D7A0923C}" dt="2026-02-11T06:32:47.768" v="68676" actId="14100"/>
          <ac:picMkLst>
            <pc:docMk/>
            <pc:sldMk cId="2096094747" sldId="276"/>
            <ac:picMk id="89" creationId="{26816668-2C9D-730B-B76B-064AC763F825}"/>
          </ac:picMkLst>
        </pc:picChg>
        <pc:picChg chg="mod">
          <ac:chgData name="Freda Shi" userId="e3bafef1-15f2-4eeb-acbe-fa674bab7991" providerId="ADAL" clId="{9555FC65-5A8C-4EE8-9D5B-8283D7A0923C}" dt="2026-02-11T06:37:13.273" v="68936" actId="14100"/>
          <ac:picMkLst>
            <pc:docMk/>
            <pc:sldMk cId="2096094747" sldId="276"/>
            <ac:picMk id="261" creationId="{FDC42946-BDE8-3805-2E1D-1478A2C45121}"/>
          </ac:picMkLst>
        </pc:picChg>
        <pc:picChg chg="mod">
          <ac:chgData name="Freda Shi" userId="e3bafef1-15f2-4eeb-acbe-fa674bab7991" providerId="ADAL" clId="{9555FC65-5A8C-4EE8-9D5B-8283D7A0923C}" dt="2026-02-11T06:38:52.845" v="68991" actId="14100"/>
          <ac:picMkLst>
            <pc:docMk/>
            <pc:sldMk cId="2096094747" sldId="276"/>
            <ac:picMk id="306" creationId="{0237084E-2B5A-17A4-F1D1-B764917C994B}"/>
          </ac:picMkLst>
        </pc:picChg>
        <pc:picChg chg="mod">
          <ac:chgData name="Freda Shi" userId="e3bafef1-15f2-4eeb-acbe-fa674bab7991" providerId="ADAL" clId="{9555FC65-5A8C-4EE8-9D5B-8283D7A0923C}" dt="2026-02-11T06:39:27.138" v="69077" actId="14100"/>
          <ac:picMkLst>
            <pc:docMk/>
            <pc:sldMk cId="2096094747" sldId="276"/>
            <ac:picMk id="385" creationId="{495EB9F3-7AFC-B6E5-DA61-B31EBF89B78D}"/>
          </ac:picMkLst>
        </pc:picChg>
        <pc:picChg chg="mod">
          <ac:chgData name="Freda Shi" userId="e3bafef1-15f2-4eeb-acbe-fa674bab7991" providerId="ADAL" clId="{9555FC65-5A8C-4EE8-9D5B-8283D7A0923C}" dt="2026-02-11T06:40:24.893" v="69164" actId="14100"/>
          <ac:picMkLst>
            <pc:docMk/>
            <pc:sldMk cId="2096094747" sldId="276"/>
            <ac:picMk id="465" creationId="{22C137FE-4C3B-4E00-D80D-ABC03AB2DC91}"/>
          </ac:picMkLst>
        </pc:picChg>
        <pc:picChg chg="add del mod">
          <ac:chgData name="Freda Shi" userId="e3bafef1-15f2-4eeb-acbe-fa674bab7991" providerId="ADAL" clId="{9555FC65-5A8C-4EE8-9D5B-8283D7A0923C}" dt="2026-02-11T06:41:43.744" v="69325" actId="478"/>
          <ac:picMkLst>
            <pc:docMk/>
            <pc:sldMk cId="2096094747" sldId="276"/>
            <ac:picMk id="576" creationId="{60B9BC04-87D3-7ADA-C742-4C3CB6FE1B71}"/>
          </ac:picMkLst>
        </pc:picChg>
        <pc:picChg chg="add del mod">
          <ac:chgData name="Freda Shi" userId="e3bafef1-15f2-4eeb-acbe-fa674bab7991" providerId="ADAL" clId="{9555FC65-5A8C-4EE8-9D5B-8283D7A0923C}" dt="2026-02-11T06:41:21.462" v="69306" actId="478"/>
          <ac:picMkLst>
            <pc:docMk/>
            <pc:sldMk cId="2096094747" sldId="276"/>
            <ac:picMk id="578" creationId="{6E9CE10A-8934-9B94-603B-826F20DE905F}"/>
          </ac:picMkLst>
        </pc:picChg>
        <pc:picChg chg="add mod">
          <ac:chgData name="Freda Shi" userId="e3bafef1-15f2-4eeb-acbe-fa674bab7991" providerId="ADAL" clId="{9555FC65-5A8C-4EE8-9D5B-8283D7A0923C}" dt="2026-02-11T06:43:00.711" v="69357" actId="1036"/>
          <ac:picMkLst>
            <pc:docMk/>
            <pc:sldMk cId="2096094747" sldId="276"/>
            <ac:picMk id="579" creationId="{689977E7-C809-477E-37C0-DE4132FEEF1C}"/>
          </ac:picMkLst>
        </pc:picChg>
        <pc:cxnChg chg="add mod">
          <ac:chgData name="Freda Shi" userId="e3bafef1-15f2-4eeb-acbe-fa674bab7991" providerId="ADAL" clId="{9555FC65-5A8C-4EE8-9D5B-8283D7A0923C}" dt="2026-02-11T06:38:01.958" v="68982" actId="14100"/>
          <ac:cxnSpMkLst>
            <pc:docMk/>
            <pc:sldMk cId="2096094747" sldId="276"/>
            <ac:cxnSpMk id="252" creationId="{28BE418A-AB67-20E5-5556-3D54F7156D44}"/>
          </ac:cxnSpMkLst>
        </pc:cxnChg>
        <pc:cxnChg chg="add mod">
          <ac:chgData name="Freda Shi" userId="e3bafef1-15f2-4eeb-acbe-fa674bab7991" providerId="ADAL" clId="{9555FC65-5A8C-4EE8-9D5B-8283D7A0923C}" dt="2026-02-11T06:37:51.998" v="68980" actId="14100"/>
          <ac:cxnSpMkLst>
            <pc:docMk/>
            <pc:sldMk cId="2096094747" sldId="276"/>
            <ac:cxnSpMk id="257" creationId="{99BA2E06-E304-D4E2-F839-8D77C680D045}"/>
          </ac:cxnSpMkLst>
        </pc:cxnChg>
        <pc:cxnChg chg="add mod">
          <ac:chgData name="Freda Shi" userId="e3bafef1-15f2-4eeb-acbe-fa674bab7991" providerId="ADAL" clId="{9555FC65-5A8C-4EE8-9D5B-8283D7A0923C}" dt="2026-02-11T06:43:00.711" v="69357" actId="1036"/>
          <ac:cxnSpMkLst>
            <pc:docMk/>
            <pc:sldMk cId="2096094747" sldId="276"/>
            <ac:cxnSpMk id="581" creationId="{C7430DFE-78C5-2678-1C89-1937AA1514C2}"/>
          </ac:cxnSpMkLst>
        </pc:cxnChg>
        <pc:cxnChg chg="add mod">
          <ac:chgData name="Freda Shi" userId="e3bafef1-15f2-4eeb-acbe-fa674bab7991" providerId="ADAL" clId="{9555FC65-5A8C-4EE8-9D5B-8283D7A0923C}" dt="2026-02-11T06:43:00.711" v="69357" actId="1036"/>
          <ac:cxnSpMkLst>
            <pc:docMk/>
            <pc:sldMk cId="2096094747" sldId="276"/>
            <ac:cxnSpMk id="582" creationId="{083EC5C8-1836-2703-D239-1F5F600A5DD8}"/>
          </ac:cxnSpMkLst>
        </pc:cxnChg>
      </pc:sldChg>
      <pc:sldChg chg="modSp add mod ord">
        <pc:chgData name="Freda Shi" userId="e3bafef1-15f2-4eeb-acbe-fa674bab7991" providerId="ADAL" clId="{9555FC65-5A8C-4EE8-9D5B-8283D7A0923C}" dt="2026-02-11T07:14:42.288" v="71682"/>
        <pc:sldMkLst>
          <pc:docMk/>
          <pc:sldMk cId="3725971217" sldId="277"/>
        </pc:sldMkLst>
        <pc:spChg chg="mod">
          <ac:chgData name="Freda Shi" userId="e3bafef1-15f2-4eeb-acbe-fa674bab7991" providerId="ADAL" clId="{9555FC65-5A8C-4EE8-9D5B-8283D7A0923C}" dt="2026-02-11T07:14:42.288" v="71682"/>
          <ac:spMkLst>
            <pc:docMk/>
            <pc:sldMk cId="3725971217" sldId="277"/>
            <ac:spMk id="3" creationId="{EC8CF290-14EB-D424-149D-2C9409879125}"/>
          </ac:spMkLst>
        </pc:spChg>
      </pc:sldChg>
      <pc:sldChg chg="addSp delSp modSp add mod modAnim modNotesTx">
        <pc:chgData name="Freda Shi" userId="e3bafef1-15f2-4eeb-acbe-fa674bab7991" providerId="ADAL" clId="{9555FC65-5A8C-4EE8-9D5B-8283D7A0923C}" dt="2026-02-11T07:32:39.964" v="72903" actId="403"/>
        <pc:sldMkLst>
          <pc:docMk/>
          <pc:sldMk cId="4156271017" sldId="278"/>
        </pc:sldMkLst>
        <pc:spChg chg="mod">
          <ac:chgData name="Freda Shi" userId="e3bafef1-15f2-4eeb-acbe-fa674bab7991" providerId="ADAL" clId="{9555FC65-5A8C-4EE8-9D5B-8283D7A0923C}" dt="2026-02-11T06:46:50.448" v="69781" actId="20577"/>
          <ac:spMkLst>
            <pc:docMk/>
            <pc:sldMk cId="4156271017" sldId="278"/>
            <ac:spMk id="2" creationId="{84319538-7F20-5F72-79DD-D197C748BFB1}"/>
          </ac:spMkLst>
        </pc:spChg>
        <pc:spChg chg="del">
          <ac:chgData name="Freda Shi" userId="e3bafef1-15f2-4eeb-acbe-fa674bab7991" providerId="ADAL" clId="{9555FC65-5A8C-4EE8-9D5B-8283D7A0923C}" dt="2026-02-11T06:47:31.175" v="69896" actId="478"/>
          <ac:spMkLst>
            <pc:docMk/>
            <pc:sldMk cId="4156271017" sldId="278"/>
            <ac:spMk id="26" creationId="{45AB5098-30BA-C8F7-614A-4390F3A27A8A}"/>
          </ac:spMkLst>
        </pc:spChg>
        <pc:spChg chg="del">
          <ac:chgData name="Freda Shi" userId="e3bafef1-15f2-4eeb-acbe-fa674bab7991" providerId="ADAL" clId="{9555FC65-5A8C-4EE8-9D5B-8283D7A0923C}" dt="2026-02-11T06:47:31.175" v="69896" actId="478"/>
          <ac:spMkLst>
            <pc:docMk/>
            <pc:sldMk cId="4156271017" sldId="278"/>
            <ac:spMk id="27" creationId="{E87FE8E7-1E52-8E26-7DFD-FAFA3AFD8844}"/>
          </ac:spMkLst>
        </pc:spChg>
        <pc:spChg chg="del">
          <ac:chgData name="Freda Shi" userId="e3bafef1-15f2-4eeb-acbe-fa674bab7991" providerId="ADAL" clId="{9555FC65-5A8C-4EE8-9D5B-8283D7A0923C}" dt="2026-02-11T06:47:31.175" v="69896" actId="478"/>
          <ac:spMkLst>
            <pc:docMk/>
            <pc:sldMk cId="4156271017" sldId="278"/>
            <ac:spMk id="28" creationId="{A71B8E21-8568-860B-89AE-9DBBB4DB5A9A}"/>
          </ac:spMkLst>
        </pc:spChg>
        <pc:spChg chg="del">
          <ac:chgData name="Freda Shi" userId="e3bafef1-15f2-4eeb-acbe-fa674bab7991" providerId="ADAL" clId="{9555FC65-5A8C-4EE8-9D5B-8283D7A0923C}" dt="2026-02-11T06:47:31.175" v="69896" actId="478"/>
          <ac:spMkLst>
            <pc:docMk/>
            <pc:sldMk cId="4156271017" sldId="278"/>
            <ac:spMk id="29" creationId="{B456E607-45EF-E80E-48A2-64CFDE093DE4}"/>
          </ac:spMkLst>
        </pc:spChg>
        <pc:spChg chg="del">
          <ac:chgData name="Freda Shi" userId="e3bafef1-15f2-4eeb-acbe-fa674bab7991" providerId="ADAL" clId="{9555FC65-5A8C-4EE8-9D5B-8283D7A0923C}" dt="2026-02-11T06:47:31.175" v="69896" actId="478"/>
          <ac:spMkLst>
            <pc:docMk/>
            <pc:sldMk cId="4156271017" sldId="278"/>
            <ac:spMk id="39" creationId="{91AEFD78-9C24-A6C2-9639-713253377E6D}"/>
          </ac:spMkLst>
        </pc:spChg>
        <pc:spChg chg="del">
          <ac:chgData name="Freda Shi" userId="e3bafef1-15f2-4eeb-acbe-fa674bab7991" providerId="ADAL" clId="{9555FC65-5A8C-4EE8-9D5B-8283D7A0923C}" dt="2026-02-11T06:47:31.175" v="69896" actId="478"/>
          <ac:spMkLst>
            <pc:docMk/>
            <pc:sldMk cId="4156271017" sldId="278"/>
            <ac:spMk id="40" creationId="{D24379D2-C3F8-8C56-6A64-957B22E369BD}"/>
          </ac:spMkLst>
        </pc:spChg>
        <pc:spChg chg="del">
          <ac:chgData name="Freda Shi" userId="e3bafef1-15f2-4eeb-acbe-fa674bab7991" providerId="ADAL" clId="{9555FC65-5A8C-4EE8-9D5B-8283D7A0923C}" dt="2026-02-11T06:47:31.175" v="69896" actId="478"/>
          <ac:spMkLst>
            <pc:docMk/>
            <pc:sldMk cId="4156271017" sldId="278"/>
            <ac:spMk id="41" creationId="{D1F3D0B4-5D68-83F1-CBEB-8AC5915EDBEB}"/>
          </ac:spMkLst>
        </pc:spChg>
        <pc:spChg chg="del">
          <ac:chgData name="Freda Shi" userId="e3bafef1-15f2-4eeb-acbe-fa674bab7991" providerId="ADAL" clId="{9555FC65-5A8C-4EE8-9D5B-8283D7A0923C}" dt="2026-02-11T06:47:31.175" v="69896" actId="478"/>
          <ac:spMkLst>
            <pc:docMk/>
            <pc:sldMk cId="4156271017" sldId="278"/>
            <ac:spMk id="42" creationId="{A224D7E5-28E5-6C41-B787-C6562ADB3484}"/>
          </ac:spMkLst>
        </pc:spChg>
        <pc:spChg chg="del">
          <ac:chgData name="Freda Shi" userId="e3bafef1-15f2-4eeb-acbe-fa674bab7991" providerId="ADAL" clId="{9555FC65-5A8C-4EE8-9D5B-8283D7A0923C}" dt="2026-02-11T06:47:31.175" v="69896" actId="478"/>
          <ac:spMkLst>
            <pc:docMk/>
            <pc:sldMk cId="4156271017" sldId="278"/>
            <ac:spMk id="43" creationId="{873C89B3-FA89-D898-2497-ED4A7115D5C2}"/>
          </ac:spMkLst>
        </pc:spChg>
        <pc:spChg chg="del">
          <ac:chgData name="Freda Shi" userId="e3bafef1-15f2-4eeb-acbe-fa674bab7991" providerId="ADAL" clId="{9555FC65-5A8C-4EE8-9D5B-8283D7A0923C}" dt="2026-02-11T06:47:31.175" v="69896" actId="478"/>
          <ac:spMkLst>
            <pc:docMk/>
            <pc:sldMk cId="4156271017" sldId="278"/>
            <ac:spMk id="45" creationId="{4B174208-85C7-7856-AC9C-1B2E97FE75C3}"/>
          </ac:spMkLst>
        </pc:spChg>
        <pc:spChg chg="mod">
          <ac:chgData name="Freda Shi" userId="e3bafef1-15f2-4eeb-acbe-fa674bab7991" providerId="ADAL" clId="{9555FC65-5A8C-4EE8-9D5B-8283D7A0923C}" dt="2026-02-11T06:47:25.786" v="69895" actId="20577"/>
          <ac:spMkLst>
            <pc:docMk/>
            <pc:sldMk cId="4156271017" sldId="278"/>
            <ac:spMk id="50" creationId="{9278D209-4473-A689-5D98-FEF99BBED957}"/>
          </ac:spMkLst>
        </pc:spChg>
        <pc:spChg chg="mod">
          <ac:chgData name="Freda Shi" userId="e3bafef1-15f2-4eeb-acbe-fa674bab7991" providerId="ADAL" clId="{9555FC65-5A8C-4EE8-9D5B-8283D7A0923C}" dt="2026-02-11T06:48:13.404" v="69897"/>
          <ac:spMkLst>
            <pc:docMk/>
            <pc:sldMk cId="4156271017" sldId="278"/>
            <ac:spMk id="98" creationId="{3EDF6E79-1610-955B-A569-8375DB89CB3A}"/>
          </ac:spMkLst>
        </pc:spChg>
        <pc:spChg chg="mod">
          <ac:chgData name="Freda Shi" userId="e3bafef1-15f2-4eeb-acbe-fa674bab7991" providerId="ADAL" clId="{9555FC65-5A8C-4EE8-9D5B-8283D7A0923C}" dt="2026-02-11T06:48:13.404" v="69897"/>
          <ac:spMkLst>
            <pc:docMk/>
            <pc:sldMk cId="4156271017" sldId="278"/>
            <ac:spMk id="99" creationId="{A706B791-9181-5EE0-5D66-A2B4CD43D948}"/>
          </ac:spMkLst>
        </pc:spChg>
        <pc:spChg chg="mod">
          <ac:chgData name="Freda Shi" userId="e3bafef1-15f2-4eeb-acbe-fa674bab7991" providerId="ADAL" clId="{9555FC65-5A8C-4EE8-9D5B-8283D7A0923C}" dt="2026-02-11T06:48:13.404" v="69897"/>
          <ac:spMkLst>
            <pc:docMk/>
            <pc:sldMk cId="4156271017" sldId="278"/>
            <ac:spMk id="100" creationId="{7D3F9FF9-B05B-5D9F-D520-B205AC67677D}"/>
          </ac:spMkLst>
        </pc:spChg>
        <pc:spChg chg="mod">
          <ac:chgData name="Freda Shi" userId="e3bafef1-15f2-4eeb-acbe-fa674bab7991" providerId="ADAL" clId="{9555FC65-5A8C-4EE8-9D5B-8283D7A0923C}" dt="2026-02-11T06:48:13.404" v="69897"/>
          <ac:spMkLst>
            <pc:docMk/>
            <pc:sldMk cId="4156271017" sldId="278"/>
            <ac:spMk id="104" creationId="{DE76E43D-BF48-20E2-E258-92E63D35933A}"/>
          </ac:spMkLst>
        </pc:spChg>
        <pc:spChg chg="mod">
          <ac:chgData name="Freda Shi" userId="e3bafef1-15f2-4eeb-acbe-fa674bab7991" providerId="ADAL" clId="{9555FC65-5A8C-4EE8-9D5B-8283D7A0923C}" dt="2026-02-11T06:48:13.404" v="69897"/>
          <ac:spMkLst>
            <pc:docMk/>
            <pc:sldMk cId="4156271017" sldId="278"/>
            <ac:spMk id="109" creationId="{2C1B17B2-FC10-F434-DCB2-C40D98C01A07}"/>
          </ac:spMkLst>
        </pc:spChg>
        <pc:spChg chg="mod">
          <ac:chgData name="Freda Shi" userId="e3bafef1-15f2-4eeb-acbe-fa674bab7991" providerId="ADAL" clId="{9555FC65-5A8C-4EE8-9D5B-8283D7A0923C}" dt="2026-02-11T06:48:13.404" v="69897"/>
          <ac:spMkLst>
            <pc:docMk/>
            <pc:sldMk cId="4156271017" sldId="278"/>
            <ac:spMk id="167" creationId="{5993498C-36CB-841B-9ABB-9F131CDCB9CC}"/>
          </ac:spMkLst>
        </pc:spChg>
        <pc:spChg chg="mod">
          <ac:chgData name="Freda Shi" userId="e3bafef1-15f2-4eeb-acbe-fa674bab7991" providerId="ADAL" clId="{9555FC65-5A8C-4EE8-9D5B-8283D7A0923C}" dt="2026-02-11T06:48:13.404" v="69897"/>
          <ac:spMkLst>
            <pc:docMk/>
            <pc:sldMk cId="4156271017" sldId="278"/>
            <ac:spMk id="173" creationId="{B88B6F05-805B-7A76-396D-B4BD5D3B8647}"/>
          </ac:spMkLst>
        </pc:spChg>
        <pc:spChg chg="mod">
          <ac:chgData name="Freda Shi" userId="e3bafef1-15f2-4eeb-acbe-fa674bab7991" providerId="ADAL" clId="{9555FC65-5A8C-4EE8-9D5B-8283D7A0923C}" dt="2026-02-11T06:48:13.404" v="69897"/>
          <ac:spMkLst>
            <pc:docMk/>
            <pc:sldMk cId="4156271017" sldId="278"/>
            <ac:spMk id="175" creationId="{AC43D623-1B5E-9859-DE0E-1E6812F3A60A}"/>
          </ac:spMkLst>
        </pc:spChg>
        <pc:spChg chg="mod">
          <ac:chgData name="Freda Shi" userId="e3bafef1-15f2-4eeb-acbe-fa674bab7991" providerId="ADAL" clId="{9555FC65-5A8C-4EE8-9D5B-8283D7A0923C}" dt="2026-02-11T06:48:50.763" v="69918" actId="20577"/>
          <ac:spMkLst>
            <pc:docMk/>
            <pc:sldMk cId="4156271017" sldId="278"/>
            <ac:spMk id="179" creationId="{012C4657-4A2F-816F-5DDE-2F07A01BEF9A}"/>
          </ac:spMkLst>
        </pc:spChg>
        <pc:spChg chg="mod">
          <ac:chgData name="Freda Shi" userId="e3bafef1-15f2-4eeb-acbe-fa674bab7991" providerId="ADAL" clId="{9555FC65-5A8C-4EE8-9D5B-8283D7A0923C}" dt="2026-02-11T06:48:13.404" v="69897"/>
          <ac:spMkLst>
            <pc:docMk/>
            <pc:sldMk cId="4156271017" sldId="278"/>
            <ac:spMk id="181" creationId="{719AE618-8238-AAAD-EF5D-A82FCAE21668}"/>
          </ac:spMkLst>
        </pc:spChg>
        <pc:spChg chg="mod">
          <ac:chgData name="Freda Shi" userId="e3bafef1-15f2-4eeb-acbe-fa674bab7991" providerId="ADAL" clId="{9555FC65-5A8C-4EE8-9D5B-8283D7A0923C}" dt="2026-02-11T06:49:00.558" v="69923" actId="14100"/>
          <ac:spMkLst>
            <pc:docMk/>
            <pc:sldMk cId="4156271017" sldId="278"/>
            <ac:spMk id="183" creationId="{925F81B4-C523-B749-7C79-50DF7AF07417}"/>
          </ac:spMkLst>
        </pc:spChg>
        <pc:spChg chg="add mod">
          <ac:chgData name="Freda Shi" userId="e3bafef1-15f2-4eeb-acbe-fa674bab7991" providerId="ADAL" clId="{9555FC65-5A8C-4EE8-9D5B-8283D7A0923C}" dt="2026-02-11T07:32:39.964" v="72903" actId="403"/>
          <ac:spMkLst>
            <pc:docMk/>
            <pc:sldMk cId="4156271017" sldId="278"/>
            <ac:spMk id="184" creationId="{93C8CF87-9488-295E-E75C-5AF9B20E0E05}"/>
          </ac:spMkLst>
        </pc:spChg>
        <pc:spChg chg="add mod">
          <ac:chgData name="Freda Shi" userId="e3bafef1-15f2-4eeb-acbe-fa674bab7991" providerId="ADAL" clId="{9555FC65-5A8C-4EE8-9D5B-8283D7A0923C}" dt="2026-02-11T06:51:59.977" v="70141" actId="20577"/>
          <ac:spMkLst>
            <pc:docMk/>
            <pc:sldMk cId="4156271017" sldId="278"/>
            <ac:spMk id="185" creationId="{940EF428-72CD-8B37-857B-801FCC859E7F}"/>
          </ac:spMkLst>
        </pc:spChg>
        <pc:picChg chg="mod">
          <ac:chgData name="Freda Shi" userId="e3bafef1-15f2-4eeb-acbe-fa674bab7991" providerId="ADAL" clId="{9555FC65-5A8C-4EE8-9D5B-8283D7A0923C}" dt="2026-02-11T06:48:36.121" v="69898" actId="14826"/>
          <ac:picMkLst>
            <pc:docMk/>
            <pc:sldMk cId="4156271017" sldId="278"/>
            <ac:picMk id="171" creationId="{672E2ACE-1D79-4217-E240-C139F88C6D92}"/>
          </ac:picMkLst>
        </pc:picChg>
      </pc:sldChg>
      <pc:sldChg chg="addSp modSp new mod">
        <pc:chgData name="Freda Shi" userId="e3bafef1-15f2-4eeb-acbe-fa674bab7991" providerId="ADAL" clId="{9555FC65-5A8C-4EE8-9D5B-8283D7A0923C}" dt="2026-02-11T06:54:14.331" v="70253" actId="1035"/>
        <pc:sldMkLst>
          <pc:docMk/>
          <pc:sldMk cId="3523487746" sldId="279"/>
        </pc:sldMkLst>
        <pc:spChg chg="mod">
          <ac:chgData name="Freda Shi" userId="e3bafef1-15f2-4eeb-acbe-fa674bab7991" providerId="ADAL" clId="{9555FC65-5A8C-4EE8-9D5B-8283D7A0923C}" dt="2026-02-11T06:53:01.765" v="70161" actId="20577"/>
          <ac:spMkLst>
            <pc:docMk/>
            <pc:sldMk cId="3523487746" sldId="279"/>
            <ac:spMk id="2" creationId="{1B683664-ACAA-D93C-F63D-5100C539D646}"/>
          </ac:spMkLst>
        </pc:spChg>
        <pc:spChg chg="mod">
          <ac:chgData name="Freda Shi" userId="e3bafef1-15f2-4eeb-acbe-fa674bab7991" providerId="ADAL" clId="{9555FC65-5A8C-4EE8-9D5B-8283D7A0923C}" dt="2026-02-11T06:53:23.549" v="70235" actId="20577"/>
          <ac:spMkLst>
            <pc:docMk/>
            <pc:sldMk cId="3523487746" sldId="279"/>
            <ac:spMk id="3" creationId="{C72D6A5C-5010-747E-4C96-697450413823}"/>
          </ac:spMkLst>
        </pc:spChg>
        <pc:picChg chg="add mod">
          <ac:chgData name="Freda Shi" userId="e3bafef1-15f2-4eeb-acbe-fa674bab7991" providerId="ADAL" clId="{9555FC65-5A8C-4EE8-9D5B-8283D7A0923C}" dt="2026-02-11T06:54:14.331" v="70253" actId="1035"/>
          <ac:picMkLst>
            <pc:docMk/>
            <pc:sldMk cId="3523487746" sldId="279"/>
            <ac:picMk id="5" creationId="{D472535B-F699-0B11-01AD-0B38BBB91855}"/>
          </ac:picMkLst>
        </pc:picChg>
      </pc:sldChg>
      <pc:sldChg chg="addSp delSp modSp new mod addAnim delAnim modAnim">
        <pc:chgData name="Freda Shi" userId="e3bafef1-15f2-4eeb-acbe-fa674bab7991" providerId="ADAL" clId="{9555FC65-5A8C-4EE8-9D5B-8283D7A0923C}" dt="2026-02-11T07:08:10.232" v="71005"/>
        <pc:sldMkLst>
          <pc:docMk/>
          <pc:sldMk cId="3793819331" sldId="280"/>
        </pc:sldMkLst>
        <pc:spChg chg="mod">
          <ac:chgData name="Freda Shi" userId="e3bafef1-15f2-4eeb-acbe-fa674bab7991" providerId="ADAL" clId="{9555FC65-5A8C-4EE8-9D5B-8283D7A0923C}" dt="2026-02-11T06:55:01.173" v="70288" actId="20577"/>
          <ac:spMkLst>
            <pc:docMk/>
            <pc:sldMk cId="3793819331" sldId="280"/>
            <ac:spMk id="2" creationId="{DA26E2E8-37BE-649F-5906-04A5DA49F2DE}"/>
          </ac:spMkLst>
        </pc:spChg>
        <pc:spChg chg="mod">
          <ac:chgData name="Freda Shi" userId="e3bafef1-15f2-4eeb-acbe-fa674bab7991" providerId="ADAL" clId="{9555FC65-5A8C-4EE8-9D5B-8283D7A0923C}" dt="2026-02-11T07:08:02.538" v="70985" actId="20577"/>
          <ac:spMkLst>
            <pc:docMk/>
            <pc:sldMk cId="3793819331" sldId="280"/>
            <ac:spMk id="3" creationId="{45FBA9A4-F521-77F9-FCF0-21C4C9CF987E}"/>
          </ac:spMkLst>
        </pc:spChg>
        <pc:spChg chg="del topLvl">
          <ac:chgData name="Freda Shi" userId="e3bafef1-15f2-4eeb-acbe-fa674bab7991" providerId="ADAL" clId="{9555FC65-5A8C-4EE8-9D5B-8283D7A0923C}" dt="2026-02-11T06:56:04.624" v="70381" actId="478"/>
          <ac:spMkLst>
            <pc:docMk/>
            <pc:sldMk cId="3793819331" sldId="280"/>
            <ac:spMk id="8" creationId="{C9A6BDD4-3225-FAE0-428C-5E81E56B22FC}"/>
          </ac:spMkLst>
        </pc:spChg>
        <pc:spChg chg="del topLvl">
          <ac:chgData name="Freda Shi" userId="e3bafef1-15f2-4eeb-acbe-fa674bab7991" providerId="ADAL" clId="{9555FC65-5A8C-4EE8-9D5B-8283D7A0923C}" dt="2026-02-11T06:56:04.599" v="70345" actId="478"/>
          <ac:spMkLst>
            <pc:docMk/>
            <pc:sldMk cId="3793819331" sldId="280"/>
            <ac:spMk id="9" creationId="{2FAD5D0E-9D69-6C9B-470D-7ED3C880C654}"/>
          </ac:spMkLst>
        </pc:spChg>
        <pc:spChg chg="del">
          <ac:chgData name="Freda Shi" userId="e3bafef1-15f2-4eeb-acbe-fa674bab7991" providerId="ADAL" clId="{9555FC65-5A8C-4EE8-9D5B-8283D7A0923C}" dt="2026-02-11T06:56:04.598" v="70344" actId="478"/>
          <ac:spMkLst>
            <pc:docMk/>
            <pc:sldMk cId="3793819331" sldId="280"/>
            <ac:spMk id="10" creationId="{06CC6084-BAB7-65AC-BCB5-1DB31C38C76D}"/>
          </ac:spMkLst>
        </pc:spChg>
        <pc:spChg chg="del">
          <ac:chgData name="Freda Shi" userId="e3bafef1-15f2-4eeb-acbe-fa674bab7991" providerId="ADAL" clId="{9555FC65-5A8C-4EE8-9D5B-8283D7A0923C}" dt="2026-02-11T06:56:04.597" v="70343" actId="478"/>
          <ac:spMkLst>
            <pc:docMk/>
            <pc:sldMk cId="3793819331" sldId="280"/>
            <ac:spMk id="11" creationId="{C9D2AB8F-031B-37B7-E127-3B29D7BB5DD9}"/>
          </ac:spMkLst>
        </pc:spChg>
        <pc:spChg chg="del">
          <ac:chgData name="Freda Shi" userId="e3bafef1-15f2-4eeb-acbe-fa674bab7991" providerId="ADAL" clId="{9555FC65-5A8C-4EE8-9D5B-8283D7A0923C}" dt="2026-02-11T06:56:04.596" v="70342" actId="478"/>
          <ac:spMkLst>
            <pc:docMk/>
            <pc:sldMk cId="3793819331" sldId="280"/>
            <ac:spMk id="12" creationId="{83EB838B-F821-736A-31F9-27D59993C3C8}"/>
          </ac:spMkLst>
        </pc:spChg>
        <pc:spChg chg="del">
          <ac:chgData name="Freda Shi" userId="e3bafef1-15f2-4eeb-acbe-fa674bab7991" providerId="ADAL" clId="{9555FC65-5A8C-4EE8-9D5B-8283D7A0923C}" dt="2026-02-11T06:56:04.596" v="70341" actId="478"/>
          <ac:spMkLst>
            <pc:docMk/>
            <pc:sldMk cId="3793819331" sldId="280"/>
            <ac:spMk id="13" creationId="{ECE4E8ED-2A11-3F9F-338F-6E1F4E761A70}"/>
          </ac:spMkLst>
        </pc:spChg>
        <pc:spChg chg="del">
          <ac:chgData name="Freda Shi" userId="e3bafef1-15f2-4eeb-acbe-fa674bab7991" providerId="ADAL" clId="{9555FC65-5A8C-4EE8-9D5B-8283D7A0923C}" dt="2026-02-11T06:56:04.595" v="70340" actId="478"/>
          <ac:spMkLst>
            <pc:docMk/>
            <pc:sldMk cId="3793819331" sldId="280"/>
            <ac:spMk id="14" creationId="{5091CDCE-44BB-71AD-3C18-3BBE81B841E7}"/>
          </ac:spMkLst>
        </pc:spChg>
        <pc:spChg chg="del">
          <ac:chgData name="Freda Shi" userId="e3bafef1-15f2-4eeb-acbe-fa674bab7991" providerId="ADAL" clId="{9555FC65-5A8C-4EE8-9D5B-8283D7A0923C}" dt="2026-02-11T06:56:04.594" v="70339" actId="478"/>
          <ac:spMkLst>
            <pc:docMk/>
            <pc:sldMk cId="3793819331" sldId="280"/>
            <ac:spMk id="15" creationId="{8CDF9144-DD0A-2CE8-F23A-C4640CC4E97D}"/>
          </ac:spMkLst>
        </pc:spChg>
        <pc:spChg chg="del">
          <ac:chgData name="Freda Shi" userId="e3bafef1-15f2-4eeb-acbe-fa674bab7991" providerId="ADAL" clId="{9555FC65-5A8C-4EE8-9D5B-8283D7A0923C}" dt="2026-02-11T06:56:04.593" v="70338" actId="478"/>
          <ac:spMkLst>
            <pc:docMk/>
            <pc:sldMk cId="3793819331" sldId="280"/>
            <ac:spMk id="16" creationId="{51D46ACB-1D88-E7F0-E5A1-C5F2F1EFD825}"/>
          </ac:spMkLst>
        </pc:spChg>
        <pc:spChg chg="del">
          <ac:chgData name="Freda Shi" userId="e3bafef1-15f2-4eeb-acbe-fa674bab7991" providerId="ADAL" clId="{9555FC65-5A8C-4EE8-9D5B-8283D7A0923C}" dt="2026-02-11T06:56:04.592" v="70337" actId="478"/>
          <ac:spMkLst>
            <pc:docMk/>
            <pc:sldMk cId="3793819331" sldId="280"/>
            <ac:spMk id="17" creationId="{8B0C5BED-078A-2440-2978-B146A2BE7290}"/>
          </ac:spMkLst>
        </pc:spChg>
        <pc:spChg chg="del">
          <ac:chgData name="Freda Shi" userId="e3bafef1-15f2-4eeb-acbe-fa674bab7991" providerId="ADAL" clId="{9555FC65-5A8C-4EE8-9D5B-8283D7A0923C}" dt="2026-02-11T06:56:04.591" v="70336" actId="478"/>
          <ac:spMkLst>
            <pc:docMk/>
            <pc:sldMk cId="3793819331" sldId="280"/>
            <ac:spMk id="18" creationId="{1D5FD6E4-30C7-73A2-CD57-40603DF9611C}"/>
          </ac:spMkLst>
        </pc:spChg>
        <pc:spChg chg="del">
          <ac:chgData name="Freda Shi" userId="e3bafef1-15f2-4eeb-acbe-fa674bab7991" providerId="ADAL" clId="{9555FC65-5A8C-4EE8-9D5B-8283D7A0923C}" dt="2026-02-11T06:56:04.590" v="70335" actId="478"/>
          <ac:spMkLst>
            <pc:docMk/>
            <pc:sldMk cId="3793819331" sldId="280"/>
            <ac:spMk id="19" creationId="{65C23728-D1C0-3269-80DE-CAB72402745C}"/>
          </ac:spMkLst>
        </pc:spChg>
        <pc:spChg chg="del">
          <ac:chgData name="Freda Shi" userId="e3bafef1-15f2-4eeb-acbe-fa674bab7991" providerId="ADAL" clId="{9555FC65-5A8C-4EE8-9D5B-8283D7A0923C}" dt="2026-02-11T06:56:04.589" v="70334" actId="478"/>
          <ac:spMkLst>
            <pc:docMk/>
            <pc:sldMk cId="3793819331" sldId="280"/>
            <ac:spMk id="20" creationId="{A4CDE680-7CAD-816B-BEF8-9D54A52F71BB}"/>
          </ac:spMkLst>
        </pc:spChg>
        <pc:spChg chg="del">
          <ac:chgData name="Freda Shi" userId="e3bafef1-15f2-4eeb-acbe-fa674bab7991" providerId="ADAL" clId="{9555FC65-5A8C-4EE8-9D5B-8283D7A0923C}" dt="2026-02-11T06:56:04.588" v="70333" actId="478"/>
          <ac:spMkLst>
            <pc:docMk/>
            <pc:sldMk cId="3793819331" sldId="280"/>
            <ac:spMk id="21" creationId="{A0288C7A-97FF-B08E-D538-10BAF47F8BD3}"/>
          </ac:spMkLst>
        </pc:spChg>
        <pc:spChg chg="del">
          <ac:chgData name="Freda Shi" userId="e3bafef1-15f2-4eeb-acbe-fa674bab7991" providerId="ADAL" clId="{9555FC65-5A8C-4EE8-9D5B-8283D7A0923C}" dt="2026-02-11T06:56:04.587" v="70332" actId="478"/>
          <ac:spMkLst>
            <pc:docMk/>
            <pc:sldMk cId="3793819331" sldId="280"/>
            <ac:spMk id="22" creationId="{FC887041-EFA1-F9B5-DCA3-E98A4F709FC7}"/>
          </ac:spMkLst>
        </pc:spChg>
        <pc:spChg chg="del">
          <ac:chgData name="Freda Shi" userId="e3bafef1-15f2-4eeb-acbe-fa674bab7991" providerId="ADAL" clId="{9555FC65-5A8C-4EE8-9D5B-8283D7A0923C}" dt="2026-02-11T06:56:04.586" v="70331" actId="478"/>
          <ac:spMkLst>
            <pc:docMk/>
            <pc:sldMk cId="3793819331" sldId="280"/>
            <ac:spMk id="23" creationId="{986E9DD1-534C-EA8F-B793-3C4AB50FA5E9}"/>
          </ac:spMkLst>
        </pc:spChg>
        <pc:spChg chg="del">
          <ac:chgData name="Freda Shi" userId="e3bafef1-15f2-4eeb-acbe-fa674bab7991" providerId="ADAL" clId="{9555FC65-5A8C-4EE8-9D5B-8283D7A0923C}" dt="2026-02-11T06:56:04.585" v="70330" actId="478"/>
          <ac:spMkLst>
            <pc:docMk/>
            <pc:sldMk cId="3793819331" sldId="280"/>
            <ac:spMk id="24" creationId="{366335DE-0216-AFB1-EC1B-C8D913999573}"/>
          </ac:spMkLst>
        </pc:spChg>
        <pc:spChg chg="del">
          <ac:chgData name="Freda Shi" userId="e3bafef1-15f2-4eeb-acbe-fa674bab7991" providerId="ADAL" clId="{9555FC65-5A8C-4EE8-9D5B-8283D7A0923C}" dt="2026-02-11T06:56:04.584" v="70329" actId="478"/>
          <ac:spMkLst>
            <pc:docMk/>
            <pc:sldMk cId="3793819331" sldId="280"/>
            <ac:spMk id="25" creationId="{AF91845B-3097-335F-7F92-4659E6F2201F}"/>
          </ac:spMkLst>
        </pc:spChg>
        <pc:spChg chg="del">
          <ac:chgData name="Freda Shi" userId="e3bafef1-15f2-4eeb-acbe-fa674bab7991" providerId="ADAL" clId="{9555FC65-5A8C-4EE8-9D5B-8283D7A0923C}" dt="2026-02-11T06:56:04.583" v="70328" actId="478"/>
          <ac:spMkLst>
            <pc:docMk/>
            <pc:sldMk cId="3793819331" sldId="280"/>
            <ac:spMk id="26" creationId="{E7A77D70-3B41-47F1-0EE6-99E4F7C9A368}"/>
          </ac:spMkLst>
        </pc:spChg>
        <pc:spChg chg="del">
          <ac:chgData name="Freda Shi" userId="e3bafef1-15f2-4eeb-acbe-fa674bab7991" providerId="ADAL" clId="{9555FC65-5A8C-4EE8-9D5B-8283D7A0923C}" dt="2026-02-11T06:56:04.582" v="70327" actId="478"/>
          <ac:spMkLst>
            <pc:docMk/>
            <pc:sldMk cId="3793819331" sldId="280"/>
            <ac:spMk id="27" creationId="{A30B8CB0-D4F0-9005-DAEA-E531E0FA4603}"/>
          </ac:spMkLst>
        </pc:spChg>
        <pc:spChg chg="del">
          <ac:chgData name="Freda Shi" userId="e3bafef1-15f2-4eeb-acbe-fa674bab7991" providerId="ADAL" clId="{9555FC65-5A8C-4EE8-9D5B-8283D7A0923C}" dt="2026-02-11T06:56:04.581" v="70326" actId="478"/>
          <ac:spMkLst>
            <pc:docMk/>
            <pc:sldMk cId="3793819331" sldId="280"/>
            <ac:spMk id="28" creationId="{0D32262B-30E6-8AB8-5BC4-4B5A5263F044}"/>
          </ac:spMkLst>
        </pc:spChg>
        <pc:spChg chg="del">
          <ac:chgData name="Freda Shi" userId="e3bafef1-15f2-4eeb-acbe-fa674bab7991" providerId="ADAL" clId="{9555FC65-5A8C-4EE8-9D5B-8283D7A0923C}" dt="2026-02-11T06:56:04.579" v="70325" actId="478"/>
          <ac:spMkLst>
            <pc:docMk/>
            <pc:sldMk cId="3793819331" sldId="280"/>
            <ac:spMk id="29" creationId="{76BF1C3C-C6E6-A4A3-83DB-7E29AF280B44}"/>
          </ac:spMkLst>
        </pc:spChg>
        <pc:spChg chg="del">
          <ac:chgData name="Freda Shi" userId="e3bafef1-15f2-4eeb-acbe-fa674bab7991" providerId="ADAL" clId="{9555FC65-5A8C-4EE8-9D5B-8283D7A0923C}" dt="2026-02-11T06:56:04.578" v="70324" actId="478"/>
          <ac:spMkLst>
            <pc:docMk/>
            <pc:sldMk cId="3793819331" sldId="280"/>
            <ac:spMk id="30" creationId="{6510D540-5AA6-A87B-B9F3-C40E90757E6A}"/>
          </ac:spMkLst>
        </pc:spChg>
        <pc:spChg chg="del">
          <ac:chgData name="Freda Shi" userId="e3bafef1-15f2-4eeb-acbe-fa674bab7991" providerId="ADAL" clId="{9555FC65-5A8C-4EE8-9D5B-8283D7A0923C}" dt="2026-02-11T06:56:04.577" v="70323" actId="478"/>
          <ac:spMkLst>
            <pc:docMk/>
            <pc:sldMk cId="3793819331" sldId="280"/>
            <ac:spMk id="31" creationId="{59AE5E9D-D22E-7B7F-1B85-C3EABA2F9996}"/>
          </ac:spMkLst>
        </pc:spChg>
        <pc:spChg chg="del">
          <ac:chgData name="Freda Shi" userId="e3bafef1-15f2-4eeb-acbe-fa674bab7991" providerId="ADAL" clId="{9555FC65-5A8C-4EE8-9D5B-8283D7A0923C}" dt="2026-02-11T06:56:04.576" v="70322" actId="478"/>
          <ac:spMkLst>
            <pc:docMk/>
            <pc:sldMk cId="3793819331" sldId="280"/>
            <ac:spMk id="32" creationId="{E098A726-64E9-7595-286C-EE7CA17F91C0}"/>
          </ac:spMkLst>
        </pc:spChg>
        <pc:spChg chg="del">
          <ac:chgData name="Freda Shi" userId="e3bafef1-15f2-4eeb-acbe-fa674bab7991" providerId="ADAL" clId="{9555FC65-5A8C-4EE8-9D5B-8283D7A0923C}" dt="2026-02-11T06:56:04.575" v="70321" actId="478"/>
          <ac:spMkLst>
            <pc:docMk/>
            <pc:sldMk cId="3793819331" sldId="280"/>
            <ac:spMk id="33" creationId="{382A8008-3CE2-A00E-4376-A0AD4C5984C2}"/>
          </ac:spMkLst>
        </pc:spChg>
        <pc:spChg chg="del">
          <ac:chgData name="Freda Shi" userId="e3bafef1-15f2-4eeb-acbe-fa674bab7991" providerId="ADAL" clId="{9555FC65-5A8C-4EE8-9D5B-8283D7A0923C}" dt="2026-02-11T06:56:04.574" v="70320" actId="478"/>
          <ac:spMkLst>
            <pc:docMk/>
            <pc:sldMk cId="3793819331" sldId="280"/>
            <ac:spMk id="34" creationId="{AED9FC48-FCF0-2D6D-B85A-E7919D9F90AB}"/>
          </ac:spMkLst>
        </pc:spChg>
        <pc:spChg chg="del">
          <ac:chgData name="Freda Shi" userId="e3bafef1-15f2-4eeb-acbe-fa674bab7991" providerId="ADAL" clId="{9555FC65-5A8C-4EE8-9D5B-8283D7A0923C}" dt="2026-02-11T06:56:04.572" v="70319" actId="478"/>
          <ac:spMkLst>
            <pc:docMk/>
            <pc:sldMk cId="3793819331" sldId="280"/>
            <ac:spMk id="35" creationId="{D18728D6-191E-99E4-8BDA-F974849C805B}"/>
          </ac:spMkLst>
        </pc:spChg>
        <pc:spChg chg="del">
          <ac:chgData name="Freda Shi" userId="e3bafef1-15f2-4eeb-acbe-fa674bab7991" providerId="ADAL" clId="{9555FC65-5A8C-4EE8-9D5B-8283D7A0923C}" dt="2026-02-11T06:56:04.571" v="70318" actId="478"/>
          <ac:spMkLst>
            <pc:docMk/>
            <pc:sldMk cId="3793819331" sldId="280"/>
            <ac:spMk id="36" creationId="{359FAEC3-2B06-F248-A931-843A0FF13C60}"/>
          </ac:spMkLst>
        </pc:spChg>
        <pc:spChg chg="del">
          <ac:chgData name="Freda Shi" userId="e3bafef1-15f2-4eeb-acbe-fa674bab7991" providerId="ADAL" clId="{9555FC65-5A8C-4EE8-9D5B-8283D7A0923C}" dt="2026-02-11T06:56:04.570" v="70317" actId="478"/>
          <ac:spMkLst>
            <pc:docMk/>
            <pc:sldMk cId="3793819331" sldId="280"/>
            <ac:spMk id="37" creationId="{912684F4-9AEF-4382-BE30-7A3464D94887}"/>
          </ac:spMkLst>
        </pc:spChg>
        <pc:spChg chg="del">
          <ac:chgData name="Freda Shi" userId="e3bafef1-15f2-4eeb-acbe-fa674bab7991" providerId="ADAL" clId="{9555FC65-5A8C-4EE8-9D5B-8283D7A0923C}" dt="2026-02-11T06:56:04.568" v="70316" actId="478"/>
          <ac:spMkLst>
            <pc:docMk/>
            <pc:sldMk cId="3793819331" sldId="280"/>
            <ac:spMk id="38" creationId="{C8324F69-F6DE-E863-30D1-23A09B41AF08}"/>
          </ac:spMkLst>
        </pc:spChg>
        <pc:spChg chg="del">
          <ac:chgData name="Freda Shi" userId="e3bafef1-15f2-4eeb-acbe-fa674bab7991" providerId="ADAL" clId="{9555FC65-5A8C-4EE8-9D5B-8283D7A0923C}" dt="2026-02-11T06:56:04.567" v="70315" actId="478"/>
          <ac:spMkLst>
            <pc:docMk/>
            <pc:sldMk cId="3793819331" sldId="280"/>
            <ac:spMk id="39" creationId="{7A05A5C4-185A-4257-D1DC-B83C7EE8832E}"/>
          </ac:spMkLst>
        </pc:spChg>
        <pc:spChg chg="del">
          <ac:chgData name="Freda Shi" userId="e3bafef1-15f2-4eeb-acbe-fa674bab7991" providerId="ADAL" clId="{9555FC65-5A8C-4EE8-9D5B-8283D7A0923C}" dt="2026-02-11T06:56:04.565" v="70314" actId="478"/>
          <ac:spMkLst>
            <pc:docMk/>
            <pc:sldMk cId="3793819331" sldId="280"/>
            <ac:spMk id="40" creationId="{9939DE17-F076-854B-A589-45E78728812A}"/>
          </ac:spMkLst>
        </pc:spChg>
        <pc:spChg chg="del">
          <ac:chgData name="Freda Shi" userId="e3bafef1-15f2-4eeb-acbe-fa674bab7991" providerId="ADAL" clId="{9555FC65-5A8C-4EE8-9D5B-8283D7A0923C}" dt="2026-02-11T06:56:04.564" v="70313" actId="478"/>
          <ac:spMkLst>
            <pc:docMk/>
            <pc:sldMk cId="3793819331" sldId="280"/>
            <ac:spMk id="41" creationId="{8B6CDCCC-09CF-1D4A-1E13-F0B488A62F07}"/>
          </ac:spMkLst>
        </pc:spChg>
        <pc:spChg chg="del mod topLvl">
          <ac:chgData name="Freda Shi" userId="e3bafef1-15f2-4eeb-acbe-fa674bab7991" providerId="ADAL" clId="{9555FC65-5A8C-4EE8-9D5B-8283D7A0923C}" dt="2026-02-11T06:57:06.314" v="70483" actId="478"/>
          <ac:spMkLst>
            <pc:docMk/>
            <pc:sldMk cId="3793819331" sldId="280"/>
            <ac:spMk id="46" creationId="{F6594D5B-7314-0591-F3FB-E5C1B25F424E}"/>
          </ac:spMkLst>
        </pc:spChg>
        <pc:spChg chg="del mod topLvl">
          <ac:chgData name="Freda Shi" userId="e3bafef1-15f2-4eeb-acbe-fa674bab7991" providerId="ADAL" clId="{9555FC65-5A8C-4EE8-9D5B-8283D7A0923C}" dt="2026-02-11T06:57:06.288" v="70431" actId="478"/>
          <ac:spMkLst>
            <pc:docMk/>
            <pc:sldMk cId="3793819331" sldId="280"/>
            <ac:spMk id="47" creationId="{F762FCB0-C0B9-E5B4-F2BE-59AA581E3ABD}"/>
          </ac:spMkLst>
        </pc:spChg>
        <pc:spChg chg="del mod">
          <ac:chgData name="Freda Shi" userId="e3bafef1-15f2-4eeb-acbe-fa674bab7991" providerId="ADAL" clId="{9555FC65-5A8C-4EE8-9D5B-8283D7A0923C}" dt="2026-02-11T06:57:06.287" v="70430" actId="478"/>
          <ac:spMkLst>
            <pc:docMk/>
            <pc:sldMk cId="3793819331" sldId="280"/>
            <ac:spMk id="48" creationId="{BD70DEC1-3EEC-5196-D94A-989C5D3B1DAD}"/>
          </ac:spMkLst>
        </pc:spChg>
        <pc:spChg chg="del mod">
          <ac:chgData name="Freda Shi" userId="e3bafef1-15f2-4eeb-acbe-fa674bab7991" providerId="ADAL" clId="{9555FC65-5A8C-4EE8-9D5B-8283D7A0923C}" dt="2026-02-11T06:57:06.286" v="70429" actId="478"/>
          <ac:spMkLst>
            <pc:docMk/>
            <pc:sldMk cId="3793819331" sldId="280"/>
            <ac:spMk id="49" creationId="{18B691E6-6FE2-F9AB-1283-66F201F08765}"/>
          </ac:spMkLst>
        </pc:spChg>
        <pc:spChg chg="del mod">
          <ac:chgData name="Freda Shi" userId="e3bafef1-15f2-4eeb-acbe-fa674bab7991" providerId="ADAL" clId="{9555FC65-5A8C-4EE8-9D5B-8283D7A0923C}" dt="2026-02-11T06:57:06.285" v="70428" actId="478"/>
          <ac:spMkLst>
            <pc:docMk/>
            <pc:sldMk cId="3793819331" sldId="280"/>
            <ac:spMk id="50" creationId="{100D9478-F331-5528-044D-5DF47A7D317C}"/>
          </ac:spMkLst>
        </pc:spChg>
        <pc:spChg chg="del mod">
          <ac:chgData name="Freda Shi" userId="e3bafef1-15f2-4eeb-acbe-fa674bab7991" providerId="ADAL" clId="{9555FC65-5A8C-4EE8-9D5B-8283D7A0923C}" dt="2026-02-11T06:57:06.284" v="70427" actId="478"/>
          <ac:spMkLst>
            <pc:docMk/>
            <pc:sldMk cId="3793819331" sldId="280"/>
            <ac:spMk id="51" creationId="{C6EA2332-2064-E207-E36F-18C89925B037}"/>
          </ac:spMkLst>
        </pc:spChg>
        <pc:spChg chg="del mod">
          <ac:chgData name="Freda Shi" userId="e3bafef1-15f2-4eeb-acbe-fa674bab7991" providerId="ADAL" clId="{9555FC65-5A8C-4EE8-9D5B-8283D7A0923C}" dt="2026-02-11T06:57:06.283" v="70426" actId="478"/>
          <ac:spMkLst>
            <pc:docMk/>
            <pc:sldMk cId="3793819331" sldId="280"/>
            <ac:spMk id="52" creationId="{44386BB2-414D-6F59-7769-A8F475A8D6A9}"/>
          </ac:spMkLst>
        </pc:spChg>
        <pc:spChg chg="del mod">
          <ac:chgData name="Freda Shi" userId="e3bafef1-15f2-4eeb-acbe-fa674bab7991" providerId="ADAL" clId="{9555FC65-5A8C-4EE8-9D5B-8283D7A0923C}" dt="2026-02-11T06:57:06.282" v="70425" actId="478"/>
          <ac:spMkLst>
            <pc:docMk/>
            <pc:sldMk cId="3793819331" sldId="280"/>
            <ac:spMk id="53" creationId="{9FB33EB6-734D-C218-884C-1F7A027411A6}"/>
          </ac:spMkLst>
        </pc:spChg>
        <pc:spChg chg="del mod">
          <ac:chgData name="Freda Shi" userId="e3bafef1-15f2-4eeb-acbe-fa674bab7991" providerId="ADAL" clId="{9555FC65-5A8C-4EE8-9D5B-8283D7A0923C}" dt="2026-02-11T06:57:06.282" v="70424" actId="478"/>
          <ac:spMkLst>
            <pc:docMk/>
            <pc:sldMk cId="3793819331" sldId="280"/>
            <ac:spMk id="54" creationId="{838C7564-46E3-91DD-29E9-46A8567620E3}"/>
          </ac:spMkLst>
        </pc:spChg>
        <pc:spChg chg="del mod">
          <ac:chgData name="Freda Shi" userId="e3bafef1-15f2-4eeb-acbe-fa674bab7991" providerId="ADAL" clId="{9555FC65-5A8C-4EE8-9D5B-8283D7A0923C}" dt="2026-02-11T06:57:06.281" v="70423" actId="478"/>
          <ac:spMkLst>
            <pc:docMk/>
            <pc:sldMk cId="3793819331" sldId="280"/>
            <ac:spMk id="55" creationId="{54F7D477-EC27-4A80-1AF7-BEADC0F4FAE7}"/>
          </ac:spMkLst>
        </pc:spChg>
        <pc:spChg chg="del mod">
          <ac:chgData name="Freda Shi" userId="e3bafef1-15f2-4eeb-acbe-fa674bab7991" providerId="ADAL" clId="{9555FC65-5A8C-4EE8-9D5B-8283D7A0923C}" dt="2026-02-11T06:57:06.280" v="70422" actId="478"/>
          <ac:spMkLst>
            <pc:docMk/>
            <pc:sldMk cId="3793819331" sldId="280"/>
            <ac:spMk id="56" creationId="{A34CF9DE-4D89-43EE-4E7D-7290907577CB}"/>
          </ac:spMkLst>
        </pc:spChg>
        <pc:spChg chg="del mod">
          <ac:chgData name="Freda Shi" userId="e3bafef1-15f2-4eeb-acbe-fa674bab7991" providerId="ADAL" clId="{9555FC65-5A8C-4EE8-9D5B-8283D7A0923C}" dt="2026-02-11T06:57:06.279" v="70421" actId="478"/>
          <ac:spMkLst>
            <pc:docMk/>
            <pc:sldMk cId="3793819331" sldId="280"/>
            <ac:spMk id="57" creationId="{BE11237D-DCFD-4AAF-53A0-13CBD743DA21}"/>
          </ac:spMkLst>
        </pc:spChg>
        <pc:spChg chg="del mod">
          <ac:chgData name="Freda Shi" userId="e3bafef1-15f2-4eeb-acbe-fa674bab7991" providerId="ADAL" clId="{9555FC65-5A8C-4EE8-9D5B-8283D7A0923C}" dt="2026-02-11T06:57:06.278" v="70420" actId="478"/>
          <ac:spMkLst>
            <pc:docMk/>
            <pc:sldMk cId="3793819331" sldId="280"/>
            <ac:spMk id="58" creationId="{595EAD03-6C5B-7CFC-08CD-6430E29A578A}"/>
          </ac:spMkLst>
        </pc:spChg>
        <pc:spChg chg="del mod">
          <ac:chgData name="Freda Shi" userId="e3bafef1-15f2-4eeb-acbe-fa674bab7991" providerId="ADAL" clId="{9555FC65-5A8C-4EE8-9D5B-8283D7A0923C}" dt="2026-02-11T06:57:06.277" v="70419" actId="478"/>
          <ac:spMkLst>
            <pc:docMk/>
            <pc:sldMk cId="3793819331" sldId="280"/>
            <ac:spMk id="59" creationId="{4A26DB00-F9FD-3D6A-3CA0-A0722D8CA950}"/>
          </ac:spMkLst>
        </pc:spChg>
        <pc:spChg chg="del mod">
          <ac:chgData name="Freda Shi" userId="e3bafef1-15f2-4eeb-acbe-fa674bab7991" providerId="ADAL" clId="{9555FC65-5A8C-4EE8-9D5B-8283D7A0923C}" dt="2026-02-11T06:57:06.276" v="70418" actId="478"/>
          <ac:spMkLst>
            <pc:docMk/>
            <pc:sldMk cId="3793819331" sldId="280"/>
            <ac:spMk id="60" creationId="{2EA08827-4062-93B6-64CD-D3EBF9B243F3}"/>
          </ac:spMkLst>
        </pc:spChg>
        <pc:spChg chg="del mod">
          <ac:chgData name="Freda Shi" userId="e3bafef1-15f2-4eeb-acbe-fa674bab7991" providerId="ADAL" clId="{9555FC65-5A8C-4EE8-9D5B-8283D7A0923C}" dt="2026-02-11T06:57:06.274" v="70417" actId="478"/>
          <ac:spMkLst>
            <pc:docMk/>
            <pc:sldMk cId="3793819331" sldId="280"/>
            <ac:spMk id="61" creationId="{010E6174-A5B5-968C-61EF-654ED1E298FB}"/>
          </ac:spMkLst>
        </pc:spChg>
        <pc:spChg chg="del mod">
          <ac:chgData name="Freda Shi" userId="e3bafef1-15f2-4eeb-acbe-fa674bab7991" providerId="ADAL" clId="{9555FC65-5A8C-4EE8-9D5B-8283D7A0923C}" dt="2026-02-11T06:57:06.273" v="70416" actId="478"/>
          <ac:spMkLst>
            <pc:docMk/>
            <pc:sldMk cId="3793819331" sldId="280"/>
            <ac:spMk id="62" creationId="{87740E5E-DF16-362E-C3FF-BE0C941A63E3}"/>
          </ac:spMkLst>
        </pc:spChg>
        <pc:spChg chg="del mod">
          <ac:chgData name="Freda Shi" userId="e3bafef1-15f2-4eeb-acbe-fa674bab7991" providerId="ADAL" clId="{9555FC65-5A8C-4EE8-9D5B-8283D7A0923C}" dt="2026-02-11T06:57:06.272" v="70415" actId="478"/>
          <ac:spMkLst>
            <pc:docMk/>
            <pc:sldMk cId="3793819331" sldId="280"/>
            <ac:spMk id="63" creationId="{1DF6C820-725C-52D8-0107-26AD4DFAD655}"/>
          </ac:spMkLst>
        </pc:spChg>
        <pc:spChg chg="del mod">
          <ac:chgData name="Freda Shi" userId="e3bafef1-15f2-4eeb-acbe-fa674bab7991" providerId="ADAL" clId="{9555FC65-5A8C-4EE8-9D5B-8283D7A0923C}" dt="2026-02-11T06:57:06.271" v="70414" actId="478"/>
          <ac:spMkLst>
            <pc:docMk/>
            <pc:sldMk cId="3793819331" sldId="280"/>
            <ac:spMk id="64" creationId="{7CC672DA-0ADB-C6C1-25AF-6EF870D58AE2}"/>
          </ac:spMkLst>
        </pc:spChg>
        <pc:spChg chg="del mod">
          <ac:chgData name="Freda Shi" userId="e3bafef1-15f2-4eeb-acbe-fa674bab7991" providerId="ADAL" clId="{9555FC65-5A8C-4EE8-9D5B-8283D7A0923C}" dt="2026-02-11T06:57:06.270" v="70413" actId="478"/>
          <ac:spMkLst>
            <pc:docMk/>
            <pc:sldMk cId="3793819331" sldId="280"/>
            <ac:spMk id="65" creationId="{C7CBDF4F-C125-3215-C6C3-7A33EA9D86C0}"/>
          </ac:spMkLst>
        </pc:spChg>
        <pc:spChg chg="del mod">
          <ac:chgData name="Freda Shi" userId="e3bafef1-15f2-4eeb-acbe-fa674bab7991" providerId="ADAL" clId="{9555FC65-5A8C-4EE8-9D5B-8283D7A0923C}" dt="2026-02-11T06:57:06.269" v="70412" actId="478"/>
          <ac:spMkLst>
            <pc:docMk/>
            <pc:sldMk cId="3793819331" sldId="280"/>
            <ac:spMk id="66" creationId="{FE03336D-6048-2A53-B3C1-043D2369EDFD}"/>
          </ac:spMkLst>
        </pc:spChg>
        <pc:spChg chg="del mod">
          <ac:chgData name="Freda Shi" userId="e3bafef1-15f2-4eeb-acbe-fa674bab7991" providerId="ADAL" clId="{9555FC65-5A8C-4EE8-9D5B-8283D7A0923C}" dt="2026-02-11T06:57:06.268" v="70411" actId="478"/>
          <ac:spMkLst>
            <pc:docMk/>
            <pc:sldMk cId="3793819331" sldId="280"/>
            <ac:spMk id="67" creationId="{363812EE-35FA-42E5-34E9-92C5B1FAE048}"/>
          </ac:spMkLst>
        </pc:spChg>
        <pc:spChg chg="del mod">
          <ac:chgData name="Freda Shi" userId="e3bafef1-15f2-4eeb-acbe-fa674bab7991" providerId="ADAL" clId="{9555FC65-5A8C-4EE8-9D5B-8283D7A0923C}" dt="2026-02-11T06:57:06.266" v="70410" actId="478"/>
          <ac:spMkLst>
            <pc:docMk/>
            <pc:sldMk cId="3793819331" sldId="280"/>
            <ac:spMk id="68" creationId="{0BFAB5AC-CC48-A447-C496-469BA453AE87}"/>
          </ac:spMkLst>
        </pc:spChg>
        <pc:spChg chg="del mod">
          <ac:chgData name="Freda Shi" userId="e3bafef1-15f2-4eeb-acbe-fa674bab7991" providerId="ADAL" clId="{9555FC65-5A8C-4EE8-9D5B-8283D7A0923C}" dt="2026-02-11T06:57:06.265" v="70409" actId="478"/>
          <ac:spMkLst>
            <pc:docMk/>
            <pc:sldMk cId="3793819331" sldId="280"/>
            <ac:spMk id="69" creationId="{9447D875-95F9-00C6-1151-D6A6555D34ED}"/>
          </ac:spMkLst>
        </pc:spChg>
        <pc:spChg chg="del mod">
          <ac:chgData name="Freda Shi" userId="e3bafef1-15f2-4eeb-acbe-fa674bab7991" providerId="ADAL" clId="{9555FC65-5A8C-4EE8-9D5B-8283D7A0923C}" dt="2026-02-11T06:57:06.264" v="70408" actId="478"/>
          <ac:spMkLst>
            <pc:docMk/>
            <pc:sldMk cId="3793819331" sldId="280"/>
            <ac:spMk id="70" creationId="{AFC78D7E-2DB1-AF21-C854-95A84CF22064}"/>
          </ac:spMkLst>
        </pc:spChg>
        <pc:spChg chg="del mod">
          <ac:chgData name="Freda Shi" userId="e3bafef1-15f2-4eeb-acbe-fa674bab7991" providerId="ADAL" clId="{9555FC65-5A8C-4EE8-9D5B-8283D7A0923C}" dt="2026-02-11T06:57:06.263" v="70407" actId="478"/>
          <ac:spMkLst>
            <pc:docMk/>
            <pc:sldMk cId="3793819331" sldId="280"/>
            <ac:spMk id="71" creationId="{5936C3F8-6127-69FD-8B22-D8AD2942F48F}"/>
          </ac:spMkLst>
        </pc:spChg>
        <pc:spChg chg="del mod">
          <ac:chgData name="Freda Shi" userId="e3bafef1-15f2-4eeb-acbe-fa674bab7991" providerId="ADAL" clId="{9555FC65-5A8C-4EE8-9D5B-8283D7A0923C}" dt="2026-02-11T06:57:06.262" v="70406" actId="478"/>
          <ac:spMkLst>
            <pc:docMk/>
            <pc:sldMk cId="3793819331" sldId="280"/>
            <ac:spMk id="72" creationId="{6FEC9C8D-C482-20DC-BE69-7BBCDE960B57}"/>
          </ac:spMkLst>
        </pc:spChg>
        <pc:spChg chg="del mod">
          <ac:chgData name="Freda Shi" userId="e3bafef1-15f2-4eeb-acbe-fa674bab7991" providerId="ADAL" clId="{9555FC65-5A8C-4EE8-9D5B-8283D7A0923C}" dt="2026-02-11T06:57:06.260" v="70405" actId="478"/>
          <ac:spMkLst>
            <pc:docMk/>
            <pc:sldMk cId="3793819331" sldId="280"/>
            <ac:spMk id="73" creationId="{7536D305-F3A4-C517-31E2-8FA6FE8562F1}"/>
          </ac:spMkLst>
        </pc:spChg>
        <pc:spChg chg="del mod">
          <ac:chgData name="Freda Shi" userId="e3bafef1-15f2-4eeb-acbe-fa674bab7991" providerId="ADAL" clId="{9555FC65-5A8C-4EE8-9D5B-8283D7A0923C}" dt="2026-02-11T06:57:06.258" v="70404" actId="478"/>
          <ac:spMkLst>
            <pc:docMk/>
            <pc:sldMk cId="3793819331" sldId="280"/>
            <ac:spMk id="74" creationId="{0DB119F8-08E4-4492-15A6-FD397BB68043}"/>
          </ac:spMkLst>
        </pc:spChg>
        <pc:spChg chg="del mod">
          <ac:chgData name="Freda Shi" userId="e3bafef1-15f2-4eeb-acbe-fa674bab7991" providerId="ADAL" clId="{9555FC65-5A8C-4EE8-9D5B-8283D7A0923C}" dt="2026-02-11T06:57:06.257" v="70403" actId="478"/>
          <ac:spMkLst>
            <pc:docMk/>
            <pc:sldMk cId="3793819331" sldId="280"/>
            <ac:spMk id="75" creationId="{7D7F5F00-53A5-BC8F-68B5-D4FB5ED7AF28}"/>
          </ac:spMkLst>
        </pc:spChg>
        <pc:spChg chg="del mod">
          <ac:chgData name="Freda Shi" userId="e3bafef1-15f2-4eeb-acbe-fa674bab7991" providerId="ADAL" clId="{9555FC65-5A8C-4EE8-9D5B-8283D7A0923C}" dt="2026-02-11T06:57:06.256" v="70402" actId="478"/>
          <ac:spMkLst>
            <pc:docMk/>
            <pc:sldMk cId="3793819331" sldId="280"/>
            <ac:spMk id="76" creationId="{FB032A60-2418-ADD0-0772-01F093327919}"/>
          </ac:spMkLst>
        </pc:spChg>
        <pc:spChg chg="del mod">
          <ac:chgData name="Freda Shi" userId="e3bafef1-15f2-4eeb-acbe-fa674bab7991" providerId="ADAL" clId="{9555FC65-5A8C-4EE8-9D5B-8283D7A0923C}" dt="2026-02-11T06:57:06.254" v="70401" actId="478"/>
          <ac:spMkLst>
            <pc:docMk/>
            <pc:sldMk cId="3793819331" sldId="280"/>
            <ac:spMk id="77" creationId="{D7FB6A8F-97C8-EC94-3CEC-1926FFB7B87C}"/>
          </ac:spMkLst>
        </pc:spChg>
        <pc:spChg chg="del mod">
          <ac:chgData name="Freda Shi" userId="e3bafef1-15f2-4eeb-acbe-fa674bab7991" providerId="ADAL" clId="{9555FC65-5A8C-4EE8-9D5B-8283D7A0923C}" dt="2026-02-11T06:57:06.253" v="70400" actId="478"/>
          <ac:spMkLst>
            <pc:docMk/>
            <pc:sldMk cId="3793819331" sldId="280"/>
            <ac:spMk id="78" creationId="{72BCDFAA-1CE5-F09F-5054-A4FB7A7AF89E}"/>
          </ac:spMkLst>
        </pc:spChg>
        <pc:spChg chg="del mod">
          <ac:chgData name="Freda Shi" userId="e3bafef1-15f2-4eeb-acbe-fa674bab7991" providerId="ADAL" clId="{9555FC65-5A8C-4EE8-9D5B-8283D7A0923C}" dt="2026-02-11T06:57:06.251" v="70399" actId="478"/>
          <ac:spMkLst>
            <pc:docMk/>
            <pc:sldMk cId="3793819331" sldId="280"/>
            <ac:spMk id="79" creationId="{208B146C-2A09-355C-19A0-4FFC114F7528}"/>
          </ac:spMkLst>
        </pc:spChg>
        <pc:spChg chg="del mod">
          <ac:chgData name="Freda Shi" userId="e3bafef1-15f2-4eeb-acbe-fa674bab7991" providerId="ADAL" clId="{9555FC65-5A8C-4EE8-9D5B-8283D7A0923C}" dt="2026-02-11T06:57:06.249" v="70398" actId="478"/>
          <ac:spMkLst>
            <pc:docMk/>
            <pc:sldMk cId="3793819331" sldId="280"/>
            <ac:spMk id="80" creationId="{39758C1F-636F-3CA6-33FD-5DB8E6FD0F4A}"/>
          </ac:spMkLst>
        </pc:spChg>
        <pc:spChg chg="mod">
          <ac:chgData name="Freda Shi" userId="e3bafef1-15f2-4eeb-acbe-fa674bab7991" providerId="ADAL" clId="{9555FC65-5A8C-4EE8-9D5B-8283D7A0923C}" dt="2026-02-11T06:57:06.289" v="70432" actId="108"/>
          <ac:spMkLst>
            <pc:docMk/>
            <pc:sldMk cId="3793819331" sldId="280"/>
            <ac:spMk id="120" creationId="{484CC1CA-EAAE-6D8A-3297-F5F44B0B3C76}"/>
          </ac:spMkLst>
        </pc:spChg>
        <pc:spChg chg="mod">
          <ac:chgData name="Freda Shi" userId="e3bafef1-15f2-4eeb-acbe-fa674bab7991" providerId="ADAL" clId="{9555FC65-5A8C-4EE8-9D5B-8283D7A0923C}" dt="2026-02-11T06:57:06.289" v="70433" actId="108"/>
          <ac:spMkLst>
            <pc:docMk/>
            <pc:sldMk cId="3793819331" sldId="280"/>
            <ac:spMk id="121" creationId="{B3F58296-266D-AC5E-9F94-CDA2A4651D41}"/>
          </ac:spMkLst>
        </pc:spChg>
        <pc:spChg chg="mod">
          <ac:chgData name="Freda Shi" userId="e3bafef1-15f2-4eeb-acbe-fa674bab7991" providerId="ADAL" clId="{9555FC65-5A8C-4EE8-9D5B-8283D7A0923C}" dt="2026-02-11T06:57:06.290" v="70434" actId="108"/>
          <ac:spMkLst>
            <pc:docMk/>
            <pc:sldMk cId="3793819331" sldId="280"/>
            <ac:spMk id="122" creationId="{9B4DFE04-0E19-65F7-C702-DDF38A00FF22}"/>
          </ac:spMkLst>
        </pc:spChg>
        <pc:spChg chg="mod">
          <ac:chgData name="Freda Shi" userId="e3bafef1-15f2-4eeb-acbe-fa674bab7991" providerId="ADAL" clId="{9555FC65-5A8C-4EE8-9D5B-8283D7A0923C}" dt="2026-02-11T06:57:06.290" v="70435" actId="108"/>
          <ac:spMkLst>
            <pc:docMk/>
            <pc:sldMk cId="3793819331" sldId="280"/>
            <ac:spMk id="123" creationId="{34B0E45E-9307-5AB2-7DE2-67A574E98503}"/>
          </ac:spMkLst>
        </pc:spChg>
        <pc:spChg chg="mod">
          <ac:chgData name="Freda Shi" userId="e3bafef1-15f2-4eeb-acbe-fa674bab7991" providerId="ADAL" clId="{9555FC65-5A8C-4EE8-9D5B-8283D7A0923C}" dt="2026-02-11T06:57:06.291" v="70436" actId="108"/>
          <ac:spMkLst>
            <pc:docMk/>
            <pc:sldMk cId="3793819331" sldId="280"/>
            <ac:spMk id="124" creationId="{2A85C9AC-39A6-C395-6E86-85D35DB45EDB}"/>
          </ac:spMkLst>
        </pc:spChg>
        <pc:spChg chg="mod">
          <ac:chgData name="Freda Shi" userId="e3bafef1-15f2-4eeb-acbe-fa674bab7991" providerId="ADAL" clId="{9555FC65-5A8C-4EE8-9D5B-8283D7A0923C}" dt="2026-02-11T06:57:06.291" v="70437" actId="108"/>
          <ac:spMkLst>
            <pc:docMk/>
            <pc:sldMk cId="3793819331" sldId="280"/>
            <ac:spMk id="125" creationId="{E5B12E40-937F-F561-B9E0-4D55D4950807}"/>
          </ac:spMkLst>
        </pc:spChg>
        <pc:spChg chg="mod">
          <ac:chgData name="Freda Shi" userId="e3bafef1-15f2-4eeb-acbe-fa674bab7991" providerId="ADAL" clId="{9555FC65-5A8C-4EE8-9D5B-8283D7A0923C}" dt="2026-02-11T06:57:06.292" v="70438" actId="108"/>
          <ac:spMkLst>
            <pc:docMk/>
            <pc:sldMk cId="3793819331" sldId="280"/>
            <ac:spMk id="126" creationId="{079F7344-76E6-0B94-1253-6D16D4D2A207}"/>
          </ac:spMkLst>
        </pc:spChg>
        <pc:spChg chg="mod">
          <ac:chgData name="Freda Shi" userId="e3bafef1-15f2-4eeb-acbe-fa674bab7991" providerId="ADAL" clId="{9555FC65-5A8C-4EE8-9D5B-8283D7A0923C}" dt="2026-02-11T06:57:06.292" v="70439" actId="108"/>
          <ac:spMkLst>
            <pc:docMk/>
            <pc:sldMk cId="3793819331" sldId="280"/>
            <ac:spMk id="127" creationId="{64D52B98-7E99-712A-60BC-11029BD322FC}"/>
          </ac:spMkLst>
        </pc:spChg>
        <pc:spChg chg="mod">
          <ac:chgData name="Freda Shi" userId="e3bafef1-15f2-4eeb-acbe-fa674bab7991" providerId="ADAL" clId="{9555FC65-5A8C-4EE8-9D5B-8283D7A0923C}" dt="2026-02-11T06:57:06.293" v="70440" actId="108"/>
          <ac:spMkLst>
            <pc:docMk/>
            <pc:sldMk cId="3793819331" sldId="280"/>
            <ac:spMk id="128" creationId="{8BDEF22C-6BD3-5F8E-A15A-381268C6CE14}"/>
          </ac:spMkLst>
        </pc:spChg>
        <pc:spChg chg="mod">
          <ac:chgData name="Freda Shi" userId="e3bafef1-15f2-4eeb-acbe-fa674bab7991" providerId="ADAL" clId="{9555FC65-5A8C-4EE8-9D5B-8283D7A0923C}" dt="2026-02-11T06:57:06.293" v="70441" actId="108"/>
          <ac:spMkLst>
            <pc:docMk/>
            <pc:sldMk cId="3793819331" sldId="280"/>
            <ac:spMk id="129" creationId="{642E922E-F7AE-71E0-1FD3-2DFE11691063}"/>
          </ac:spMkLst>
        </pc:spChg>
        <pc:spChg chg="mod">
          <ac:chgData name="Freda Shi" userId="e3bafef1-15f2-4eeb-acbe-fa674bab7991" providerId="ADAL" clId="{9555FC65-5A8C-4EE8-9D5B-8283D7A0923C}" dt="2026-02-11T06:57:06.293" v="70442" actId="108"/>
          <ac:spMkLst>
            <pc:docMk/>
            <pc:sldMk cId="3793819331" sldId="280"/>
            <ac:spMk id="130" creationId="{8DF0D3BF-C92F-D373-4058-759078CEBD79}"/>
          </ac:spMkLst>
        </pc:spChg>
        <pc:spChg chg="mod">
          <ac:chgData name="Freda Shi" userId="e3bafef1-15f2-4eeb-acbe-fa674bab7991" providerId="ADAL" clId="{9555FC65-5A8C-4EE8-9D5B-8283D7A0923C}" dt="2026-02-11T06:57:06.294" v="70443" actId="108"/>
          <ac:spMkLst>
            <pc:docMk/>
            <pc:sldMk cId="3793819331" sldId="280"/>
            <ac:spMk id="131" creationId="{BB3CDDE7-08D2-4714-C402-D58056B93CD4}"/>
          </ac:spMkLst>
        </pc:spChg>
        <pc:spChg chg="mod">
          <ac:chgData name="Freda Shi" userId="e3bafef1-15f2-4eeb-acbe-fa674bab7991" providerId="ADAL" clId="{9555FC65-5A8C-4EE8-9D5B-8283D7A0923C}" dt="2026-02-11T06:57:06.294" v="70444" actId="108"/>
          <ac:spMkLst>
            <pc:docMk/>
            <pc:sldMk cId="3793819331" sldId="280"/>
            <ac:spMk id="132" creationId="{FA5F9D4B-A24B-64DA-BB40-61B069B132DD}"/>
          </ac:spMkLst>
        </pc:spChg>
        <pc:spChg chg="mod">
          <ac:chgData name="Freda Shi" userId="e3bafef1-15f2-4eeb-acbe-fa674bab7991" providerId="ADAL" clId="{9555FC65-5A8C-4EE8-9D5B-8283D7A0923C}" dt="2026-02-11T06:57:06.295" v="70445" actId="108"/>
          <ac:spMkLst>
            <pc:docMk/>
            <pc:sldMk cId="3793819331" sldId="280"/>
            <ac:spMk id="133" creationId="{589C5559-8083-0712-0374-EE461553162F}"/>
          </ac:spMkLst>
        </pc:spChg>
        <pc:spChg chg="mod">
          <ac:chgData name="Freda Shi" userId="e3bafef1-15f2-4eeb-acbe-fa674bab7991" providerId="ADAL" clId="{9555FC65-5A8C-4EE8-9D5B-8283D7A0923C}" dt="2026-02-11T06:57:06.295" v="70446" actId="108"/>
          <ac:spMkLst>
            <pc:docMk/>
            <pc:sldMk cId="3793819331" sldId="280"/>
            <ac:spMk id="134" creationId="{1CFE876E-8720-A592-7873-A7E6EB32DE8C}"/>
          </ac:spMkLst>
        </pc:spChg>
        <pc:spChg chg="mod">
          <ac:chgData name="Freda Shi" userId="e3bafef1-15f2-4eeb-acbe-fa674bab7991" providerId="ADAL" clId="{9555FC65-5A8C-4EE8-9D5B-8283D7A0923C}" dt="2026-02-11T06:57:06.296" v="70447" actId="108"/>
          <ac:spMkLst>
            <pc:docMk/>
            <pc:sldMk cId="3793819331" sldId="280"/>
            <ac:spMk id="135" creationId="{4FE38C34-AD8A-9B07-DA16-9714C68FA36B}"/>
          </ac:spMkLst>
        </pc:spChg>
        <pc:spChg chg="mod">
          <ac:chgData name="Freda Shi" userId="e3bafef1-15f2-4eeb-acbe-fa674bab7991" providerId="ADAL" clId="{9555FC65-5A8C-4EE8-9D5B-8283D7A0923C}" dt="2026-02-11T06:57:06.296" v="70448" actId="108"/>
          <ac:spMkLst>
            <pc:docMk/>
            <pc:sldMk cId="3793819331" sldId="280"/>
            <ac:spMk id="136" creationId="{61D5E633-19FC-D971-3ACB-CC481560DE30}"/>
          </ac:spMkLst>
        </pc:spChg>
        <pc:spChg chg="mod">
          <ac:chgData name="Freda Shi" userId="e3bafef1-15f2-4eeb-acbe-fa674bab7991" providerId="ADAL" clId="{9555FC65-5A8C-4EE8-9D5B-8283D7A0923C}" dt="2026-02-11T06:57:06.297" v="70449" actId="108"/>
          <ac:spMkLst>
            <pc:docMk/>
            <pc:sldMk cId="3793819331" sldId="280"/>
            <ac:spMk id="137" creationId="{5D597C70-ED2D-17D8-0FD4-ED8751F6C352}"/>
          </ac:spMkLst>
        </pc:spChg>
        <pc:spChg chg="mod">
          <ac:chgData name="Freda Shi" userId="e3bafef1-15f2-4eeb-acbe-fa674bab7991" providerId="ADAL" clId="{9555FC65-5A8C-4EE8-9D5B-8283D7A0923C}" dt="2026-02-11T06:57:06.297" v="70450" actId="108"/>
          <ac:spMkLst>
            <pc:docMk/>
            <pc:sldMk cId="3793819331" sldId="280"/>
            <ac:spMk id="138" creationId="{A7B8B51A-D850-BBFD-A63F-FA080B58A687}"/>
          </ac:spMkLst>
        </pc:spChg>
        <pc:spChg chg="mod">
          <ac:chgData name="Freda Shi" userId="e3bafef1-15f2-4eeb-acbe-fa674bab7991" providerId="ADAL" clId="{9555FC65-5A8C-4EE8-9D5B-8283D7A0923C}" dt="2026-02-11T06:57:06.298" v="70451" actId="108"/>
          <ac:spMkLst>
            <pc:docMk/>
            <pc:sldMk cId="3793819331" sldId="280"/>
            <ac:spMk id="139" creationId="{0200E519-AE41-FD8E-3ADF-EC9B9B1659FC}"/>
          </ac:spMkLst>
        </pc:spChg>
        <pc:spChg chg="mod">
          <ac:chgData name="Freda Shi" userId="e3bafef1-15f2-4eeb-acbe-fa674bab7991" providerId="ADAL" clId="{9555FC65-5A8C-4EE8-9D5B-8283D7A0923C}" dt="2026-02-11T06:57:06.298" v="70452" actId="108"/>
          <ac:spMkLst>
            <pc:docMk/>
            <pc:sldMk cId="3793819331" sldId="280"/>
            <ac:spMk id="140" creationId="{6DFBF852-F268-002F-C769-5B479FD5BB14}"/>
          </ac:spMkLst>
        </pc:spChg>
        <pc:spChg chg="mod">
          <ac:chgData name="Freda Shi" userId="e3bafef1-15f2-4eeb-acbe-fa674bab7991" providerId="ADAL" clId="{9555FC65-5A8C-4EE8-9D5B-8283D7A0923C}" dt="2026-02-11T06:57:06.299" v="70453" actId="108"/>
          <ac:spMkLst>
            <pc:docMk/>
            <pc:sldMk cId="3793819331" sldId="280"/>
            <ac:spMk id="141" creationId="{5ECA7689-1DBF-B86F-181E-8E9FF24278AE}"/>
          </ac:spMkLst>
        </pc:spChg>
        <pc:spChg chg="mod">
          <ac:chgData name="Freda Shi" userId="e3bafef1-15f2-4eeb-acbe-fa674bab7991" providerId="ADAL" clId="{9555FC65-5A8C-4EE8-9D5B-8283D7A0923C}" dt="2026-02-11T06:57:06.299" v="70454" actId="108"/>
          <ac:spMkLst>
            <pc:docMk/>
            <pc:sldMk cId="3793819331" sldId="280"/>
            <ac:spMk id="142" creationId="{D1DA20DB-8600-9E60-C195-50728582B16E}"/>
          </ac:spMkLst>
        </pc:spChg>
        <pc:spChg chg="mod">
          <ac:chgData name="Freda Shi" userId="e3bafef1-15f2-4eeb-acbe-fa674bab7991" providerId="ADAL" clId="{9555FC65-5A8C-4EE8-9D5B-8283D7A0923C}" dt="2026-02-11T06:57:06.300" v="70455" actId="108"/>
          <ac:spMkLst>
            <pc:docMk/>
            <pc:sldMk cId="3793819331" sldId="280"/>
            <ac:spMk id="143" creationId="{6068BB52-DD8F-13D1-8A9E-95300AAB7019}"/>
          </ac:spMkLst>
        </pc:spChg>
        <pc:spChg chg="mod">
          <ac:chgData name="Freda Shi" userId="e3bafef1-15f2-4eeb-acbe-fa674bab7991" providerId="ADAL" clId="{9555FC65-5A8C-4EE8-9D5B-8283D7A0923C}" dt="2026-02-11T06:57:06.300" v="70456" actId="108"/>
          <ac:spMkLst>
            <pc:docMk/>
            <pc:sldMk cId="3793819331" sldId="280"/>
            <ac:spMk id="144" creationId="{280F2C25-D9A7-E6F5-C270-692A5E3BE341}"/>
          </ac:spMkLst>
        </pc:spChg>
        <pc:spChg chg="mod">
          <ac:chgData name="Freda Shi" userId="e3bafef1-15f2-4eeb-acbe-fa674bab7991" providerId="ADAL" clId="{9555FC65-5A8C-4EE8-9D5B-8283D7A0923C}" dt="2026-02-11T06:57:06.301" v="70457" actId="108"/>
          <ac:spMkLst>
            <pc:docMk/>
            <pc:sldMk cId="3793819331" sldId="280"/>
            <ac:spMk id="145" creationId="{63CB4C22-7483-987E-F9A5-A6852DCD3376}"/>
          </ac:spMkLst>
        </pc:spChg>
        <pc:spChg chg="mod">
          <ac:chgData name="Freda Shi" userId="e3bafef1-15f2-4eeb-acbe-fa674bab7991" providerId="ADAL" clId="{9555FC65-5A8C-4EE8-9D5B-8283D7A0923C}" dt="2026-02-11T06:57:06.301" v="70458" actId="108"/>
          <ac:spMkLst>
            <pc:docMk/>
            <pc:sldMk cId="3793819331" sldId="280"/>
            <ac:spMk id="146" creationId="{8759CD04-16C7-2377-AFAF-D23B99B348A3}"/>
          </ac:spMkLst>
        </pc:spChg>
        <pc:spChg chg="mod">
          <ac:chgData name="Freda Shi" userId="e3bafef1-15f2-4eeb-acbe-fa674bab7991" providerId="ADAL" clId="{9555FC65-5A8C-4EE8-9D5B-8283D7A0923C}" dt="2026-02-11T06:57:06.302" v="70459" actId="108"/>
          <ac:spMkLst>
            <pc:docMk/>
            <pc:sldMk cId="3793819331" sldId="280"/>
            <ac:spMk id="147" creationId="{62814244-3825-F45B-8235-8FC01AF9FB53}"/>
          </ac:spMkLst>
        </pc:spChg>
        <pc:spChg chg="mod">
          <ac:chgData name="Freda Shi" userId="e3bafef1-15f2-4eeb-acbe-fa674bab7991" providerId="ADAL" clId="{9555FC65-5A8C-4EE8-9D5B-8283D7A0923C}" dt="2026-02-11T06:57:06.302" v="70460" actId="108"/>
          <ac:spMkLst>
            <pc:docMk/>
            <pc:sldMk cId="3793819331" sldId="280"/>
            <ac:spMk id="148" creationId="{6E21ADAC-CB7D-188E-2F22-72B436F82B5D}"/>
          </ac:spMkLst>
        </pc:spChg>
        <pc:spChg chg="mod">
          <ac:chgData name="Freda Shi" userId="e3bafef1-15f2-4eeb-acbe-fa674bab7991" providerId="ADAL" clId="{9555FC65-5A8C-4EE8-9D5B-8283D7A0923C}" dt="2026-02-11T06:57:06.303" v="70461" actId="108"/>
          <ac:spMkLst>
            <pc:docMk/>
            <pc:sldMk cId="3793819331" sldId="280"/>
            <ac:spMk id="149" creationId="{F00CDA59-2CED-75AD-5294-5BA171242C7B}"/>
          </ac:spMkLst>
        </pc:spChg>
        <pc:spChg chg="mod">
          <ac:chgData name="Freda Shi" userId="e3bafef1-15f2-4eeb-acbe-fa674bab7991" providerId="ADAL" clId="{9555FC65-5A8C-4EE8-9D5B-8283D7A0923C}" dt="2026-02-11T06:57:06.303" v="70462" actId="108"/>
          <ac:spMkLst>
            <pc:docMk/>
            <pc:sldMk cId="3793819331" sldId="280"/>
            <ac:spMk id="150" creationId="{EE89D607-0268-AEDB-A7EA-F7D275C99214}"/>
          </ac:spMkLst>
        </pc:spChg>
        <pc:spChg chg="mod">
          <ac:chgData name="Freda Shi" userId="e3bafef1-15f2-4eeb-acbe-fa674bab7991" providerId="ADAL" clId="{9555FC65-5A8C-4EE8-9D5B-8283D7A0923C}" dt="2026-02-11T06:57:06.304" v="70463" actId="108"/>
          <ac:spMkLst>
            <pc:docMk/>
            <pc:sldMk cId="3793819331" sldId="280"/>
            <ac:spMk id="151" creationId="{DCAF12DB-72D2-9826-B59D-441FE8A0BA79}"/>
          </ac:spMkLst>
        </pc:spChg>
        <pc:spChg chg="mod">
          <ac:chgData name="Freda Shi" userId="e3bafef1-15f2-4eeb-acbe-fa674bab7991" providerId="ADAL" clId="{9555FC65-5A8C-4EE8-9D5B-8283D7A0923C}" dt="2026-02-11T06:57:06.304" v="70464" actId="108"/>
          <ac:spMkLst>
            <pc:docMk/>
            <pc:sldMk cId="3793819331" sldId="280"/>
            <ac:spMk id="152" creationId="{69FC0B24-1490-81DD-E802-E8A9D7866C9C}"/>
          </ac:spMkLst>
        </pc:spChg>
        <pc:spChg chg="mod">
          <ac:chgData name="Freda Shi" userId="e3bafef1-15f2-4eeb-acbe-fa674bab7991" providerId="ADAL" clId="{9555FC65-5A8C-4EE8-9D5B-8283D7A0923C}" dt="2026-02-11T06:57:06.305" v="70465" actId="108"/>
          <ac:spMkLst>
            <pc:docMk/>
            <pc:sldMk cId="3793819331" sldId="280"/>
            <ac:spMk id="153" creationId="{B4550ABD-F6F1-33CC-A154-602050D528DE}"/>
          </ac:spMkLst>
        </pc:spChg>
        <pc:spChg chg="mod">
          <ac:chgData name="Freda Shi" userId="e3bafef1-15f2-4eeb-acbe-fa674bab7991" providerId="ADAL" clId="{9555FC65-5A8C-4EE8-9D5B-8283D7A0923C}" dt="2026-02-11T06:57:06.305" v="70466" actId="108"/>
          <ac:spMkLst>
            <pc:docMk/>
            <pc:sldMk cId="3793819331" sldId="280"/>
            <ac:spMk id="154" creationId="{95D83F95-7912-2070-89D8-86231D3ACFD2}"/>
          </ac:spMkLst>
        </pc:spChg>
        <pc:spChg chg="mod">
          <ac:chgData name="Freda Shi" userId="e3bafef1-15f2-4eeb-acbe-fa674bab7991" providerId="ADAL" clId="{9555FC65-5A8C-4EE8-9D5B-8283D7A0923C}" dt="2026-02-11T06:57:06.306" v="70467" actId="108"/>
          <ac:spMkLst>
            <pc:docMk/>
            <pc:sldMk cId="3793819331" sldId="280"/>
            <ac:spMk id="155" creationId="{675B02D1-B024-C206-4FE5-46C7A9881D29}"/>
          </ac:spMkLst>
        </pc:spChg>
        <pc:spChg chg="mod">
          <ac:chgData name="Freda Shi" userId="e3bafef1-15f2-4eeb-acbe-fa674bab7991" providerId="ADAL" clId="{9555FC65-5A8C-4EE8-9D5B-8283D7A0923C}" dt="2026-02-11T06:57:06.306" v="70468" actId="108"/>
          <ac:spMkLst>
            <pc:docMk/>
            <pc:sldMk cId="3793819331" sldId="280"/>
            <ac:spMk id="156" creationId="{8E13AE72-DFBC-AF66-550C-B11193F3A722}"/>
          </ac:spMkLst>
        </pc:spChg>
        <pc:spChg chg="mod">
          <ac:chgData name="Freda Shi" userId="e3bafef1-15f2-4eeb-acbe-fa674bab7991" providerId="ADAL" clId="{9555FC65-5A8C-4EE8-9D5B-8283D7A0923C}" dt="2026-02-11T06:57:06.307" v="70469" actId="108"/>
          <ac:spMkLst>
            <pc:docMk/>
            <pc:sldMk cId="3793819331" sldId="280"/>
            <ac:spMk id="157" creationId="{31A575B3-3CB0-2CD6-4AF0-56D6CC7AA427}"/>
          </ac:spMkLst>
        </pc:spChg>
        <pc:spChg chg="mod">
          <ac:chgData name="Freda Shi" userId="e3bafef1-15f2-4eeb-acbe-fa674bab7991" providerId="ADAL" clId="{9555FC65-5A8C-4EE8-9D5B-8283D7A0923C}" dt="2026-02-11T06:57:06.307" v="70470" actId="108"/>
          <ac:spMkLst>
            <pc:docMk/>
            <pc:sldMk cId="3793819331" sldId="280"/>
            <ac:spMk id="158" creationId="{05947126-8D2B-2003-663A-27FC0D0D198E}"/>
          </ac:spMkLst>
        </pc:spChg>
        <pc:spChg chg="mod">
          <ac:chgData name="Freda Shi" userId="e3bafef1-15f2-4eeb-acbe-fa674bab7991" providerId="ADAL" clId="{9555FC65-5A8C-4EE8-9D5B-8283D7A0923C}" dt="2026-02-11T06:57:06.308" v="70471" actId="108"/>
          <ac:spMkLst>
            <pc:docMk/>
            <pc:sldMk cId="3793819331" sldId="280"/>
            <ac:spMk id="159" creationId="{650C78AA-F928-4707-0C40-62B7682E893C}"/>
          </ac:spMkLst>
        </pc:spChg>
        <pc:spChg chg="mod">
          <ac:chgData name="Freda Shi" userId="e3bafef1-15f2-4eeb-acbe-fa674bab7991" providerId="ADAL" clId="{9555FC65-5A8C-4EE8-9D5B-8283D7A0923C}" dt="2026-02-11T06:57:06.308" v="70472" actId="108"/>
          <ac:spMkLst>
            <pc:docMk/>
            <pc:sldMk cId="3793819331" sldId="280"/>
            <ac:spMk id="160" creationId="{03C6F059-3C3C-B62F-8529-5EC83B8096BA}"/>
          </ac:spMkLst>
        </pc:spChg>
        <pc:spChg chg="mod">
          <ac:chgData name="Freda Shi" userId="e3bafef1-15f2-4eeb-acbe-fa674bab7991" providerId="ADAL" clId="{9555FC65-5A8C-4EE8-9D5B-8283D7A0923C}" dt="2026-02-11T06:57:06.309" v="70473" actId="108"/>
          <ac:spMkLst>
            <pc:docMk/>
            <pc:sldMk cId="3793819331" sldId="280"/>
            <ac:spMk id="161" creationId="{D5EEF7BC-57F7-77BE-7A9A-1B5B5F95DBA0}"/>
          </ac:spMkLst>
        </pc:spChg>
        <pc:spChg chg="mod">
          <ac:chgData name="Freda Shi" userId="e3bafef1-15f2-4eeb-acbe-fa674bab7991" providerId="ADAL" clId="{9555FC65-5A8C-4EE8-9D5B-8283D7A0923C}" dt="2026-02-11T06:57:06.309" v="70474" actId="108"/>
          <ac:spMkLst>
            <pc:docMk/>
            <pc:sldMk cId="3793819331" sldId="280"/>
            <ac:spMk id="162" creationId="{29077A6D-00C1-5EFD-63F4-1582B2FA0C0C}"/>
          </ac:spMkLst>
        </pc:spChg>
        <pc:spChg chg="mod">
          <ac:chgData name="Freda Shi" userId="e3bafef1-15f2-4eeb-acbe-fa674bab7991" providerId="ADAL" clId="{9555FC65-5A8C-4EE8-9D5B-8283D7A0923C}" dt="2026-02-11T06:57:06.310" v="70475" actId="108"/>
          <ac:spMkLst>
            <pc:docMk/>
            <pc:sldMk cId="3793819331" sldId="280"/>
            <ac:spMk id="163" creationId="{37B1B28B-8CE2-9778-A95F-281D33F2C947}"/>
          </ac:spMkLst>
        </pc:spChg>
        <pc:spChg chg="mod">
          <ac:chgData name="Freda Shi" userId="e3bafef1-15f2-4eeb-acbe-fa674bab7991" providerId="ADAL" clId="{9555FC65-5A8C-4EE8-9D5B-8283D7A0923C}" dt="2026-02-11T06:57:06.310" v="70476" actId="108"/>
          <ac:spMkLst>
            <pc:docMk/>
            <pc:sldMk cId="3793819331" sldId="280"/>
            <ac:spMk id="164" creationId="{6B6B8651-91E6-0268-D307-4BD982695F73}"/>
          </ac:spMkLst>
        </pc:spChg>
        <pc:spChg chg="mod">
          <ac:chgData name="Freda Shi" userId="e3bafef1-15f2-4eeb-acbe-fa674bab7991" providerId="ADAL" clId="{9555FC65-5A8C-4EE8-9D5B-8283D7A0923C}" dt="2026-02-11T06:57:06.311" v="70477" actId="108"/>
          <ac:spMkLst>
            <pc:docMk/>
            <pc:sldMk cId="3793819331" sldId="280"/>
            <ac:spMk id="165" creationId="{76BBD0A9-896A-C936-25C8-02C9ABEA426F}"/>
          </ac:spMkLst>
        </pc:spChg>
        <pc:spChg chg="mod">
          <ac:chgData name="Freda Shi" userId="e3bafef1-15f2-4eeb-acbe-fa674bab7991" providerId="ADAL" clId="{9555FC65-5A8C-4EE8-9D5B-8283D7A0923C}" dt="2026-02-11T06:57:06.311" v="70478" actId="108"/>
          <ac:spMkLst>
            <pc:docMk/>
            <pc:sldMk cId="3793819331" sldId="280"/>
            <ac:spMk id="166" creationId="{9D7A528E-3D27-ACEC-DC8E-490908FA6FD6}"/>
          </ac:spMkLst>
        </pc:spChg>
        <pc:spChg chg="mod">
          <ac:chgData name="Freda Shi" userId="e3bafef1-15f2-4eeb-acbe-fa674bab7991" providerId="ADAL" clId="{9555FC65-5A8C-4EE8-9D5B-8283D7A0923C}" dt="2026-02-11T06:57:06.312" v="70479" actId="108"/>
          <ac:spMkLst>
            <pc:docMk/>
            <pc:sldMk cId="3793819331" sldId="280"/>
            <ac:spMk id="167" creationId="{73763C64-CDF1-4B1C-70BB-60CA0DEDDC69}"/>
          </ac:spMkLst>
        </pc:spChg>
        <pc:spChg chg="mod">
          <ac:chgData name="Freda Shi" userId="e3bafef1-15f2-4eeb-acbe-fa674bab7991" providerId="ADAL" clId="{9555FC65-5A8C-4EE8-9D5B-8283D7A0923C}" dt="2026-02-11T06:57:06.312" v="70480" actId="108"/>
          <ac:spMkLst>
            <pc:docMk/>
            <pc:sldMk cId="3793819331" sldId="280"/>
            <ac:spMk id="168" creationId="{51101FEC-AA1E-859B-4033-582FBACDA94C}"/>
          </ac:spMkLst>
        </pc:spChg>
        <pc:spChg chg="mod">
          <ac:chgData name="Freda Shi" userId="e3bafef1-15f2-4eeb-acbe-fa674bab7991" providerId="ADAL" clId="{9555FC65-5A8C-4EE8-9D5B-8283D7A0923C}" dt="2026-02-11T06:57:06.313" v="70481" actId="108"/>
          <ac:spMkLst>
            <pc:docMk/>
            <pc:sldMk cId="3793819331" sldId="280"/>
            <ac:spMk id="169" creationId="{7C8F75AD-0E7B-2E6F-DCB6-5D67A5086C57}"/>
          </ac:spMkLst>
        </pc:spChg>
        <pc:spChg chg="mod">
          <ac:chgData name="Freda Shi" userId="e3bafef1-15f2-4eeb-acbe-fa674bab7991" providerId="ADAL" clId="{9555FC65-5A8C-4EE8-9D5B-8283D7A0923C}" dt="2026-02-11T06:57:06.313" v="70482" actId="108"/>
          <ac:spMkLst>
            <pc:docMk/>
            <pc:sldMk cId="3793819331" sldId="280"/>
            <ac:spMk id="170" creationId="{CA28BD40-7F88-5C3F-15A9-D1A4FBE274EC}"/>
          </ac:spMkLst>
        </pc:spChg>
        <pc:spChg chg="mod">
          <ac:chgData name="Freda Shi" userId="e3bafef1-15f2-4eeb-acbe-fa674bab7991" providerId="ADAL" clId="{9555FC65-5A8C-4EE8-9D5B-8283D7A0923C}" dt="2026-02-11T06:58:13.259" v="70618"/>
          <ac:spMkLst>
            <pc:docMk/>
            <pc:sldMk cId="3793819331" sldId="280"/>
            <ac:spMk id="246" creationId="{1DE81BDB-D4FF-7CBB-7060-7516A5F42AE1}"/>
          </ac:spMkLst>
        </pc:spChg>
        <pc:spChg chg="mod">
          <ac:chgData name="Freda Shi" userId="e3bafef1-15f2-4eeb-acbe-fa674bab7991" providerId="ADAL" clId="{9555FC65-5A8C-4EE8-9D5B-8283D7A0923C}" dt="2026-02-11T06:58:13.259" v="70618"/>
          <ac:spMkLst>
            <pc:docMk/>
            <pc:sldMk cId="3793819331" sldId="280"/>
            <ac:spMk id="257" creationId="{6DA97924-834E-464B-370D-0422456B341D}"/>
          </ac:spMkLst>
        </pc:spChg>
        <pc:spChg chg="mod">
          <ac:chgData name="Freda Shi" userId="e3bafef1-15f2-4eeb-acbe-fa674bab7991" providerId="ADAL" clId="{9555FC65-5A8C-4EE8-9D5B-8283D7A0923C}" dt="2026-02-11T06:58:13.259" v="70618"/>
          <ac:spMkLst>
            <pc:docMk/>
            <pc:sldMk cId="3793819331" sldId="280"/>
            <ac:spMk id="262" creationId="{AC45BA40-854C-B7D3-B87F-15F046E8250A}"/>
          </ac:spMkLst>
        </pc:spChg>
        <pc:spChg chg="mod">
          <ac:chgData name="Freda Shi" userId="e3bafef1-15f2-4eeb-acbe-fa674bab7991" providerId="ADAL" clId="{9555FC65-5A8C-4EE8-9D5B-8283D7A0923C}" dt="2026-02-11T06:58:13.259" v="70618"/>
          <ac:spMkLst>
            <pc:docMk/>
            <pc:sldMk cId="3793819331" sldId="280"/>
            <ac:spMk id="263" creationId="{85E84C29-BF7E-80FD-4958-A7E4B186785C}"/>
          </ac:spMkLst>
        </pc:spChg>
        <pc:spChg chg="mod">
          <ac:chgData name="Freda Shi" userId="e3bafef1-15f2-4eeb-acbe-fa674bab7991" providerId="ADAL" clId="{9555FC65-5A8C-4EE8-9D5B-8283D7A0923C}" dt="2026-02-11T06:58:13.259" v="70618"/>
          <ac:spMkLst>
            <pc:docMk/>
            <pc:sldMk cId="3793819331" sldId="280"/>
            <ac:spMk id="264" creationId="{94F40E94-422F-01DF-C3A6-34A8E896174A}"/>
          </ac:spMkLst>
        </pc:spChg>
        <pc:spChg chg="mod">
          <ac:chgData name="Freda Shi" userId="e3bafef1-15f2-4eeb-acbe-fa674bab7991" providerId="ADAL" clId="{9555FC65-5A8C-4EE8-9D5B-8283D7A0923C}" dt="2026-02-11T06:58:13.259" v="70618"/>
          <ac:spMkLst>
            <pc:docMk/>
            <pc:sldMk cId="3793819331" sldId="280"/>
            <ac:spMk id="274" creationId="{24ADB12E-2434-4590-F5AF-31EE721595FB}"/>
          </ac:spMkLst>
        </pc:spChg>
        <pc:spChg chg="mod">
          <ac:chgData name="Freda Shi" userId="e3bafef1-15f2-4eeb-acbe-fa674bab7991" providerId="ADAL" clId="{9555FC65-5A8C-4EE8-9D5B-8283D7A0923C}" dt="2026-02-11T06:58:13.259" v="70618"/>
          <ac:spMkLst>
            <pc:docMk/>
            <pc:sldMk cId="3793819331" sldId="280"/>
            <ac:spMk id="277" creationId="{1EE09391-6911-30CF-BABB-D9CE8A08CB89}"/>
          </ac:spMkLst>
        </pc:spChg>
        <pc:spChg chg="mod">
          <ac:chgData name="Freda Shi" userId="e3bafef1-15f2-4eeb-acbe-fa674bab7991" providerId="ADAL" clId="{9555FC65-5A8C-4EE8-9D5B-8283D7A0923C}" dt="2026-02-11T06:58:13.259" v="70618"/>
          <ac:spMkLst>
            <pc:docMk/>
            <pc:sldMk cId="3793819331" sldId="280"/>
            <ac:spMk id="321" creationId="{3C0AC8FB-2988-CA93-58CB-4276BE946CF3}"/>
          </ac:spMkLst>
        </pc:spChg>
        <pc:spChg chg="mod">
          <ac:chgData name="Freda Shi" userId="e3bafef1-15f2-4eeb-acbe-fa674bab7991" providerId="ADAL" clId="{9555FC65-5A8C-4EE8-9D5B-8283D7A0923C}" dt="2026-02-11T06:58:13.259" v="70618"/>
          <ac:spMkLst>
            <pc:docMk/>
            <pc:sldMk cId="3793819331" sldId="280"/>
            <ac:spMk id="323" creationId="{3C07B384-A770-9E44-BBB1-2027346017DD}"/>
          </ac:spMkLst>
        </pc:spChg>
        <pc:spChg chg="mod">
          <ac:chgData name="Freda Shi" userId="e3bafef1-15f2-4eeb-acbe-fa674bab7991" providerId="ADAL" clId="{9555FC65-5A8C-4EE8-9D5B-8283D7A0923C}" dt="2026-02-11T06:58:13.259" v="70618"/>
          <ac:spMkLst>
            <pc:docMk/>
            <pc:sldMk cId="3793819331" sldId="280"/>
            <ac:spMk id="340" creationId="{6FD3B5C5-FE5D-0738-0D55-3D4706256378}"/>
          </ac:spMkLst>
        </pc:spChg>
        <pc:grpChg chg="del mod">
          <ac:chgData name="Freda Shi" userId="e3bafef1-15f2-4eeb-acbe-fa674bab7991" providerId="ADAL" clId="{9555FC65-5A8C-4EE8-9D5B-8283D7A0923C}" dt="2026-02-11T06:56:04.599" v="70345" actId="478"/>
          <ac:grpSpMkLst>
            <pc:docMk/>
            <pc:sldMk cId="3793819331" sldId="280"/>
            <ac:grpSpMk id="42" creationId="{FF31AC54-57E1-0EDC-EC06-487A0AA3DA66}"/>
          </ac:grpSpMkLst>
        </pc:grpChg>
        <pc:grpChg chg="del mod ord">
          <ac:chgData name="Freda Shi" userId="e3bafef1-15f2-4eeb-acbe-fa674bab7991" providerId="ADAL" clId="{9555FC65-5A8C-4EE8-9D5B-8283D7A0923C}" dt="2026-02-11T06:57:06.288" v="70431" actId="478"/>
          <ac:grpSpMkLst>
            <pc:docMk/>
            <pc:sldMk cId="3793819331" sldId="280"/>
            <ac:grpSpMk id="81" creationId="{25FB2F11-608A-E559-9F6F-A5EE8021BD5A}"/>
          </ac:grpSpMkLst>
        </pc:grpChg>
        <pc:grpChg chg="del">
          <ac:chgData name="Freda Shi" userId="e3bafef1-15f2-4eeb-acbe-fa674bab7991" providerId="ADAL" clId="{9555FC65-5A8C-4EE8-9D5B-8283D7A0923C}" dt="2026-02-11T06:56:04.625" v="70382" actId="478"/>
          <ac:grpSpMkLst>
            <pc:docMk/>
            <pc:sldMk cId="3793819331" sldId="280"/>
            <ac:grpSpMk id="82" creationId="{4AB99682-E0FE-CD87-5E4A-6D796E8198F1}"/>
          </ac:grpSpMkLst>
        </pc:grpChg>
        <pc:grpChg chg="mod ord">
          <ac:chgData name="Freda Shi" userId="e3bafef1-15f2-4eeb-acbe-fa674bab7991" providerId="ADAL" clId="{9555FC65-5A8C-4EE8-9D5B-8283D7A0923C}" dt="2026-02-11T06:57:38.242" v="70565" actId="1035"/>
          <ac:grpSpMkLst>
            <pc:docMk/>
            <pc:sldMk cId="3793819331" sldId="280"/>
            <ac:grpSpMk id="171" creationId="{96E75EA2-3D62-81A9-ECDE-17998F723239}"/>
          </ac:grpSpMkLst>
        </pc:grpChg>
        <pc:grpChg chg="del">
          <ac:chgData name="Freda Shi" userId="e3bafef1-15f2-4eeb-acbe-fa674bab7991" providerId="ADAL" clId="{9555FC65-5A8C-4EE8-9D5B-8283D7A0923C}" dt="2026-02-11T06:57:06.316" v="70484" actId="478"/>
          <ac:grpSpMkLst>
            <pc:docMk/>
            <pc:sldMk cId="3793819331" sldId="280"/>
            <ac:grpSpMk id="172" creationId="{1ED50B48-D9A6-7D85-23AF-6636018BF53B}"/>
          </ac:grpSpMkLst>
        </pc:grpChg>
        <pc:grpChg chg="mod">
          <ac:chgData name="Freda Shi" userId="e3bafef1-15f2-4eeb-acbe-fa674bab7991" providerId="ADAL" clId="{9555FC65-5A8C-4EE8-9D5B-8283D7A0923C}" dt="2026-02-11T06:58:28.409" v="70645" actId="1036"/>
          <ac:grpSpMkLst>
            <pc:docMk/>
            <pc:sldMk cId="3793819331" sldId="280"/>
            <ac:grpSpMk id="208" creationId="{CCD10152-E9A1-B86E-D8FB-687A3048C4E1}"/>
          </ac:grpSpMkLst>
        </pc:grpChg>
        <pc:grpChg chg="mod">
          <ac:chgData name="Freda Shi" userId="e3bafef1-15f2-4eeb-acbe-fa674bab7991" providerId="ADAL" clId="{9555FC65-5A8C-4EE8-9D5B-8283D7A0923C}" dt="2026-02-11T06:58:28.409" v="70645" actId="1036"/>
          <ac:grpSpMkLst>
            <pc:docMk/>
            <pc:sldMk cId="3793819331" sldId="280"/>
            <ac:grpSpMk id="245" creationId="{9754B4A8-7061-78D8-DCD8-DAD0C9D42AA1}"/>
          </ac:grpSpMkLst>
        </pc:grpChg>
        <pc:grpChg chg="mod">
          <ac:chgData name="Freda Shi" userId="e3bafef1-15f2-4eeb-acbe-fa674bab7991" providerId="ADAL" clId="{9555FC65-5A8C-4EE8-9D5B-8283D7A0923C}" dt="2026-02-11T06:58:28.409" v="70645" actId="1036"/>
          <ac:grpSpMkLst>
            <pc:docMk/>
            <pc:sldMk cId="3793819331" sldId="280"/>
            <ac:grpSpMk id="272" creationId="{C5080C96-2B9C-1BFF-5F59-1B34E90E84A6}"/>
          </ac:grpSpMkLst>
        </pc:grpChg>
        <pc:grpChg chg="mod">
          <ac:chgData name="Freda Shi" userId="e3bafef1-15f2-4eeb-acbe-fa674bab7991" providerId="ADAL" clId="{9555FC65-5A8C-4EE8-9D5B-8283D7A0923C}" dt="2026-02-11T06:58:28.409" v="70645" actId="1036"/>
          <ac:grpSpMkLst>
            <pc:docMk/>
            <pc:sldMk cId="3793819331" sldId="280"/>
            <ac:grpSpMk id="283" creationId="{9076C11A-199D-C54F-EB6F-1B5E9E75094A}"/>
          </ac:grpSpMkLst>
        </pc:grpChg>
        <pc:grpChg chg="mod">
          <ac:chgData name="Freda Shi" userId="e3bafef1-15f2-4eeb-acbe-fa674bab7991" providerId="ADAL" clId="{9555FC65-5A8C-4EE8-9D5B-8283D7A0923C}" dt="2026-02-11T06:58:28.409" v="70645" actId="1036"/>
          <ac:grpSpMkLst>
            <pc:docMk/>
            <pc:sldMk cId="3793819331" sldId="280"/>
            <ac:grpSpMk id="320" creationId="{A27A19CA-C630-2E25-0E84-097D7FA36F73}"/>
          </ac:grpSpMkLst>
        </pc:grpChg>
        <pc:grpChg chg="mod">
          <ac:chgData name="Freda Shi" userId="e3bafef1-15f2-4eeb-acbe-fa674bab7991" providerId="ADAL" clId="{9555FC65-5A8C-4EE8-9D5B-8283D7A0923C}" dt="2026-02-11T06:58:28.409" v="70645" actId="1036"/>
          <ac:grpSpMkLst>
            <pc:docMk/>
            <pc:sldMk cId="3793819331" sldId="280"/>
            <ac:grpSpMk id="331" creationId="{ACF6F0D1-3E7B-3209-6251-5C4E8BFC4204}"/>
          </ac:grpSpMkLst>
        </pc:grpChg>
        <pc:grpChg chg="mod">
          <ac:chgData name="Freda Shi" userId="e3bafef1-15f2-4eeb-acbe-fa674bab7991" providerId="ADAL" clId="{9555FC65-5A8C-4EE8-9D5B-8283D7A0923C}" dt="2026-02-11T06:58:28.409" v="70645" actId="1036"/>
          <ac:grpSpMkLst>
            <pc:docMk/>
            <pc:sldMk cId="3793819331" sldId="280"/>
            <ac:grpSpMk id="339" creationId="{8C4EADED-948F-A665-B75B-0EDE0A0D5A1F}"/>
          </ac:grpSpMkLst>
        </pc:grpChg>
        <pc:picChg chg="mod">
          <ac:chgData name="Freda Shi" userId="e3bafef1-15f2-4eeb-acbe-fa674bab7991" providerId="ADAL" clId="{9555FC65-5A8C-4EE8-9D5B-8283D7A0923C}" dt="2026-02-11T06:55:55.166" v="70296" actId="14100"/>
          <ac:picMkLst>
            <pc:docMk/>
            <pc:sldMk cId="3793819331" sldId="280"/>
            <ac:picMk id="6" creationId="{ABF7FF36-E826-2E1C-9CAC-A6941E3615BA}"/>
          </ac:picMkLst>
        </pc:picChg>
        <pc:picChg chg="mod">
          <ac:chgData name="Freda Shi" userId="e3bafef1-15f2-4eeb-acbe-fa674bab7991" providerId="ADAL" clId="{9555FC65-5A8C-4EE8-9D5B-8283D7A0923C}" dt="2026-02-11T06:56:04.491" v="70307" actId="14100"/>
          <ac:picMkLst>
            <pc:docMk/>
            <pc:sldMk cId="3793819331" sldId="280"/>
            <ac:picMk id="44" creationId="{3E88429D-D301-6706-8B92-8C2E72AA1F90}"/>
          </ac:picMkLst>
        </pc:picChg>
        <pc:picChg chg="mod">
          <ac:chgData name="Freda Shi" userId="e3bafef1-15f2-4eeb-acbe-fa674bab7991" providerId="ADAL" clId="{9555FC65-5A8C-4EE8-9D5B-8283D7A0923C}" dt="2026-02-11T06:57:06.154" v="70392" actId="14100"/>
          <ac:picMkLst>
            <pc:docMk/>
            <pc:sldMk cId="3793819331" sldId="280"/>
            <ac:picMk id="118" creationId="{9D48029B-C0FF-5933-80BA-A0EA2636A376}"/>
          </ac:picMkLst>
        </pc:picChg>
        <pc:picChg chg="add mod">
          <ac:chgData name="Freda Shi" userId="e3bafef1-15f2-4eeb-acbe-fa674bab7991" providerId="ADAL" clId="{9555FC65-5A8C-4EE8-9D5B-8283D7A0923C}" dt="2026-02-11T07:08:06.877" v="71004" actId="1038"/>
          <ac:picMkLst>
            <pc:docMk/>
            <pc:sldMk cId="3793819331" sldId="280"/>
            <ac:picMk id="344" creationId="{1E33D6C3-0856-C0F8-232D-A44D04E2E2B8}"/>
          </ac:picMkLst>
        </pc:picChg>
        <pc:cxnChg chg="mod">
          <ac:chgData name="Freda Shi" userId="e3bafef1-15f2-4eeb-acbe-fa674bab7991" providerId="ADAL" clId="{9555FC65-5A8C-4EE8-9D5B-8283D7A0923C}" dt="2026-02-11T06:58:28.409" v="70645" actId="1036"/>
          <ac:cxnSpMkLst>
            <pc:docMk/>
            <pc:sldMk cId="3793819331" sldId="280"/>
            <ac:cxnSpMk id="297" creationId="{938E918D-8ED8-D4CB-39D4-FE3A6124417C}"/>
          </ac:cxnSpMkLst>
        </pc:cxnChg>
        <pc:cxnChg chg="mod">
          <ac:chgData name="Freda Shi" userId="e3bafef1-15f2-4eeb-acbe-fa674bab7991" providerId="ADAL" clId="{9555FC65-5A8C-4EE8-9D5B-8283D7A0923C}" dt="2026-02-11T06:58:28.409" v="70645" actId="1036"/>
          <ac:cxnSpMkLst>
            <pc:docMk/>
            <pc:sldMk cId="3793819331" sldId="280"/>
            <ac:cxnSpMk id="301" creationId="{95CFCB79-87CF-3D85-979E-71EB9436946C}"/>
          </ac:cxnSpMkLst>
        </pc:cxnChg>
        <pc:cxnChg chg="mod">
          <ac:chgData name="Freda Shi" userId="e3bafef1-15f2-4eeb-acbe-fa674bab7991" providerId="ADAL" clId="{9555FC65-5A8C-4EE8-9D5B-8283D7A0923C}" dt="2026-02-11T06:58:28.409" v="70645" actId="1036"/>
          <ac:cxnSpMkLst>
            <pc:docMk/>
            <pc:sldMk cId="3793819331" sldId="280"/>
            <ac:cxnSpMk id="319" creationId="{3E7C5476-F3AA-99F8-9E0D-ECF2FDD3D948}"/>
          </ac:cxnSpMkLst>
        </pc:cxnChg>
      </pc:sldChg>
      <pc:sldChg chg="new del">
        <pc:chgData name="Freda Shi" userId="e3bafef1-15f2-4eeb-acbe-fa674bab7991" providerId="ADAL" clId="{9555FC65-5A8C-4EE8-9D5B-8283D7A0923C}" dt="2026-02-11T07:08:35.137" v="71007" actId="680"/>
        <pc:sldMkLst>
          <pc:docMk/>
          <pc:sldMk cId="1582429143" sldId="281"/>
        </pc:sldMkLst>
      </pc:sldChg>
      <pc:sldChg chg="addSp delSp modSp new mod modNotesTx">
        <pc:chgData name="Freda Shi" userId="e3bafef1-15f2-4eeb-acbe-fa674bab7991" providerId="ADAL" clId="{9555FC65-5A8C-4EE8-9D5B-8283D7A0923C}" dt="2026-02-11T07:10:39.107" v="71293" actId="114"/>
        <pc:sldMkLst>
          <pc:docMk/>
          <pc:sldMk cId="3182024854" sldId="281"/>
        </pc:sldMkLst>
        <pc:spChg chg="mod">
          <ac:chgData name="Freda Shi" userId="e3bafef1-15f2-4eeb-acbe-fa674bab7991" providerId="ADAL" clId="{9555FC65-5A8C-4EE8-9D5B-8283D7A0923C}" dt="2026-02-11T07:08:48.362" v="71052" actId="20577"/>
          <ac:spMkLst>
            <pc:docMk/>
            <pc:sldMk cId="3182024854" sldId="281"/>
            <ac:spMk id="2" creationId="{E11B57B8-C65E-EE39-CF8A-DE4B85EACC6D}"/>
          </ac:spMkLst>
        </pc:spChg>
        <pc:spChg chg="del">
          <ac:chgData name="Freda Shi" userId="e3bafef1-15f2-4eeb-acbe-fa674bab7991" providerId="ADAL" clId="{9555FC65-5A8C-4EE8-9D5B-8283D7A0923C}" dt="2026-02-11T07:09:11.058" v="71053" actId="478"/>
          <ac:spMkLst>
            <pc:docMk/>
            <pc:sldMk cId="3182024854" sldId="281"/>
            <ac:spMk id="3" creationId="{363EE754-6384-9463-5CF0-5B2C0114B624}"/>
          </ac:spMkLst>
        </pc:spChg>
        <pc:spChg chg="add mod">
          <ac:chgData name="Freda Shi" userId="e3bafef1-15f2-4eeb-acbe-fa674bab7991" providerId="ADAL" clId="{9555FC65-5A8C-4EE8-9D5B-8283D7A0923C}" dt="2026-02-11T07:10:39.107" v="71293" actId="114"/>
          <ac:spMkLst>
            <pc:docMk/>
            <pc:sldMk cId="3182024854" sldId="281"/>
            <ac:spMk id="7" creationId="{82832CA8-3B7A-2BBC-DF68-3C99417D7952}"/>
          </ac:spMkLst>
        </pc:spChg>
        <pc:picChg chg="add mod">
          <ac:chgData name="Freda Shi" userId="e3bafef1-15f2-4eeb-acbe-fa674bab7991" providerId="ADAL" clId="{9555FC65-5A8C-4EE8-9D5B-8283D7A0923C}" dt="2026-02-11T07:09:11.353" v="71054"/>
          <ac:picMkLst>
            <pc:docMk/>
            <pc:sldMk cId="3182024854" sldId="281"/>
            <ac:picMk id="6" creationId="{AE506FF0-DC67-E4A6-794F-5D1B2C36D0ED}"/>
          </ac:picMkLst>
        </pc:picChg>
      </pc:sldChg>
      <pc:sldChg chg="addSp modSp new mod">
        <pc:chgData name="Freda Shi" userId="e3bafef1-15f2-4eeb-acbe-fa674bab7991" providerId="ADAL" clId="{9555FC65-5A8C-4EE8-9D5B-8283D7A0923C}" dt="2026-02-11T07:13:51.025" v="71619" actId="113"/>
        <pc:sldMkLst>
          <pc:docMk/>
          <pc:sldMk cId="3450373175" sldId="282"/>
        </pc:sldMkLst>
        <pc:spChg chg="mod">
          <ac:chgData name="Freda Shi" userId="e3bafef1-15f2-4eeb-acbe-fa674bab7991" providerId="ADAL" clId="{9555FC65-5A8C-4EE8-9D5B-8283D7A0923C}" dt="2026-02-11T07:11:22.479" v="71335" actId="20577"/>
          <ac:spMkLst>
            <pc:docMk/>
            <pc:sldMk cId="3450373175" sldId="282"/>
            <ac:spMk id="2" creationId="{7C8365FC-971A-103A-DE3F-BEB35CF4D3BE}"/>
          </ac:spMkLst>
        </pc:spChg>
        <pc:spChg chg="mod">
          <ac:chgData name="Freda Shi" userId="e3bafef1-15f2-4eeb-acbe-fa674bab7991" providerId="ADAL" clId="{9555FC65-5A8C-4EE8-9D5B-8283D7A0923C}" dt="2026-02-11T07:13:51.025" v="71619" actId="113"/>
          <ac:spMkLst>
            <pc:docMk/>
            <pc:sldMk cId="3450373175" sldId="282"/>
            <ac:spMk id="3" creationId="{3031D0C8-2CE1-808A-C4DE-5DF3A3B98D63}"/>
          </ac:spMkLst>
        </pc:spChg>
        <pc:picChg chg="add mod">
          <ac:chgData name="Freda Shi" userId="e3bafef1-15f2-4eeb-acbe-fa674bab7991" providerId="ADAL" clId="{9555FC65-5A8C-4EE8-9D5B-8283D7A0923C}" dt="2026-02-11T07:12:01.639" v="71389" actId="1036"/>
          <ac:picMkLst>
            <pc:docMk/>
            <pc:sldMk cId="3450373175" sldId="282"/>
            <ac:picMk id="6" creationId="{7AA9218D-BC82-737F-33D2-B084E5EC2838}"/>
          </ac:picMkLst>
        </pc:picChg>
      </pc:sldChg>
      <pc:sldChg chg="addSp delSp modSp add mod">
        <pc:chgData name="Freda Shi" userId="e3bafef1-15f2-4eeb-acbe-fa674bab7991" providerId="ADAL" clId="{9555FC65-5A8C-4EE8-9D5B-8283D7A0923C}" dt="2026-02-11T07:15:37.739" v="71807" actId="1035"/>
        <pc:sldMkLst>
          <pc:docMk/>
          <pc:sldMk cId="1146933470" sldId="283"/>
        </pc:sldMkLst>
        <pc:spChg chg="mod">
          <ac:chgData name="Freda Shi" userId="e3bafef1-15f2-4eeb-acbe-fa674bab7991" providerId="ADAL" clId="{9555FC65-5A8C-4EE8-9D5B-8283D7A0923C}" dt="2026-02-11T07:15:34.382" v="71784" actId="20577"/>
          <ac:spMkLst>
            <pc:docMk/>
            <pc:sldMk cId="1146933470" sldId="283"/>
            <ac:spMk id="3" creationId="{02489F5D-00DD-8D6D-A0EA-142BC0BD2839}"/>
          </ac:spMkLst>
        </pc:spChg>
        <pc:picChg chg="del">
          <ac:chgData name="Freda Shi" userId="e3bafef1-15f2-4eeb-acbe-fa674bab7991" providerId="ADAL" clId="{9555FC65-5A8C-4EE8-9D5B-8283D7A0923C}" dt="2026-02-11T07:15:28.512" v="71749" actId="478"/>
          <ac:picMkLst>
            <pc:docMk/>
            <pc:sldMk cId="1146933470" sldId="283"/>
            <ac:picMk id="6" creationId="{5D48DAE8-6829-F0B1-96EA-03FA8B1BFC33}"/>
          </ac:picMkLst>
        </pc:picChg>
        <pc:picChg chg="add mod">
          <ac:chgData name="Freda Shi" userId="e3bafef1-15f2-4eeb-acbe-fa674bab7991" providerId="ADAL" clId="{9555FC65-5A8C-4EE8-9D5B-8283D7A0923C}" dt="2026-02-11T07:15:37.739" v="71807" actId="1035"/>
          <ac:picMkLst>
            <pc:docMk/>
            <pc:sldMk cId="1146933470" sldId="283"/>
            <ac:picMk id="7" creationId="{928A74E7-062A-DF57-3221-08F1AE725BBE}"/>
          </ac:picMkLst>
        </pc:picChg>
      </pc:sldChg>
      <pc:sldChg chg="add ord">
        <pc:chgData name="Freda Shi" userId="e3bafef1-15f2-4eeb-acbe-fa674bab7991" providerId="ADAL" clId="{9555FC65-5A8C-4EE8-9D5B-8283D7A0923C}" dt="2026-02-11T07:14:53.008" v="71685"/>
        <pc:sldMkLst>
          <pc:docMk/>
          <pc:sldMk cId="3851112912" sldId="284"/>
        </pc:sldMkLst>
      </pc:sldChg>
      <pc:sldChg chg="addSp delSp modSp new mod modAnim">
        <pc:chgData name="Freda Shi" userId="e3bafef1-15f2-4eeb-acbe-fa674bab7991" providerId="ADAL" clId="{9555FC65-5A8C-4EE8-9D5B-8283D7A0923C}" dt="2026-02-11T07:18:01.450" v="72126"/>
        <pc:sldMkLst>
          <pc:docMk/>
          <pc:sldMk cId="2541964762" sldId="285"/>
        </pc:sldMkLst>
        <pc:spChg chg="mod">
          <ac:chgData name="Freda Shi" userId="e3bafef1-15f2-4eeb-acbe-fa674bab7991" providerId="ADAL" clId="{9555FC65-5A8C-4EE8-9D5B-8283D7A0923C}" dt="2026-02-11T07:16:12.318" v="71871"/>
          <ac:spMkLst>
            <pc:docMk/>
            <pc:sldMk cId="2541964762" sldId="285"/>
            <ac:spMk id="2" creationId="{23E03247-2618-7325-FD2A-A0369CEB1C16}"/>
          </ac:spMkLst>
        </pc:spChg>
        <pc:spChg chg="del">
          <ac:chgData name="Freda Shi" userId="e3bafef1-15f2-4eeb-acbe-fa674bab7991" providerId="ADAL" clId="{9555FC65-5A8C-4EE8-9D5B-8283D7A0923C}" dt="2026-02-11T07:16:00.293" v="71827" actId="478"/>
          <ac:spMkLst>
            <pc:docMk/>
            <pc:sldMk cId="2541964762" sldId="285"/>
            <ac:spMk id="3" creationId="{88C3CB2B-3770-262F-FA8C-307CA20CAC73}"/>
          </ac:spMkLst>
        </pc:spChg>
        <pc:spChg chg="add del">
          <ac:chgData name="Freda Shi" userId="e3bafef1-15f2-4eeb-acbe-fa674bab7991" providerId="ADAL" clId="{9555FC65-5A8C-4EE8-9D5B-8283D7A0923C}" dt="2026-02-11T07:16:25.146" v="71873" actId="22"/>
          <ac:spMkLst>
            <pc:docMk/>
            <pc:sldMk cId="2541964762" sldId="285"/>
            <ac:spMk id="8" creationId="{0C696530-BEC1-ECBD-5187-996747C86BE0}"/>
          </ac:spMkLst>
        </pc:spChg>
        <pc:spChg chg="add mod">
          <ac:chgData name="Freda Shi" userId="e3bafef1-15f2-4eeb-acbe-fa674bab7991" providerId="ADAL" clId="{9555FC65-5A8C-4EE8-9D5B-8283D7A0923C}" dt="2026-02-11T07:17:57.196" v="72125" actId="20577"/>
          <ac:spMkLst>
            <pc:docMk/>
            <pc:sldMk cId="2541964762" sldId="285"/>
            <ac:spMk id="9" creationId="{6E87926C-D9F5-C3C6-EE71-D25292B9DA87}"/>
          </ac:spMkLst>
        </pc:spChg>
        <pc:picChg chg="add mod">
          <ac:chgData name="Freda Shi" userId="e3bafef1-15f2-4eeb-acbe-fa674bab7991" providerId="ADAL" clId="{9555FC65-5A8C-4EE8-9D5B-8283D7A0923C}" dt="2026-02-11T07:17:24.779" v="72015" actId="1036"/>
          <ac:picMkLst>
            <pc:docMk/>
            <pc:sldMk cId="2541964762" sldId="285"/>
            <ac:picMk id="6" creationId="{979C9598-CA2A-6364-EA4F-77DBA766C649}"/>
          </ac:picMkLst>
        </pc:picChg>
      </pc:sldChg>
      <pc:sldChg chg="addSp modSp new mod">
        <pc:chgData name="Freda Shi" userId="e3bafef1-15f2-4eeb-acbe-fa674bab7991" providerId="ADAL" clId="{9555FC65-5A8C-4EE8-9D5B-8283D7A0923C}" dt="2026-02-11T07:21:35.234" v="72523" actId="20577"/>
        <pc:sldMkLst>
          <pc:docMk/>
          <pc:sldMk cId="1057301990" sldId="286"/>
        </pc:sldMkLst>
        <pc:spChg chg="mod">
          <ac:chgData name="Freda Shi" userId="e3bafef1-15f2-4eeb-acbe-fa674bab7991" providerId="ADAL" clId="{9555FC65-5A8C-4EE8-9D5B-8283D7A0923C}" dt="2026-02-11T07:21:35.234" v="72523" actId="20577"/>
          <ac:spMkLst>
            <pc:docMk/>
            <pc:sldMk cId="1057301990" sldId="286"/>
            <ac:spMk id="2" creationId="{10F610F0-BE61-3189-2A50-A18881C6CF0A}"/>
          </ac:spMkLst>
        </pc:spChg>
        <pc:spChg chg="mod">
          <ac:chgData name="Freda Shi" userId="e3bafef1-15f2-4eeb-acbe-fa674bab7991" providerId="ADAL" clId="{9555FC65-5A8C-4EE8-9D5B-8283D7A0923C}" dt="2026-02-11T07:20:31.645" v="72462" actId="20577"/>
          <ac:spMkLst>
            <pc:docMk/>
            <pc:sldMk cId="1057301990" sldId="286"/>
            <ac:spMk id="3" creationId="{8236ABCD-271D-02E4-D4EA-D13F5D857ECF}"/>
          </ac:spMkLst>
        </pc:spChg>
        <pc:spChg chg="add mod">
          <ac:chgData name="Freda Shi" userId="e3bafef1-15f2-4eeb-acbe-fa674bab7991" providerId="ADAL" clId="{9555FC65-5A8C-4EE8-9D5B-8283D7A0923C}" dt="2026-02-11T07:19:16.114" v="72323" actId="114"/>
          <ac:spMkLst>
            <pc:docMk/>
            <pc:sldMk cId="1057301990" sldId="286"/>
            <ac:spMk id="5" creationId="{DF02D86E-56CC-A789-7906-787FCEC630BA}"/>
          </ac:spMkLst>
        </pc:spChg>
        <pc:picChg chg="add mod">
          <ac:chgData name="Freda Shi" userId="e3bafef1-15f2-4eeb-acbe-fa674bab7991" providerId="ADAL" clId="{9555FC65-5A8C-4EE8-9D5B-8283D7A0923C}" dt="2026-02-11T07:20:38.730" v="72475" actId="1035"/>
          <ac:picMkLst>
            <pc:docMk/>
            <pc:sldMk cId="1057301990" sldId="286"/>
            <ac:picMk id="7" creationId="{85E3050E-13FA-988A-99B6-7BA172FAD6E3}"/>
          </ac:picMkLst>
        </pc:picChg>
      </pc:sldChg>
      <pc:sldChg chg="addSp delSp modSp new mod modAnim">
        <pc:chgData name="Freda Shi" userId="e3bafef1-15f2-4eeb-acbe-fa674bab7991" providerId="ADAL" clId="{9555FC65-5A8C-4EE8-9D5B-8283D7A0923C}" dt="2026-02-11T07:24:06.221" v="72762" actId="20577"/>
        <pc:sldMkLst>
          <pc:docMk/>
          <pc:sldMk cId="299864600" sldId="287"/>
        </pc:sldMkLst>
        <pc:spChg chg="mod">
          <ac:chgData name="Freda Shi" userId="e3bafef1-15f2-4eeb-acbe-fa674bab7991" providerId="ADAL" clId="{9555FC65-5A8C-4EE8-9D5B-8283D7A0923C}" dt="2026-02-11T07:21:32.171" v="72522" actId="20577"/>
          <ac:spMkLst>
            <pc:docMk/>
            <pc:sldMk cId="299864600" sldId="287"/>
            <ac:spMk id="2" creationId="{EDFCB6FB-470D-8443-B219-B255DEF19550}"/>
          </ac:spMkLst>
        </pc:spChg>
        <pc:spChg chg="del">
          <ac:chgData name="Freda Shi" userId="e3bafef1-15f2-4eeb-acbe-fa674bab7991" providerId="ADAL" clId="{9555FC65-5A8C-4EE8-9D5B-8283D7A0923C}" dt="2026-02-11T07:21:36.894" v="72524"/>
          <ac:spMkLst>
            <pc:docMk/>
            <pc:sldMk cId="299864600" sldId="287"/>
            <ac:spMk id="3" creationId="{EA41DF67-27C1-4C83-A3D5-80549D253660}"/>
          </ac:spMkLst>
        </pc:spChg>
        <pc:spChg chg="add mod">
          <ac:chgData name="Freda Shi" userId="e3bafef1-15f2-4eeb-acbe-fa674bab7991" providerId="ADAL" clId="{9555FC65-5A8C-4EE8-9D5B-8283D7A0923C}" dt="2026-02-11T07:23:07.051" v="72621" actId="20577"/>
          <ac:spMkLst>
            <pc:docMk/>
            <pc:sldMk cId="299864600" sldId="287"/>
            <ac:spMk id="6" creationId="{04F037E3-45BA-7F27-6C2C-AF9110A313BA}"/>
          </ac:spMkLst>
        </pc:spChg>
        <pc:spChg chg="add mod">
          <ac:chgData name="Freda Shi" userId="e3bafef1-15f2-4eeb-acbe-fa674bab7991" providerId="ADAL" clId="{9555FC65-5A8C-4EE8-9D5B-8283D7A0923C}" dt="2026-02-11T07:22:50.557" v="72617" actId="20577"/>
          <ac:spMkLst>
            <pc:docMk/>
            <pc:sldMk cId="299864600" sldId="287"/>
            <ac:spMk id="7" creationId="{323C17C1-263C-2213-205A-EFDBA62BE07D}"/>
          </ac:spMkLst>
        </pc:spChg>
        <pc:spChg chg="add mod">
          <ac:chgData name="Freda Shi" userId="e3bafef1-15f2-4eeb-acbe-fa674bab7991" providerId="ADAL" clId="{9555FC65-5A8C-4EE8-9D5B-8283D7A0923C}" dt="2026-02-11T07:24:06.221" v="72762" actId="20577"/>
          <ac:spMkLst>
            <pc:docMk/>
            <pc:sldMk cId="299864600" sldId="287"/>
            <ac:spMk id="8" creationId="{022D268B-20EA-CDBF-3B5A-1FCAFD72A25B}"/>
          </ac:spMkLst>
        </pc:spChg>
        <pc:picChg chg="add mod">
          <ac:chgData name="Freda Shi" userId="e3bafef1-15f2-4eeb-acbe-fa674bab7991" providerId="ADAL" clId="{9555FC65-5A8C-4EE8-9D5B-8283D7A0923C}" dt="2026-02-11T07:22:27.422" v="72563" actId="1035"/>
          <ac:picMkLst>
            <pc:docMk/>
            <pc:sldMk cId="299864600" sldId="287"/>
            <ac:picMk id="5" creationId="{239C44B0-35F5-5F10-955E-6AAA50C4E665}"/>
          </ac:picMkLst>
        </pc:picChg>
      </pc:sldChg>
      <pc:sldChg chg="addSp delSp modSp new mod">
        <pc:chgData name="Freda Shi" userId="e3bafef1-15f2-4eeb-acbe-fa674bab7991" providerId="ADAL" clId="{9555FC65-5A8C-4EE8-9D5B-8283D7A0923C}" dt="2026-02-11T07:29:57.736" v="72898" actId="1035"/>
        <pc:sldMkLst>
          <pc:docMk/>
          <pc:sldMk cId="1281027784" sldId="288"/>
        </pc:sldMkLst>
        <pc:spChg chg="mod">
          <ac:chgData name="Freda Shi" userId="e3bafef1-15f2-4eeb-acbe-fa674bab7991" providerId="ADAL" clId="{9555FC65-5A8C-4EE8-9D5B-8283D7A0923C}" dt="2026-02-11T07:28:23.121" v="72811" actId="20577"/>
          <ac:spMkLst>
            <pc:docMk/>
            <pc:sldMk cId="1281027784" sldId="288"/>
            <ac:spMk id="2" creationId="{E8020291-E8FB-0E8E-33E5-5EC784B5B3F4}"/>
          </ac:spMkLst>
        </pc:spChg>
        <pc:spChg chg="del mod">
          <ac:chgData name="Freda Shi" userId="e3bafef1-15f2-4eeb-acbe-fa674bab7991" providerId="ADAL" clId="{9555FC65-5A8C-4EE8-9D5B-8283D7A0923C}" dt="2026-02-11T07:28:25.943" v="72812" actId="478"/>
          <ac:spMkLst>
            <pc:docMk/>
            <pc:sldMk cId="1281027784" sldId="288"/>
            <ac:spMk id="3" creationId="{2D2D3979-7A44-4E45-FEF4-8FB3A5C44A80}"/>
          </ac:spMkLst>
        </pc:spChg>
        <pc:spChg chg="add mod">
          <ac:chgData name="Freda Shi" userId="e3bafef1-15f2-4eeb-acbe-fa674bab7991" providerId="ADAL" clId="{9555FC65-5A8C-4EE8-9D5B-8283D7A0923C}" dt="2026-02-11T07:29:13.277" v="72863" actId="20577"/>
          <ac:spMkLst>
            <pc:docMk/>
            <pc:sldMk cId="1281027784" sldId="288"/>
            <ac:spMk id="7" creationId="{085E022B-164F-E600-57D2-E8AD451BB083}"/>
          </ac:spMkLst>
        </pc:spChg>
        <pc:spChg chg="add mod">
          <ac:chgData name="Freda Shi" userId="e3bafef1-15f2-4eeb-acbe-fa674bab7991" providerId="ADAL" clId="{9555FC65-5A8C-4EE8-9D5B-8283D7A0923C}" dt="2026-02-11T07:29:52.984" v="72880" actId="20577"/>
          <ac:spMkLst>
            <pc:docMk/>
            <pc:sldMk cId="1281027784" sldId="288"/>
            <ac:spMk id="8" creationId="{3EDC6507-1B75-E7C5-5C9B-507B096EDF78}"/>
          </ac:spMkLst>
        </pc:spChg>
        <pc:picChg chg="add mod">
          <ac:chgData name="Freda Shi" userId="e3bafef1-15f2-4eeb-acbe-fa674bab7991" providerId="ADAL" clId="{9555FC65-5A8C-4EE8-9D5B-8283D7A0923C}" dt="2026-02-11T07:29:57.736" v="72898" actId="1035"/>
          <ac:picMkLst>
            <pc:docMk/>
            <pc:sldMk cId="1281027784" sldId="288"/>
            <ac:picMk id="6" creationId="{E76BA2F0-F825-C5C1-E71A-450232632AD8}"/>
          </ac:picMkLst>
        </pc:picChg>
      </pc:sldChg>
      <pc:sldMasterChg chg="delSldLayout modSldLayout">
        <pc:chgData name="Freda Shi" userId="e3bafef1-15f2-4eeb-acbe-fa674bab7991" providerId="ADAL" clId="{9555FC65-5A8C-4EE8-9D5B-8283D7A0923C}" dt="2026-01-14T04:07:22.491" v="30298" actId="47"/>
        <pc:sldMasterMkLst>
          <pc:docMk/>
          <pc:sldMasterMk cId="1118528081" sldId="2147483648"/>
        </pc:sldMasterMkLst>
      </pc:sldMasterChg>
    </pc:docChg>
  </pc:docChgLst>
  <pc:docChgLst>
    <pc:chgData name="Freda Shi" userId="e3bafef1-15f2-4eeb-acbe-fa674bab7991" providerId="ADAL" clId="{F7E09A7F-F1A3-4C6E-A9E7-CA601CD0AD84}"/>
    <pc:docChg chg="undo custSel addSld delSld modSld sldOrd modSection">
      <pc:chgData name="Freda Shi" userId="e3bafef1-15f2-4eeb-acbe-fa674bab7991" providerId="ADAL" clId="{F7E09A7F-F1A3-4C6E-A9E7-CA601CD0AD84}" dt="2026-02-11T15:40:00.824" v="1989" actId="20577"/>
      <pc:docMkLst>
        <pc:docMk/>
      </pc:docMkLst>
      <pc:sldChg chg="modSp mod modNotesTx">
        <pc:chgData name="Freda Shi" userId="e3bafef1-15f2-4eeb-acbe-fa674bab7991" providerId="ADAL" clId="{F7E09A7F-F1A3-4C6E-A9E7-CA601CD0AD84}" dt="2026-02-11T15:36:54.043" v="1764" actId="20577"/>
        <pc:sldMkLst>
          <pc:docMk/>
          <pc:sldMk cId="228913878" sldId="256"/>
        </pc:sldMkLst>
        <pc:spChg chg="mod">
          <ac:chgData name="Freda Shi" userId="e3bafef1-15f2-4eeb-acbe-fa674bab7991" providerId="ADAL" clId="{F7E09A7F-F1A3-4C6E-A9E7-CA601CD0AD84}" dt="2026-02-09T23:52:56.165" v="1113" actId="404"/>
          <ac:spMkLst>
            <pc:docMk/>
            <pc:sldMk cId="228913878" sldId="256"/>
            <ac:spMk id="4" creationId="{DA47CF05-BE52-90FA-5147-DA56FCE560BA}"/>
          </ac:spMkLst>
        </pc:spChg>
        <pc:spChg chg="mod">
          <ac:chgData name="Freda Shi" userId="e3bafef1-15f2-4eeb-acbe-fa674bab7991" providerId="ADAL" clId="{F7E09A7F-F1A3-4C6E-A9E7-CA601CD0AD84}" dt="2026-02-09T23:53:00.132" v="1116" actId="20577"/>
          <ac:spMkLst>
            <pc:docMk/>
            <pc:sldMk cId="228913878" sldId="256"/>
            <ac:spMk id="9" creationId="{28B5EE4A-907F-5295-FED3-0CC20CF8B67E}"/>
          </ac:spMkLst>
        </pc:spChg>
      </pc:sldChg>
      <pc:sldChg chg="modSp new mod">
        <pc:chgData name="Freda Shi" userId="e3bafef1-15f2-4eeb-acbe-fa674bab7991" providerId="ADAL" clId="{F7E09A7F-F1A3-4C6E-A9E7-CA601CD0AD84}" dt="2026-02-11T15:40:00.824" v="1989" actId="20577"/>
        <pc:sldMkLst>
          <pc:docMk/>
          <pc:sldMk cId="1896540082" sldId="259"/>
        </pc:sldMkLst>
        <pc:spChg chg="mod">
          <ac:chgData name="Freda Shi" userId="e3bafef1-15f2-4eeb-acbe-fa674bab7991" providerId="ADAL" clId="{F7E09A7F-F1A3-4C6E-A9E7-CA601CD0AD84}" dt="2026-01-27T22:04:07.350" v="192" actId="20577"/>
          <ac:spMkLst>
            <pc:docMk/>
            <pc:sldMk cId="1896540082" sldId="259"/>
            <ac:spMk id="2" creationId="{E2C7B07E-A3D1-3C2B-B017-E96EB120E8C8}"/>
          </ac:spMkLst>
        </pc:spChg>
        <pc:spChg chg="mod">
          <ac:chgData name="Freda Shi" userId="e3bafef1-15f2-4eeb-acbe-fa674bab7991" providerId="ADAL" clId="{F7E09A7F-F1A3-4C6E-A9E7-CA601CD0AD84}" dt="2026-02-11T15:40:00.824" v="1989" actId="20577"/>
          <ac:spMkLst>
            <pc:docMk/>
            <pc:sldMk cId="1896540082" sldId="259"/>
            <ac:spMk id="3" creationId="{B3BF30C2-A671-A559-D900-4A640E03FB09}"/>
          </ac:spMkLst>
        </pc:spChg>
      </pc:sldChg>
      <pc:sldChg chg="modSp mod">
        <pc:chgData name="Freda Shi" userId="e3bafef1-15f2-4eeb-acbe-fa674bab7991" providerId="ADAL" clId="{F7E09A7F-F1A3-4C6E-A9E7-CA601CD0AD84}" dt="2026-02-10T00:06:34.546" v="1165" actId="20577"/>
        <pc:sldMkLst>
          <pc:docMk/>
          <pc:sldMk cId="4151398556" sldId="260"/>
        </pc:sldMkLst>
        <pc:spChg chg="mod">
          <ac:chgData name="Freda Shi" userId="e3bafef1-15f2-4eeb-acbe-fa674bab7991" providerId="ADAL" clId="{F7E09A7F-F1A3-4C6E-A9E7-CA601CD0AD84}" dt="2026-02-10T00:06:34.546" v="1165" actId="20577"/>
          <ac:spMkLst>
            <pc:docMk/>
            <pc:sldMk cId="4151398556" sldId="260"/>
            <ac:spMk id="3" creationId="{437C2521-A6EF-D715-18DA-CE6A752CAEA0}"/>
          </ac:spMkLst>
        </pc:spChg>
      </pc:sldChg>
      <pc:sldChg chg="addSp modSp new mod modAnim">
        <pc:chgData name="Freda Shi" userId="e3bafef1-15f2-4eeb-acbe-fa674bab7991" providerId="ADAL" clId="{F7E09A7F-F1A3-4C6E-A9E7-CA601CD0AD84}" dt="2026-02-10T00:27:22.823" v="1438" actId="207"/>
        <pc:sldMkLst>
          <pc:docMk/>
          <pc:sldMk cId="185610230" sldId="261"/>
        </pc:sldMkLst>
        <pc:spChg chg="mod">
          <ac:chgData name="Freda Shi" userId="e3bafef1-15f2-4eeb-acbe-fa674bab7991" providerId="ADAL" clId="{F7E09A7F-F1A3-4C6E-A9E7-CA601CD0AD84}" dt="2026-02-10T00:24:59.135" v="1200" actId="20577"/>
          <ac:spMkLst>
            <pc:docMk/>
            <pc:sldMk cId="185610230" sldId="261"/>
            <ac:spMk id="2" creationId="{012007E6-3E66-86AD-65E7-7AE8034E1501}"/>
          </ac:spMkLst>
        </pc:spChg>
        <pc:spChg chg="mod">
          <ac:chgData name="Freda Shi" userId="e3bafef1-15f2-4eeb-acbe-fa674bab7991" providerId="ADAL" clId="{F7E09A7F-F1A3-4C6E-A9E7-CA601CD0AD84}" dt="2026-02-10T00:26:37.837" v="1431" actId="207"/>
          <ac:spMkLst>
            <pc:docMk/>
            <pc:sldMk cId="185610230" sldId="261"/>
            <ac:spMk id="3" creationId="{E12C31EC-EE0A-DFCB-84C7-6D3E40DBE66F}"/>
          </ac:spMkLst>
        </pc:spChg>
        <pc:grpChg chg="add mod">
          <ac:chgData name="Freda Shi" userId="e3bafef1-15f2-4eeb-acbe-fa674bab7991" providerId="ADAL" clId="{F7E09A7F-F1A3-4C6E-A9E7-CA601CD0AD84}" dt="2026-02-10T00:26:33.496" v="1430" actId="1076"/>
          <ac:grpSpMkLst>
            <pc:docMk/>
            <pc:sldMk cId="185610230" sldId="261"/>
            <ac:grpSpMk id="9" creationId="{73D7D9CB-C37C-8F87-7E6C-DC50167BFCA6}"/>
          </ac:grpSpMkLst>
        </pc:grpChg>
        <pc:picChg chg="add mod">
          <ac:chgData name="Freda Shi" userId="e3bafef1-15f2-4eeb-acbe-fa674bab7991" providerId="ADAL" clId="{F7E09A7F-F1A3-4C6E-A9E7-CA601CD0AD84}" dt="2026-02-10T00:26:24.542" v="1427" actId="1035"/>
          <ac:picMkLst>
            <pc:docMk/>
            <pc:sldMk cId="185610230" sldId="261"/>
            <ac:picMk id="6" creationId="{8EA19F35-EC71-6AD2-4987-4EF156238496}"/>
          </ac:picMkLst>
        </pc:picChg>
        <pc:picChg chg="add mod">
          <ac:chgData name="Freda Shi" userId="e3bafef1-15f2-4eeb-acbe-fa674bab7991" providerId="ADAL" clId="{F7E09A7F-F1A3-4C6E-A9E7-CA601CD0AD84}" dt="2026-02-10T00:26:12.327" v="1379" actId="164"/>
          <ac:picMkLst>
            <pc:docMk/>
            <pc:sldMk cId="185610230" sldId="261"/>
            <ac:picMk id="8" creationId="{BBF2C709-D02C-07A9-A333-0AF25F7EF43D}"/>
          </ac:picMkLst>
        </pc:picChg>
        <pc:picChg chg="add mod">
          <ac:chgData name="Freda Shi" userId="e3bafef1-15f2-4eeb-acbe-fa674bab7991" providerId="ADAL" clId="{F7E09A7F-F1A3-4C6E-A9E7-CA601CD0AD84}" dt="2026-02-10T00:27:22.823" v="1438" actId="207"/>
          <ac:picMkLst>
            <pc:docMk/>
            <pc:sldMk cId="185610230" sldId="261"/>
            <ac:picMk id="11" creationId="{BD354D59-EB0F-890A-79BD-1A8E1579F6A5}"/>
          </ac:picMkLst>
        </pc:picChg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1769675640" sldId="262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2972640733" sldId="263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3718222424" sldId="264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3529162429" sldId="265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3397896907" sldId="266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3382487248" sldId="267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253139172" sldId="268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2757823621" sldId="269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2851618490" sldId="270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365512207" sldId="271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4130864710" sldId="272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1276384177" sldId="273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4206860621" sldId="274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453025214" sldId="275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1818052339" sldId="276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1332559321" sldId="277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855568095" sldId="278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3222756089" sldId="280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2209026712" sldId="281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894238336" sldId="282"/>
        </pc:sldMkLst>
      </pc:sldChg>
      <pc:sldChg chg="del modAnim">
        <pc:chgData name="Freda Shi" userId="e3bafef1-15f2-4eeb-acbe-fa674bab7991" providerId="ADAL" clId="{F7E09A7F-F1A3-4C6E-A9E7-CA601CD0AD84}" dt="2026-02-10T00:18:23.987" v="1166" actId="47"/>
        <pc:sldMkLst>
          <pc:docMk/>
          <pc:sldMk cId="2254284133" sldId="283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2270168062" sldId="284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3027651759" sldId="285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2538836055" sldId="286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654941232" sldId="287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3079326772" sldId="288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2455931262" sldId="289"/>
        </pc:sldMkLst>
      </pc:sldChg>
      <pc:sldChg chg="addSp delSp modSp new mod">
        <pc:chgData name="Freda Shi" userId="e3bafef1-15f2-4eeb-acbe-fa674bab7991" providerId="ADAL" clId="{F7E09A7F-F1A3-4C6E-A9E7-CA601CD0AD84}" dt="2026-02-11T15:39:42.160" v="1930" actId="20577"/>
        <pc:sldMkLst>
          <pc:docMk/>
          <pc:sldMk cId="4194709355" sldId="289"/>
        </pc:sldMkLst>
        <pc:spChg chg="mod">
          <ac:chgData name="Freda Shi" userId="e3bafef1-15f2-4eeb-acbe-fa674bab7991" providerId="ADAL" clId="{F7E09A7F-F1A3-4C6E-A9E7-CA601CD0AD84}" dt="2026-02-11T15:39:42.160" v="1930" actId="20577"/>
          <ac:spMkLst>
            <pc:docMk/>
            <pc:sldMk cId="4194709355" sldId="289"/>
            <ac:spMk id="2" creationId="{633D56B0-7970-3370-782A-3FC5657B4762}"/>
          </ac:spMkLst>
        </pc:spChg>
        <pc:spChg chg="del">
          <ac:chgData name="Freda Shi" userId="e3bafef1-15f2-4eeb-acbe-fa674bab7991" providerId="ADAL" clId="{F7E09A7F-F1A3-4C6E-A9E7-CA601CD0AD84}" dt="2026-02-11T15:37:46.154" v="1855" actId="478"/>
          <ac:spMkLst>
            <pc:docMk/>
            <pc:sldMk cId="4194709355" sldId="289"/>
            <ac:spMk id="3" creationId="{32D2A149-72A5-7532-EE45-22425FD9FD18}"/>
          </ac:spMkLst>
        </pc:spChg>
        <pc:spChg chg="add mod">
          <ac:chgData name="Freda Shi" userId="e3bafef1-15f2-4eeb-acbe-fa674bab7991" providerId="ADAL" clId="{F7E09A7F-F1A3-4C6E-A9E7-CA601CD0AD84}" dt="2026-02-11T15:38:53.208" v="1896" actId="20577"/>
          <ac:spMkLst>
            <pc:docMk/>
            <pc:sldMk cId="4194709355" sldId="289"/>
            <ac:spMk id="5" creationId="{FAEC3F38-1029-D88B-1026-8969E4912BBF}"/>
          </ac:spMkLst>
        </pc:spChg>
        <pc:spChg chg="add mod">
          <ac:chgData name="Freda Shi" userId="e3bafef1-15f2-4eeb-acbe-fa674bab7991" providerId="ADAL" clId="{F7E09A7F-F1A3-4C6E-A9E7-CA601CD0AD84}" dt="2026-02-11T15:39:32.166" v="1917" actId="1036"/>
          <ac:spMkLst>
            <pc:docMk/>
            <pc:sldMk cId="4194709355" sldId="289"/>
            <ac:spMk id="7" creationId="{2233CFB8-9228-5452-DE87-B3E4E0D0AD0B}"/>
          </ac:spMkLst>
        </pc:spChg>
        <pc:picChg chg="add mod">
          <ac:chgData name="Freda Shi" userId="e3bafef1-15f2-4eeb-acbe-fa674bab7991" providerId="ADAL" clId="{F7E09A7F-F1A3-4C6E-A9E7-CA601CD0AD84}" dt="2026-02-11T15:38:15.977" v="1861" actId="12788"/>
          <ac:picMkLst>
            <pc:docMk/>
            <pc:sldMk cId="4194709355" sldId="289"/>
            <ac:picMk id="1026" creationId="{5B12BDE2-E1E6-7BA0-53D1-A4D363D3B7CC}"/>
          </ac:picMkLst>
        </pc:picChg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2593661572" sldId="290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666511040" sldId="291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3648484347" sldId="292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4047526912" sldId="293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1227417424" sldId="294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978234982" sldId="295"/>
        </pc:sldMkLst>
      </pc:sldChg>
      <pc:sldChg chg="del">
        <pc:chgData name="Freda Shi" userId="e3bafef1-15f2-4eeb-acbe-fa674bab7991" providerId="ADAL" clId="{F7E09A7F-F1A3-4C6E-A9E7-CA601CD0AD84}" dt="2026-02-10T00:18:23.987" v="1166" actId="47"/>
        <pc:sldMkLst>
          <pc:docMk/>
          <pc:sldMk cId="3844203889" sldId="29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BF14591-F67C-BB40-CBEA-594509238A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AC0E14-87F2-B254-51B1-B8AC2F64E0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68D9A-29E5-4846-BB23-DBAC39FAAE65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CB69ED-85D8-1CE2-FD53-9AC6B149BC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525E9E-8D74-A434-CC6A-221BA33515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8EB59-9011-4E29-9A14-88257365A9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3691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A8D97B-9B66-446E-9E81-F5FF4B6B06C9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28F659-E204-4DAB-9308-784DA0D833B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4831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quite some philosophical discussions that are still under development, but my goal of this lecture is to give you an idea and a pointer. </a:t>
            </a:r>
          </a:p>
          <a:p>
            <a:endParaRPr lang="en-US" dirty="0"/>
          </a:p>
          <a:p>
            <a:r>
              <a:rPr lang="en-US" dirty="0"/>
              <a:t>This is a rather advanced topic, so I didn’t list all readings on syllabus, but you can find all pointers via citations on slides.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8F659-E204-4DAB-9308-784DA0D833B0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370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8F659-E204-4DAB-9308-784DA0D833B0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0552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Our Goal: incorporate these grounding signals into language models. </a:t>
            </a:r>
          </a:p>
          <a:p>
            <a:r>
              <a:rPr lang="en-CA" dirty="0"/>
              <a:t>Grounding is not necessarily vision, but there is a strong community engagement of using visual signals as source of grounding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8F659-E204-4DAB-9308-784DA0D833B0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3888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Contrastive Language-Image Pre-training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8F659-E204-4DAB-9308-784DA0D833B0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0519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In practice, this pool is implemented within a minibatch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8F659-E204-4DAB-9308-784DA0D833B0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9977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An engineering-oriented approach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8F659-E204-4DAB-9308-784DA0D833B0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81491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8F659-E204-4DAB-9308-784DA0D833B0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4250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Vision is not the only modality of real world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8F659-E204-4DAB-9308-784DA0D833B0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3983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1D81C-C0FB-D832-3BCF-FEA9913D6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9B338F-1C9E-8F52-F9A4-E761E1084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8B4FD-FA43-ED01-B598-2DD3B4DD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7905-A51C-421C-8B94-09310336B0A2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7A58B-BF2B-F261-F4BF-92803EEE2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0CB0-E893-4FAE-C932-C15080A4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8385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7E1F2-4C84-385C-A58A-13FDFBF16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51" y="0"/>
            <a:ext cx="11382498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19F1E-8F25-C9E0-1195-1CD303EA5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751" y="1325562"/>
            <a:ext cx="11382498" cy="5030787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Nunito" pitchFamily="2" charset="0"/>
              </a:defRPr>
            </a:lvl1pPr>
            <a:lvl2pPr>
              <a:lnSpc>
                <a:spcPct val="100000"/>
              </a:lnSpc>
              <a:defRPr>
                <a:latin typeface="Nunito" pitchFamily="2" charset="0"/>
              </a:defRPr>
            </a:lvl2pPr>
            <a:lvl3pPr>
              <a:lnSpc>
                <a:spcPct val="100000"/>
              </a:lnSpc>
              <a:defRPr>
                <a:latin typeface="Nunito" pitchFamily="2" charset="0"/>
              </a:defRPr>
            </a:lvl3pPr>
            <a:lvl4pPr>
              <a:lnSpc>
                <a:spcPct val="100000"/>
              </a:lnSpc>
              <a:defRPr>
                <a:latin typeface="Nunito" pitchFamily="2" charset="0"/>
              </a:defRPr>
            </a:lvl4pPr>
            <a:lvl5pPr>
              <a:lnSpc>
                <a:spcPct val="100000"/>
              </a:lnSpc>
              <a:defRPr>
                <a:latin typeface="Nunito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B4D42-F908-5E01-B590-10E1A39936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4751" y="6356350"/>
            <a:ext cx="2743200" cy="365125"/>
          </a:xfr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83C35BBC-156D-41FD-9ADF-716B2914A275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79C89-C314-DDEA-2C67-83BAC906B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79454-EAA8-CA79-DF21-ACA68276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4049" y="6356350"/>
            <a:ext cx="2743200" cy="365125"/>
          </a:xfr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A36FF760-4833-4FC2-9C74-46CD274694B2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6985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AA206-0109-0A71-8D88-FDBEE7334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678106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Nunito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0E311-A575-C976-8612-0AAE40A72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Nunito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F3AF7-1AE8-C53C-A886-BCA359B91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FF283ED9-7CF3-4A16-AD68-CCED7B0C68A9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96467-644E-846D-3020-E63D41BA5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BBBB6-1087-2307-E934-62264519F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A36FF760-4833-4FC2-9C74-46CD274694B2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665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1A536-D24D-052D-890A-E0B5456B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51" y="0"/>
            <a:ext cx="11382498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21A84-A51B-FB50-9FE9-82902A231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4751" y="1325562"/>
            <a:ext cx="5615049" cy="5030787"/>
          </a:xfrm>
        </p:spPr>
        <p:txBody>
          <a:bodyPr/>
          <a:lstStyle>
            <a:lvl1pPr>
              <a:spcAft>
                <a:spcPts val="300"/>
              </a:spcAft>
              <a:defRPr>
                <a:latin typeface="Nunito" pitchFamily="2" charset="0"/>
              </a:defRPr>
            </a:lvl1pPr>
            <a:lvl2pPr>
              <a:spcAft>
                <a:spcPts val="300"/>
              </a:spcAft>
              <a:defRPr>
                <a:latin typeface="Nunito" pitchFamily="2" charset="0"/>
              </a:defRPr>
            </a:lvl2pPr>
            <a:lvl3pPr>
              <a:spcAft>
                <a:spcPts val="300"/>
              </a:spcAft>
              <a:defRPr>
                <a:latin typeface="Nunito" pitchFamily="2" charset="0"/>
              </a:defRPr>
            </a:lvl3pPr>
            <a:lvl4pPr>
              <a:spcAft>
                <a:spcPts val="300"/>
              </a:spcAft>
              <a:defRPr>
                <a:latin typeface="Nunito" pitchFamily="2" charset="0"/>
              </a:defRPr>
            </a:lvl4pPr>
            <a:lvl5pPr>
              <a:spcAft>
                <a:spcPts val="300"/>
              </a:spcAft>
              <a:defRPr>
                <a:latin typeface="Nunito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A5771-7497-4EA1-71BA-D8EF276E3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25563"/>
            <a:ext cx="5615048" cy="5030786"/>
          </a:xfrm>
        </p:spPr>
        <p:txBody>
          <a:bodyPr/>
          <a:lstStyle>
            <a:lvl1pPr>
              <a:spcAft>
                <a:spcPts val="300"/>
              </a:spcAft>
              <a:defRPr>
                <a:latin typeface="Nunito" pitchFamily="2" charset="0"/>
              </a:defRPr>
            </a:lvl1pPr>
            <a:lvl2pPr>
              <a:spcAft>
                <a:spcPts val="300"/>
              </a:spcAft>
              <a:defRPr>
                <a:latin typeface="Nunito" pitchFamily="2" charset="0"/>
              </a:defRPr>
            </a:lvl2pPr>
            <a:lvl3pPr>
              <a:spcAft>
                <a:spcPts val="300"/>
              </a:spcAft>
              <a:defRPr>
                <a:latin typeface="Nunito" pitchFamily="2" charset="0"/>
              </a:defRPr>
            </a:lvl3pPr>
            <a:lvl4pPr>
              <a:spcAft>
                <a:spcPts val="300"/>
              </a:spcAft>
              <a:defRPr>
                <a:latin typeface="Nunito" pitchFamily="2" charset="0"/>
              </a:defRPr>
            </a:lvl4pPr>
            <a:lvl5pPr>
              <a:spcAft>
                <a:spcPts val="300"/>
              </a:spcAft>
              <a:defRPr>
                <a:latin typeface="Nunito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996EB-B53E-50CA-0C2E-79F93FF54B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4751" y="6356350"/>
            <a:ext cx="2743200" cy="365125"/>
          </a:xfr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7A9C5AE8-81DF-43BD-B0FE-D622180FEED6}" type="datetime1">
              <a:rPr lang="en-CA" smtClean="0"/>
              <a:t>2026-02-11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BA3BA-3C8C-8414-D264-DFE2469B9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EFE18-BED3-97F6-752B-D8CA6FB20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4048" y="6356349"/>
            <a:ext cx="2743200" cy="365125"/>
          </a:xfr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A36FF760-4833-4FC2-9C74-46CD274694B2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9905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4D164D-A971-FFAC-2B99-B33123B4B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51" y="365125"/>
            <a:ext cx="113824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C787C-DEE0-2018-EEBF-D0C6CE217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751" y="1825625"/>
            <a:ext cx="1138249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BF790-F8A0-E94B-A547-FFA5EBD11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475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unito" pitchFamily="2" charset="0"/>
              </a:defRPr>
            </a:lvl1pPr>
          </a:lstStyle>
          <a:p>
            <a:fld id="{6575A376-CF90-463F-B5BF-5AB20A7CAF2F}" type="datetime1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B0501-175E-8C38-D79A-42B4B1ACD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unito" pitchFamily="2" charset="0"/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81883-179C-670B-795E-1399264CA2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4404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unito" pitchFamily="2" charset="0"/>
              </a:defRPr>
            </a:lvl1pPr>
          </a:lstStyle>
          <a:p>
            <a:fld id="{A36FF760-4833-4FC2-9C74-46CD274694B2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8528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Nunito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3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unito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unito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Nunito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Nunito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hs@uwaterloo.c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reesvg.org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slideLayout" Target="../slideLayouts/slideLayout2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image" Target="../media/image16.png"/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20" Type="http://schemas.openxmlformats.org/officeDocument/2006/relationships/tags" Target="../tags/tag20.xml"/><Relationship Id="rId41" Type="http://schemas.openxmlformats.org/officeDocument/2006/relationships/tags" Target="../tags/tag4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cocodataset.org/#hom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tags" Target="../tags/tag72.xml"/><Relationship Id="rId21" Type="http://schemas.openxmlformats.org/officeDocument/2006/relationships/tags" Target="../tags/tag67.xml"/><Relationship Id="rId42" Type="http://schemas.openxmlformats.org/officeDocument/2006/relationships/tags" Target="../tags/tag88.xml"/><Relationship Id="rId47" Type="http://schemas.openxmlformats.org/officeDocument/2006/relationships/tags" Target="../tags/tag93.xml"/><Relationship Id="rId63" Type="http://schemas.openxmlformats.org/officeDocument/2006/relationships/tags" Target="../tags/tag109.xml"/><Relationship Id="rId68" Type="http://schemas.openxmlformats.org/officeDocument/2006/relationships/tags" Target="../tags/tag114.xml"/><Relationship Id="rId84" Type="http://schemas.openxmlformats.org/officeDocument/2006/relationships/tags" Target="../tags/tag130.xml"/><Relationship Id="rId89" Type="http://schemas.openxmlformats.org/officeDocument/2006/relationships/tags" Target="../tags/tag135.xml"/><Relationship Id="rId16" Type="http://schemas.openxmlformats.org/officeDocument/2006/relationships/tags" Target="../tags/tag62.xml"/><Relationship Id="rId11" Type="http://schemas.openxmlformats.org/officeDocument/2006/relationships/tags" Target="../tags/tag57.xml"/><Relationship Id="rId32" Type="http://schemas.openxmlformats.org/officeDocument/2006/relationships/tags" Target="../tags/tag78.xml"/><Relationship Id="rId37" Type="http://schemas.openxmlformats.org/officeDocument/2006/relationships/tags" Target="../tags/tag83.xml"/><Relationship Id="rId53" Type="http://schemas.openxmlformats.org/officeDocument/2006/relationships/tags" Target="../tags/tag99.xml"/><Relationship Id="rId58" Type="http://schemas.openxmlformats.org/officeDocument/2006/relationships/tags" Target="../tags/tag104.xml"/><Relationship Id="rId74" Type="http://schemas.openxmlformats.org/officeDocument/2006/relationships/tags" Target="../tags/tag120.xml"/><Relationship Id="rId79" Type="http://schemas.openxmlformats.org/officeDocument/2006/relationships/tags" Target="../tags/tag125.xml"/><Relationship Id="rId102" Type="http://schemas.openxmlformats.org/officeDocument/2006/relationships/tags" Target="../tags/tag148.xml"/><Relationship Id="rId5" Type="http://schemas.openxmlformats.org/officeDocument/2006/relationships/tags" Target="../tags/tag51.xml"/><Relationship Id="rId90" Type="http://schemas.openxmlformats.org/officeDocument/2006/relationships/tags" Target="../tags/tag136.xml"/><Relationship Id="rId95" Type="http://schemas.openxmlformats.org/officeDocument/2006/relationships/tags" Target="../tags/tag141.xml"/><Relationship Id="rId22" Type="http://schemas.openxmlformats.org/officeDocument/2006/relationships/tags" Target="../tags/tag68.xml"/><Relationship Id="rId27" Type="http://schemas.openxmlformats.org/officeDocument/2006/relationships/tags" Target="../tags/tag73.xml"/><Relationship Id="rId43" Type="http://schemas.openxmlformats.org/officeDocument/2006/relationships/tags" Target="../tags/tag89.xml"/><Relationship Id="rId48" Type="http://schemas.openxmlformats.org/officeDocument/2006/relationships/tags" Target="../tags/tag94.xml"/><Relationship Id="rId64" Type="http://schemas.openxmlformats.org/officeDocument/2006/relationships/tags" Target="../tags/tag110.xml"/><Relationship Id="rId69" Type="http://schemas.openxmlformats.org/officeDocument/2006/relationships/tags" Target="../tags/tag115.xml"/><Relationship Id="rId80" Type="http://schemas.openxmlformats.org/officeDocument/2006/relationships/tags" Target="../tags/tag126.xml"/><Relationship Id="rId85" Type="http://schemas.openxmlformats.org/officeDocument/2006/relationships/tags" Target="../tags/tag131.xml"/><Relationship Id="rId12" Type="http://schemas.openxmlformats.org/officeDocument/2006/relationships/tags" Target="../tags/tag58.xml"/><Relationship Id="rId17" Type="http://schemas.openxmlformats.org/officeDocument/2006/relationships/tags" Target="../tags/tag63.xml"/><Relationship Id="rId33" Type="http://schemas.openxmlformats.org/officeDocument/2006/relationships/tags" Target="../tags/tag79.xml"/><Relationship Id="rId38" Type="http://schemas.openxmlformats.org/officeDocument/2006/relationships/tags" Target="../tags/tag84.xml"/><Relationship Id="rId59" Type="http://schemas.openxmlformats.org/officeDocument/2006/relationships/tags" Target="../tags/tag105.xml"/><Relationship Id="rId103" Type="http://schemas.openxmlformats.org/officeDocument/2006/relationships/slideLayout" Target="../slideLayouts/slideLayout2.xml"/><Relationship Id="rId20" Type="http://schemas.openxmlformats.org/officeDocument/2006/relationships/tags" Target="../tags/tag66.xml"/><Relationship Id="rId41" Type="http://schemas.openxmlformats.org/officeDocument/2006/relationships/tags" Target="../tags/tag87.xml"/><Relationship Id="rId54" Type="http://schemas.openxmlformats.org/officeDocument/2006/relationships/tags" Target="../tags/tag100.xml"/><Relationship Id="rId62" Type="http://schemas.openxmlformats.org/officeDocument/2006/relationships/tags" Target="../tags/tag108.xml"/><Relationship Id="rId70" Type="http://schemas.openxmlformats.org/officeDocument/2006/relationships/tags" Target="../tags/tag116.xml"/><Relationship Id="rId75" Type="http://schemas.openxmlformats.org/officeDocument/2006/relationships/tags" Target="../tags/tag121.xml"/><Relationship Id="rId83" Type="http://schemas.openxmlformats.org/officeDocument/2006/relationships/tags" Target="../tags/tag129.xml"/><Relationship Id="rId88" Type="http://schemas.openxmlformats.org/officeDocument/2006/relationships/tags" Target="../tags/tag134.xml"/><Relationship Id="rId91" Type="http://schemas.openxmlformats.org/officeDocument/2006/relationships/tags" Target="../tags/tag137.xml"/><Relationship Id="rId96" Type="http://schemas.openxmlformats.org/officeDocument/2006/relationships/tags" Target="../tags/tag142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5" Type="http://schemas.openxmlformats.org/officeDocument/2006/relationships/tags" Target="../tags/tag61.xml"/><Relationship Id="rId23" Type="http://schemas.openxmlformats.org/officeDocument/2006/relationships/tags" Target="../tags/tag69.xml"/><Relationship Id="rId28" Type="http://schemas.openxmlformats.org/officeDocument/2006/relationships/tags" Target="../tags/tag74.xml"/><Relationship Id="rId36" Type="http://schemas.openxmlformats.org/officeDocument/2006/relationships/tags" Target="../tags/tag82.xml"/><Relationship Id="rId49" Type="http://schemas.openxmlformats.org/officeDocument/2006/relationships/tags" Target="../tags/tag95.xml"/><Relationship Id="rId57" Type="http://schemas.openxmlformats.org/officeDocument/2006/relationships/tags" Target="../tags/tag103.xml"/><Relationship Id="rId10" Type="http://schemas.openxmlformats.org/officeDocument/2006/relationships/tags" Target="../tags/tag56.xml"/><Relationship Id="rId31" Type="http://schemas.openxmlformats.org/officeDocument/2006/relationships/tags" Target="../tags/tag77.xml"/><Relationship Id="rId44" Type="http://schemas.openxmlformats.org/officeDocument/2006/relationships/tags" Target="../tags/tag90.xml"/><Relationship Id="rId52" Type="http://schemas.openxmlformats.org/officeDocument/2006/relationships/tags" Target="../tags/tag98.xml"/><Relationship Id="rId60" Type="http://schemas.openxmlformats.org/officeDocument/2006/relationships/tags" Target="../tags/tag106.xml"/><Relationship Id="rId65" Type="http://schemas.openxmlformats.org/officeDocument/2006/relationships/tags" Target="../tags/tag111.xml"/><Relationship Id="rId73" Type="http://schemas.openxmlformats.org/officeDocument/2006/relationships/tags" Target="../tags/tag119.xml"/><Relationship Id="rId78" Type="http://schemas.openxmlformats.org/officeDocument/2006/relationships/tags" Target="../tags/tag124.xml"/><Relationship Id="rId81" Type="http://schemas.openxmlformats.org/officeDocument/2006/relationships/tags" Target="../tags/tag127.xml"/><Relationship Id="rId86" Type="http://schemas.openxmlformats.org/officeDocument/2006/relationships/tags" Target="../tags/tag132.xml"/><Relationship Id="rId94" Type="http://schemas.openxmlformats.org/officeDocument/2006/relationships/tags" Target="../tags/tag140.xml"/><Relationship Id="rId99" Type="http://schemas.openxmlformats.org/officeDocument/2006/relationships/tags" Target="../tags/tag145.xml"/><Relationship Id="rId101" Type="http://schemas.openxmlformats.org/officeDocument/2006/relationships/tags" Target="../tags/tag147.xml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3" Type="http://schemas.openxmlformats.org/officeDocument/2006/relationships/tags" Target="../tags/tag59.xml"/><Relationship Id="rId18" Type="http://schemas.openxmlformats.org/officeDocument/2006/relationships/tags" Target="../tags/tag64.xml"/><Relationship Id="rId39" Type="http://schemas.openxmlformats.org/officeDocument/2006/relationships/tags" Target="../tags/tag85.xml"/><Relationship Id="rId34" Type="http://schemas.openxmlformats.org/officeDocument/2006/relationships/tags" Target="../tags/tag80.xml"/><Relationship Id="rId50" Type="http://schemas.openxmlformats.org/officeDocument/2006/relationships/tags" Target="../tags/tag96.xml"/><Relationship Id="rId55" Type="http://schemas.openxmlformats.org/officeDocument/2006/relationships/tags" Target="../tags/tag101.xml"/><Relationship Id="rId76" Type="http://schemas.openxmlformats.org/officeDocument/2006/relationships/tags" Target="../tags/tag122.xml"/><Relationship Id="rId97" Type="http://schemas.openxmlformats.org/officeDocument/2006/relationships/tags" Target="../tags/tag143.xml"/><Relationship Id="rId104" Type="http://schemas.openxmlformats.org/officeDocument/2006/relationships/image" Target="../media/image16.jpg"/><Relationship Id="rId7" Type="http://schemas.openxmlformats.org/officeDocument/2006/relationships/tags" Target="../tags/tag53.xml"/><Relationship Id="rId71" Type="http://schemas.openxmlformats.org/officeDocument/2006/relationships/tags" Target="../tags/tag117.xml"/><Relationship Id="rId92" Type="http://schemas.openxmlformats.org/officeDocument/2006/relationships/tags" Target="../tags/tag138.xml"/><Relationship Id="rId2" Type="http://schemas.openxmlformats.org/officeDocument/2006/relationships/tags" Target="../tags/tag48.xml"/><Relationship Id="rId29" Type="http://schemas.openxmlformats.org/officeDocument/2006/relationships/tags" Target="../tags/tag75.xml"/><Relationship Id="rId24" Type="http://schemas.openxmlformats.org/officeDocument/2006/relationships/tags" Target="../tags/tag70.xml"/><Relationship Id="rId40" Type="http://schemas.openxmlformats.org/officeDocument/2006/relationships/tags" Target="../tags/tag86.xml"/><Relationship Id="rId45" Type="http://schemas.openxmlformats.org/officeDocument/2006/relationships/tags" Target="../tags/tag91.xml"/><Relationship Id="rId66" Type="http://schemas.openxmlformats.org/officeDocument/2006/relationships/tags" Target="../tags/tag112.xml"/><Relationship Id="rId87" Type="http://schemas.openxmlformats.org/officeDocument/2006/relationships/tags" Target="../tags/tag133.xml"/><Relationship Id="rId61" Type="http://schemas.openxmlformats.org/officeDocument/2006/relationships/tags" Target="../tags/tag107.xml"/><Relationship Id="rId82" Type="http://schemas.openxmlformats.org/officeDocument/2006/relationships/tags" Target="../tags/tag128.xml"/><Relationship Id="rId19" Type="http://schemas.openxmlformats.org/officeDocument/2006/relationships/tags" Target="../tags/tag65.xml"/><Relationship Id="rId14" Type="http://schemas.openxmlformats.org/officeDocument/2006/relationships/tags" Target="../tags/tag60.xml"/><Relationship Id="rId30" Type="http://schemas.openxmlformats.org/officeDocument/2006/relationships/tags" Target="../tags/tag76.xml"/><Relationship Id="rId35" Type="http://schemas.openxmlformats.org/officeDocument/2006/relationships/tags" Target="../tags/tag81.xml"/><Relationship Id="rId56" Type="http://schemas.openxmlformats.org/officeDocument/2006/relationships/tags" Target="../tags/tag102.xml"/><Relationship Id="rId77" Type="http://schemas.openxmlformats.org/officeDocument/2006/relationships/tags" Target="../tags/tag123.xml"/><Relationship Id="rId100" Type="http://schemas.openxmlformats.org/officeDocument/2006/relationships/tags" Target="../tags/tag146.xml"/><Relationship Id="rId105" Type="http://schemas.openxmlformats.org/officeDocument/2006/relationships/image" Target="../media/image19.jpg"/><Relationship Id="rId8" Type="http://schemas.openxmlformats.org/officeDocument/2006/relationships/tags" Target="../tags/tag54.xml"/><Relationship Id="rId51" Type="http://schemas.openxmlformats.org/officeDocument/2006/relationships/tags" Target="../tags/tag97.xml"/><Relationship Id="rId72" Type="http://schemas.openxmlformats.org/officeDocument/2006/relationships/tags" Target="../tags/tag118.xml"/><Relationship Id="rId93" Type="http://schemas.openxmlformats.org/officeDocument/2006/relationships/tags" Target="../tags/tag139.xml"/><Relationship Id="rId98" Type="http://schemas.openxmlformats.org/officeDocument/2006/relationships/tags" Target="../tags/tag144.xml"/><Relationship Id="rId3" Type="http://schemas.openxmlformats.org/officeDocument/2006/relationships/tags" Target="../tags/tag49.xml"/><Relationship Id="rId25" Type="http://schemas.openxmlformats.org/officeDocument/2006/relationships/tags" Target="../tags/tag71.xml"/><Relationship Id="rId46" Type="http://schemas.openxmlformats.org/officeDocument/2006/relationships/tags" Target="../tags/tag92.xml"/><Relationship Id="rId67" Type="http://schemas.openxmlformats.org/officeDocument/2006/relationships/tags" Target="../tags/tag113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tags" Target="../tags/tag174.xml"/><Relationship Id="rId21" Type="http://schemas.openxmlformats.org/officeDocument/2006/relationships/tags" Target="../tags/tag169.xml"/><Relationship Id="rId42" Type="http://schemas.openxmlformats.org/officeDocument/2006/relationships/tags" Target="../tags/tag190.xml"/><Relationship Id="rId47" Type="http://schemas.openxmlformats.org/officeDocument/2006/relationships/tags" Target="../tags/tag195.xml"/><Relationship Id="rId63" Type="http://schemas.openxmlformats.org/officeDocument/2006/relationships/tags" Target="../tags/tag211.xml"/><Relationship Id="rId68" Type="http://schemas.openxmlformats.org/officeDocument/2006/relationships/tags" Target="../tags/tag216.xml"/><Relationship Id="rId84" Type="http://schemas.openxmlformats.org/officeDocument/2006/relationships/tags" Target="../tags/tag232.xml"/><Relationship Id="rId89" Type="http://schemas.openxmlformats.org/officeDocument/2006/relationships/tags" Target="../tags/tag237.xml"/><Relationship Id="rId16" Type="http://schemas.openxmlformats.org/officeDocument/2006/relationships/tags" Target="../tags/tag164.xml"/><Relationship Id="rId11" Type="http://schemas.openxmlformats.org/officeDocument/2006/relationships/tags" Target="../tags/tag159.xml"/><Relationship Id="rId32" Type="http://schemas.openxmlformats.org/officeDocument/2006/relationships/tags" Target="../tags/tag180.xml"/><Relationship Id="rId37" Type="http://schemas.openxmlformats.org/officeDocument/2006/relationships/tags" Target="../tags/tag185.xml"/><Relationship Id="rId53" Type="http://schemas.openxmlformats.org/officeDocument/2006/relationships/tags" Target="../tags/tag201.xml"/><Relationship Id="rId58" Type="http://schemas.openxmlformats.org/officeDocument/2006/relationships/tags" Target="../tags/tag206.xml"/><Relationship Id="rId74" Type="http://schemas.openxmlformats.org/officeDocument/2006/relationships/tags" Target="../tags/tag222.xml"/><Relationship Id="rId79" Type="http://schemas.openxmlformats.org/officeDocument/2006/relationships/tags" Target="../tags/tag227.xml"/><Relationship Id="rId102" Type="http://schemas.openxmlformats.org/officeDocument/2006/relationships/tags" Target="../tags/tag250.xml"/><Relationship Id="rId5" Type="http://schemas.openxmlformats.org/officeDocument/2006/relationships/tags" Target="../tags/tag153.xml"/><Relationship Id="rId90" Type="http://schemas.openxmlformats.org/officeDocument/2006/relationships/tags" Target="../tags/tag238.xml"/><Relationship Id="rId95" Type="http://schemas.openxmlformats.org/officeDocument/2006/relationships/tags" Target="../tags/tag243.xml"/><Relationship Id="rId22" Type="http://schemas.openxmlformats.org/officeDocument/2006/relationships/tags" Target="../tags/tag170.xml"/><Relationship Id="rId27" Type="http://schemas.openxmlformats.org/officeDocument/2006/relationships/tags" Target="../tags/tag175.xml"/><Relationship Id="rId43" Type="http://schemas.openxmlformats.org/officeDocument/2006/relationships/tags" Target="../tags/tag191.xml"/><Relationship Id="rId48" Type="http://schemas.openxmlformats.org/officeDocument/2006/relationships/tags" Target="../tags/tag196.xml"/><Relationship Id="rId64" Type="http://schemas.openxmlformats.org/officeDocument/2006/relationships/tags" Target="../tags/tag212.xml"/><Relationship Id="rId69" Type="http://schemas.openxmlformats.org/officeDocument/2006/relationships/tags" Target="../tags/tag217.xml"/><Relationship Id="rId80" Type="http://schemas.openxmlformats.org/officeDocument/2006/relationships/tags" Target="../tags/tag228.xml"/><Relationship Id="rId85" Type="http://schemas.openxmlformats.org/officeDocument/2006/relationships/tags" Target="../tags/tag233.xml"/><Relationship Id="rId12" Type="http://schemas.openxmlformats.org/officeDocument/2006/relationships/tags" Target="../tags/tag160.xml"/><Relationship Id="rId17" Type="http://schemas.openxmlformats.org/officeDocument/2006/relationships/tags" Target="../tags/tag165.xml"/><Relationship Id="rId33" Type="http://schemas.openxmlformats.org/officeDocument/2006/relationships/tags" Target="../tags/tag181.xml"/><Relationship Id="rId38" Type="http://schemas.openxmlformats.org/officeDocument/2006/relationships/tags" Target="../tags/tag186.xml"/><Relationship Id="rId59" Type="http://schemas.openxmlformats.org/officeDocument/2006/relationships/tags" Target="../tags/tag207.xml"/><Relationship Id="rId103" Type="http://schemas.openxmlformats.org/officeDocument/2006/relationships/slideLayout" Target="../slideLayouts/slideLayout2.xml"/><Relationship Id="rId20" Type="http://schemas.openxmlformats.org/officeDocument/2006/relationships/tags" Target="../tags/tag168.xml"/><Relationship Id="rId41" Type="http://schemas.openxmlformats.org/officeDocument/2006/relationships/tags" Target="../tags/tag189.xml"/><Relationship Id="rId54" Type="http://schemas.openxmlformats.org/officeDocument/2006/relationships/tags" Target="../tags/tag202.xml"/><Relationship Id="rId62" Type="http://schemas.openxmlformats.org/officeDocument/2006/relationships/tags" Target="../tags/tag210.xml"/><Relationship Id="rId70" Type="http://schemas.openxmlformats.org/officeDocument/2006/relationships/tags" Target="../tags/tag218.xml"/><Relationship Id="rId75" Type="http://schemas.openxmlformats.org/officeDocument/2006/relationships/tags" Target="../tags/tag223.xml"/><Relationship Id="rId83" Type="http://schemas.openxmlformats.org/officeDocument/2006/relationships/tags" Target="../tags/tag231.xml"/><Relationship Id="rId88" Type="http://schemas.openxmlformats.org/officeDocument/2006/relationships/tags" Target="../tags/tag236.xml"/><Relationship Id="rId91" Type="http://schemas.openxmlformats.org/officeDocument/2006/relationships/tags" Target="../tags/tag239.xml"/><Relationship Id="rId96" Type="http://schemas.openxmlformats.org/officeDocument/2006/relationships/tags" Target="../tags/tag244.xml"/><Relationship Id="rId1" Type="http://schemas.openxmlformats.org/officeDocument/2006/relationships/tags" Target="../tags/tag149.xml"/><Relationship Id="rId6" Type="http://schemas.openxmlformats.org/officeDocument/2006/relationships/tags" Target="../tags/tag154.xml"/><Relationship Id="rId15" Type="http://schemas.openxmlformats.org/officeDocument/2006/relationships/tags" Target="../tags/tag163.xml"/><Relationship Id="rId23" Type="http://schemas.openxmlformats.org/officeDocument/2006/relationships/tags" Target="../tags/tag171.xml"/><Relationship Id="rId28" Type="http://schemas.openxmlformats.org/officeDocument/2006/relationships/tags" Target="../tags/tag176.xml"/><Relationship Id="rId36" Type="http://schemas.openxmlformats.org/officeDocument/2006/relationships/tags" Target="../tags/tag184.xml"/><Relationship Id="rId49" Type="http://schemas.openxmlformats.org/officeDocument/2006/relationships/tags" Target="../tags/tag197.xml"/><Relationship Id="rId57" Type="http://schemas.openxmlformats.org/officeDocument/2006/relationships/tags" Target="../tags/tag205.xml"/><Relationship Id="rId10" Type="http://schemas.openxmlformats.org/officeDocument/2006/relationships/tags" Target="../tags/tag158.xml"/><Relationship Id="rId31" Type="http://schemas.openxmlformats.org/officeDocument/2006/relationships/tags" Target="../tags/tag179.xml"/><Relationship Id="rId44" Type="http://schemas.openxmlformats.org/officeDocument/2006/relationships/tags" Target="../tags/tag192.xml"/><Relationship Id="rId52" Type="http://schemas.openxmlformats.org/officeDocument/2006/relationships/tags" Target="../tags/tag200.xml"/><Relationship Id="rId60" Type="http://schemas.openxmlformats.org/officeDocument/2006/relationships/tags" Target="../tags/tag208.xml"/><Relationship Id="rId65" Type="http://schemas.openxmlformats.org/officeDocument/2006/relationships/tags" Target="../tags/tag213.xml"/><Relationship Id="rId73" Type="http://schemas.openxmlformats.org/officeDocument/2006/relationships/tags" Target="../tags/tag221.xml"/><Relationship Id="rId78" Type="http://schemas.openxmlformats.org/officeDocument/2006/relationships/tags" Target="../tags/tag226.xml"/><Relationship Id="rId81" Type="http://schemas.openxmlformats.org/officeDocument/2006/relationships/tags" Target="../tags/tag229.xml"/><Relationship Id="rId86" Type="http://schemas.openxmlformats.org/officeDocument/2006/relationships/tags" Target="../tags/tag234.xml"/><Relationship Id="rId94" Type="http://schemas.openxmlformats.org/officeDocument/2006/relationships/tags" Target="../tags/tag242.xml"/><Relationship Id="rId99" Type="http://schemas.openxmlformats.org/officeDocument/2006/relationships/tags" Target="../tags/tag247.xml"/><Relationship Id="rId101" Type="http://schemas.openxmlformats.org/officeDocument/2006/relationships/tags" Target="../tags/tag249.xml"/><Relationship Id="rId4" Type="http://schemas.openxmlformats.org/officeDocument/2006/relationships/tags" Target="../tags/tag152.xml"/><Relationship Id="rId9" Type="http://schemas.openxmlformats.org/officeDocument/2006/relationships/tags" Target="../tags/tag157.xml"/><Relationship Id="rId13" Type="http://schemas.openxmlformats.org/officeDocument/2006/relationships/tags" Target="../tags/tag161.xml"/><Relationship Id="rId18" Type="http://schemas.openxmlformats.org/officeDocument/2006/relationships/tags" Target="../tags/tag166.xml"/><Relationship Id="rId39" Type="http://schemas.openxmlformats.org/officeDocument/2006/relationships/tags" Target="../tags/tag187.xml"/><Relationship Id="rId34" Type="http://schemas.openxmlformats.org/officeDocument/2006/relationships/tags" Target="../tags/tag182.xml"/><Relationship Id="rId50" Type="http://schemas.openxmlformats.org/officeDocument/2006/relationships/tags" Target="../tags/tag198.xml"/><Relationship Id="rId55" Type="http://schemas.openxmlformats.org/officeDocument/2006/relationships/tags" Target="../tags/tag203.xml"/><Relationship Id="rId76" Type="http://schemas.openxmlformats.org/officeDocument/2006/relationships/tags" Target="../tags/tag224.xml"/><Relationship Id="rId97" Type="http://schemas.openxmlformats.org/officeDocument/2006/relationships/tags" Target="../tags/tag245.xml"/><Relationship Id="rId104" Type="http://schemas.openxmlformats.org/officeDocument/2006/relationships/image" Target="../media/image20.jpeg"/><Relationship Id="rId7" Type="http://schemas.openxmlformats.org/officeDocument/2006/relationships/tags" Target="../tags/tag155.xml"/><Relationship Id="rId71" Type="http://schemas.openxmlformats.org/officeDocument/2006/relationships/tags" Target="../tags/tag219.xml"/><Relationship Id="rId92" Type="http://schemas.openxmlformats.org/officeDocument/2006/relationships/tags" Target="../tags/tag240.xml"/><Relationship Id="rId2" Type="http://schemas.openxmlformats.org/officeDocument/2006/relationships/tags" Target="../tags/tag150.xml"/><Relationship Id="rId29" Type="http://schemas.openxmlformats.org/officeDocument/2006/relationships/tags" Target="../tags/tag177.xml"/><Relationship Id="rId24" Type="http://schemas.openxmlformats.org/officeDocument/2006/relationships/tags" Target="../tags/tag172.xml"/><Relationship Id="rId40" Type="http://schemas.openxmlformats.org/officeDocument/2006/relationships/tags" Target="../tags/tag188.xml"/><Relationship Id="rId45" Type="http://schemas.openxmlformats.org/officeDocument/2006/relationships/tags" Target="../tags/tag193.xml"/><Relationship Id="rId66" Type="http://schemas.openxmlformats.org/officeDocument/2006/relationships/tags" Target="../tags/tag214.xml"/><Relationship Id="rId87" Type="http://schemas.openxmlformats.org/officeDocument/2006/relationships/tags" Target="../tags/tag235.xml"/><Relationship Id="rId61" Type="http://schemas.openxmlformats.org/officeDocument/2006/relationships/tags" Target="../tags/tag209.xml"/><Relationship Id="rId82" Type="http://schemas.openxmlformats.org/officeDocument/2006/relationships/tags" Target="../tags/tag230.xml"/><Relationship Id="rId19" Type="http://schemas.openxmlformats.org/officeDocument/2006/relationships/tags" Target="../tags/tag167.xml"/><Relationship Id="rId14" Type="http://schemas.openxmlformats.org/officeDocument/2006/relationships/tags" Target="../tags/tag162.xml"/><Relationship Id="rId30" Type="http://schemas.openxmlformats.org/officeDocument/2006/relationships/tags" Target="../tags/tag178.xml"/><Relationship Id="rId35" Type="http://schemas.openxmlformats.org/officeDocument/2006/relationships/tags" Target="../tags/tag183.xml"/><Relationship Id="rId56" Type="http://schemas.openxmlformats.org/officeDocument/2006/relationships/tags" Target="../tags/tag204.xml"/><Relationship Id="rId77" Type="http://schemas.openxmlformats.org/officeDocument/2006/relationships/tags" Target="../tags/tag225.xml"/><Relationship Id="rId100" Type="http://schemas.openxmlformats.org/officeDocument/2006/relationships/tags" Target="../tags/tag248.xml"/><Relationship Id="rId105" Type="http://schemas.openxmlformats.org/officeDocument/2006/relationships/image" Target="../media/image21.png"/><Relationship Id="rId8" Type="http://schemas.openxmlformats.org/officeDocument/2006/relationships/tags" Target="../tags/tag156.xml"/><Relationship Id="rId51" Type="http://schemas.openxmlformats.org/officeDocument/2006/relationships/tags" Target="../tags/tag199.xml"/><Relationship Id="rId72" Type="http://schemas.openxmlformats.org/officeDocument/2006/relationships/tags" Target="../tags/tag220.xml"/><Relationship Id="rId93" Type="http://schemas.openxmlformats.org/officeDocument/2006/relationships/tags" Target="../tags/tag241.xml"/><Relationship Id="rId98" Type="http://schemas.openxmlformats.org/officeDocument/2006/relationships/tags" Target="../tags/tag246.xml"/><Relationship Id="rId3" Type="http://schemas.openxmlformats.org/officeDocument/2006/relationships/tags" Target="../tags/tag151.xml"/><Relationship Id="rId25" Type="http://schemas.openxmlformats.org/officeDocument/2006/relationships/tags" Target="../tags/tag173.xml"/><Relationship Id="rId46" Type="http://schemas.openxmlformats.org/officeDocument/2006/relationships/tags" Target="../tags/tag194.xml"/><Relationship Id="rId67" Type="http://schemas.openxmlformats.org/officeDocument/2006/relationships/tags" Target="../tags/tag2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tags" Target="../tags/tag367.xml"/><Relationship Id="rId21" Type="http://schemas.openxmlformats.org/officeDocument/2006/relationships/tags" Target="../tags/tag271.xml"/><Relationship Id="rId42" Type="http://schemas.openxmlformats.org/officeDocument/2006/relationships/tags" Target="../tags/tag292.xml"/><Relationship Id="rId63" Type="http://schemas.openxmlformats.org/officeDocument/2006/relationships/tags" Target="../tags/tag313.xml"/><Relationship Id="rId84" Type="http://schemas.openxmlformats.org/officeDocument/2006/relationships/tags" Target="../tags/tag334.xml"/><Relationship Id="rId138" Type="http://schemas.openxmlformats.org/officeDocument/2006/relationships/tags" Target="../tags/tag388.xml"/><Relationship Id="rId107" Type="http://schemas.openxmlformats.org/officeDocument/2006/relationships/tags" Target="../tags/tag357.xml"/><Relationship Id="rId11" Type="http://schemas.openxmlformats.org/officeDocument/2006/relationships/tags" Target="../tags/tag261.xml"/><Relationship Id="rId32" Type="http://schemas.openxmlformats.org/officeDocument/2006/relationships/tags" Target="../tags/tag282.xml"/><Relationship Id="rId53" Type="http://schemas.openxmlformats.org/officeDocument/2006/relationships/tags" Target="../tags/tag303.xml"/><Relationship Id="rId74" Type="http://schemas.openxmlformats.org/officeDocument/2006/relationships/tags" Target="../tags/tag324.xml"/><Relationship Id="rId128" Type="http://schemas.openxmlformats.org/officeDocument/2006/relationships/tags" Target="../tags/tag378.xml"/><Relationship Id="rId149" Type="http://schemas.openxmlformats.org/officeDocument/2006/relationships/tags" Target="../tags/tag399.xml"/><Relationship Id="rId5" Type="http://schemas.openxmlformats.org/officeDocument/2006/relationships/tags" Target="../tags/tag255.xml"/><Relationship Id="rId95" Type="http://schemas.openxmlformats.org/officeDocument/2006/relationships/tags" Target="../tags/tag345.xml"/><Relationship Id="rId22" Type="http://schemas.openxmlformats.org/officeDocument/2006/relationships/tags" Target="../tags/tag272.xml"/><Relationship Id="rId27" Type="http://schemas.openxmlformats.org/officeDocument/2006/relationships/tags" Target="../tags/tag277.xml"/><Relationship Id="rId43" Type="http://schemas.openxmlformats.org/officeDocument/2006/relationships/tags" Target="../tags/tag293.xml"/><Relationship Id="rId48" Type="http://schemas.openxmlformats.org/officeDocument/2006/relationships/tags" Target="../tags/tag298.xml"/><Relationship Id="rId64" Type="http://schemas.openxmlformats.org/officeDocument/2006/relationships/tags" Target="../tags/tag314.xml"/><Relationship Id="rId69" Type="http://schemas.openxmlformats.org/officeDocument/2006/relationships/tags" Target="../tags/tag319.xml"/><Relationship Id="rId113" Type="http://schemas.openxmlformats.org/officeDocument/2006/relationships/tags" Target="../tags/tag363.xml"/><Relationship Id="rId118" Type="http://schemas.openxmlformats.org/officeDocument/2006/relationships/tags" Target="../tags/tag368.xml"/><Relationship Id="rId134" Type="http://schemas.openxmlformats.org/officeDocument/2006/relationships/tags" Target="../tags/tag384.xml"/><Relationship Id="rId139" Type="http://schemas.openxmlformats.org/officeDocument/2006/relationships/tags" Target="../tags/tag389.xml"/><Relationship Id="rId80" Type="http://schemas.openxmlformats.org/officeDocument/2006/relationships/tags" Target="../tags/tag330.xml"/><Relationship Id="rId85" Type="http://schemas.openxmlformats.org/officeDocument/2006/relationships/tags" Target="../tags/tag335.xml"/><Relationship Id="rId150" Type="http://schemas.openxmlformats.org/officeDocument/2006/relationships/tags" Target="../tags/tag400.xml"/><Relationship Id="rId155" Type="http://schemas.openxmlformats.org/officeDocument/2006/relationships/image" Target="../media/image16.jpg"/><Relationship Id="rId12" Type="http://schemas.openxmlformats.org/officeDocument/2006/relationships/tags" Target="../tags/tag262.xml"/><Relationship Id="rId17" Type="http://schemas.openxmlformats.org/officeDocument/2006/relationships/tags" Target="../tags/tag267.xml"/><Relationship Id="rId33" Type="http://schemas.openxmlformats.org/officeDocument/2006/relationships/tags" Target="../tags/tag283.xml"/><Relationship Id="rId38" Type="http://schemas.openxmlformats.org/officeDocument/2006/relationships/tags" Target="../tags/tag288.xml"/><Relationship Id="rId59" Type="http://schemas.openxmlformats.org/officeDocument/2006/relationships/tags" Target="../tags/tag309.xml"/><Relationship Id="rId103" Type="http://schemas.openxmlformats.org/officeDocument/2006/relationships/tags" Target="../tags/tag353.xml"/><Relationship Id="rId108" Type="http://schemas.openxmlformats.org/officeDocument/2006/relationships/tags" Target="../tags/tag358.xml"/><Relationship Id="rId124" Type="http://schemas.openxmlformats.org/officeDocument/2006/relationships/tags" Target="../tags/tag374.xml"/><Relationship Id="rId129" Type="http://schemas.openxmlformats.org/officeDocument/2006/relationships/tags" Target="../tags/tag379.xml"/><Relationship Id="rId54" Type="http://schemas.openxmlformats.org/officeDocument/2006/relationships/tags" Target="../tags/tag304.xml"/><Relationship Id="rId70" Type="http://schemas.openxmlformats.org/officeDocument/2006/relationships/tags" Target="../tags/tag320.xml"/><Relationship Id="rId75" Type="http://schemas.openxmlformats.org/officeDocument/2006/relationships/tags" Target="../tags/tag325.xml"/><Relationship Id="rId91" Type="http://schemas.openxmlformats.org/officeDocument/2006/relationships/tags" Target="../tags/tag341.xml"/><Relationship Id="rId96" Type="http://schemas.openxmlformats.org/officeDocument/2006/relationships/tags" Target="../tags/tag346.xml"/><Relationship Id="rId140" Type="http://schemas.openxmlformats.org/officeDocument/2006/relationships/tags" Target="../tags/tag390.xml"/><Relationship Id="rId145" Type="http://schemas.openxmlformats.org/officeDocument/2006/relationships/tags" Target="../tags/tag395.xml"/><Relationship Id="rId1" Type="http://schemas.openxmlformats.org/officeDocument/2006/relationships/tags" Target="../tags/tag251.xml"/><Relationship Id="rId6" Type="http://schemas.openxmlformats.org/officeDocument/2006/relationships/tags" Target="../tags/tag256.xml"/><Relationship Id="rId23" Type="http://schemas.openxmlformats.org/officeDocument/2006/relationships/tags" Target="../tags/tag273.xml"/><Relationship Id="rId28" Type="http://schemas.openxmlformats.org/officeDocument/2006/relationships/tags" Target="../tags/tag278.xml"/><Relationship Id="rId49" Type="http://schemas.openxmlformats.org/officeDocument/2006/relationships/tags" Target="../tags/tag299.xml"/><Relationship Id="rId114" Type="http://schemas.openxmlformats.org/officeDocument/2006/relationships/tags" Target="../tags/tag364.xml"/><Relationship Id="rId119" Type="http://schemas.openxmlformats.org/officeDocument/2006/relationships/tags" Target="../tags/tag369.xml"/><Relationship Id="rId44" Type="http://schemas.openxmlformats.org/officeDocument/2006/relationships/tags" Target="../tags/tag294.xml"/><Relationship Id="rId60" Type="http://schemas.openxmlformats.org/officeDocument/2006/relationships/tags" Target="../tags/tag310.xml"/><Relationship Id="rId65" Type="http://schemas.openxmlformats.org/officeDocument/2006/relationships/tags" Target="../tags/tag315.xml"/><Relationship Id="rId81" Type="http://schemas.openxmlformats.org/officeDocument/2006/relationships/tags" Target="../tags/tag331.xml"/><Relationship Id="rId86" Type="http://schemas.openxmlformats.org/officeDocument/2006/relationships/tags" Target="../tags/tag336.xml"/><Relationship Id="rId130" Type="http://schemas.openxmlformats.org/officeDocument/2006/relationships/tags" Target="../tags/tag380.xml"/><Relationship Id="rId135" Type="http://schemas.openxmlformats.org/officeDocument/2006/relationships/tags" Target="../tags/tag385.xml"/><Relationship Id="rId151" Type="http://schemas.openxmlformats.org/officeDocument/2006/relationships/slideLayout" Target="../slideLayouts/slideLayout2.xml"/><Relationship Id="rId156" Type="http://schemas.openxmlformats.org/officeDocument/2006/relationships/image" Target="../media/image25.png"/><Relationship Id="rId13" Type="http://schemas.openxmlformats.org/officeDocument/2006/relationships/tags" Target="../tags/tag263.xml"/><Relationship Id="rId18" Type="http://schemas.openxmlformats.org/officeDocument/2006/relationships/tags" Target="../tags/tag268.xml"/><Relationship Id="rId39" Type="http://schemas.openxmlformats.org/officeDocument/2006/relationships/tags" Target="../tags/tag289.xml"/><Relationship Id="rId109" Type="http://schemas.openxmlformats.org/officeDocument/2006/relationships/tags" Target="../tags/tag359.xml"/><Relationship Id="rId34" Type="http://schemas.openxmlformats.org/officeDocument/2006/relationships/tags" Target="../tags/tag284.xml"/><Relationship Id="rId50" Type="http://schemas.openxmlformats.org/officeDocument/2006/relationships/tags" Target="../tags/tag300.xml"/><Relationship Id="rId55" Type="http://schemas.openxmlformats.org/officeDocument/2006/relationships/tags" Target="../tags/tag305.xml"/><Relationship Id="rId76" Type="http://schemas.openxmlformats.org/officeDocument/2006/relationships/tags" Target="../tags/tag326.xml"/><Relationship Id="rId97" Type="http://schemas.openxmlformats.org/officeDocument/2006/relationships/tags" Target="../tags/tag347.xml"/><Relationship Id="rId104" Type="http://schemas.openxmlformats.org/officeDocument/2006/relationships/tags" Target="../tags/tag354.xml"/><Relationship Id="rId120" Type="http://schemas.openxmlformats.org/officeDocument/2006/relationships/tags" Target="../tags/tag370.xml"/><Relationship Id="rId125" Type="http://schemas.openxmlformats.org/officeDocument/2006/relationships/tags" Target="../tags/tag375.xml"/><Relationship Id="rId141" Type="http://schemas.openxmlformats.org/officeDocument/2006/relationships/tags" Target="../tags/tag391.xml"/><Relationship Id="rId146" Type="http://schemas.openxmlformats.org/officeDocument/2006/relationships/tags" Target="../tags/tag396.xml"/><Relationship Id="rId7" Type="http://schemas.openxmlformats.org/officeDocument/2006/relationships/tags" Target="../tags/tag257.xml"/><Relationship Id="rId71" Type="http://schemas.openxmlformats.org/officeDocument/2006/relationships/tags" Target="../tags/tag321.xml"/><Relationship Id="rId92" Type="http://schemas.openxmlformats.org/officeDocument/2006/relationships/tags" Target="../tags/tag342.xml"/><Relationship Id="rId2" Type="http://schemas.openxmlformats.org/officeDocument/2006/relationships/tags" Target="../tags/tag252.xml"/><Relationship Id="rId29" Type="http://schemas.openxmlformats.org/officeDocument/2006/relationships/tags" Target="../tags/tag279.xml"/><Relationship Id="rId24" Type="http://schemas.openxmlformats.org/officeDocument/2006/relationships/tags" Target="../tags/tag274.xml"/><Relationship Id="rId40" Type="http://schemas.openxmlformats.org/officeDocument/2006/relationships/tags" Target="../tags/tag290.xml"/><Relationship Id="rId45" Type="http://schemas.openxmlformats.org/officeDocument/2006/relationships/tags" Target="../tags/tag295.xml"/><Relationship Id="rId66" Type="http://schemas.openxmlformats.org/officeDocument/2006/relationships/tags" Target="../tags/tag316.xml"/><Relationship Id="rId87" Type="http://schemas.openxmlformats.org/officeDocument/2006/relationships/tags" Target="../tags/tag337.xml"/><Relationship Id="rId110" Type="http://schemas.openxmlformats.org/officeDocument/2006/relationships/tags" Target="../tags/tag360.xml"/><Relationship Id="rId115" Type="http://schemas.openxmlformats.org/officeDocument/2006/relationships/tags" Target="../tags/tag365.xml"/><Relationship Id="rId131" Type="http://schemas.openxmlformats.org/officeDocument/2006/relationships/tags" Target="../tags/tag381.xml"/><Relationship Id="rId136" Type="http://schemas.openxmlformats.org/officeDocument/2006/relationships/tags" Target="../tags/tag386.xml"/><Relationship Id="rId61" Type="http://schemas.openxmlformats.org/officeDocument/2006/relationships/tags" Target="../tags/tag311.xml"/><Relationship Id="rId82" Type="http://schemas.openxmlformats.org/officeDocument/2006/relationships/tags" Target="../tags/tag332.xml"/><Relationship Id="rId152" Type="http://schemas.openxmlformats.org/officeDocument/2006/relationships/notesSlide" Target="../notesSlides/notesSlide5.xml"/><Relationship Id="rId19" Type="http://schemas.openxmlformats.org/officeDocument/2006/relationships/tags" Target="../tags/tag269.xml"/><Relationship Id="rId14" Type="http://schemas.openxmlformats.org/officeDocument/2006/relationships/tags" Target="../tags/tag264.xml"/><Relationship Id="rId30" Type="http://schemas.openxmlformats.org/officeDocument/2006/relationships/tags" Target="../tags/tag280.xml"/><Relationship Id="rId35" Type="http://schemas.openxmlformats.org/officeDocument/2006/relationships/tags" Target="../tags/tag285.xml"/><Relationship Id="rId56" Type="http://schemas.openxmlformats.org/officeDocument/2006/relationships/tags" Target="../tags/tag306.xml"/><Relationship Id="rId77" Type="http://schemas.openxmlformats.org/officeDocument/2006/relationships/tags" Target="../tags/tag327.xml"/><Relationship Id="rId100" Type="http://schemas.openxmlformats.org/officeDocument/2006/relationships/tags" Target="../tags/tag350.xml"/><Relationship Id="rId105" Type="http://schemas.openxmlformats.org/officeDocument/2006/relationships/tags" Target="../tags/tag355.xml"/><Relationship Id="rId126" Type="http://schemas.openxmlformats.org/officeDocument/2006/relationships/tags" Target="../tags/tag376.xml"/><Relationship Id="rId147" Type="http://schemas.openxmlformats.org/officeDocument/2006/relationships/tags" Target="../tags/tag397.xml"/><Relationship Id="rId8" Type="http://schemas.openxmlformats.org/officeDocument/2006/relationships/tags" Target="../tags/tag258.xml"/><Relationship Id="rId51" Type="http://schemas.openxmlformats.org/officeDocument/2006/relationships/tags" Target="../tags/tag301.xml"/><Relationship Id="rId72" Type="http://schemas.openxmlformats.org/officeDocument/2006/relationships/tags" Target="../tags/tag322.xml"/><Relationship Id="rId93" Type="http://schemas.openxmlformats.org/officeDocument/2006/relationships/tags" Target="../tags/tag343.xml"/><Relationship Id="rId98" Type="http://schemas.openxmlformats.org/officeDocument/2006/relationships/tags" Target="../tags/tag348.xml"/><Relationship Id="rId121" Type="http://schemas.openxmlformats.org/officeDocument/2006/relationships/tags" Target="../tags/tag371.xml"/><Relationship Id="rId142" Type="http://schemas.openxmlformats.org/officeDocument/2006/relationships/tags" Target="../tags/tag392.xml"/><Relationship Id="rId3" Type="http://schemas.openxmlformats.org/officeDocument/2006/relationships/tags" Target="../tags/tag253.xml"/><Relationship Id="rId25" Type="http://schemas.openxmlformats.org/officeDocument/2006/relationships/tags" Target="../tags/tag275.xml"/><Relationship Id="rId46" Type="http://schemas.openxmlformats.org/officeDocument/2006/relationships/tags" Target="../tags/tag296.xml"/><Relationship Id="rId67" Type="http://schemas.openxmlformats.org/officeDocument/2006/relationships/tags" Target="../tags/tag317.xml"/><Relationship Id="rId116" Type="http://schemas.openxmlformats.org/officeDocument/2006/relationships/tags" Target="../tags/tag366.xml"/><Relationship Id="rId137" Type="http://schemas.openxmlformats.org/officeDocument/2006/relationships/tags" Target="../tags/tag387.xml"/><Relationship Id="rId20" Type="http://schemas.openxmlformats.org/officeDocument/2006/relationships/tags" Target="../tags/tag270.xml"/><Relationship Id="rId41" Type="http://schemas.openxmlformats.org/officeDocument/2006/relationships/tags" Target="../tags/tag291.xml"/><Relationship Id="rId62" Type="http://schemas.openxmlformats.org/officeDocument/2006/relationships/tags" Target="../tags/tag312.xml"/><Relationship Id="rId83" Type="http://schemas.openxmlformats.org/officeDocument/2006/relationships/tags" Target="../tags/tag333.xml"/><Relationship Id="rId88" Type="http://schemas.openxmlformats.org/officeDocument/2006/relationships/tags" Target="../tags/tag338.xml"/><Relationship Id="rId111" Type="http://schemas.openxmlformats.org/officeDocument/2006/relationships/tags" Target="../tags/tag361.xml"/><Relationship Id="rId132" Type="http://schemas.openxmlformats.org/officeDocument/2006/relationships/tags" Target="../tags/tag382.xml"/><Relationship Id="rId153" Type="http://schemas.openxmlformats.org/officeDocument/2006/relationships/image" Target="../media/image23.png"/><Relationship Id="rId15" Type="http://schemas.openxmlformats.org/officeDocument/2006/relationships/tags" Target="../tags/tag265.xml"/><Relationship Id="rId36" Type="http://schemas.openxmlformats.org/officeDocument/2006/relationships/tags" Target="../tags/tag286.xml"/><Relationship Id="rId57" Type="http://schemas.openxmlformats.org/officeDocument/2006/relationships/tags" Target="../tags/tag307.xml"/><Relationship Id="rId106" Type="http://schemas.openxmlformats.org/officeDocument/2006/relationships/tags" Target="../tags/tag356.xml"/><Relationship Id="rId127" Type="http://schemas.openxmlformats.org/officeDocument/2006/relationships/tags" Target="../tags/tag377.xml"/><Relationship Id="rId10" Type="http://schemas.openxmlformats.org/officeDocument/2006/relationships/tags" Target="../tags/tag260.xml"/><Relationship Id="rId31" Type="http://schemas.openxmlformats.org/officeDocument/2006/relationships/tags" Target="../tags/tag281.xml"/><Relationship Id="rId52" Type="http://schemas.openxmlformats.org/officeDocument/2006/relationships/tags" Target="../tags/tag302.xml"/><Relationship Id="rId73" Type="http://schemas.openxmlformats.org/officeDocument/2006/relationships/tags" Target="../tags/tag323.xml"/><Relationship Id="rId78" Type="http://schemas.openxmlformats.org/officeDocument/2006/relationships/tags" Target="../tags/tag328.xml"/><Relationship Id="rId94" Type="http://schemas.openxmlformats.org/officeDocument/2006/relationships/tags" Target="../tags/tag344.xml"/><Relationship Id="rId99" Type="http://schemas.openxmlformats.org/officeDocument/2006/relationships/tags" Target="../tags/tag349.xml"/><Relationship Id="rId101" Type="http://schemas.openxmlformats.org/officeDocument/2006/relationships/tags" Target="../tags/tag351.xml"/><Relationship Id="rId122" Type="http://schemas.openxmlformats.org/officeDocument/2006/relationships/tags" Target="../tags/tag372.xml"/><Relationship Id="rId143" Type="http://schemas.openxmlformats.org/officeDocument/2006/relationships/tags" Target="../tags/tag393.xml"/><Relationship Id="rId148" Type="http://schemas.openxmlformats.org/officeDocument/2006/relationships/tags" Target="../tags/tag398.xml"/><Relationship Id="rId4" Type="http://schemas.openxmlformats.org/officeDocument/2006/relationships/tags" Target="../tags/tag254.xml"/><Relationship Id="rId9" Type="http://schemas.openxmlformats.org/officeDocument/2006/relationships/tags" Target="../tags/tag259.xml"/><Relationship Id="rId26" Type="http://schemas.openxmlformats.org/officeDocument/2006/relationships/tags" Target="../tags/tag276.xml"/><Relationship Id="rId47" Type="http://schemas.openxmlformats.org/officeDocument/2006/relationships/tags" Target="../tags/tag297.xml"/><Relationship Id="rId68" Type="http://schemas.openxmlformats.org/officeDocument/2006/relationships/tags" Target="../tags/tag318.xml"/><Relationship Id="rId89" Type="http://schemas.openxmlformats.org/officeDocument/2006/relationships/tags" Target="../tags/tag339.xml"/><Relationship Id="rId112" Type="http://schemas.openxmlformats.org/officeDocument/2006/relationships/tags" Target="../tags/tag362.xml"/><Relationship Id="rId133" Type="http://schemas.openxmlformats.org/officeDocument/2006/relationships/tags" Target="../tags/tag383.xml"/><Relationship Id="rId154" Type="http://schemas.openxmlformats.org/officeDocument/2006/relationships/image" Target="../media/image24.png"/><Relationship Id="rId16" Type="http://schemas.openxmlformats.org/officeDocument/2006/relationships/tags" Target="../tags/tag266.xml"/><Relationship Id="rId37" Type="http://schemas.openxmlformats.org/officeDocument/2006/relationships/tags" Target="../tags/tag287.xml"/><Relationship Id="rId58" Type="http://schemas.openxmlformats.org/officeDocument/2006/relationships/tags" Target="../tags/tag308.xml"/><Relationship Id="rId79" Type="http://schemas.openxmlformats.org/officeDocument/2006/relationships/tags" Target="../tags/tag329.xml"/><Relationship Id="rId102" Type="http://schemas.openxmlformats.org/officeDocument/2006/relationships/tags" Target="../tags/tag352.xml"/><Relationship Id="rId123" Type="http://schemas.openxmlformats.org/officeDocument/2006/relationships/tags" Target="../tags/tag373.xml"/><Relationship Id="rId144" Type="http://schemas.openxmlformats.org/officeDocument/2006/relationships/tags" Target="../tags/tag394.xml"/><Relationship Id="rId90" Type="http://schemas.openxmlformats.org/officeDocument/2006/relationships/tags" Target="../tags/tag34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413.xml"/><Relationship Id="rId18" Type="http://schemas.openxmlformats.org/officeDocument/2006/relationships/tags" Target="../tags/tag418.xml"/><Relationship Id="rId26" Type="http://schemas.openxmlformats.org/officeDocument/2006/relationships/tags" Target="../tags/tag426.xml"/><Relationship Id="rId39" Type="http://schemas.openxmlformats.org/officeDocument/2006/relationships/tags" Target="../tags/tag439.xml"/><Relationship Id="rId21" Type="http://schemas.openxmlformats.org/officeDocument/2006/relationships/tags" Target="../tags/tag421.xml"/><Relationship Id="rId34" Type="http://schemas.openxmlformats.org/officeDocument/2006/relationships/tags" Target="../tags/tag434.xml"/><Relationship Id="rId42" Type="http://schemas.openxmlformats.org/officeDocument/2006/relationships/tags" Target="../tags/tag442.xml"/><Relationship Id="rId47" Type="http://schemas.openxmlformats.org/officeDocument/2006/relationships/tags" Target="../tags/tag447.xml"/><Relationship Id="rId50" Type="http://schemas.openxmlformats.org/officeDocument/2006/relationships/tags" Target="../tags/tag450.xml"/><Relationship Id="rId55" Type="http://schemas.openxmlformats.org/officeDocument/2006/relationships/image" Target="../media/image26.png"/><Relationship Id="rId7" Type="http://schemas.openxmlformats.org/officeDocument/2006/relationships/tags" Target="../tags/tag407.xml"/><Relationship Id="rId2" Type="http://schemas.openxmlformats.org/officeDocument/2006/relationships/tags" Target="../tags/tag402.xml"/><Relationship Id="rId16" Type="http://schemas.openxmlformats.org/officeDocument/2006/relationships/tags" Target="../tags/tag416.xml"/><Relationship Id="rId29" Type="http://schemas.openxmlformats.org/officeDocument/2006/relationships/tags" Target="../tags/tag429.xml"/><Relationship Id="rId11" Type="http://schemas.openxmlformats.org/officeDocument/2006/relationships/tags" Target="../tags/tag411.xml"/><Relationship Id="rId24" Type="http://schemas.openxmlformats.org/officeDocument/2006/relationships/tags" Target="../tags/tag424.xml"/><Relationship Id="rId32" Type="http://schemas.openxmlformats.org/officeDocument/2006/relationships/tags" Target="../tags/tag432.xml"/><Relationship Id="rId37" Type="http://schemas.openxmlformats.org/officeDocument/2006/relationships/tags" Target="../tags/tag437.xml"/><Relationship Id="rId40" Type="http://schemas.openxmlformats.org/officeDocument/2006/relationships/tags" Target="../tags/tag440.xml"/><Relationship Id="rId45" Type="http://schemas.openxmlformats.org/officeDocument/2006/relationships/tags" Target="../tags/tag445.xml"/><Relationship Id="rId53" Type="http://schemas.openxmlformats.org/officeDocument/2006/relationships/slideLayout" Target="../slideLayouts/slideLayout2.xml"/><Relationship Id="rId5" Type="http://schemas.openxmlformats.org/officeDocument/2006/relationships/tags" Target="../tags/tag405.xml"/><Relationship Id="rId10" Type="http://schemas.openxmlformats.org/officeDocument/2006/relationships/tags" Target="../tags/tag410.xml"/><Relationship Id="rId19" Type="http://schemas.openxmlformats.org/officeDocument/2006/relationships/tags" Target="../tags/tag419.xml"/><Relationship Id="rId31" Type="http://schemas.openxmlformats.org/officeDocument/2006/relationships/tags" Target="../tags/tag431.xml"/><Relationship Id="rId44" Type="http://schemas.openxmlformats.org/officeDocument/2006/relationships/tags" Target="../tags/tag444.xml"/><Relationship Id="rId52" Type="http://schemas.openxmlformats.org/officeDocument/2006/relationships/tags" Target="../tags/tag452.xml"/><Relationship Id="rId4" Type="http://schemas.openxmlformats.org/officeDocument/2006/relationships/tags" Target="../tags/tag404.xml"/><Relationship Id="rId9" Type="http://schemas.openxmlformats.org/officeDocument/2006/relationships/tags" Target="../tags/tag409.xml"/><Relationship Id="rId14" Type="http://schemas.openxmlformats.org/officeDocument/2006/relationships/tags" Target="../tags/tag414.xml"/><Relationship Id="rId22" Type="http://schemas.openxmlformats.org/officeDocument/2006/relationships/tags" Target="../tags/tag422.xml"/><Relationship Id="rId27" Type="http://schemas.openxmlformats.org/officeDocument/2006/relationships/tags" Target="../tags/tag427.xml"/><Relationship Id="rId30" Type="http://schemas.openxmlformats.org/officeDocument/2006/relationships/tags" Target="../tags/tag430.xml"/><Relationship Id="rId35" Type="http://schemas.openxmlformats.org/officeDocument/2006/relationships/tags" Target="../tags/tag435.xml"/><Relationship Id="rId43" Type="http://schemas.openxmlformats.org/officeDocument/2006/relationships/tags" Target="../tags/tag443.xml"/><Relationship Id="rId48" Type="http://schemas.openxmlformats.org/officeDocument/2006/relationships/tags" Target="../tags/tag448.xml"/><Relationship Id="rId8" Type="http://schemas.openxmlformats.org/officeDocument/2006/relationships/tags" Target="../tags/tag408.xml"/><Relationship Id="rId51" Type="http://schemas.openxmlformats.org/officeDocument/2006/relationships/tags" Target="../tags/tag451.xml"/><Relationship Id="rId3" Type="http://schemas.openxmlformats.org/officeDocument/2006/relationships/tags" Target="../tags/tag403.xml"/><Relationship Id="rId12" Type="http://schemas.openxmlformats.org/officeDocument/2006/relationships/tags" Target="../tags/tag412.xml"/><Relationship Id="rId17" Type="http://schemas.openxmlformats.org/officeDocument/2006/relationships/tags" Target="../tags/tag417.xml"/><Relationship Id="rId25" Type="http://schemas.openxmlformats.org/officeDocument/2006/relationships/tags" Target="../tags/tag425.xml"/><Relationship Id="rId33" Type="http://schemas.openxmlformats.org/officeDocument/2006/relationships/tags" Target="../tags/tag433.xml"/><Relationship Id="rId38" Type="http://schemas.openxmlformats.org/officeDocument/2006/relationships/tags" Target="../tags/tag438.xml"/><Relationship Id="rId46" Type="http://schemas.openxmlformats.org/officeDocument/2006/relationships/tags" Target="../tags/tag446.xml"/><Relationship Id="rId20" Type="http://schemas.openxmlformats.org/officeDocument/2006/relationships/tags" Target="../tags/tag420.xml"/><Relationship Id="rId41" Type="http://schemas.openxmlformats.org/officeDocument/2006/relationships/tags" Target="../tags/tag441.xml"/><Relationship Id="rId54" Type="http://schemas.openxmlformats.org/officeDocument/2006/relationships/notesSlide" Target="../notesSlides/notesSlide7.xml"/><Relationship Id="rId1" Type="http://schemas.openxmlformats.org/officeDocument/2006/relationships/tags" Target="../tags/tag401.xml"/><Relationship Id="rId6" Type="http://schemas.openxmlformats.org/officeDocument/2006/relationships/tags" Target="../tags/tag406.xml"/><Relationship Id="rId15" Type="http://schemas.openxmlformats.org/officeDocument/2006/relationships/tags" Target="../tags/tag415.xml"/><Relationship Id="rId23" Type="http://schemas.openxmlformats.org/officeDocument/2006/relationships/tags" Target="../tags/tag423.xml"/><Relationship Id="rId28" Type="http://schemas.openxmlformats.org/officeDocument/2006/relationships/tags" Target="../tags/tag428.xml"/><Relationship Id="rId36" Type="http://schemas.openxmlformats.org/officeDocument/2006/relationships/tags" Target="../tags/tag436.xml"/><Relationship Id="rId49" Type="http://schemas.openxmlformats.org/officeDocument/2006/relationships/tags" Target="../tags/tag44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mpling-wat/vlm-lens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A47CF05-BE52-90FA-5147-DA56FCE56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615" y="852285"/>
            <a:ext cx="11356770" cy="257671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3200" dirty="0">
                <a:latin typeface="Nunito" pitchFamily="2" charset="0"/>
              </a:rPr>
              <a:t>CS 489/698</a:t>
            </a:r>
            <a:r>
              <a:rPr lang="en-CA" sz="3200" dirty="0"/>
              <a:t>:</a:t>
            </a:r>
            <a:r>
              <a:rPr lang="zh-CN" altLang="en-US" sz="3200" dirty="0"/>
              <a:t> </a:t>
            </a:r>
            <a:r>
              <a:rPr lang="en-CA" altLang="zh-CN" sz="3200" dirty="0"/>
              <a:t>Introduction</a:t>
            </a:r>
            <a:r>
              <a:rPr lang="zh-CN" altLang="en-US" sz="3200" dirty="0"/>
              <a:t> </a:t>
            </a:r>
            <a:r>
              <a:rPr lang="en-CA" altLang="zh-CN" sz="3200" dirty="0"/>
              <a:t>to</a:t>
            </a:r>
            <a:r>
              <a:rPr lang="zh-CN" altLang="en-US" sz="3200" dirty="0"/>
              <a:t> </a:t>
            </a:r>
            <a:r>
              <a:rPr lang="en-CA" altLang="zh-CN" sz="3200" dirty="0"/>
              <a:t>Natural</a:t>
            </a:r>
            <a:r>
              <a:rPr lang="zh-CN" altLang="en-US" sz="3200" dirty="0"/>
              <a:t> </a:t>
            </a:r>
            <a:r>
              <a:rPr lang="en-CA" altLang="zh-CN" sz="3200" dirty="0"/>
              <a:t>Language</a:t>
            </a:r>
            <a:r>
              <a:rPr lang="zh-CN" altLang="en-US" sz="3200" dirty="0"/>
              <a:t> </a:t>
            </a:r>
            <a:r>
              <a:rPr lang="en-CA" altLang="zh-CN" sz="3200" dirty="0"/>
              <a:t>Processing</a:t>
            </a:r>
            <a:br>
              <a:rPr lang="en-CA" altLang="zh-CN" sz="3200" dirty="0"/>
            </a:br>
            <a:br>
              <a:rPr lang="en-CA" altLang="zh-CN" sz="3200" dirty="0"/>
            </a:br>
            <a:r>
              <a:rPr lang="en-CA" altLang="zh-CN" sz="2900" dirty="0"/>
              <a:t>Lecture 8</a:t>
            </a:r>
            <a:r>
              <a:rPr lang="en-US" altLang="zh-CN" sz="2900" dirty="0"/>
              <a:t>: Grounded Semantics &amp; Multimodal Language Models</a:t>
            </a:r>
            <a:endParaRPr kumimoji="1" lang="zh-CN" altLang="en-US" sz="2900" dirty="0">
              <a:solidFill>
                <a:srgbClr val="5F86A3"/>
              </a:solidFill>
              <a:latin typeface="Nunito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B5EE4A-907F-5295-FED3-0CC20CF8B67E}"/>
              </a:ext>
            </a:extLst>
          </p:cNvPr>
          <p:cNvSpPr txBox="1">
            <a:spLocks/>
          </p:cNvSpPr>
          <p:nvPr/>
        </p:nvSpPr>
        <p:spPr>
          <a:xfrm>
            <a:off x="417615" y="4014439"/>
            <a:ext cx="11356770" cy="2304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71463">
              <a:lnSpc>
                <a:spcPct val="110000"/>
              </a:lnSpc>
            </a:pPr>
            <a:r>
              <a:rPr lang="en-US" altLang="zh-CN" dirty="0">
                <a:latin typeface="Nunito" pitchFamily="2" charset="0"/>
              </a:rPr>
              <a:t>Instructor: </a:t>
            </a:r>
            <a:r>
              <a:rPr lang="en-CA" dirty="0">
                <a:latin typeface="Nunito" pitchFamily="2" charset="0"/>
              </a:rPr>
              <a:t>Freda Shi</a:t>
            </a:r>
          </a:p>
          <a:p>
            <a:pPr defTabSz="271463">
              <a:lnSpc>
                <a:spcPct val="110000"/>
              </a:lnSpc>
            </a:pPr>
            <a:r>
              <a:rPr lang="en-CA" sz="2000" i="1" dirty="0">
                <a:latin typeface="Nunito" pitchFamily="2" charset="0"/>
                <a:hlinkClick r:id="rId3"/>
              </a:rPr>
              <a:t>fhs@uwaterloo.ca</a:t>
            </a:r>
            <a:endParaRPr lang="en-CA" sz="2000" i="1" dirty="0">
              <a:latin typeface="Nunito" pitchFamily="2" charset="0"/>
            </a:endParaRPr>
          </a:p>
          <a:p>
            <a:pPr defTabSz="271463">
              <a:lnSpc>
                <a:spcPct val="110000"/>
              </a:lnSpc>
            </a:pPr>
            <a:r>
              <a:rPr lang="en-US" altLang="zh-CN" sz="2000" i="1" dirty="0">
                <a:latin typeface="Nunito" pitchFamily="2" charset="0"/>
              </a:rPr>
              <a:t>February 11</a:t>
            </a:r>
            <a:r>
              <a:rPr lang="en-US" altLang="zh-CN" sz="2000" i="1" baseline="30000" dirty="0">
                <a:latin typeface="Nunito" pitchFamily="2" charset="0"/>
              </a:rPr>
              <a:t>th</a:t>
            </a:r>
            <a:r>
              <a:rPr lang="en-CA" sz="2000" i="1" dirty="0">
                <a:latin typeface="Nunito" pitchFamily="2" charset="0"/>
              </a:rPr>
              <a:t>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D75A6F-5017-1386-DB7C-FF6230794E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59" b="5871"/>
          <a:stretch>
            <a:fillRect/>
          </a:stretch>
        </p:blipFill>
        <p:spPr>
          <a:xfrm>
            <a:off x="9053559" y="6128089"/>
            <a:ext cx="3019497" cy="67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13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3DBF4-8214-6D12-7816-50244752F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2521-A6EF-D715-18DA-CE6A752CA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Grounded Semantics</a:t>
            </a:r>
          </a:p>
          <a:p>
            <a:pPr lvl="1"/>
            <a:r>
              <a:rPr lang="en-CA" b="1" dirty="0"/>
              <a:t>The symbol grounding problem and what </a:t>
            </a:r>
            <a:r>
              <a:rPr lang="en-CA" b="1" i="1" dirty="0"/>
              <a:t>grounding </a:t>
            </a:r>
            <a:r>
              <a:rPr lang="en-CA" b="1" dirty="0"/>
              <a:t>is</a:t>
            </a:r>
            <a:endParaRPr lang="en-CA" b="1" i="1" dirty="0"/>
          </a:p>
          <a:p>
            <a:r>
              <a:rPr lang="en-CA" dirty="0"/>
              <a:t>Vision-language models (VLMs)</a:t>
            </a:r>
          </a:p>
          <a:p>
            <a:pPr lvl="1"/>
            <a:r>
              <a:rPr lang="en-CA" dirty="0"/>
              <a:t>Visual-semantic embeddings and CLIP</a:t>
            </a:r>
          </a:p>
          <a:p>
            <a:pPr lvl="1"/>
            <a:r>
              <a:rPr lang="en-CA" dirty="0"/>
              <a:t>Generative vision-language models</a:t>
            </a:r>
          </a:p>
          <a:p>
            <a:pPr lvl="1"/>
            <a:r>
              <a:rPr lang="en-CA" dirty="0"/>
              <a:t>Tasks and limitations of VLMs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707E8-F39E-C7A0-5CAC-C88F59DD8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1398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007E6-3E66-86AD-65E7-7AE8034E1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Meaning in the Real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C31EC-EE0A-DFCB-84C7-6D3E40DBE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My favourite fruit is </a:t>
            </a:r>
            <a:r>
              <a:rPr lang="en-CA" dirty="0">
                <a:solidFill>
                  <a:srgbClr val="0070C0"/>
                </a:solidFill>
              </a:rPr>
              <a:t>apple</a:t>
            </a:r>
            <a:r>
              <a:rPr lang="en-CA" dirty="0"/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E193E-7D94-019C-F8C3-BAA0854B0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3</a:t>
            </a:fld>
            <a:endParaRPr lang="en-CA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3D7D9CB-C37C-8F87-7E6C-DC50167BFCA6}"/>
              </a:ext>
            </a:extLst>
          </p:cNvPr>
          <p:cNvGrpSpPr/>
          <p:nvPr/>
        </p:nvGrpSpPr>
        <p:grpSpPr>
          <a:xfrm>
            <a:off x="1645065" y="2102267"/>
            <a:ext cx="9161091" cy="4311352"/>
            <a:chOff x="2857468" y="1939505"/>
            <a:chExt cx="6503891" cy="297044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EA19F35-EC71-6AD2-4987-4EF156238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7468" y="2260611"/>
              <a:ext cx="2665640" cy="2507697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BF2C709-D02C-07A9-A333-0AF25F7EF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3896" y="1939505"/>
              <a:ext cx="2377463" cy="2970443"/>
            </a:xfrm>
            <a:prstGeom prst="rect">
              <a:avLst/>
            </a:prstGeom>
          </p:spPr>
        </p:pic>
      </p:grpSp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BD354D59-EB0F-890A-79BD-1A8E1579F6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47700" y="4144322"/>
            <a:ext cx="1881499" cy="188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0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44E10-8856-19A8-509B-E44E77767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Experience Grounds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A1ABA-F325-3CF0-49A0-64ECD5F99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Bisk et al. (2020):</a:t>
            </a:r>
            <a:br>
              <a:rPr lang="en-CA" dirty="0"/>
            </a:br>
            <a:br>
              <a:rPr lang="en-CA" sz="1100" dirty="0"/>
            </a:br>
            <a:r>
              <a:rPr lang="en-CA" i="1" dirty="0"/>
              <a:t>We posit that the present success of representation learning approaches trained on large, text-only corpora requires the parallel tradition of research on the broader physical and social context of language to address the deeper questions of communication. </a:t>
            </a:r>
            <a:r>
              <a:rPr lang="en-CA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E39CB-D0A7-1BF5-C6CB-C72A67897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4</a:t>
            </a:fld>
            <a:endParaRPr lang="en-CA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B583387-4A61-EDC1-B686-A5EECF2762E5}"/>
              </a:ext>
            </a:extLst>
          </p:cNvPr>
          <p:cNvGrpSpPr/>
          <p:nvPr/>
        </p:nvGrpSpPr>
        <p:grpSpPr>
          <a:xfrm>
            <a:off x="1268960" y="3639500"/>
            <a:ext cx="9654081" cy="2520000"/>
            <a:chOff x="1177543" y="3836350"/>
            <a:chExt cx="9654081" cy="2520000"/>
          </a:xfrm>
        </p:grpSpPr>
        <p:pic>
          <p:nvPicPr>
            <p:cNvPr id="6" name="Graphic 5" descr="Robot with solid fill">
              <a:extLst>
                <a:ext uri="{FF2B5EF4-FFF2-40B4-BE49-F238E27FC236}">
                  <a16:creationId xmlns:a16="http://schemas.microsoft.com/office/drawing/2014/main" id="{11505C1F-FC47-B711-6B66-5C9E2A263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11624" y="3836350"/>
              <a:ext cx="2520000" cy="2520000"/>
            </a:xfrm>
            <a:prstGeom prst="rect">
              <a:avLst/>
            </a:prstGeom>
          </p:spPr>
        </p:pic>
        <p:pic>
          <p:nvPicPr>
            <p:cNvPr id="8" name="Graphic 7" descr="Voice with solid fill">
              <a:extLst>
                <a:ext uri="{FF2B5EF4-FFF2-40B4-BE49-F238E27FC236}">
                  <a16:creationId xmlns:a16="http://schemas.microsoft.com/office/drawing/2014/main" id="{742C4A19-E418-DB11-2D11-A1399F481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36000" y="3836350"/>
              <a:ext cx="2520000" cy="2520000"/>
            </a:xfrm>
            <a:prstGeom prst="rect">
              <a:avLst/>
            </a:prstGeom>
          </p:spPr>
        </p:pic>
        <p:pic>
          <p:nvPicPr>
            <p:cNvPr id="10" name="Graphic 9" descr="Images with solid fill">
              <a:extLst>
                <a:ext uri="{FF2B5EF4-FFF2-40B4-BE49-F238E27FC236}">
                  <a16:creationId xmlns:a16="http://schemas.microsoft.com/office/drawing/2014/main" id="{DA7FF99C-D5DC-CA90-9FBC-55AE714A4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77543" y="3836350"/>
              <a:ext cx="2520000" cy="25200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7255EB4-B1D9-AFDC-329E-4F4FE86114DC}"/>
              </a:ext>
            </a:extLst>
          </p:cNvPr>
          <p:cNvSpPr txBox="1"/>
          <p:nvPr/>
        </p:nvSpPr>
        <p:spPr>
          <a:xfrm>
            <a:off x="404751" y="6236528"/>
            <a:ext cx="11017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Nunito" pitchFamily="2" charset="0"/>
              </a:rPr>
              <a:t>[Bisk et al. 2020. </a:t>
            </a:r>
            <a:r>
              <a:rPr lang="en-US" b="0" i="1" dirty="0">
                <a:solidFill>
                  <a:srgbClr val="202122"/>
                </a:solidFill>
                <a:effectLst/>
                <a:latin typeface="Nunito" pitchFamily="2" charset="0"/>
              </a:rPr>
              <a:t>Experience Grounds Language. In</a:t>
            </a:r>
            <a:r>
              <a:rPr lang="en-US" b="0" dirty="0">
                <a:solidFill>
                  <a:srgbClr val="202122"/>
                </a:solidFill>
                <a:effectLst/>
                <a:latin typeface="Nunito" pitchFamily="2" charset="0"/>
              </a:rPr>
              <a:t>: EMNLP</a:t>
            </a:r>
            <a:r>
              <a:rPr lang="en-US" dirty="0">
                <a:solidFill>
                  <a:srgbClr val="202122"/>
                </a:solidFill>
                <a:latin typeface="Nunito" pitchFamily="2" charset="0"/>
              </a:rPr>
              <a:t>]</a:t>
            </a:r>
            <a:endParaRPr lang="en-CA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22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2B7DD-AF5A-3C7B-5FF9-845048A5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Grounded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C1F85-CF94-9A35-AFFE-C9D98161F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Meanings demonstrated from other sources of data in addition to the language systems.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66A06-3A1D-A722-887D-561051AE4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5</a:t>
            </a:fld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6D9DC3-9129-697D-DCBF-51C848B5E206}"/>
              </a:ext>
            </a:extLst>
          </p:cNvPr>
          <p:cNvSpPr txBox="1"/>
          <p:nvPr/>
        </p:nvSpPr>
        <p:spPr>
          <a:xfrm>
            <a:off x="404751" y="3056125"/>
            <a:ext cx="53467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latin typeface="Nunito" pitchFamily="2" charset="0"/>
              </a:rPr>
              <a:t>Distributional Semantics</a:t>
            </a:r>
          </a:p>
          <a:p>
            <a:pPr marL="0" indent="0">
              <a:buNone/>
            </a:pPr>
            <a:endParaRPr lang="en-US" sz="2400" dirty="0">
              <a:latin typeface="Nunito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Nunito" pitchFamily="2" charset="0"/>
              </a:rPr>
              <a:t>A bottle of </a:t>
            </a:r>
            <a:r>
              <a:rPr lang="en-US" sz="2400" i="1" dirty="0" err="1">
                <a:latin typeface="Nunito" pitchFamily="2" charset="0"/>
              </a:rPr>
              <a:t>tezgüino</a:t>
            </a:r>
            <a:r>
              <a:rPr lang="en-US" sz="2400" dirty="0">
                <a:latin typeface="Nunito" pitchFamily="2" charset="0"/>
              </a:rPr>
              <a:t> is on the table.</a:t>
            </a:r>
          </a:p>
          <a:p>
            <a:pPr marL="0" indent="0">
              <a:buNone/>
            </a:pPr>
            <a:r>
              <a:rPr lang="en-US" sz="2400" dirty="0">
                <a:latin typeface="Nunito" pitchFamily="2" charset="0"/>
              </a:rPr>
              <a:t>Everybody likes </a:t>
            </a:r>
            <a:r>
              <a:rPr lang="en-US" sz="2400" i="1" dirty="0" err="1">
                <a:latin typeface="Nunito" pitchFamily="2" charset="0"/>
              </a:rPr>
              <a:t>tezgüino</a:t>
            </a:r>
            <a:r>
              <a:rPr lang="en-US" sz="2400" dirty="0">
                <a:latin typeface="Nunito" pitchFamily="2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latin typeface="Nunito" pitchFamily="2" charset="0"/>
              </a:rPr>
              <a:t>Don’t have </a:t>
            </a:r>
            <a:r>
              <a:rPr lang="en-US" sz="2400" i="1" dirty="0" err="1">
                <a:latin typeface="Nunito" pitchFamily="2" charset="0"/>
              </a:rPr>
              <a:t>tezgüino</a:t>
            </a:r>
            <a:r>
              <a:rPr lang="en-US" sz="2400" dirty="0">
                <a:latin typeface="Nunito" pitchFamily="2" charset="0"/>
              </a:rPr>
              <a:t> before you drive.</a:t>
            </a:r>
          </a:p>
          <a:p>
            <a:pPr marL="0" indent="0">
              <a:buNone/>
            </a:pPr>
            <a:r>
              <a:rPr lang="en-US" sz="2400" dirty="0">
                <a:latin typeface="Nunito" pitchFamily="2" charset="0"/>
              </a:rPr>
              <a:t>We make </a:t>
            </a:r>
            <a:r>
              <a:rPr lang="en-US" sz="2400" i="1" dirty="0" err="1">
                <a:latin typeface="Nunito" pitchFamily="2" charset="0"/>
              </a:rPr>
              <a:t>tezgüino</a:t>
            </a:r>
            <a:r>
              <a:rPr lang="en-US" sz="2400" dirty="0">
                <a:latin typeface="Nunito" pitchFamily="2" charset="0"/>
              </a:rPr>
              <a:t> out of corn.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FDD32C-6125-8177-9D67-EFDAB2A88C2E}"/>
              </a:ext>
            </a:extLst>
          </p:cNvPr>
          <p:cNvSpPr txBox="1"/>
          <p:nvPr/>
        </p:nvSpPr>
        <p:spPr>
          <a:xfrm>
            <a:off x="6096000" y="3056125"/>
            <a:ext cx="53467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latin typeface="Nunito" pitchFamily="2" charset="0"/>
              </a:rPr>
              <a:t>Visually Grounded Semantics</a:t>
            </a:r>
          </a:p>
          <a:p>
            <a:pPr marL="0" indent="0">
              <a:buNone/>
            </a:pPr>
            <a:endParaRPr lang="en-US" sz="2400" dirty="0">
              <a:latin typeface="Nunito" pitchFamily="2" charset="0"/>
            </a:endParaRPr>
          </a:p>
          <a:p>
            <a:pPr marL="0" indent="0">
              <a:buNone/>
            </a:pPr>
            <a:r>
              <a:rPr lang="en-US" sz="2400" i="1" dirty="0" err="1">
                <a:latin typeface="Nunito" pitchFamily="2" charset="0"/>
              </a:rPr>
              <a:t>tezgüino</a:t>
            </a:r>
            <a:r>
              <a:rPr lang="en-US" sz="2400" i="1" dirty="0">
                <a:latin typeface="Nunito" pitchFamily="2" charset="0"/>
              </a:rPr>
              <a:t> = </a:t>
            </a:r>
            <a:endParaRPr lang="en-US" sz="2400" dirty="0">
              <a:latin typeface="Nunito" pitchFamily="2" charset="0"/>
            </a:endParaRP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5E064D1C-54A6-861B-47F8-4190E170AB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30" t="3650" r="730" b="-120"/>
          <a:stretch>
            <a:fillRect/>
          </a:stretch>
        </p:blipFill>
        <p:spPr bwMode="auto">
          <a:xfrm>
            <a:off x="7808532" y="3840956"/>
            <a:ext cx="1309291" cy="1435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E50D8B-EBEF-14C3-444C-155922E8C6BF}"/>
              </a:ext>
            </a:extLst>
          </p:cNvPr>
          <p:cNvSpPr txBox="1"/>
          <p:nvPr/>
        </p:nvSpPr>
        <p:spPr>
          <a:xfrm>
            <a:off x="7191498" y="5347772"/>
            <a:ext cx="4251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dirty="0">
                <a:latin typeface="Nunito" pitchFamily="2" charset="0"/>
              </a:rPr>
              <a:t>[Figure credit: Alejandro Linares Garcia]</a:t>
            </a:r>
          </a:p>
        </p:txBody>
      </p:sp>
    </p:spTree>
    <p:extLst>
      <p:ext uri="{BB962C8B-B14F-4D97-AF65-F5344CB8AC3E}">
        <p14:creationId xmlns:p14="http://schemas.microsoft.com/office/powerpoint/2010/main" val="114792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1DF04-6BAA-9016-C21F-E8E5D7DA6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Symbol Grounding Problem (</a:t>
            </a:r>
            <a:r>
              <a:rPr lang="en-CA" dirty="0" err="1"/>
              <a:t>Harnad</a:t>
            </a:r>
            <a:r>
              <a:rPr lang="en-CA" dirty="0"/>
              <a:t>, 1990)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07E52-E994-54B8-FEFC-15E3BA7A30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dirty="0"/>
                  <a:t>Symbol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/>
                  <a:t> meaning: how to make sense of symbols?</a:t>
                </a:r>
              </a:p>
              <a:p>
                <a:r>
                  <a:rPr lang="en-CA" dirty="0"/>
                  <a:t>Practical implication: enable the reliably </a:t>
                </a:r>
                <a:r>
                  <a:rPr lang="en-CA" i="1" dirty="0"/>
                  <a:t>meaningful</a:t>
                </a:r>
                <a:r>
                  <a:rPr lang="en-CA" dirty="0"/>
                  <a:t> interaction between language models and humans/physical world.</a:t>
                </a:r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07E52-E994-54B8-FEFC-15E3BA7A30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84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45A3E-932A-DC8D-5F0F-A474B15D1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6</a:t>
            </a:fld>
            <a:endParaRPr lang="en-CA"/>
          </a:p>
        </p:txBody>
      </p:sp>
      <p:pic>
        <p:nvPicPr>
          <p:cNvPr id="2050" name="Picture 2" descr="Parrots | Free SVG">
            <a:extLst>
              <a:ext uri="{FF2B5EF4-FFF2-40B4-BE49-F238E27FC236}">
                <a16:creationId xmlns:a16="http://schemas.microsoft.com/office/drawing/2014/main" id="{9C752F75-0461-F75F-E8D4-74A20FF1F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51" y="2872211"/>
            <a:ext cx="3119499" cy="311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CC3D72-EAAC-B5FE-9B22-0A2EFF976AE2}"/>
              </a:ext>
            </a:extLst>
          </p:cNvPr>
          <p:cNvSpPr txBox="1"/>
          <p:nvPr/>
        </p:nvSpPr>
        <p:spPr>
          <a:xfrm>
            <a:off x="404750" y="6211669"/>
            <a:ext cx="111268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Nunito" pitchFamily="2" charset="0"/>
              </a:rPr>
              <a:t>[Bender et al. 2021. </a:t>
            </a:r>
            <a:r>
              <a:rPr lang="en-US" b="0" i="1" dirty="0">
                <a:solidFill>
                  <a:srgbClr val="202122"/>
                </a:solidFill>
                <a:effectLst/>
                <a:latin typeface="Nunito" pitchFamily="2" charset="0"/>
              </a:rPr>
              <a:t>On the Dangers of Stochastic Parrots: Can Language Models Be Too Big? In: ACM </a:t>
            </a:r>
            <a:r>
              <a:rPr lang="en-US" b="0" dirty="0" err="1">
                <a:solidFill>
                  <a:srgbClr val="202122"/>
                </a:solidFill>
                <a:effectLst/>
                <a:latin typeface="Nunito" pitchFamily="2" charset="0"/>
              </a:rPr>
              <a:t>FAccT</a:t>
            </a:r>
            <a:r>
              <a:rPr lang="en-US" dirty="0">
                <a:solidFill>
                  <a:srgbClr val="202122"/>
                </a:solidFill>
                <a:latin typeface="Nunito" pitchFamily="2" charset="0"/>
              </a:rPr>
              <a:t>; Figure source: </a:t>
            </a:r>
            <a:r>
              <a:rPr lang="en-US" dirty="0">
                <a:solidFill>
                  <a:srgbClr val="202122"/>
                </a:solidFill>
                <a:latin typeface="Nunito" pitchFamily="2" charset="0"/>
                <a:hlinkClick r:id="rId4"/>
              </a:rPr>
              <a:t>https://freesvg.org</a:t>
            </a:r>
            <a:r>
              <a:rPr lang="en-US" dirty="0">
                <a:solidFill>
                  <a:srgbClr val="202122"/>
                </a:solidFill>
                <a:latin typeface="Nunito" pitchFamily="2" charset="0"/>
              </a:rPr>
              <a:t>]</a:t>
            </a:r>
            <a:endParaRPr lang="en-CA" dirty="0">
              <a:latin typeface="Nunito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976154-3EBD-CEC0-2E6B-E0F160AD08B4}"/>
              </a:ext>
            </a:extLst>
          </p:cNvPr>
          <p:cNvSpPr txBox="1"/>
          <p:nvPr/>
        </p:nvSpPr>
        <p:spPr>
          <a:xfrm>
            <a:off x="4032250" y="3059667"/>
            <a:ext cx="7061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latin typeface="Nunito" pitchFamily="2" charset="0"/>
              </a:rPr>
              <a:t>Stochastic parrots or semantic comprehension?</a:t>
            </a:r>
          </a:p>
          <a:p>
            <a:endParaRPr lang="en-CA" sz="2400" dirty="0">
              <a:latin typeface="Nunito" pitchFamily="2" charset="0"/>
            </a:endParaRPr>
          </a:p>
          <a:p>
            <a:r>
              <a:rPr lang="en-CA" sz="2400" dirty="0">
                <a:latin typeface="Nunito" pitchFamily="2" charset="0"/>
              </a:rPr>
              <a:t>Still under debate…</a:t>
            </a:r>
          </a:p>
          <a:p>
            <a:endParaRPr lang="en-CA" sz="2400" dirty="0">
              <a:latin typeface="Nunito" pitchFamily="2" charset="0"/>
            </a:endParaRPr>
          </a:p>
          <a:p>
            <a:r>
              <a:rPr lang="en-CA" sz="2400" dirty="0">
                <a:latin typeface="Nunito" pitchFamily="2" charset="0"/>
              </a:rPr>
              <a:t>But we all agree -- external source of meaning (e.g., data from another modality) better implies comprehension.</a:t>
            </a:r>
          </a:p>
        </p:txBody>
      </p:sp>
    </p:spTree>
    <p:extLst>
      <p:ext uri="{BB962C8B-B14F-4D97-AF65-F5344CB8AC3E}">
        <p14:creationId xmlns:p14="http://schemas.microsoft.com/office/powerpoint/2010/main" val="742382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80E7-8A98-1BA4-B79F-98CBBA873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Taxonomy of Grounding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BBDD9-E60D-6F4D-881D-5725E7E7D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Grounding can be categorized into </a:t>
            </a:r>
          </a:p>
          <a:p>
            <a:pPr lvl="1"/>
            <a:r>
              <a:rPr lang="en-CA" dirty="0"/>
              <a:t>A: referential grounding</a:t>
            </a:r>
          </a:p>
          <a:p>
            <a:pPr lvl="1"/>
            <a:r>
              <a:rPr lang="en-CA" dirty="0"/>
              <a:t>B: sensorimotor grounding </a:t>
            </a:r>
          </a:p>
          <a:p>
            <a:pPr lvl="1"/>
            <a:r>
              <a:rPr lang="en-CA" dirty="0"/>
              <a:t>C: relational grounding</a:t>
            </a:r>
          </a:p>
          <a:p>
            <a:pPr lvl="1"/>
            <a:r>
              <a:rPr lang="en-CA" dirty="0"/>
              <a:t>D: communicative grounding</a:t>
            </a:r>
          </a:p>
          <a:p>
            <a:pPr lvl="1"/>
            <a:r>
              <a:rPr lang="en-CA" dirty="0"/>
              <a:t>E: epistemic grounding</a:t>
            </a:r>
          </a:p>
          <a:p>
            <a:pPr lvl="1"/>
            <a:endParaRPr lang="en-CA" dirty="0"/>
          </a:p>
          <a:p>
            <a:r>
              <a:rPr lang="en-CA" dirty="0"/>
              <a:t>Chai et al. (2018)</a:t>
            </a:r>
          </a:p>
          <a:p>
            <a:pPr lvl="1"/>
            <a:r>
              <a:rPr lang="en-CA" dirty="0"/>
              <a:t>A, B, C, E: semantic (static) grounding</a:t>
            </a:r>
          </a:p>
          <a:p>
            <a:pPr lvl="1"/>
            <a:r>
              <a:rPr lang="en-CA" dirty="0"/>
              <a:t>D: communicative (dynamic) grounding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6174B-14F5-08FA-7AEC-C0058EB88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7</a:t>
            </a:fld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0D0931-16EF-EBAA-FD01-22BE3ED1A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78"/>
          <a:stretch>
            <a:fillRect/>
          </a:stretch>
        </p:blipFill>
        <p:spPr>
          <a:xfrm>
            <a:off x="5818293" y="1325560"/>
            <a:ext cx="5760961" cy="45800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3EBC83-8EA6-4141-A89D-8A019EECD161}"/>
              </a:ext>
            </a:extLst>
          </p:cNvPr>
          <p:cNvSpPr txBox="1"/>
          <p:nvPr/>
        </p:nvSpPr>
        <p:spPr>
          <a:xfrm>
            <a:off x="4828951" y="5905569"/>
            <a:ext cx="6750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CA" sz="1800" dirty="0">
                <a:latin typeface="Nunito" pitchFamily="2" charset="0"/>
              </a:rPr>
              <a:t> [Mollo and </a:t>
            </a:r>
            <a:r>
              <a:rPr lang="en-CA" sz="1800" dirty="0" err="1">
                <a:latin typeface="Nunito" pitchFamily="2" charset="0"/>
              </a:rPr>
              <a:t>Millière</a:t>
            </a:r>
            <a:r>
              <a:rPr lang="en-CA" sz="1800" dirty="0">
                <a:latin typeface="Nunito" pitchFamily="2" charset="0"/>
              </a:rPr>
              <a:t>. 2023. The Vector Grounding Problem]</a:t>
            </a:r>
            <a:endParaRPr lang="en-CA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28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034AA-AD1B-8A68-63E2-C75460767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Recap: Text-Only Language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78BF5-9460-366A-0816-4E49581765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dirty="0"/>
                  <a:t>Two popular types of text-only (ungrounded) language models:</a:t>
                </a:r>
              </a:p>
              <a:p>
                <a:pPr lvl="1"/>
                <a:r>
                  <a:rPr lang="en-CA" dirty="0"/>
                  <a:t>Autoregressive models (e.g., GPT; Radford et al., 2018) – better for generation</a:t>
                </a:r>
              </a:p>
              <a:p>
                <a:pPr lvl="1"/>
                <a:endParaRPr lang="en-CA" dirty="0"/>
              </a:p>
              <a:p>
                <a:pPr lvl="1"/>
                <a:endParaRPr lang="en-CA" dirty="0"/>
              </a:p>
              <a:p>
                <a:pPr lvl="1"/>
                <a:r>
                  <a:rPr lang="en-CA" dirty="0"/>
                  <a:t>Masked language models (e.g., BERT; Devlin et al., 2019) – better for feature extraction</a:t>
                </a:r>
              </a:p>
              <a:p>
                <a:pPr lvl="1"/>
                <a:endParaRPr lang="en-CA" dirty="0"/>
              </a:p>
              <a:p>
                <a:pPr lvl="1"/>
                <a:endParaRPr lang="en-CA" dirty="0"/>
              </a:p>
              <a:p>
                <a:pPr lvl="1"/>
                <a:endParaRPr lang="en-CA" dirty="0"/>
              </a:p>
              <a:p>
                <a:r>
                  <a:rPr lang="en-CA" dirty="0"/>
                  <a:t>Incorporating visual signals leads to two families of vision-language models:</a:t>
                </a:r>
              </a:p>
              <a:p>
                <a:pPr lvl="1"/>
                <a:r>
                  <a:rPr lang="en-CA" dirty="0"/>
                  <a:t>BERT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CA" dirty="0"/>
                  <a:t>Joint visual semantic embeddings.</a:t>
                </a:r>
              </a:p>
              <a:p>
                <a:pPr lvl="1"/>
                <a:r>
                  <a:rPr lang="en-CA" dirty="0"/>
                  <a:t>GPT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CA" dirty="0"/>
                  <a:t>Generative vision-language models.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78BF5-9460-366A-0816-4E49581765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8"/>
                <a:stretch>
                  <a:fillRect l="-696" t="-96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72496-B866-8540-9D0C-20B4FDC14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8</a:t>
            </a:fld>
            <a:endParaRPr lang="en-CA"/>
          </a:p>
        </p:txBody>
      </p:sp>
      <p:grpSp>
        <p:nvGrpSpPr>
          <p:cNvPr id="26" name="Group 25" descr="\documentclass{article}&#10;\usepackage{nunito}&#10;\usepackage[linguistics]{forest}&#10;\usepackage{amsmath,amssymb}&#10;\pagestyle{empty}&#10;\begin{document}&#10;&#10;\begin{align*}&#10;P_\Theta(w_{n+1} \mid w_1, \ldots, w_n)&#10;\end{align*}&#10;&#10;&#10;\end{document}" title="IguanaTex Shape Display">
            <a:extLst>
              <a:ext uri="{FF2B5EF4-FFF2-40B4-BE49-F238E27FC236}">
                <a16:creationId xmlns:a16="http://schemas.microsoft.com/office/drawing/2014/main" id="{FE3FD474-3058-9590-6082-541ABFDC9E96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865971" y="2399324"/>
            <a:ext cx="2460059" cy="246724"/>
            <a:chOff x="7251557" y="4452116"/>
            <a:chExt cx="2460059" cy="246724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6B8F2CE-F46E-0A2D-CE13-BC6BEB89AC7A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7251557" y="4468646"/>
              <a:ext cx="181139" cy="168513"/>
            </a:xfrm>
            <a:custGeom>
              <a:avLst/>
              <a:gdLst>
                <a:gd name="csX0" fmla="*/ 66907 w 181139"/>
                <a:gd name="csY0" fmla="*/ 90633 h 168513"/>
                <a:gd name="csX1" fmla="*/ 110035 w 181139"/>
                <a:gd name="csY1" fmla="*/ 90633 h 168513"/>
                <a:gd name="csX2" fmla="*/ 181324 w 181139"/>
                <a:gd name="csY2" fmla="*/ 37340 h 168513"/>
                <a:gd name="csX3" fmla="*/ 131346 w 181139"/>
                <a:gd name="csY3" fmla="*/ 85 h 168513"/>
                <a:gd name="csX4" fmla="*/ 49148 w 181139"/>
                <a:gd name="csY4" fmla="*/ 85 h 168513"/>
                <a:gd name="csX5" fmla="*/ 41537 w 181139"/>
                <a:gd name="csY5" fmla="*/ 4772 h 168513"/>
                <a:gd name="csX6" fmla="*/ 48894 w 181139"/>
                <a:gd name="csY6" fmla="*/ 7733 h 168513"/>
                <a:gd name="csX7" fmla="*/ 59803 w 181139"/>
                <a:gd name="csY7" fmla="*/ 8227 h 168513"/>
                <a:gd name="csX8" fmla="*/ 65385 w 181139"/>
                <a:gd name="csY8" fmla="*/ 12174 h 168513"/>
                <a:gd name="csX9" fmla="*/ 64370 w 181139"/>
                <a:gd name="csY9" fmla="*/ 16862 h 168513"/>
                <a:gd name="csX10" fmla="*/ 30375 w 181139"/>
                <a:gd name="csY10" fmla="*/ 149353 h 168513"/>
                <a:gd name="csX11" fmla="*/ 7288 w 181139"/>
                <a:gd name="csY11" fmla="*/ 160949 h 168513"/>
                <a:gd name="csX12" fmla="*/ 185 w 181139"/>
                <a:gd name="csY12" fmla="*/ 165637 h 168513"/>
                <a:gd name="csX13" fmla="*/ 3990 w 181139"/>
                <a:gd name="csY13" fmla="*/ 168598 h 168513"/>
                <a:gd name="csX14" fmla="*/ 36210 w 181139"/>
                <a:gd name="csY14" fmla="*/ 167858 h 168513"/>
                <a:gd name="csX15" fmla="*/ 52446 w 181139"/>
                <a:gd name="csY15" fmla="*/ 168104 h 168513"/>
                <a:gd name="csX16" fmla="*/ 68936 w 181139"/>
                <a:gd name="csY16" fmla="*/ 168598 h 168513"/>
                <a:gd name="csX17" fmla="*/ 74010 w 181139"/>
                <a:gd name="csY17" fmla="*/ 163663 h 168513"/>
                <a:gd name="csX18" fmla="*/ 66907 w 181139"/>
                <a:gd name="csY18" fmla="*/ 160949 h 168513"/>
                <a:gd name="csX19" fmla="*/ 50417 w 181139"/>
                <a:gd name="csY19" fmla="*/ 156508 h 168513"/>
                <a:gd name="csX20" fmla="*/ 51178 w 181139"/>
                <a:gd name="csY20" fmla="*/ 152314 h 168513"/>
                <a:gd name="csX21" fmla="*/ 66907 w 181139"/>
                <a:gd name="csY21" fmla="*/ 90633 h 168513"/>
                <a:gd name="csX22" fmla="*/ 85173 w 181139"/>
                <a:gd name="csY22" fmla="*/ 17109 h 168513"/>
                <a:gd name="csX23" fmla="*/ 98873 w 181139"/>
                <a:gd name="csY23" fmla="*/ 7733 h 168513"/>
                <a:gd name="csX24" fmla="*/ 123227 w 181139"/>
                <a:gd name="csY24" fmla="*/ 7733 h 168513"/>
                <a:gd name="csX25" fmla="*/ 157730 w 181139"/>
                <a:gd name="csY25" fmla="*/ 31419 h 168513"/>
                <a:gd name="csX26" fmla="*/ 142762 w 181139"/>
                <a:gd name="csY26" fmla="*/ 71141 h 168513"/>
                <a:gd name="csX27" fmla="*/ 103693 w 181139"/>
                <a:gd name="csY27" fmla="*/ 84218 h 168513"/>
                <a:gd name="csX28" fmla="*/ 67922 w 181139"/>
                <a:gd name="csY28" fmla="*/ 84218 h 168513"/>
                <a:gd name="csX29" fmla="*/ 85173 w 181139"/>
                <a:gd name="csY29" fmla="*/ 17109 h 1685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81139" h="168513">
                  <a:moveTo>
                    <a:pt x="66907" y="90633"/>
                  </a:moveTo>
                  <a:lnTo>
                    <a:pt x="110035" y="90633"/>
                  </a:lnTo>
                  <a:cubicBezTo>
                    <a:pt x="146060" y="90633"/>
                    <a:pt x="181324" y="64973"/>
                    <a:pt x="181324" y="37340"/>
                  </a:cubicBezTo>
                  <a:cubicBezTo>
                    <a:pt x="181324" y="18342"/>
                    <a:pt x="164580" y="85"/>
                    <a:pt x="131346" y="85"/>
                  </a:cubicBezTo>
                  <a:lnTo>
                    <a:pt x="49148" y="85"/>
                  </a:lnTo>
                  <a:cubicBezTo>
                    <a:pt x="44328" y="85"/>
                    <a:pt x="41537" y="85"/>
                    <a:pt x="41537" y="4772"/>
                  </a:cubicBezTo>
                  <a:cubicBezTo>
                    <a:pt x="41537" y="7733"/>
                    <a:pt x="43820" y="7733"/>
                    <a:pt x="48894" y="7733"/>
                  </a:cubicBezTo>
                  <a:cubicBezTo>
                    <a:pt x="52192" y="7733"/>
                    <a:pt x="56759" y="7980"/>
                    <a:pt x="59803" y="8227"/>
                  </a:cubicBezTo>
                  <a:cubicBezTo>
                    <a:pt x="63862" y="8720"/>
                    <a:pt x="65385" y="9460"/>
                    <a:pt x="65385" y="12174"/>
                  </a:cubicBezTo>
                  <a:cubicBezTo>
                    <a:pt x="65385" y="13161"/>
                    <a:pt x="65131" y="13901"/>
                    <a:pt x="64370" y="16862"/>
                  </a:cubicBezTo>
                  <a:lnTo>
                    <a:pt x="30375" y="149353"/>
                  </a:lnTo>
                  <a:cubicBezTo>
                    <a:pt x="27838" y="158975"/>
                    <a:pt x="27330" y="160949"/>
                    <a:pt x="7288" y="160949"/>
                  </a:cubicBezTo>
                  <a:cubicBezTo>
                    <a:pt x="2975" y="160949"/>
                    <a:pt x="185" y="160949"/>
                    <a:pt x="185" y="165637"/>
                  </a:cubicBezTo>
                  <a:cubicBezTo>
                    <a:pt x="185" y="168598"/>
                    <a:pt x="3229" y="168598"/>
                    <a:pt x="3990" y="168598"/>
                  </a:cubicBezTo>
                  <a:cubicBezTo>
                    <a:pt x="11094" y="168598"/>
                    <a:pt x="29106" y="167858"/>
                    <a:pt x="36210" y="167858"/>
                  </a:cubicBezTo>
                  <a:cubicBezTo>
                    <a:pt x="41537" y="167858"/>
                    <a:pt x="47118" y="168104"/>
                    <a:pt x="52446" y="168104"/>
                  </a:cubicBezTo>
                  <a:cubicBezTo>
                    <a:pt x="58027" y="168104"/>
                    <a:pt x="63609" y="168598"/>
                    <a:pt x="68936" y="168598"/>
                  </a:cubicBezTo>
                  <a:cubicBezTo>
                    <a:pt x="70712" y="168598"/>
                    <a:pt x="74010" y="168598"/>
                    <a:pt x="74010" y="163663"/>
                  </a:cubicBezTo>
                  <a:cubicBezTo>
                    <a:pt x="74010" y="160949"/>
                    <a:pt x="71727" y="160949"/>
                    <a:pt x="66907" y="160949"/>
                  </a:cubicBezTo>
                  <a:cubicBezTo>
                    <a:pt x="57520" y="160949"/>
                    <a:pt x="50417" y="160949"/>
                    <a:pt x="50417" y="156508"/>
                  </a:cubicBezTo>
                  <a:cubicBezTo>
                    <a:pt x="50417" y="155028"/>
                    <a:pt x="50924" y="153794"/>
                    <a:pt x="51178" y="152314"/>
                  </a:cubicBezTo>
                  <a:lnTo>
                    <a:pt x="66907" y="90633"/>
                  </a:lnTo>
                  <a:close/>
                  <a:moveTo>
                    <a:pt x="85173" y="17109"/>
                  </a:moveTo>
                  <a:cubicBezTo>
                    <a:pt x="87456" y="8473"/>
                    <a:pt x="87964" y="7733"/>
                    <a:pt x="98873" y="7733"/>
                  </a:cubicBezTo>
                  <a:lnTo>
                    <a:pt x="123227" y="7733"/>
                  </a:lnTo>
                  <a:cubicBezTo>
                    <a:pt x="144284" y="7733"/>
                    <a:pt x="157730" y="14395"/>
                    <a:pt x="157730" y="31419"/>
                  </a:cubicBezTo>
                  <a:cubicBezTo>
                    <a:pt x="157730" y="41041"/>
                    <a:pt x="152656" y="62259"/>
                    <a:pt x="142762" y="71141"/>
                  </a:cubicBezTo>
                  <a:cubicBezTo>
                    <a:pt x="130077" y="82244"/>
                    <a:pt x="114855" y="84218"/>
                    <a:pt x="103693" y="84218"/>
                  </a:cubicBezTo>
                  <a:lnTo>
                    <a:pt x="67922" y="84218"/>
                  </a:lnTo>
                  <a:lnTo>
                    <a:pt x="85173" y="17109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0EB0034-0EE2-3C10-B17D-19AD58990E49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7416717" y="4552754"/>
              <a:ext cx="130704" cy="124867"/>
            </a:xfrm>
            <a:custGeom>
              <a:avLst/>
              <a:gdLst>
                <a:gd name="csX0" fmla="*/ 130896 w 130704"/>
                <a:gd name="csY0" fmla="*/ 63124 h 124867"/>
                <a:gd name="csX1" fmla="*/ 65543 w 130704"/>
                <a:gd name="csY1" fmla="*/ 86 h 124867"/>
                <a:gd name="csX2" fmla="*/ 191 w 130704"/>
                <a:gd name="csY2" fmla="*/ 63124 h 124867"/>
                <a:gd name="csX3" fmla="*/ 65543 w 130704"/>
                <a:gd name="csY3" fmla="*/ 124954 h 124867"/>
                <a:gd name="csX4" fmla="*/ 130896 w 130704"/>
                <a:gd name="csY4" fmla="*/ 63124 h 124867"/>
                <a:gd name="csX5" fmla="*/ 65543 w 130704"/>
                <a:gd name="csY5" fmla="*/ 119772 h 124867"/>
                <a:gd name="csX6" fmla="*/ 17950 w 130704"/>
                <a:gd name="csY6" fmla="*/ 62952 h 124867"/>
                <a:gd name="csX7" fmla="*/ 65543 w 130704"/>
                <a:gd name="csY7" fmla="*/ 4922 h 124867"/>
                <a:gd name="csX8" fmla="*/ 113137 w 130704"/>
                <a:gd name="csY8" fmla="*/ 62952 h 124867"/>
                <a:gd name="csX9" fmla="*/ 65543 w 130704"/>
                <a:gd name="csY9" fmla="*/ 119772 h 124867"/>
                <a:gd name="csX10" fmla="*/ 101949 w 130704"/>
                <a:gd name="csY10" fmla="*/ 49308 h 124867"/>
                <a:gd name="csX11" fmla="*/ 95911 w 130704"/>
                <a:gd name="csY11" fmla="*/ 49308 h 124867"/>
                <a:gd name="csX12" fmla="*/ 95911 w 130704"/>
                <a:gd name="csY12" fmla="*/ 55180 h 124867"/>
                <a:gd name="csX13" fmla="*/ 35176 w 130704"/>
                <a:gd name="csY13" fmla="*/ 55180 h 124867"/>
                <a:gd name="csX14" fmla="*/ 35176 w 130704"/>
                <a:gd name="csY14" fmla="*/ 49308 h 124867"/>
                <a:gd name="csX15" fmla="*/ 29138 w 130704"/>
                <a:gd name="csY15" fmla="*/ 49308 h 124867"/>
                <a:gd name="csX16" fmla="*/ 29138 w 130704"/>
                <a:gd name="csY16" fmla="*/ 75214 h 124867"/>
                <a:gd name="csX17" fmla="*/ 35176 w 130704"/>
                <a:gd name="csY17" fmla="*/ 75214 h 124867"/>
                <a:gd name="csX18" fmla="*/ 35176 w 130704"/>
                <a:gd name="csY18" fmla="*/ 69342 h 124867"/>
                <a:gd name="csX19" fmla="*/ 95911 w 130704"/>
                <a:gd name="csY19" fmla="*/ 69342 h 124867"/>
                <a:gd name="csX20" fmla="*/ 95911 w 130704"/>
                <a:gd name="csY20" fmla="*/ 75214 h 124867"/>
                <a:gd name="csX21" fmla="*/ 101949 w 130704"/>
                <a:gd name="csY21" fmla="*/ 75214 h 124867"/>
                <a:gd name="csX22" fmla="*/ 101949 w 130704"/>
                <a:gd name="csY22" fmla="*/ 49308 h 1248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30704" h="124867">
                  <a:moveTo>
                    <a:pt x="130896" y="63124"/>
                  </a:moveTo>
                  <a:cubicBezTo>
                    <a:pt x="130896" y="28583"/>
                    <a:pt x="101771" y="86"/>
                    <a:pt x="65543" y="86"/>
                  </a:cubicBezTo>
                  <a:cubicBezTo>
                    <a:pt x="29138" y="86"/>
                    <a:pt x="191" y="28583"/>
                    <a:pt x="191" y="63124"/>
                  </a:cubicBezTo>
                  <a:cubicBezTo>
                    <a:pt x="191" y="96975"/>
                    <a:pt x="29138" y="124954"/>
                    <a:pt x="65543" y="124954"/>
                  </a:cubicBezTo>
                  <a:cubicBezTo>
                    <a:pt x="101949" y="124954"/>
                    <a:pt x="130896" y="96975"/>
                    <a:pt x="130896" y="63124"/>
                  </a:cubicBezTo>
                  <a:close/>
                  <a:moveTo>
                    <a:pt x="65543" y="119772"/>
                  </a:moveTo>
                  <a:cubicBezTo>
                    <a:pt x="44055" y="119772"/>
                    <a:pt x="17950" y="103538"/>
                    <a:pt x="17950" y="62952"/>
                  </a:cubicBezTo>
                  <a:cubicBezTo>
                    <a:pt x="17950" y="22365"/>
                    <a:pt x="43522" y="4922"/>
                    <a:pt x="65543" y="4922"/>
                  </a:cubicBezTo>
                  <a:cubicBezTo>
                    <a:pt x="87564" y="4922"/>
                    <a:pt x="113137" y="22365"/>
                    <a:pt x="113137" y="62952"/>
                  </a:cubicBezTo>
                  <a:cubicBezTo>
                    <a:pt x="113137" y="103711"/>
                    <a:pt x="86854" y="119772"/>
                    <a:pt x="65543" y="119772"/>
                  </a:cubicBezTo>
                  <a:close/>
                  <a:moveTo>
                    <a:pt x="101949" y="49308"/>
                  </a:moveTo>
                  <a:lnTo>
                    <a:pt x="95911" y="49308"/>
                  </a:lnTo>
                  <a:lnTo>
                    <a:pt x="95911" y="55180"/>
                  </a:lnTo>
                  <a:lnTo>
                    <a:pt x="35176" y="55180"/>
                  </a:lnTo>
                  <a:lnTo>
                    <a:pt x="35176" y="49308"/>
                  </a:lnTo>
                  <a:lnTo>
                    <a:pt x="29138" y="49308"/>
                  </a:lnTo>
                  <a:lnTo>
                    <a:pt x="29138" y="75214"/>
                  </a:lnTo>
                  <a:lnTo>
                    <a:pt x="35176" y="75214"/>
                  </a:lnTo>
                  <a:lnTo>
                    <a:pt x="35176" y="69342"/>
                  </a:lnTo>
                  <a:lnTo>
                    <a:pt x="95911" y="69342"/>
                  </a:lnTo>
                  <a:lnTo>
                    <a:pt x="95911" y="75214"/>
                  </a:lnTo>
                  <a:lnTo>
                    <a:pt x="101949" y="75214"/>
                  </a:lnTo>
                  <a:lnTo>
                    <a:pt x="101949" y="49308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7F0FBCB-7927-3457-6BA1-55BD0717E290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7597829" y="4452116"/>
              <a:ext cx="58857" cy="246724"/>
            </a:xfrm>
            <a:custGeom>
              <a:avLst/>
              <a:gdLst>
                <a:gd name="csX0" fmla="*/ 59055 w 58857"/>
                <a:gd name="csY0" fmla="*/ 244342 h 246724"/>
                <a:gd name="csX1" fmla="*/ 54742 w 58857"/>
                <a:gd name="csY1" fmla="*/ 238914 h 246724"/>
                <a:gd name="csX2" fmla="*/ 14912 w 58857"/>
                <a:gd name="csY2" fmla="*/ 123447 h 246724"/>
                <a:gd name="csX3" fmla="*/ 55757 w 58857"/>
                <a:gd name="csY3" fmla="*/ 6746 h 246724"/>
                <a:gd name="csX4" fmla="*/ 59055 w 58857"/>
                <a:gd name="csY4" fmla="*/ 2552 h 246724"/>
                <a:gd name="csX5" fmla="*/ 56518 w 58857"/>
                <a:gd name="csY5" fmla="*/ 85 h 246724"/>
                <a:gd name="csX6" fmla="*/ 16181 w 58857"/>
                <a:gd name="csY6" fmla="*/ 48196 h 246724"/>
                <a:gd name="csX7" fmla="*/ 198 w 58857"/>
                <a:gd name="csY7" fmla="*/ 123447 h 246724"/>
                <a:gd name="csX8" fmla="*/ 16942 w 58857"/>
                <a:gd name="csY8" fmla="*/ 200425 h 246724"/>
                <a:gd name="csX9" fmla="*/ 56518 w 58857"/>
                <a:gd name="csY9" fmla="*/ 246809 h 246724"/>
                <a:gd name="csX10" fmla="*/ 59055 w 58857"/>
                <a:gd name="csY10" fmla="*/ 244342 h 2467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857" h="246724">
                  <a:moveTo>
                    <a:pt x="59055" y="244342"/>
                  </a:moveTo>
                  <a:cubicBezTo>
                    <a:pt x="59055" y="243602"/>
                    <a:pt x="59055" y="243109"/>
                    <a:pt x="54742" y="238914"/>
                  </a:cubicBezTo>
                  <a:cubicBezTo>
                    <a:pt x="23030" y="207827"/>
                    <a:pt x="14912" y="161196"/>
                    <a:pt x="14912" y="123447"/>
                  </a:cubicBezTo>
                  <a:cubicBezTo>
                    <a:pt x="14912" y="80517"/>
                    <a:pt x="24553" y="37587"/>
                    <a:pt x="55757" y="6746"/>
                  </a:cubicBezTo>
                  <a:cubicBezTo>
                    <a:pt x="59055" y="3786"/>
                    <a:pt x="59055" y="3292"/>
                    <a:pt x="59055" y="2552"/>
                  </a:cubicBezTo>
                  <a:cubicBezTo>
                    <a:pt x="59055" y="825"/>
                    <a:pt x="58040" y="85"/>
                    <a:pt x="56518" y="85"/>
                  </a:cubicBezTo>
                  <a:cubicBezTo>
                    <a:pt x="53981" y="85"/>
                    <a:pt x="31149" y="16862"/>
                    <a:pt x="16181" y="48196"/>
                  </a:cubicBezTo>
                  <a:cubicBezTo>
                    <a:pt x="3242" y="75336"/>
                    <a:pt x="198" y="102722"/>
                    <a:pt x="198" y="123447"/>
                  </a:cubicBezTo>
                  <a:cubicBezTo>
                    <a:pt x="198" y="142692"/>
                    <a:pt x="2988" y="172545"/>
                    <a:pt x="16942" y="200425"/>
                  </a:cubicBezTo>
                  <a:cubicBezTo>
                    <a:pt x="32163" y="230772"/>
                    <a:pt x="53981" y="246809"/>
                    <a:pt x="56518" y="246809"/>
                  </a:cubicBezTo>
                  <a:cubicBezTo>
                    <a:pt x="58040" y="246809"/>
                    <a:pt x="59055" y="246069"/>
                    <a:pt x="59055" y="244342"/>
                  </a:cubicBez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0DBAE5F-510F-BA07-8489-2E24DEB89689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7678730" y="4528107"/>
              <a:ext cx="167947" cy="111766"/>
            </a:xfrm>
            <a:custGeom>
              <a:avLst/>
              <a:gdLst>
                <a:gd name="csX0" fmla="*/ 110052 w 167947"/>
                <a:gd name="csY0" fmla="*/ 25497 h 111766"/>
                <a:gd name="csX1" fmla="*/ 113858 w 167947"/>
                <a:gd name="csY1" fmla="*/ 9460 h 111766"/>
                <a:gd name="csX2" fmla="*/ 106500 w 167947"/>
                <a:gd name="csY2" fmla="*/ 2799 h 111766"/>
                <a:gd name="csX3" fmla="*/ 97114 w 167947"/>
                <a:gd name="csY3" fmla="*/ 9707 h 111766"/>
                <a:gd name="csX4" fmla="*/ 82653 w 167947"/>
                <a:gd name="csY4" fmla="*/ 64973 h 111766"/>
                <a:gd name="csX5" fmla="*/ 80370 w 167947"/>
                <a:gd name="csY5" fmla="*/ 81257 h 111766"/>
                <a:gd name="csX6" fmla="*/ 80623 w 167947"/>
                <a:gd name="csY6" fmla="*/ 85698 h 111766"/>
                <a:gd name="csX7" fmla="*/ 57283 w 167947"/>
                <a:gd name="csY7" fmla="*/ 106423 h 111766"/>
                <a:gd name="csX8" fmla="*/ 36987 w 167947"/>
                <a:gd name="csY8" fmla="*/ 83971 h 111766"/>
                <a:gd name="csX9" fmla="*/ 50180 w 167947"/>
                <a:gd name="csY9" fmla="*/ 36107 h 111766"/>
                <a:gd name="csX10" fmla="*/ 54493 w 167947"/>
                <a:gd name="csY10" fmla="*/ 20316 h 111766"/>
                <a:gd name="csX11" fmla="*/ 33689 w 167947"/>
                <a:gd name="csY11" fmla="*/ 85 h 111766"/>
                <a:gd name="csX12" fmla="*/ 202 w 167947"/>
                <a:gd name="csY12" fmla="*/ 38080 h 111766"/>
                <a:gd name="csX13" fmla="*/ 3246 w 167947"/>
                <a:gd name="csY13" fmla="*/ 40548 h 111766"/>
                <a:gd name="csX14" fmla="*/ 7305 w 167947"/>
                <a:gd name="csY14" fmla="*/ 36107 h 111766"/>
                <a:gd name="csX15" fmla="*/ 32928 w 167947"/>
                <a:gd name="csY15" fmla="*/ 5513 h 111766"/>
                <a:gd name="csX16" fmla="*/ 39271 w 167947"/>
                <a:gd name="csY16" fmla="*/ 13655 h 111766"/>
                <a:gd name="csX17" fmla="*/ 34704 w 167947"/>
                <a:gd name="csY17" fmla="*/ 30925 h 111766"/>
                <a:gd name="csX18" fmla="*/ 20497 w 167947"/>
                <a:gd name="csY18" fmla="*/ 80764 h 111766"/>
                <a:gd name="csX19" fmla="*/ 56522 w 167947"/>
                <a:gd name="csY19" fmla="*/ 111851 h 111766"/>
                <a:gd name="csX20" fmla="*/ 82907 w 167947"/>
                <a:gd name="csY20" fmla="*/ 94580 h 111766"/>
                <a:gd name="csX21" fmla="*/ 114619 w 167947"/>
                <a:gd name="csY21" fmla="*/ 111851 h 111766"/>
                <a:gd name="csX22" fmla="*/ 151405 w 167947"/>
                <a:gd name="csY22" fmla="*/ 81504 h 111766"/>
                <a:gd name="csX23" fmla="*/ 168149 w 167947"/>
                <a:gd name="csY23" fmla="*/ 17355 h 111766"/>
                <a:gd name="csX24" fmla="*/ 156986 w 167947"/>
                <a:gd name="csY24" fmla="*/ 85 h 111766"/>
                <a:gd name="csX25" fmla="*/ 144301 w 167947"/>
                <a:gd name="csY25" fmla="*/ 11927 h 111766"/>
                <a:gd name="csX26" fmla="*/ 148107 w 167947"/>
                <a:gd name="csY26" fmla="*/ 18589 h 111766"/>
                <a:gd name="csX27" fmla="*/ 157240 w 167947"/>
                <a:gd name="csY27" fmla="*/ 39561 h 111766"/>
                <a:gd name="csX28" fmla="*/ 143286 w 167947"/>
                <a:gd name="csY28" fmla="*/ 84711 h 111766"/>
                <a:gd name="csX29" fmla="*/ 115380 w 167947"/>
                <a:gd name="csY29" fmla="*/ 106423 h 111766"/>
                <a:gd name="csX30" fmla="*/ 96606 w 167947"/>
                <a:gd name="csY30" fmla="*/ 84958 h 111766"/>
                <a:gd name="csX31" fmla="*/ 99397 w 167947"/>
                <a:gd name="csY31" fmla="*/ 66947 h 111766"/>
                <a:gd name="csX32" fmla="*/ 110052 w 167947"/>
                <a:gd name="csY32" fmla="*/ 25497 h 1117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167947" h="111766">
                  <a:moveTo>
                    <a:pt x="110052" y="25497"/>
                  </a:moveTo>
                  <a:cubicBezTo>
                    <a:pt x="111321" y="20069"/>
                    <a:pt x="113858" y="10941"/>
                    <a:pt x="113858" y="9460"/>
                  </a:cubicBezTo>
                  <a:cubicBezTo>
                    <a:pt x="113858" y="5019"/>
                    <a:pt x="110306" y="2799"/>
                    <a:pt x="106500" y="2799"/>
                  </a:cubicBezTo>
                  <a:cubicBezTo>
                    <a:pt x="103456" y="2799"/>
                    <a:pt x="98889" y="4772"/>
                    <a:pt x="97114" y="9707"/>
                  </a:cubicBezTo>
                  <a:cubicBezTo>
                    <a:pt x="96353" y="11434"/>
                    <a:pt x="84429" y="58558"/>
                    <a:pt x="82653" y="64973"/>
                  </a:cubicBezTo>
                  <a:cubicBezTo>
                    <a:pt x="80877" y="72375"/>
                    <a:pt x="80370" y="76816"/>
                    <a:pt x="80370" y="81257"/>
                  </a:cubicBezTo>
                  <a:cubicBezTo>
                    <a:pt x="80370" y="83971"/>
                    <a:pt x="80370" y="84465"/>
                    <a:pt x="80623" y="85698"/>
                  </a:cubicBezTo>
                  <a:cubicBezTo>
                    <a:pt x="74788" y="98775"/>
                    <a:pt x="67177" y="106423"/>
                    <a:pt x="57283" y="106423"/>
                  </a:cubicBezTo>
                  <a:cubicBezTo>
                    <a:pt x="36987" y="106423"/>
                    <a:pt x="36987" y="88165"/>
                    <a:pt x="36987" y="83971"/>
                  </a:cubicBezTo>
                  <a:cubicBezTo>
                    <a:pt x="36987" y="76076"/>
                    <a:pt x="38256" y="66454"/>
                    <a:pt x="50180" y="36107"/>
                  </a:cubicBezTo>
                  <a:cubicBezTo>
                    <a:pt x="52970" y="28705"/>
                    <a:pt x="54493" y="25251"/>
                    <a:pt x="54493" y="20316"/>
                  </a:cubicBezTo>
                  <a:cubicBezTo>
                    <a:pt x="54493" y="9214"/>
                    <a:pt x="46121" y="85"/>
                    <a:pt x="33689" y="85"/>
                  </a:cubicBezTo>
                  <a:cubicBezTo>
                    <a:pt x="9588" y="85"/>
                    <a:pt x="202" y="35860"/>
                    <a:pt x="202" y="38080"/>
                  </a:cubicBezTo>
                  <a:cubicBezTo>
                    <a:pt x="202" y="40548"/>
                    <a:pt x="2738" y="40548"/>
                    <a:pt x="3246" y="40548"/>
                  </a:cubicBezTo>
                  <a:cubicBezTo>
                    <a:pt x="5783" y="40548"/>
                    <a:pt x="6037" y="40054"/>
                    <a:pt x="7305" y="36107"/>
                  </a:cubicBezTo>
                  <a:cubicBezTo>
                    <a:pt x="14155" y="13161"/>
                    <a:pt x="24049" y="5513"/>
                    <a:pt x="32928" y="5513"/>
                  </a:cubicBezTo>
                  <a:cubicBezTo>
                    <a:pt x="35212" y="5513"/>
                    <a:pt x="39271" y="5759"/>
                    <a:pt x="39271" y="13655"/>
                  </a:cubicBezTo>
                  <a:cubicBezTo>
                    <a:pt x="39271" y="19823"/>
                    <a:pt x="36480" y="26731"/>
                    <a:pt x="34704" y="30925"/>
                  </a:cubicBezTo>
                  <a:cubicBezTo>
                    <a:pt x="23542" y="60039"/>
                    <a:pt x="20497" y="71388"/>
                    <a:pt x="20497" y="80764"/>
                  </a:cubicBezTo>
                  <a:cubicBezTo>
                    <a:pt x="20497" y="103216"/>
                    <a:pt x="37495" y="111851"/>
                    <a:pt x="56522" y="111851"/>
                  </a:cubicBezTo>
                  <a:cubicBezTo>
                    <a:pt x="60835" y="111851"/>
                    <a:pt x="72759" y="111851"/>
                    <a:pt x="82907" y="94580"/>
                  </a:cubicBezTo>
                  <a:cubicBezTo>
                    <a:pt x="89503" y="110371"/>
                    <a:pt x="107008" y="111851"/>
                    <a:pt x="114619" y="111851"/>
                  </a:cubicBezTo>
                  <a:cubicBezTo>
                    <a:pt x="133646" y="111851"/>
                    <a:pt x="144809" y="96307"/>
                    <a:pt x="151405" y="81504"/>
                  </a:cubicBezTo>
                  <a:cubicBezTo>
                    <a:pt x="160030" y="62259"/>
                    <a:pt x="168149" y="29198"/>
                    <a:pt x="168149" y="17355"/>
                  </a:cubicBezTo>
                  <a:cubicBezTo>
                    <a:pt x="168149" y="3786"/>
                    <a:pt x="161299" y="85"/>
                    <a:pt x="156986" y="85"/>
                  </a:cubicBezTo>
                  <a:cubicBezTo>
                    <a:pt x="150644" y="85"/>
                    <a:pt x="144301" y="6500"/>
                    <a:pt x="144301" y="11927"/>
                  </a:cubicBezTo>
                  <a:cubicBezTo>
                    <a:pt x="144301" y="15135"/>
                    <a:pt x="145823" y="16615"/>
                    <a:pt x="148107" y="18589"/>
                  </a:cubicBezTo>
                  <a:cubicBezTo>
                    <a:pt x="150897" y="21303"/>
                    <a:pt x="157240" y="27718"/>
                    <a:pt x="157240" y="39561"/>
                  </a:cubicBezTo>
                  <a:cubicBezTo>
                    <a:pt x="157240" y="47949"/>
                    <a:pt x="149882" y="72128"/>
                    <a:pt x="143286" y="84711"/>
                  </a:cubicBezTo>
                  <a:cubicBezTo>
                    <a:pt x="136690" y="97788"/>
                    <a:pt x="127811" y="106423"/>
                    <a:pt x="115380" y="106423"/>
                  </a:cubicBezTo>
                  <a:cubicBezTo>
                    <a:pt x="103456" y="106423"/>
                    <a:pt x="96606" y="99021"/>
                    <a:pt x="96606" y="84958"/>
                  </a:cubicBezTo>
                  <a:cubicBezTo>
                    <a:pt x="96606" y="78050"/>
                    <a:pt x="98382" y="70401"/>
                    <a:pt x="99397" y="66947"/>
                  </a:cubicBezTo>
                  <a:lnTo>
                    <a:pt x="110052" y="25497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A9CE4C9-605E-BC47-1DBC-272747F19944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7861345" y="4598004"/>
              <a:ext cx="108506" cy="77891"/>
            </a:xfrm>
            <a:custGeom>
              <a:avLst/>
              <a:gdLst>
                <a:gd name="csX0" fmla="*/ 13528 w 108506"/>
                <a:gd name="csY0" fmla="*/ 65370 h 77891"/>
                <a:gd name="csX1" fmla="*/ 11752 w 108506"/>
                <a:gd name="csY1" fmla="*/ 72451 h 77891"/>
                <a:gd name="csX2" fmla="*/ 17790 w 108506"/>
                <a:gd name="csY2" fmla="*/ 77977 h 77891"/>
                <a:gd name="csX3" fmla="*/ 24716 w 108506"/>
                <a:gd name="csY3" fmla="*/ 74178 h 77891"/>
                <a:gd name="csX4" fmla="*/ 27912 w 108506"/>
                <a:gd name="csY4" fmla="*/ 63470 h 77891"/>
                <a:gd name="csX5" fmla="*/ 31819 w 108506"/>
                <a:gd name="csY5" fmla="*/ 47926 h 77891"/>
                <a:gd name="csX6" fmla="*/ 34838 w 108506"/>
                <a:gd name="csY6" fmla="*/ 36355 h 77891"/>
                <a:gd name="csX7" fmla="*/ 42297 w 108506"/>
                <a:gd name="csY7" fmla="*/ 20811 h 77891"/>
                <a:gd name="csX8" fmla="*/ 68935 w 108506"/>
                <a:gd name="csY8" fmla="*/ 4922 h 77891"/>
                <a:gd name="csX9" fmla="*/ 79413 w 108506"/>
                <a:gd name="csY9" fmla="*/ 17011 h 77891"/>
                <a:gd name="csX10" fmla="*/ 68935 w 108506"/>
                <a:gd name="csY10" fmla="*/ 53798 h 77891"/>
                <a:gd name="csX11" fmla="*/ 66271 w 108506"/>
                <a:gd name="csY11" fmla="*/ 63124 h 77891"/>
                <a:gd name="csX12" fmla="*/ 83142 w 108506"/>
                <a:gd name="csY12" fmla="*/ 77977 h 77891"/>
                <a:gd name="csX13" fmla="*/ 108715 w 108506"/>
                <a:gd name="csY13" fmla="*/ 51553 h 77891"/>
                <a:gd name="csX14" fmla="*/ 105873 w 108506"/>
                <a:gd name="csY14" fmla="*/ 49308 h 77891"/>
                <a:gd name="csX15" fmla="*/ 102499 w 108506"/>
                <a:gd name="csY15" fmla="*/ 52244 h 77891"/>
                <a:gd name="csX16" fmla="*/ 83675 w 108506"/>
                <a:gd name="csY16" fmla="*/ 73141 h 77891"/>
                <a:gd name="csX17" fmla="*/ 79235 w 108506"/>
                <a:gd name="csY17" fmla="*/ 67097 h 77891"/>
                <a:gd name="csX18" fmla="*/ 83320 w 108506"/>
                <a:gd name="csY18" fmla="*/ 53107 h 77891"/>
                <a:gd name="csX19" fmla="*/ 92732 w 108506"/>
                <a:gd name="csY19" fmla="*/ 19775 h 77891"/>
                <a:gd name="csX20" fmla="*/ 69645 w 108506"/>
                <a:gd name="csY20" fmla="*/ 86 h 77891"/>
                <a:gd name="csX21" fmla="*/ 39633 w 108506"/>
                <a:gd name="csY21" fmla="*/ 15803 h 77891"/>
                <a:gd name="csX22" fmla="*/ 20631 w 108506"/>
                <a:gd name="csY22" fmla="*/ 86 h 77891"/>
                <a:gd name="csX23" fmla="*/ 6602 w 108506"/>
                <a:gd name="csY23" fmla="*/ 9412 h 77891"/>
                <a:gd name="csX24" fmla="*/ 209 w 108506"/>
                <a:gd name="csY24" fmla="*/ 26510 h 77891"/>
                <a:gd name="csX25" fmla="*/ 3228 w 108506"/>
                <a:gd name="csY25" fmla="*/ 28756 h 77891"/>
                <a:gd name="csX26" fmla="*/ 7135 w 108506"/>
                <a:gd name="csY26" fmla="*/ 23574 h 77891"/>
                <a:gd name="csX27" fmla="*/ 20098 w 108506"/>
                <a:gd name="csY27" fmla="*/ 4922 h 77891"/>
                <a:gd name="csX28" fmla="*/ 25959 w 108506"/>
                <a:gd name="csY28" fmla="*/ 13385 h 77891"/>
                <a:gd name="csX29" fmla="*/ 23117 w 108506"/>
                <a:gd name="csY29" fmla="*/ 27719 h 77891"/>
                <a:gd name="csX30" fmla="*/ 19211 w 108506"/>
                <a:gd name="csY30" fmla="*/ 43263 h 77891"/>
                <a:gd name="csX31" fmla="*/ 13528 w 108506"/>
                <a:gd name="csY31" fmla="*/ 65370 h 77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08506" h="77891">
                  <a:moveTo>
                    <a:pt x="13528" y="65370"/>
                  </a:moveTo>
                  <a:cubicBezTo>
                    <a:pt x="12817" y="67615"/>
                    <a:pt x="11752" y="71932"/>
                    <a:pt x="11752" y="72451"/>
                  </a:cubicBezTo>
                  <a:cubicBezTo>
                    <a:pt x="11752" y="76250"/>
                    <a:pt x="14948" y="77977"/>
                    <a:pt x="17790" y="77977"/>
                  </a:cubicBezTo>
                  <a:cubicBezTo>
                    <a:pt x="20986" y="77977"/>
                    <a:pt x="23828" y="75732"/>
                    <a:pt x="24716" y="74178"/>
                  </a:cubicBezTo>
                  <a:cubicBezTo>
                    <a:pt x="25604" y="72623"/>
                    <a:pt x="27024" y="67097"/>
                    <a:pt x="27912" y="63470"/>
                  </a:cubicBezTo>
                  <a:cubicBezTo>
                    <a:pt x="28800" y="60188"/>
                    <a:pt x="30754" y="52244"/>
                    <a:pt x="31819" y="47926"/>
                  </a:cubicBezTo>
                  <a:cubicBezTo>
                    <a:pt x="32885" y="44127"/>
                    <a:pt x="33950" y="40327"/>
                    <a:pt x="34838" y="36355"/>
                  </a:cubicBezTo>
                  <a:cubicBezTo>
                    <a:pt x="36792" y="29274"/>
                    <a:pt x="37147" y="27892"/>
                    <a:pt x="42297" y="20811"/>
                  </a:cubicBezTo>
                  <a:cubicBezTo>
                    <a:pt x="47269" y="13903"/>
                    <a:pt x="55616" y="4922"/>
                    <a:pt x="68935" y="4922"/>
                  </a:cubicBezTo>
                  <a:cubicBezTo>
                    <a:pt x="79235" y="4922"/>
                    <a:pt x="79413" y="13730"/>
                    <a:pt x="79413" y="17011"/>
                  </a:cubicBezTo>
                  <a:cubicBezTo>
                    <a:pt x="79413" y="27374"/>
                    <a:pt x="71776" y="46544"/>
                    <a:pt x="68935" y="53798"/>
                  </a:cubicBezTo>
                  <a:cubicBezTo>
                    <a:pt x="66982" y="58634"/>
                    <a:pt x="66271" y="60188"/>
                    <a:pt x="66271" y="63124"/>
                  </a:cubicBezTo>
                  <a:cubicBezTo>
                    <a:pt x="66271" y="72278"/>
                    <a:pt x="74085" y="77977"/>
                    <a:pt x="83142" y="77977"/>
                  </a:cubicBezTo>
                  <a:cubicBezTo>
                    <a:pt x="100901" y="77977"/>
                    <a:pt x="108715" y="54144"/>
                    <a:pt x="108715" y="51553"/>
                  </a:cubicBezTo>
                  <a:cubicBezTo>
                    <a:pt x="108715" y="49308"/>
                    <a:pt x="106406" y="49308"/>
                    <a:pt x="105873" y="49308"/>
                  </a:cubicBezTo>
                  <a:cubicBezTo>
                    <a:pt x="103387" y="49308"/>
                    <a:pt x="103209" y="50344"/>
                    <a:pt x="102499" y="52244"/>
                  </a:cubicBezTo>
                  <a:cubicBezTo>
                    <a:pt x="98415" y="66060"/>
                    <a:pt x="90778" y="73141"/>
                    <a:pt x="83675" y="73141"/>
                  </a:cubicBezTo>
                  <a:cubicBezTo>
                    <a:pt x="79945" y="73141"/>
                    <a:pt x="79235" y="70723"/>
                    <a:pt x="79235" y="67097"/>
                  </a:cubicBezTo>
                  <a:cubicBezTo>
                    <a:pt x="79235" y="63124"/>
                    <a:pt x="80123" y="60879"/>
                    <a:pt x="83320" y="53107"/>
                  </a:cubicBezTo>
                  <a:cubicBezTo>
                    <a:pt x="85451" y="47753"/>
                    <a:pt x="92732" y="29446"/>
                    <a:pt x="92732" y="19775"/>
                  </a:cubicBezTo>
                  <a:cubicBezTo>
                    <a:pt x="92732" y="3022"/>
                    <a:pt x="79058" y="86"/>
                    <a:pt x="69645" y="86"/>
                  </a:cubicBezTo>
                  <a:cubicBezTo>
                    <a:pt x="54906" y="86"/>
                    <a:pt x="44961" y="8894"/>
                    <a:pt x="39633" y="15803"/>
                  </a:cubicBezTo>
                  <a:cubicBezTo>
                    <a:pt x="38390" y="3886"/>
                    <a:pt x="27912" y="86"/>
                    <a:pt x="20631" y="86"/>
                  </a:cubicBezTo>
                  <a:cubicBezTo>
                    <a:pt x="12995" y="86"/>
                    <a:pt x="8910" y="5440"/>
                    <a:pt x="6602" y="9412"/>
                  </a:cubicBezTo>
                  <a:cubicBezTo>
                    <a:pt x="2695" y="15803"/>
                    <a:pt x="209" y="25647"/>
                    <a:pt x="209" y="26510"/>
                  </a:cubicBezTo>
                  <a:cubicBezTo>
                    <a:pt x="209" y="28756"/>
                    <a:pt x="2695" y="28756"/>
                    <a:pt x="3228" y="28756"/>
                  </a:cubicBezTo>
                  <a:cubicBezTo>
                    <a:pt x="5714" y="28756"/>
                    <a:pt x="5891" y="28237"/>
                    <a:pt x="7135" y="23574"/>
                  </a:cubicBezTo>
                  <a:cubicBezTo>
                    <a:pt x="9798" y="13385"/>
                    <a:pt x="13173" y="4922"/>
                    <a:pt x="20098" y="4922"/>
                  </a:cubicBezTo>
                  <a:cubicBezTo>
                    <a:pt x="24716" y="4922"/>
                    <a:pt x="25959" y="8722"/>
                    <a:pt x="25959" y="13385"/>
                  </a:cubicBezTo>
                  <a:cubicBezTo>
                    <a:pt x="25959" y="16666"/>
                    <a:pt x="24361" y="23056"/>
                    <a:pt x="23117" y="27719"/>
                  </a:cubicBezTo>
                  <a:cubicBezTo>
                    <a:pt x="21874" y="32382"/>
                    <a:pt x="20098" y="39463"/>
                    <a:pt x="19211" y="43263"/>
                  </a:cubicBezTo>
                  <a:lnTo>
                    <a:pt x="13528" y="65370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1D6FFF6-1C86-AFA8-14CD-DF39A89700F5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7990841" y="4567262"/>
              <a:ext cx="130704" cy="127285"/>
            </a:xfrm>
            <a:custGeom>
              <a:avLst/>
              <a:gdLst>
                <a:gd name="csX0" fmla="*/ 70006 w 130704"/>
                <a:gd name="csY0" fmla="*/ 67960 h 127285"/>
                <a:gd name="csX1" fmla="*/ 124347 w 130704"/>
                <a:gd name="csY1" fmla="*/ 67960 h 127285"/>
                <a:gd name="csX2" fmla="*/ 130918 w 130704"/>
                <a:gd name="csY2" fmla="*/ 63815 h 127285"/>
                <a:gd name="csX3" fmla="*/ 124347 w 130704"/>
                <a:gd name="csY3" fmla="*/ 59498 h 127285"/>
                <a:gd name="csX4" fmla="*/ 70006 w 130704"/>
                <a:gd name="csY4" fmla="*/ 59498 h 127285"/>
                <a:gd name="csX5" fmla="*/ 70006 w 130704"/>
                <a:gd name="csY5" fmla="*/ 6476 h 127285"/>
                <a:gd name="csX6" fmla="*/ 65743 w 130704"/>
                <a:gd name="csY6" fmla="*/ 86 h 127285"/>
                <a:gd name="csX7" fmla="*/ 61304 w 130704"/>
                <a:gd name="csY7" fmla="*/ 6476 h 127285"/>
                <a:gd name="csX8" fmla="*/ 61304 w 130704"/>
                <a:gd name="csY8" fmla="*/ 59498 h 127285"/>
                <a:gd name="csX9" fmla="*/ 6784 w 130704"/>
                <a:gd name="csY9" fmla="*/ 59498 h 127285"/>
                <a:gd name="csX10" fmla="*/ 214 w 130704"/>
                <a:gd name="csY10" fmla="*/ 63642 h 127285"/>
                <a:gd name="csX11" fmla="*/ 6784 w 130704"/>
                <a:gd name="csY11" fmla="*/ 67960 h 127285"/>
                <a:gd name="csX12" fmla="*/ 61304 w 130704"/>
                <a:gd name="csY12" fmla="*/ 67960 h 127285"/>
                <a:gd name="csX13" fmla="*/ 61304 w 130704"/>
                <a:gd name="csY13" fmla="*/ 120981 h 127285"/>
                <a:gd name="csX14" fmla="*/ 65566 w 130704"/>
                <a:gd name="csY14" fmla="*/ 127371 h 127285"/>
                <a:gd name="csX15" fmla="*/ 70006 w 130704"/>
                <a:gd name="csY15" fmla="*/ 120981 h 127285"/>
                <a:gd name="csX16" fmla="*/ 70006 w 130704"/>
                <a:gd name="csY16" fmla="*/ 67960 h 1272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0704" h="127285">
                  <a:moveTo>
                    <a:pt x="70006" y="67960"/>
                  </a:moveTo>
                  <a:lnTo>
                    <a:pt x="124347" y="67960"/>
                  </a:lnTo>
                  <a:cubicBezTo>
                    <a:pt x="126656" y="67960"/>
                    <a:pt x="130918" y="67960"/>
                    <a:pt x="130918" y="63815"/>
                  </a:cubicBezTo>
                  <a:cubicBezTo>
                    <a:pt x="130918" y="59498"/>
                    <a:pt x="126834" y="59498"/>
                    <a:pt x="124347" y="59498"/>
                  </a:cubicBezTo>
                  <a:lnTo>
                    <a:pt x="70006" y="59498"/>
                  </a:lnTo>
                  <a:lnTo>
                    <a:pt x="70006" y="6476"/>
                  </a:lnTo>
                  <a:cubicBezTo>
                    <a:pt x="70006" y="4231"/>
                    <a:pt x="70006" y="86"/>
                    <a:pt x="65743" y="86"/>
                  </a:cubicBezTo>
                  <a:cubicBezTo>
                    <a:pt x="61304" y="86"/>
                    <a:pt x="61304" y="4058"/>
                    <a:pt x="61304" y="6476"/>
                  </a:cubicBezTo>
                  <a:lnTo>
                    <a:pt x="61304" y="59498"/>
                  </a:lnTo>
                  <a:lnTo>
                    <a:pt x="6784" y="59498"/>
                  </a:lnTo>
                  <a:cubicBezTo>
                    <a:pt x="4476" y="59498"/>
                    <a:pt x="214" y="59498"/>
                    <a:pt x="214" y="63642"/>
                  </a:cubicBezTo>
                  <a:cubicBezTo>
                    <a:pt x="214" y="67960"/>
                    <a:pt x="4298" y="67960"/>
                    <a:pt x="6784" y="67960"/>
                  </a:cubicBezTo>
                  <a:lnTo>
                    <a:pt x="61304" y="67960"/>
                  </a:lnTo>
                  <a:lnTo>
                    <a:pt x="61304" y="120981"/>
                  </a:lnTo>
                  <a:cubicBezTo>
                    <a:pt x="61304" y="123227"/>
                    <a:pt x="61304" y="127371"/>
                    <a:pt x="65566" y="127371"/>
                  </a:cubicBezTo>
                  <a:cubicBezTo>
                    <a:pt x="70006" y="127371"/>
                    <a:pt x="70006" y="123399"/>
                    <a:pt x="70006" y="120981"/>
                  </a:cubicBezTo>
                  <a:lnTo>
                    <a:pt x="70006" y="67960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6D92782-2703-18F9-FC3E-BF02A369060E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8153509" y="4559490"/>
              <a:ext cx="64641" cy="114677"/>
            </a:xfrm>
            <a:custGeom>
              <a:avLst/>
              <a:gdLst>
                <a:gd name="csX0" fmla="*/ 40354 w 64641"/>
                <a:gd name="csY0" fmla="*/ 4922 h 114677"/>
                <a:gd name="csX1" fmla="*/ 35027 w 64641"/>
                <a:gd name="csY1" fmla="*/ 86 h 114677"/>
                <a:gd name="csX2" fmla="*/ 220 w 64641"/>
                <a:gd name="csY2" fmla="*/ 11139 h 114677"/>
                <a:gd name="csX3" fmla="*/ 220 w 64641"/>
                <a:gd name="csY3" fmla="*/ 17357 h 114677"/>
                <a:gd name="csX4" fmla="*/ 25970 w 64641"/>
                <a:gd name="csY4" fmla="*/ 12521 h 114677"/>
                <a:gd name="csX5" fmla="*/ 25970 w 64641"/>
                <a:gd name="csY5" fmla="*/ 100602 h 114677"/>
                <a:gd name="csX6" fmla="*/ 8211 w 64641"/>
                <a:gd name="csY6" fmla="*/ 108546 h 114677"/>
                <a:gd name="csX7" fmla="*/ 1463 w 64641"/>
                <a:gd name="csY7" fmla="*/ 108546 h 114677"/>
                <a:gd name="csX8" fmla="*/ 1463 w 64641"/>
                <a:gd name="csY8" fmla="*/ 114764 h 114677"/>
                <a:gd name="csX9" fmla="*/ 33073 w 64641"/>
                <a:gd name="csY9" fmla="*/ 114073 h 114677"/>
                <a:gd name="csX10" fmla="*/ 64862 w 64641"/>
                <a:gd name="csY10" fmla="*/ 114764 h 114677"/>
                <a:gd name="csX11" fmla="*/ 64862 w 64641"/>
                <a:gd name="csY11" fmla="*/ 108546 h 114677"/>
                <a:gd name="csX12" fmla="*/ 58113 w 64641"/>
                <a:gd name="csY12" fmla="*/ 108546 h 114677"/>
                <a:gd name="csX13" fmla="*/ 40354 w 64641"/>
                <a:gd name="csY13" fmla="*/ 100602 h 114677"/>
                <a:gd name="csX14" fmla="*/ 40354 w 64641"/>
                <a:gd name="csY14" fmla="*/ 4922 h 114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64641" h="114677">
                  <a:moveTo>
                    <a:pt x="40354" y="4922"/>
                  </a:moveTo>
                  <a:cubicBezTo>
                    <a:pt x="40354" y="259"/>
                    <a:pt x="39999" y="86"/>
                    <a:pt x="35027" y="86"/>
                  </a:cubicBezTo>
                  <a:cubicBezTo>
                    <a:pt x="23661" y="10967"/>
                    <a:pt x="7501" y="11139"/>
                    <a:pt x="220" y="11139"/>
                  </a:cubicBezTo>
                  <a:lnTo>
                    <a:pt x="220" y="17357"/>
                  </a:lnTo>
                  <a:cubicBezTo>
                    <a:pt x="4482" y="17357"/>
                    <a:pt x="16203" y="17357"/>
                    <a:pt x="25970" y="12521"/>
                  </a:cubicBezTo>
                  <a:lnTo>
                    <a:pt x="25970" y="100602"/>
                  </a:lnTo>
                  <a:cubicBezTo>
                    <a:pt x="25970" y="106301"/>
                    <a:pt x="25970" y="108546"/>
                    <a:pt x="8211" y="108546"/>
                  </a:cubicBezTo>
                  <a:lnTo>
                    <a:pt x="1463" y="108546"/>
                  </a:lnTo>
                  <a:lnTo>
                    <a:pt x="1463" y="114764"/>
                  </a:lnTo>
                  <a:cubicBezTo>
                    <a:pt x="4659" y="114591"/>
                    <a:pt x="26503" y="114073"/>
                    <a:pt x="33073" y="114073"/>
                  </a:cubicBezTo>
                  <a:cubicBezTo>
                    <a:pt x="38579" y="114073"/>
                    <a:pt x="60955" y="114591"/>
                    <a:pt x="64862" y="114764"/>
                  </a:cubicBezTo>
                  <a:lnTo>
                    <a:pt x="64862" y="108546"/>
                  </a:lnTo>
                  <a:lnTo>
                    <a:pt x="58113" y="108546"/>
                  </a:lnTo>
                  <a:cubicBezTo>
                    <a:pt x="40354" y="108546"/>
                    <a:pt x="40354" y="106301"/>
                    <a:pt x="40354" y="100602"/>
                  </a:cubicBezTo>
                  <a:lnTo>
                    <a:pt x="40354" y="4922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21F5DAE-5141-C97A-1B2A-E974659D83DE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8348623" y="4452116"/>
              <a:ext cx="10147" cy="246724"/>
            </a:xfrm>
            <a:custGeom>
              <a:avLst/>
              <a:gdLst>
                <a:gd name="csX0" fmla="*/ 10375 w 10147"/>
                <a:gd name="csY0" fmla="*/ 8967 h 246724"/>
                <a:gd name="csX1" fmla="*/ 5301 w 10147"/>
                <a:gd name="csY1" fmla="*/ 85 h 246724"/>
                <a:gd name="csX2" fmla="*/ 227 w 10147"/>
                <a:gd name="csY2" fmla="*/ 8967 h 246724"/>
                <a:gd name="csX3" fmla="*/ 227 w 10147"/>
                <a:gd name="csY3" fmla="*/ 237927 h 246724"/>
                <a:gd name="csX4" fmla="*/ 5301 w 10147"/>
                <a:gd name="csY4" fmla="*/ 246809 h 246724"/>
                <a:gd name="csX5" fmla="*/ 10375 w 10147"/>
                <a:gd name="csY5" fmla="*/ 237927 h 246724"/>
                <a:gd name="csX6" fmla="*/ 10375 w 10147"/>
                <a:gd name="csY6" fmla="*/ 8967 h 2467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147" h="246724">
                  <a:moveTo>
                    <a:pt x="10375" y="8967"/>
                  </a:moveTo>
                  <a:cubicBezTo>
                    <a:pt x="10375" y="4526"/>
                    <a:pt x="10375" y="85"/>
                    <a:pt x="5301" y="85"/>
                  </a:cubicBezTo>
                  <a:cubicBezTo>
                    <a:pt x="227" y="85"/>
                    <a:pt x="227" y="4526"/>
                    <a:pt x="227" y="8967"/>
                  </a:cubicBezTo>
                  <a:lnTo>
                    <a:pt x="227" y="237927"/>
                  </a:lnTo>
                  <a:cubicBezTo>
                    <a:pt x="227" y="242368"/>
                    <a:pt x="227" y="246809"/>
                    <a:pt x="5301" y="246809"/>
                  </a:cubicBezTo>
                  <a:cubicBezTo>
                    <a:pt x="10375" y="246809"/>
                    <a:pt x="10375" y="242368"/>
                    <a:pt x="10375" y="237927"/>
                  </a:cubicBezTo>
                  <a:lnTo>
                    <a:pt x="10375" y="8967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572E947-23B7-B6B4-2CF5-5829A19FA053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8466731" y="4528107"/>
              <a:ext cx="167947" cy="111766"/>
            </a:xfrm>
            <a:custGeom>
              <a:avLst/>
              <a:gdLst>
                <a:gd name="csX0" fmla="*/ 110083 w 167947"/>
                <a:gd name="csY0" fmla="*/ 25497 h 111766"/>
                <a:gd name="csX1" fmla="*/ 113889 w 167947"/>
                <a:gd name="csY1" fmla="*/ 9460 h 111766"/>
                <a:gd name="csX2" fmla="*/ 106531 w 167947"/>
                <a:gd name="csY2" fmla="*/ 2799 h 111766"/>
                <a:gd name="csX3" fmla="*/ 97145 w 167947"/>
                <a:gd name="csY3" fmla="*/ 9707 h 111766"/>
                <a:gd name="csX4" fmla="*/ 82684 w 167947"/>
                <a:gd name="csY4" fmla="*/ 64973 h 111766"/>
                <a:gd name="csX5" fmla="*/ 80401 w 167947"/>
                <a:gd name="csY5" fmla="*/ 81257 h 111766"/>
                <a:gd name="csX6" fmla="*/ 80654 w 167947"/>
                <a:gd name="csY6" fmla="*/ 85698 h 111766"/>
                <a:gd name="csX7" fmla="*/ 57314 w 167947"/>
                <a:gd name="csY7" fmla="*/ 106423 h 111766"/>
                <a:gd name="csX8" fmla="*/ 37018 w 167947"/>
                <a:gd name="csY8" fmla="*/ 83971 h 111766"/>
                <a:gd name="csX9" fmla="*/ 50211 w 167947"/>
                <a:gd name="csY9" fmla="*/ 36107 h 111766"/>
                <a:gd name="csX10" fmla="*/ 54524 w 167947"/>
                <a:gd name="csY10" fmla="*/ 20316 h 111766"/>
                <a:gd name="csX11" fmla="*/ 33720 w 167947"/>
                <a:gd name="csY11" fmla="*/ 85 h 111766"/>
                <a:gd name="csX12" fmla="*/ 232 w 167947"/>
                <a:gd name="csY12" fmla="*/ 38080 h 111766"/>
                <a:gd name="csX13" fmla="*/ 3277 w 167947"/>
                <a:gd name="csY13" fmla="*/ 40548 h 111766"/>
                <a:gd name="csX14" fmla="*/ 7336 w 167947"/>
                <a:gd name="csY14" fmla="*/ 36107 h 111766"/>
                <a:gd name="csX15" fmla="*/ 32959 w 167947"/>
                <a:gd name="csY15" fmla="*/ 5513 h 111766"/>
                <a:gd name="csX16" fmla="*/ 39302 w 167947"/>
                <a:gd name="csY16" fmla="*/ 13655 h 111766"/>
                <a:gd name="csX17" fmla="*/ 34735 w 167947"/>
                <a:gd name="csY17" fmla="*/ 30925 h 111766"/>
                <a:gd name="csX18" fmla="*/ 20528 w 167947"/>
                <a:gd name="csY18" fmla="*/ 80764 h 111766"/>
                <a:gd name="csX19" fmla="*/ 56553 w 167947"/>
                <a:gd name="csY19" fmla="*/ 111851 h 111766"/>
                <a:gd name="csX20" fmla="*/ 82938 w 167947"/>
                <a:gd name="csY20" fmla="*/ 94580 h 111766"/>
                <a:gd name="csX21" fmla="*/ 114650 w 167947"/>
                <a:gd name="csY21" fmla="*/ 111851 h 111766"/>
                <a:gd name="csX22" fmla="*/ 151436 w 167947"/>
                <a:gd name="csY22" fmla="*/ 81504 h 111766"/>
                <a:gd name="csX23" fmla="*/ 168180 w 167947"/>
                <a:gd name="csY23" fmla="*/ 17355 h 111766"/>
                <a:gd name="csX24" fmla="*/ 157017 w 167947"/>
                <a:gd name="csY24" fmla="*/ 85 h 111766"/>
                <a:gd name="csX25" fmla="*/ 144332 w 167947"/>
                <a:gd name="csY25" fmla="*/ 11927 h 111766"/>
                <a:gd name="csX26" fmla="*/ 148138 w 167947"/>
                <a:gd name="csY26" fmla="*/ 18589 h 111766"/>
                <a:gd name="csX27" fmla="*/ 157271 w 167947"/>
                <a:gd name="csY27" fmla="*/ 39561 h 111766"/>
                <a:gd name="csX28" fmla="*/ 143317 w 167947"/>
                <a:gd name="csY28" fmla="*/ 84711 h 111766"/>
                <a:gd name="csX29" fmla="*/ 115411 w 167947"/>
                <a:gd name="csY29" fmla="*/ 106423 h 111766"/>
                <a:gd name="csX30" fmla="*/ 96637 w 167947"/>
                <a:gd name="csY30" fmla="*/ 84958 h 111766"/>
                <a:gd name="csX31" fmla="*/ 99428 w 167947"/>
                <a:gd name="csY31" fmla="*/ 66947 h 111766"/>
                <a:gd name="csX32" fmla="*/ 110083 w 167947"/>
                <a:gd name="csY32" fmla="*/ 25497 h 1117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167947" h="111766">
                  <a:moveTo>
                    <a:pt x="110083" y="25497"/>
                  </a:moveTo>
                  <a:cubicBezTo>
                    <a:pt x="111352" y="20069"/>
                    <a:pt x="113889" y="10941"/>
                    <a:pt x="113889" y="9460"/>
                  </a:cubicBezTo>
                  <a:cubicBezTo>
                    <a:pt x="113889" y="5019"/>
                    <a:pt x="110337" y="2799"/>
                    <a:pt x="106531" y="2799"/>
                  </a:cubicBezTo>
                  <a:cubicBezTo>
                    <a:pt x="103487" y="2799"/>
                    <a:pt x="98920" y="4772"/>
                    <a:pt x="97145" y="9707"/>
                  </a:cubicBezTo>
                  <a:cubicBezTo>
                    <a:pt x="96383" y="11434"/>
                    <a:pt x="84460" y="58558"/>
                    <a:pt x="82684" y="64973"/>
                  </a:cubicBezTo>
                  <a:cubicBezTo>
                    <a:pt x="80908" y="72375"/>
                    <a:pt x="80401" y="76816"/>
                    <a:pt x="80401" y="81257"/>
                  </a:cubicBezTo>
                  <a:cubicBezTo>
                    <a:pt x="80401" y="83971"/>
                    <a:pt x="80401" y="84465"/>
                    <a:pt x="80654" y="85698"/>
                  </a:cubicBezTo>
                  <a:cubicBezTo>
                    <a:pt x="74819" y="98775"/>
                    <a:pt x="67208" y="106423"/>
                    <a:pt x="57314" y="106423"/>
                  </a:cubicBezTo>
                  <a:cubicBezTo>
                    <a:pt x="37018" y="106423"/>
                    <a:pt x="37018" y="88165"/>
                    <a:pt x="37018" y="83971"/>
                  </a:cubicBezTo>
                  <a:cubicBezTo>
                    <a:pt x="37018" y="76076"/>
                    <a:pt x="38287" y="66454"/>
                    <a:pt x="50211" y="36107"/>
                  </a:cubicBezTo>
                  <a:cubicBezTo>
                    <a:pt x="53001" y="28705"/>
                    <a:pt x="54524" y="25251"/>
                    <a:pt x="54524" y="20316"/>
                  </a:cubicBezTo>
                  <a:cubicBezTo>
                    <a:pt x="54524" y="9214"/>
                    <a:pt x="46152" y="85"/>
                    <a:pt x="33720" y="85"/>
                  </a:cubicBezTo>
                  <a:cubicBezTo>
                    <a:pt x="9619" y="85"/>
                    <a:pt x="232" y="35860"/>
                    <a:pt x="232" y="38080"/>
                  </a:cubicBezTo>
                  <a:cubicBezTo>
                    <a:pt x="232" y="40548"/>
                    <a:pt x="2769" y="40548"/>
                    <a:pt x="3277" y="40548"/>
                  </a:cubicBezTo>
                  <a:cubicBezTo>
                    <a:pt x="5814" y="40548"/>
                    <a:pt x="6067" y="40054"/>
                    <a:pt x="7336" y="36107"/>
                  </a:cubicBezTo>
                  <a:cubicBezTo>
                    <a:pt x="14186" y="13161"/>
                    <a:pt x="24080" y="5513"/>
                    <a:pt x="32959" y="5513"/>
                  </a:cubicBezTo>
                  <a:cubicBezTo>
                    <a:pt x="35243" y="5513"/>
                    <a:pt x="39302" y="5759"/>
                    <a:pt x="39302" y="13655"/>
                  </a:cubicBezTo>
                  <a:cubicBezTo>
                    <a:pt x="39302" y="19823"/>
                    <a:pt x="36511" y="26731"/>
                    <a:pt x="34735" y="30925"/>
                  </a:cubicBezTo>
                  <a:cubicBezTo>
                    <a:pt x="23573" y="60039"/>
                    <a:pt x="20528" y="71388"/>
                    <a:pt x="20528" y="80764"/>
                  </a:cubicBezTo>
                  <a:cubicBezTo>
                    <a:pt x="20528" y="103216"/>
                    <a:pt x="37526" y="111851"/>
                    <a:pt x="56553" y="111851"/>
                  </a:cubicBezTo>
                  <a:cubicBezTo>
                    <a:pt x="60866" y="111851"/>
                    <a:pt x="72790" y="111851"/>
                    <a:pt x="82938" y="94580"/>
                  </a:cubicBezTo>
                  <a:cubicBezTo>
                    <a:pt x="89534" y="110371"/>
                    <a:pt x="107039" y="111851"/>
                    <a:pt x="114650" y="111851"/>
                  </a:cubicBezTo>
                  <a:cubicBezTo>
                    <a:pt x="133677" y="111851"/>
                    <a:pt x="144839" y="96307"/>
                    <a:pt x="151436" y="81504"/>
                  </a:cubicBezTo>
                  <a:cubicBezTo>
                    <a:pt x="160061" y="62259"/>
                    <a:pt x="168180" y="29198"/>
                    <a:pt x="168180" y="17355"/>
                  </a:cubicBezTo>
                  <a:cubicBezTo>
                    <a:pt x="168180" y="3786"/>
                    <a:pt x="161330" y="85"/>
                    <a:pt x="157017" y="85"/>
                  </a:cubicBezTo>
                  <a:cubicBezTo>
                    <a:pt x="150675" y="85"/>
                    <a:pt x="144332" y="6500"/>
                    <a:pt x="144332" y="11927"/>
                  </a:cubicBezTo>
                  <a:cubicBezTo>
                    <a:pt x="144332" y="15135"/>
                    <a:pt x="145854" y="16615"/>
                    <a:pt x="148138" y="18589"/>
                  </a:cubicBezTo>
                  <a:cubicBezTo>
                    <a:pt x="150928" y="21303"/>
                    <a:pt x="157271" y="27718"/>
                    <a:pt x="157271" y="39561"/>
                  </a:cubicBezTo>
                  <a:cubicBezTo>
                    <a:pt x="157271" y="47949"/>
                    <a:pt x="149913" y="72128"/>
                    <a:pt x="143317" y="84711"/>
                  </a:cubicBezTo>
                  <a:cubicBezTo>
                    <a:pt x="136721" y="97788"/>
                    <a:pt x="127842" y="106423"/>
                    <a:pt x="115411" y="106423"/>
                  </a:cubicBezTo>
                  <a:cubicBezTo>
                    <a:pt x="103487" y="106423"/>
                    <a:pt x="96637" y="99021"/>
                    <a:pt x="96637" y="84958"/>
                  </a:cubicBezTo>
                  <a:cubicBezTo>
                    <a:pt x="96637" y="78050"/>
                    <a:pt x="98413" y="70401"/>
                    <a:pt x="99428" y="66947"/>
                  </a:cubicBezTo>
                  <a:lnTo>
                    <a:pt x="110083" y="25497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153672-ED42-ED2F-C36B-93107005A925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8660357" y="4559490"/>
              <a:ext cx="64641" cy="114677"/>
            </a:xfrm>
            <a:custGeom>
              <a:avLst/>
              <a:gdLst>
                <a:gd name="csX0" fmla="*/ 40374 w 64641"/>
                <a:gd name="csY0" fmla="*/ 4922 h 114677"/>
                <a:gd name="csX1" fmla="*/ 35047 w 64641"/>
                <a:gd name="csY1" fmla="*/ 86 h 114677"/>
                <a:gd name="csX2" fmla="*/ 240 w 64641"/>
                <a:gd name="csY2" fmla="*/ 11139 h 114677"/>
                <a:gd name="csX3" fmla="*/ 240 w 64641"/>
                <a:gd name="csY3" fmla="*/ 17357 h 114677"/>
                <a:gd name="csX4" fmla="*/ 25990 w 64641"/>
                <a:gd name="csY4" fmla="*/ 12521 h 114677"/>
                <a:gd name="csX5" fmla="*/ 25990 w 64641"/>
                <a:gd name="csY5" fmla="*/ 100602 h 114677"/>
                <a:gd name="csX6" fmla="*/ 8231 w 64641"/>
                <a:gd name="csY6" fmla="*/ 108546 h 114677"/>
                <a:gd name="csX7" fmla="*/ 1483 w 64641"/>
                <a:gd name="csY7" fmla="*/ 108546 h 114677"/>
                <a:gd name="csX8" fmla="*/ 1483 w 64641"/>
                <a:gd name="csY8" fmla="*/ 114764 h 114677"/>
                <a:gd name="csX9" fmla="*/ 33093 w 64641"/>
                <a:gd name="csY9" fmla="*/ 114073 h 114677"/>
                <a:gd name="csX10" fmla="*/ 64881 w 64641"/>
                <a:gd name="csY10" fmla="*/ 114764 h 114677"/>
                <a:gd name="csX11" fmla="*/ 64881 w 64641"/>
                <a:gd name="csY11" fmla="*/ 108546 h 114677"/>
                <a:gd name="csX12" fmla="*/ 58133 w 64641"/>
                <a:gd name="csY12" fmla="*/ 108546 h 114677"/>
                <a:gd name="csX13" fmla="*/ 40374 w 64641"/>
                <a:gd name="csY13" fmla="*/ 100602 h 114677"/>
                <a:gd name="csX14" fmla="*/ 40374 w 64641"/>
                <a:gd name="csY14" fmla="*/ 4922 h 114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64641" h="114677">
                  <a:moveTo>
                    <a:pt x="40374" y="4922"/>
                  </a:moveTo>
                  <a:cubicBezTo>
                    <a:pt x="40374" y="259"/>
                    <a:pt x="40019" y="86"/>
                    <a:pt x="35047" y="86"/>
                  </a:cubicBezTo>
                  <a:cubicBezTo>
                    <a:pt x="23681" y="10967"/>
                    <a:pt x="7521" y="11139"/>
                    <a:pt x="240" y="11139"/>
                  </a:cubicBezTo>
                  <a:lnTo>
                    <a:pt x="240" y="17357"/>
                  </a:lnTo>
                  <a:cubicBezTo>
                    <a:pt x="4502" y="17357"/>
                    <a:pt x="16222" y="17357"/>
                    <a:pt x="25990" y="12521"/>
                  </a:cubicBezTo>
                  <a:lnTo>
                    <a:pt x="25990" y="100602"/>
                  </a:lnTo>
                  <a:cubicBezTo>
                    <a:pt x="25990" y="106301"/>
                    <a:pt x="25990" y="108546"/>
                    <a:pt x="8231" y="108546"/>
                  </a:cubicBezTo>
                  <a:lnTo>
                    <a:pt x="1483" y="108546"/>
                  </a:lnTo>
                  <a:lnTo>
                    <a:pt x="1483" y="114764"/>
                  </a:lnTo>
                  <a:cubicBezTo>
                    <a:pt x="4679" y="114591"/>
                    <a:pt x="26523" y="114073"/>
                    <a:pt x="33093" y="114073"/>
                  </a:cubicBezTo>
                  <a:cubicBezTo>
                    <a:pt x="38599" y="114073"/>
                    <a:pt x="60975" y="114591"/>
                    <a:pt x="64881" y="114764"/>
                  </a:cubicBezTo>
                  <a:lnTo>
                    <a:pt x="64881" y="108546"/>
                  </a:lnTo>
                  <a:lnTo>
                    <a:pt x="58133" y="108546"/>
                  </a:lnTo>
                  <a:cubicBezTo>
                    <a:pt x="40374" y="108546"/>
                    <a:pt x="40374" y="106301"/>
                    <a:pt x="40374" y="100602"/>
                  </a:cubicBezTo>
                  <a:lnTo>
                    <a:pt x="40374" y="4922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FDFBCF5-FA3E-E018-17FD-C20FF405CC07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8776629" y="4611006"/>
              <a:ext cx="29682" cy="73770"/>
            </a:xfrm>
            <a:custGeom>
              <a:avLst/>
              <a:gdLst>
                <a:gd name="csX0" fmla="*/ 29927 w 29682"/>
                <a:gd name="csY0" fmla="*/ 25991 h 73770"/>
                <a:gd name="csX1" fmla="*/ 13690 w 29682"/>
                <a:gd name="csY1" fmla="*/ 85 h 73770"/>
                <a:gd name="csX2" fmla="*/ 244 w 29682"/>
                <a:gd name="csY2" fmla="*/ 13161 h 73770"/>
                <a:gd name="csX3" fmla="*/ 13690 w 29682"/>
                <a:gd name="csY3" fmla="*/ 26238 h 73770"/>
                <a:gd name="csX4" fmla="*/ 22569 w 29682"/>
                <a:gd name="csY4" fmla="*/ 23030 h 73770"/>
                <a:gd name="csX5" fmla="*/ 23838 w 29682"/>
                <a:gd name="csY5" fmla="*/ 22290 h 73770"/>
                <a:gd name="csX6" fmla="*/ 24345 w 29682"/>
                <a:gd name="csY6" fmla="*/ 25991 h 73770"/>
                <a:gd name="csX7" fmla="*/ 7094 w 29682"/>
                <a:gd name="csY7" fmla="*/ 67194 h 73770"/>
                <a:gd name="csX8" fmla="*/ 4303 w 29682"/>
                <a:gd name="csY8" fmla="*/ 71141 h 73770"/>
                <a:gd name="csX9" fmla="*/ 6840 w 29682"/>
                <a:gd name="csY9" fmla="*/ 73855 h 73770"/>
                <a:gd name="csX10" fmla="*/ 29927 w 29682"/>
                <a:gd name="csY10" fmla="*/ 25991 h 737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682" h="73770">
                  <a:moveTo>
                    <a:pt x="29927" y="25991"/>
                  </a:moveTo>
                  <a:cubicBezTo>
                    <a:pt x="29927" y="9707"/>
                    <a:pt x="23584" y="85"/>
                    <a:pt x="13690" y="85"/>
                  </a:cubicBezTo>
                  <a:cubicBezTo>
                    <a:pt x="5318" y="85"/>
                    <a:pt x="244" y="6253"/>
                    <a:pt x="244" y="13161"/>
                  </a:cubicBezTo>
                  <a:cubicBezTo>
                    <a:pt x="244" y="19823"/>
                    <a:pt x="5318" y="26238"/>
                    <a:pt x="13690" y="26238"/>
                  </a:cubicBezTo>
                  <a:cubicBezTo>
                    <a:pt x="16734" y="26238"/>
                    <a:pt x="20032" y="25251"/>
                    <a:pt x="22569" y="23030"/>
                  </a:cubicBezTo>
                  <a:cubicBezTo>
                    <a:pt x="23330" y="22537"/>
                    <a:pt x="23584" y="22290"/>
                    <a:pt x="23838" y="22290"/>
                  </a:cubicBezTo>
                  <a:cubicBezTo>
                    <a:pt x="24092" y="22290"/>
                    <a:pt x="24345" y="22537"/>
                    <a:pt x="24345" y="25991"/>
                  </a:cubicBezTo>
                  <a:cubicBezTo>
                    <a:pt x="24345" y="44248"/>
                    <a:pt x="15466" y="59052"/>
                    <a:pt x="7094" y="67194"/>
                  </a:cubicBezTo>
                  <a:cubicBezTo>
                    <a:pt x="4303" y="69908"/>
                    <a:pt x="4303" y="70401"/>
                    <a:pt x="4303" y="71141"/>
                  </a:cubicBezTo>
                  <a:cubicBezTo>
                    <a:pt x="4303" y="72869"/>
                    <a:pt x="5572" y="73855"/>
                    <a:pt x="6840" y="73855"/>
                  </a:cubicBezTo>
                  <a:cubicBezTo>
                    <a:pt x="9631" y="73855"/>
                    <a:pt x="29927" y="54858"/>
                    <a:pt x="29927" y="25991"/>
                  </a:cubicBez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F27419E-FE08-29A4-E3BB-3F1B6F787E1A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8889382" y="4611006"/>
              <a:ext cx="26891" cy="26152"/>
            </a:xfrm>
            <a:custGeom>
              <a:avLst/>
              <a:gdLst>
                <a:gd name="csX0" fmla="*/ 27140 w 26891"/>
                <a:gd name="csY0" fmla="*/ 13161 h 26152"/>
                <a:gd name="csX1" fmla="*/ 13694 w 26891"/>
                <a:gd name="csY1" fmla="*/ 85 h 26152"/>
                <a:gd name="csX2" fmla="*/ 248 w 26891"/>
                <a:gd name="csY2" fmla="*/ 13161 h 26152"/>
                <a:gd name="csX3" fmla="*/ 13694 w 26891"/>
                <a:gd name="csY3" fmla="*/ 26238 h 26152"/>
                <a:gd name="csX4" fmla="*/ 27140 w 26891"/>
                <a:gd name="csY4" fmla="*/ 13161 h 261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891" h="26152">
                  <a:moveTo>
                    <a:pt x="27140" y="13161"/>
                  </a:moveTo>
                  <a:cubicBezTo>
                    <a:pt x="27140" y="6006"/>
                    <a:pt x="21052" y="85"/>
                    <a:pt x="13694" y="85"/>
                  </a:cubicBezTo>
                  <a:cubicBezTo>
                    <a:pt x="6337" y="85"/>
                    <a:pt x="248" y="6006"/>
                    <a:pt x="248" y="13161"/>
                  </a:cubicBezTo>
                  <a:cubicBezTo>
                    <a:pt x="248" y="20316"/>
                    <a:pt x="6337" y="26238"/>
                    <a:pt x="13694" y="26238"/>
                  </a:cubicBezTo>
                  <a:cubicBezTo>
                    <a:pt x="21052" y="26238"/>
                    <a:pt x="27140" y="20316"/>
                    <a:pt x="27140" y="13161"/>
                  </a:cubicBez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71B89F8-BEF5-B37D-92F9-8FF03B86055A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9002136" y="4611006"/>
              <a:ext cx="26891" cy="26152"/>
            </a:xfrm>
            <a:custGeom>
              <a:avLst/>
              <a:gdLst>
                <a:gd name="csX0" fmla="*/ 27145 w 26891"/>
                <a:gd name="csY0" fmla="*/ 13161 h 26152"/>
                <a:gd name="csX1" fmla="*/ 13699 w 26891"/>
                <a:gd name="csY1" fmla="*/ 85 h 26152"/>
                <a:gd name="csX2" fmla="*/ 253 w 26891"/>
                <a:gd name="csY2" fmla="*/ 13161 h 26152"/>
                <a:gd name="csX3" fmla="*/ 13699 w 26891"/>
                <a:gd name="csY3" fmla="*/ 26238 h 26152"/>
                <a:gd name="csX4" fmla="*/ 27145 w 26891"/>
                <a:gd name="csY4" fmla="*/ 13161 h 261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891" h="26152">
                  <a:moveTo>
                    <a:pt x="27145" y="13161"/>
                  </a:moveTo>
                  <a:cubicBezTo>
                    <a:pt x="27145" y="6006"/>
                    <a:pt x="21056" y="85"/>
                    <a:pt x="13699" y="85"/>
                  </a:cubicBezTo>
                  <a:cubicBezTo>
                    <a:pt x="6342" y="85"/>
                    <a:pt x="253" y="6006"/>
                    <a:pt x="253" y="13161"/>
                  </a:cubicBezTo>
                  <a:cubicBezTo>
                    <a:pt x="253" y="20316"/>
                    <a:pt x="6342" y="26238"/>
                    <a:pt x="13699" y="26238"/>
                  </a:cubicBezTo>
                  <a:cubicBezTo>
                    <a:pt x="21056" y="26238"/>
                    <a:pt x="27145" y="20316"/>
                    <a:pt x="27145" y="13161"/>
                  </a:cubicBez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6FF82D8-DB08-B0AB-D7C7-58B347BE064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9114889" y="4611006"/>
              <a:ext cx="26891" cy="26152"/>
            </a:xfrm>
            <a:custGeom>
              <a:avLst/>
              <a:gdLst>
                <a:gd name="csX0" fmla="*/ 27149 w 26891"/>
                <a:gd name="csY0" fmla="*/ 13161 h 26152"/>
                <a:gd name="csX1" fmla="*/ 13703 w 26891"/>
                <a:gd name="csY1" fmla="*/ 85 h 26152"/>
                <a:gd name="csX2" fmla="*/ 257 w 26891"/>
                <a:gd name="csY2" fmla="*/ 13161 h 26152"/>
                <a:gd name="csX3" fmla="*/ 13703 w 26891"/>
                <a:gd name="csY3" fmla="*/ 26238 h 26152"/>
                <a:gd name="csX4" fmla="*/ 27149 w 26891"/>
                <a:gd name="csY4" fmla="*/ 13161 h 261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891" h="26152">
                  <a:moveTo>
                    <a:pt x="27149" y="13161"/>
                  </a:moveTo>
                  <a:cubicBezTo>
                    <a:pt x="27149" y="6006"/>
                    <a:pt x="21060" y="85"/>
                    <a:pt x="13703" y="85"/>
                  </a:cubicBezTo>
                  <a:cubicBezTo>
                    <a:pt x="6346" y="85"/>
                    <a:pt x="257" y="6006"/>
                    <a:pt x="257" y="13161"/>
                  </a:cubicBezTo>
                  <a:cubicBezTo>
                    <a:pt x="257" y="20316"/>
                    <a:pt x="6346" y="26238"/>
                    <a:pt x="13703" y="26238"/>
                  </a:cubicBezTo>
                  <a:cubicBezTo>
                    <a:pt x="21060" y="26238"/>
                    <a:pt x="27149" y="20316"/>
                    <a:pt x="27149" y="13161"/>
                  </a:cubicBez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8311369-0FF1-AEB9-8435-366BC9DFA9B6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9227642" y="4611006"/>
              <a:ext cx="29682" cy="73770"/>
            </a:xfrm>
            <a:custGeom>
              <a:avLst/>
              <a:gdLst>
                <a:gd name="csX0" fmla="*/ 29944 w 29682"/>
                <a:gd name="csY0" fmla="*/ 25991 h 73770"/>
                <a:gd name="csX1" fmla="*/ 13708 w 29682"/>
                <a:gd name="csY1" fmla="*/ 85 h 73770"/>
                <a:gd name="csX2" fmla="*/ 262 w 29682"/>
                <a:gd name="csY2" fmla="*/ 13161 h 73770"/>
                <a:gd name="csX3" fmla="*/ 13708 w 29682"/>
                <a:gd name="csY3" fmla="*/ 26238 h 73770"/>
                <a:gd name="csX4" fmla="*/ 22587 w 29682"/>
                <a:gd name="csY4" fmla="*/ 23030 h 73770"/>
                <a:gd name="csX5" fmla="*/ 23856 w 29682"/>
                <a:gd name="csY5" fmla="*/ 22290 h 73770"/>
                <a:gd name="csX6" fmla="*/ 24363 w 29682"/>
                <a:gd name="csY6" fmla="*/ 25991 h 73770"/>
                <a:gd name="csX7" fmla="*/ 7112 w 29682"/>
                <a:gd name="csY7" fmla="*/ 67194 h 73770"/>
                <a:gd name="csX8" fmla="*/ 4321 w 29682"/>
                <a:gd name="csY8" fmla="*/ 71141 h 73770"/>
                <a:gd name="csX9" fmla="*/ 6858 w 29682"/>
                <a:gd name="csY9" fmla="*/ 73855 h 73770"/>
                <a:gd name="csX10" fmla="*/ 29944 w 29682"/>
                <a:gd name="csY10" fmla="*/ 25991 h 737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682" h="73770">
                  <a:moveTo>
                    <a:pt x="29944" y="25991"/>
                  </a:moveTo>
                  <a:cubicBezTo>
                    <a:pt x="29944" y="9707"/>
                    <a:pt x="23602" y="85"/>
                    <a:pt x="13708" y="85"/>
                  </a:cubicBezTo>
                  <a:cubicBezTo>
                    <a:pt x="5336" y="85"/>
                    <a:pt x="262" y="6253"/>
                    <a:pt x="262" y="13161"/>
                  </a:cubicBezTo>
                  <a:cubicBezTo>
                    <a:pt x="262" y="19823"/>
                    <a:pt x="5336" y="26238"/>
                    <a:pt x="13708" y="26238"/>
                  </a:cubicBezTo>
                  <a:cubicBezTo>
                    <a:pt x="16752" y="26238"/>
                    <a:pt x="20050" y="25251"/>
                    <a:pt x="22587" y="23030"/>
                  </a:cubicBezTo>
                  <a:cubicBezTo>
                    <a:pt x="23348" y="22537"/>
                    <a:pt x="23602" y="22290"/>
                    <a:pt x="23856" y="22290"/>
                  </a:cubicBezTo>
                  <a:cubicBezTo>
                    <a:pt x="24109" y="22290"/>
                    <a:pt x="24363" y="22537"/>
                    <a:pt x="24363" y="25991"/>
                  </a:cubicBezTo>
                  <a:cubicBezTo>
                    <a:pt x="24363" y="44248"/>
                    <a:pt x="15484" y="59052"/>
                    <a:pt x="7112" y="67194"/>
                  </a:cubicBezTo>
                  <a:cubicBezTo>
                    <a:pt x="4321" y="69908"/>
                    <a:pt x="4321" y="70401"/>
                    <a:pt x="4321" y="71141"/>
                  </a:cubicBezTo>
                  <a:cubicBezTo>
                    <a:pt x="4321" y="72869"/>
                    <a:pt x="5589" y="73855"/>
                    <a:pt x="6858" y="73855"/>
                  </a:cubicBezTo>
                  <a:cubicBezTo>
                    <a:pt x="9649" y="73855"/>
                    <a:pt x="29944" y="54858"/>
                    <a:pt x="29944" y="25991"/>
                  </a:cubicBez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427126B-8EF9-7FF2-6052-E83DFEF304AD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9325935" y="4528107"/>
              <a:ext cx="167947" cy="111766"/>
            </a:xfrm>
            <a:custGeom>
              <a:avLst/>
              <a:gdLst>
                <a:gd name="csX0" fmla="*/ 110117 w 167947"/>
                <a:gd name="csY0" fmla="*/ 25497 h 111766"/>
                <a:gd name="csX1" fmla="*/ 113922 w 167947"/>
                <a:gd name="csY1" fmla="*/ 9460 h 111766"/>
                <a:gd name="csX2" fmla="*/ 106565 w 167947"/>
                <a:gd name="csY2" fmla="*/ 2799 h 111766"/>
                <a:gd name="csX3" fmla="*/ 97178 w 167947"/>
                <a:gd name="csY3" fmla="*/ 9707 h 111766"/>
                <a:gd name="csX4" fmla="*/ 82718 w 167947"/>
                <a:gd name="csY4" fmla="*/ 64973 h 111766"/>
                <a:gd name="csX5" fmla="*/ 80434 w 167947"/>
                <a:gd name="csY5" fmla="*/ 81257 h 111766"/>
                <a:gd name="csX6" fmla="*/ 80688 w 167947"/>
                <a:gd name="csY6" fmla="*/ 85698 h 111766"/>
                <a:gd name="csX7" fmla="*/ 57348 w 167947"/>
                <a:gd name="csY7" fmla="*/ 106423 h 111766"/>
                <a:gd name="csX8" fmla="*/ 37052 w 167947"/>
                <a:gd name="csY8" fmla="*/ 83971 h 111766"/>
                <a:gd name="csX9" fmla="*/ 50244 w 167947"/>
                <a:gd name="csY9" fmla="*/ 36107 h 111766"/>
                <a:gd name="csX10" fmla="*/ 54557 w 167947"/>
                <a:gd name="csY10" fmla="*/ 20316 h 111766"/>
                <a:gd name="csX11" fmla="*/ 33754 w 167947"/>
                <a:gd name="csY11" fmla="*/ 85 h 111766"/>
                <a:gd name="csX12" fmla="*/ 266 w 167947"/>
                <a:gd name="csY12" fmla="*/ 38080 h 111766"/>
                <a:gd name="csX13" fmla="*/ 3311 w 167947"/>
                <a:gd name="csY13" fmla="*/ 40548 h 111766"/>
                <a:gd name="csX14" fmla="*/ 7370 w 167947"/>
                <a:gd name="csY14" fmla="*/ 36107 h 111766"/>
                <a:gd name="csX15" fmla="*/ 32993 w 167947"/>
                <a:gd name="csY15" fmla="*/ 5513 h 111766"/>
                <a:gd name="csX16" fmla="*/ 39335 w 167947"/>
                <a:gd name="csY16" fmla="*/ 13655 h 111766"/>
                <a:gd name="csX17" fmla="*/ 34769 w 167947"/>
                <a:gd name="csY17" fmla="*/ 30925 h 111766"/>
                <a:gd name="csX18" fmla="*/ 20562 w 167947"/>
                <a:gd name="csY18" fmla="*/ 80764 h 111766"/>
                <a:gd name="csX19" fmla="*/ 56587 w 167947"/>
                <a:gd name="csY19" fmla="*/ 111851 h 111766"/>
                <a:gd name="csX20" fmla="*/ 82971 w 167947"/>
                <a:gd name="csY20" fmla="*/ 94580 h 111766"/>
                <a:gd name="csX21" fmla="*/ 114683 w 167947"/>
                <a:gd name="csY21" fmla="*/ 111851 h 111766"/>
                <a:gd name="csX22" fmla="*/ 151469 w 167947"/>
                <a:gd name="csY22" fmla="*/ 81504 h 111766"/>
                <a:gd name="csX23" fmla="*/ 168213 w 167947"/>
                <a:gd name="csY23" fmla="*/ 17355 h 111766"/>
                <a:gd name="csX24" fmla="*/ 157051 w 167947"/>
                <a:gd name="csY24" fmla="*/ 85 h 111766"/>
                <a:gd name="csX25" fmla="*/ 144366 w 167947"/>
                <a:gd name="csY25" fmla="*/ 11927 h 111766"/>
                <a:gd name="csX26" fmla="*/ 148171 w 167947"/>
                <a:gd name="csY26" fmla="*/ 18589 h 111766"/>
                <a:gd name="csX27" fmla="*/ 157304 w 167947"/>
                <a:gd name="csY27" fmla="*/ 39561 h 111766"/>
                <a:gd name="csX28" fmla="*/ 143351 w 167947"/>
                <a:gd name="csY28" fmla="*/ 84711 h 111766"/>
                <a:gd name="csX29" fmla="*/ 115444 w 167947"/>
                <a:gd name="csY29" fmla="*/ 106423 h 111766"/>
                <a:gd name="csX30" fmla="*/ 96671 w 167947"/>
                <a:gd name="csY30" fmla="*/ 84958 h 111766"/>
                <a:gd name="csX31" fmla="*/ 99462 w 167947"/>
                <a:gd name="csY31" fmla="*/ 66947 h 111766"/>
                <a:gd name="csX32" fmla="*/ 110117 w 167947"/>
                <a:gd name="csY32" fmla="*/ 25497 h 1117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167947" h="111766">
                  <a:moveTo>
                    <a:pt x="110117" y="25497"/>
                  </a:moveTo>
                  <a:cubicBezTo>
                    <a:pt x="111385" y="20069"/>
                    <a:pt x="113922" y="10941"/>
                    <a:pt x="113922" y="9460"/>
                  </a:cubicBezTo>
                  <a:cubicBezTo>
                    <a:pt x="113922" y="5019"/>
                    <a:pt x="110370" y="2799"/>
                    <a:pt x="106565" y="2799"/>
                  </a:cubicBezTo>
                  <a:cubicBezTo>
                    <a:pt x="103521" y="2799"/>
                    <a:pt x="98954" y="4772"/>
                    <a:pt x="97178" y="9707"/>
                  </a:cubicBezTo>
                  <a:cubicBezTo>
                    <a:pt x="96417" y="11434"/>
                    <a:pt x="84493" y="58558"/>
                    <a:pt x="82718" y="64973"/>
                  </a:cubicBezTo>
                  <a:cubicBezTo>
                    <a:pt x="80942" y="72375"/>
                    <a:pt x="80434" y="76816"/>
                    <a:pt x="80434" y="81257"/>
                  </a:cubicBezTo>
                  <a:cubicBezTo>
                    <a:pt x="80434" y="83971"/>
                    <a:pt x="80434" y="84465"/>
                    <a:pt x="80688" y="85698"/>
                  </a:cubicBezTo>
                  <a:cubicBezTo>
                    <a:pt x="74853" y="98775"/>
                    <a:pt x="67242" y="106423"/>
                    <a:pt x="57348" y="106423"/>
                  </a:cubicBezTo>
                  <a:cubicBezTo>
                    <a:pt x="37052" y="106423"/>
                    <a:pt x="37052" y="88165"/>
                    <a:pt x="37052" y="83971"/>
                  </a:cubicBezTo>
                  <a:cubicBezTo>
                    <a:pt x="37052" y="76076"/>
                    <a:pt x="38321" y="66454"/>
                    <a:pt x="50244" y="36107"/>
                  </a:cubicBezTo>
                  <a:cubicBezTo>
                    <a:pt x="53035" y="28705"/>
                    <a:pt x="54557" y="25251"/>
                    <a:pt x="54557" y="20316"/>
                  </a:cubicBezTo>
                  <a:cubicBezTo>
                    <a:pt x="54557" y="9214"/>
                    <a:pt x="46185" y="85"/>
                    <a:pt x="33754" y="85"/>
                  </a:cubicBezTo>
                  <a:cubicBezTo>
                    <a:pt x="9653" y="85"/>
                    <a:pt x="266" y="35860"/>
                    <a:pt x="266" y="38080"/>
                  </a:cubicBezTo>
                  <a:cubicBezTo>
                    <a:pt x="266" y="40548"/>
                    <a:pt x="2803" y="40548"/>
                    <a:pt x="3311" y="40548"/>
                  </a:cubicBezTo>
                  <a:cubicBezTo>
                    <a:pt x="5848" y="40548"/>
                    <a:pt x="6101" y="40054"/>
                    <a:pt x="7370" y="36107"/>
                  </a:cubicBezTo>
                  <a:cubicBezTo>
                    <a:pt x="14220" y="13161"/>
                    <a:pt x="24114" y="5513"/>
                    <a:pt x="32993" y="5513"/>
                  </a:cubicBezTo>
                  <a:cubicBezTo>
                    <a:pt x="35276" y="5513"/>
                    <a:pt x="39335" y="5759"/>
                    <a:pt x="39335" y="13655"/>
                  </a:cubicBezTo>
                  <a:cubicBezTo>
                    <a:pt x="39335" y="19823"/>
                    <a:pt x="36545" y="26731"/>
                    <a:pt x="34769" y="30925"/>
                  </a:cubicBezTo>
                  <a:cubicBezTo>
                    <a:pt x="23606" y="60039"/>
                    <a:pt x="20562" y="71388"/>
                    <a:pt x="20562" y="80764"/>
                  </a:cubicBezTo>
                  <a:cubicBezTo>
                    <a:pt x="20562" y="103216"/>
                    <a:pt x="37560" y="111851"/>
                    <a:pt x="56587" y="111851"/>
                  </a:cubicBezTo>
                  <a:cubicBezTo>
                    <a:pt x="60900" y="111851"/>
                    <a:pt x="72823" y="111851"/>
                    <a:pt x="82971" y="94580"/>
                  </a:cubicBezTo>
                  <a:cubicBezTo>
                    <a:pt x="89567" y="110371"/>
                    <a:pt x="107072" y="111851"/>
                    <a:pt x="114683" y="111851"/>
                  </a:cubicBezTo>
                  <a:cubicBezTo>
                    <a:pt x="133711" y="111851"/>
                    <a:pt x="144873" y="96307"/>
                    <a:pt x="151469" y="81504"/>
                  </a:cubicBezTo>
                  <a:cubicBezTo>
                    <a:pt x="160095" y="62259"/>
                    <a:pt x="168213" y="29198"/>
                    <a:pt x="168213" y="17355"/>
                  </a:cubicBezTo>
                  <a:cubicBezTo>
                    <a:pt x="168213" y="3786"/>
                    <a:pt x="161364" y="85"/>
                    <a:pt x="157051" y="85"/>
                  </a:cubicBezTo>
                  <a:cubicBezTo>
                    <a:pt x="150708" y="85"/>
                    <a:pt x="144366" y="6500"/>
                    <a:pt x="144366" y="11927"/>
                  </a:cubicBezTo>
                  <a:cubicBezTo>
                    <a:pt x="144366" y="15135"/>
                    <a:pt x="145888" y="16615"/>
                    <a:pt x="148171" y="18589"/>
                  </a:cubicBezTo>
                  <a:cubicBezTo>
                    <a:pt x="150962" y="21303"/>
                    <a:pt x="157304" y="27718"/>
                    <a:pt x="157304" y="39561"/>
                  </a:cubicBezTo>
                  <a:cubicBezTo>
                    <a:pt x="157304" y="47949"/>
                    <a:pt x="149947" y="72128"/>
                    <a:pt x="143351" y="84711"/>
                  </a:cubicBezTo>
                  <a:cubicBezTo>
                    <a:pt x="136755" y="97788"/>
                    <a:pt x="127876" y="106423"/>
                    <a:pt x="115444" y="106423"/>
                  </a:cubicBezTo>
                  <a:cubicBezTo>
                    <a:pt x="103521" y="106423"/>
                    <a:pt x="96671" y="99021"/>
                    <a:pt x="96671" y="84958"/>
                  </a:cubicBezTo>
                  <a:cubicBezTo>
                    <a:pt x="96671" y="78050"/>
                    <a:pt x="98447" y="70401"/>
                    <a:pt x="99462" y="66947"/>
                  </a:cubicBezTo>
                  <a:lnTo>
                    <a:pt x="110117" y="25497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E973815-D0FE-275D-7A4E-1BAC1B0F5E5A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9508550" y="4598004"/>
              <a:ext cx="108506" cy="77891"/>
            </a:xfrm>
            <a:custGeom>
              <a:avLst/>
              <a:gdLst>
                <a:gd name="csX0" fmla="*/ 13592 w 108506"/>
                <a:gd name="csY0" fmla="*/ 65370 h 77891"/>
                <a:gd name="csX1" fmla="*/ 11817 w 108506"/>
                <a:gd name="csY1" fmla="*/ 72451 h 77891"/>
                <a:gd name="csX2" fmla="*/ 17855 w 108506"/>
                <a:gd name="csY2" fmla="*/ 77977 h 77891"/>
                <a:gd name="csX3" fmla="*/ 24780 w 108506"/>
                <a:gd name="csY3" fmla="*/ 74178 h 77891"/>
                <a:gd name="csX4" fmla="*/ 27977 w 108506"/>
                <a:gd name="csY4" fmla="*/ 63470 h 77891"/>
                <a:gd name="csX5" fmla="*/ 31884 w 108506"/>
                <a:gd name="csY5" fmla="*/ 47926 h 77891"/>
                <a:gd name="csX6" fmla="*/ 34903 w 108506"/>
                <a:gd name="csY6" fmla="*/ 36355 h 77891"/>
                <a:gd name="csX7" fmla="*/ 42362 w 108506"/>
                <a:gd name="csY7" fmla="*/ 20811 h 77891"/>
                <a:gd name="csX8" fmla="*/ 69000 w 108506"/>
                <a:gd name="csY8" fmla="*/ 4922 h 77891"/>
                <a:gd name="csX9" fmla="*/ 79477 w 108506"/>
                <a:gd name="csY9" fmla="*/ 17011 h 77891"/>
                <a:gd name="csX10" fmla="*/ 69000 w 108506"/>
                <a:gd name="csY10" fmla="*/ 53798 h 77891"/>
                <a:gd name="csX11" fmla="*/ 66336 w 108506"/>
                <a:gd name="csY11" fmla="*/ 63124 h 77891"/>
                <a:gd name="csX12" fmla="*/ 83207 w 108506"/>
                <a:gd name="csY12" fmla="*/ 77977 h 77891"/>
                <a:gd name="csX13" fmla="*/ 108779 w 108506"/>
                <a:gd name="csY13" fmla="*/ 51553 h 77891"/>
                <a:gd name="csX14" fmla="*/ 105938 w 108506"/>
                <a:gd name="csY14" fmla="*/ 49308 h 77891"/>
                <a:gd name="csX15" fmla="*/ 102564 w 108506"/>
                <a:gd name="csY15" fmla="*/ 52244 h 77891"/>
                <a:gd name="csX16" fmla="*/ 83739 w 108506"/>
                <a:gd name="csY16" fmla="*/ 73141 h 77891"/>
                <a:gd name="csX17" fmla="*/ 79300 w 108506"/>
                <a:gd name="csY17" fmla="*/ 67097 h 77891"/>
                <a:gd name="csX18" fmla="*/ 83384 w 108506"/>
                <a:gd name="csY18" fmla="*/ 53107 h 77891"/>
                <a:gd name="csX19" fmla="*/ 92796 w 108506"/>
                <a:gd name="csY19" fmla="*/ 19775 h 77891"/>
                <a:gd name="csX20" fmla="*/ 69710 w 108506"/>
                <a:gd name="csY20" fmla="*/ 86 h 77891"/>
                <a:gd name="csX21" fmla="*/ 39698 w 108506"/>
                <a:gd name="csY21" fmla="*/ 15803 h 77891"/>
                <a:gd name="csX22" fmla="*/ 20696 w 108506"/>
                <a:gd name="csY22" fmla="*/ 86 h 77891"/>
                <a:gd name="csX23" fmla="*/ 6666 w 108506"/>
                <a:gd name="csY23" fmla="*/ 9412 h 77891"/>
                <a:gd name="csX24" fmla="*/ 273 w 108506"/>
                <a:gd name="csY24" fmla="*/ 26510 h 77891"/>
                <a:gd name="csX25" fmla="*/ 3292 w 108506"/>
                <a:gd name="csY25" fmla="*/ 28756 h 77891"/>
                <a:gd name="csX26" fmla="*/ 7199 w 108506"/>
                <a:gd name="csY26" fmla="*/ 23574 h 77891"/>
                <a:gd name="csX27" fmla="*/ 20163 w 108506"/>
                <a:gd name="csY27" fmla="*/ 4922 h 77891"/>
                <a:gd name="csX28" fmla="*/ 26024 w 108506"/>
                <a:gd name="csY28" fmla="*/ 13385 h 77891"/>
                <a:gd name="csX29" fmla="*/ 23182 w 108506"/>
                <a:gd name="csY29" fmla="*/ 27719 h 77891"/>
                <a:gd name="csX30" fmla="*/ 19275 w 108506"/>
                <a:gd name="csY30" fmla="*/ 43263 h 77891"/>
                <a:gd name="csX31" fmla="*/ 13592 w 108506"/>
                <a:gd name="csY31" fmla="*/ 65370 h 77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08506" h="77891">
                  <a:moveTo>
                    <a:pt x="13592" y="65370"/>
                  </a:moveTo>
                  <a:cubicBezTo>
                    <a:pt x="12882" y="67615"/>
                    <a:pt x="11817" y="71932"/>
                    <a:pt x="11817" y="72451"/>
                  </a:cubicBezTo>
                  <a:cubicBezTo>
                    <a:pt x="11817" y="76250"/>
                    <a:pt x="15013" y="77977"/>
                    <a:pt x="17855" y="77977"/>
                  </a:cubicBezTo>
                  <a:cubicBezTo>
                    <a:pt x="21051" y="77977"/>
                    <a:pt x="23892" y="75732"/>
                    <a:pt x="24780" y="74178"/>
                  </a:cubicBezTo>
                  <a:cubicBezTo>
                    <a:pt x="25668" y="72623"/>
                    <a:pt x="27089" y="67097"/>
                    <a:pt x="27977" y="63470"/>
                  </a:cubicBezTo>
                  <a:cubicBezTo>
                    <a:pt x="28865" y="60188"/>
                    <a:pt x="30818" y="52244"/>
                    <a:pt x="31884" y="47926"/>
                  </a:cubicBezTo>
                  <a:cubicBezTo>
                    <a:pt x="32949" y="44127"/>
                    <a:pt x="34015" y="40327"/>
                    <a:pt x="34903" y="36355"/>
                  </a:cubicBezTo>
                  <a:cubicBezTo>
                    <a:pt x="36856" y="29274"/>
                    <a:pt x="37212" y="27892"/>
                    <a:pt x="42362" y="20811"/>
                  </a:cubicBezTo>
                  <a:cubicBezTo>
                    <a:pt x="47334" y="13903"/>
                    <a:pt x="55681" y="4922"/>
                    <a:pt x="69000" y="4922"/>
                  </a:cubicBezTo>
                  <a:cubicBezTo>
                    <a:pt x="79300" y="4922"/>
                    <a:pt x="79477" y="13730"/>
                    <a:pt x="79477" y="17011"/>
                  </a:cubicBezTo>
                  <a:cubicBezTo>
                    <a:pt x="79477" y="27374"/>
                    <a:pt x="71841" y="46544"/>
                    <a:pt x="69000" y="53798"/>
                  </a:cubicBezTo>
                  <a:cubicBezTo>
                    <a:pt x="67046" y="58634"/>
                    <a:pt x="66336" y="60188"/>
                    <a:pt x="66336" y="63124"/>
                  </a:cubicBezTo>
                  <a:cubicBezTo>
                    <a:pt x="66336" y="72278"/>
                    <a:pt x="74150" y="77977"/>
                    <a:pt x="83207" y="77977"/>
                  </a:cubicBezTo>
                  <a:cubicBezTo>
                    <a:pt x="100966" y="77977"/>
                    <a:pt x="108779" y="54144"/>
                    <a:pt x="108779" y="51553"/>
                  </a:cubicBezTo>
                  <a:cubicBezTo>
                    <a:pt x="108779" y="49308"/>
                    <a:pt x="106471" y="49308"/>
                    <a:pt x="105938" y="49308"/>
                  </a:cubicBezTo>
                  <a:cubicBezTo>
                    <a:pt x="103452" y="49308"/>
                    <a:pt x="103274" y="50344"/>
                    <a:pt x="102564" y="52244"/>
                  </a:cubicBezTo>
                  <a:cubicBezTo>
                    <a:pt x="98479" y="66060"/>
                    <a:pt x="90843" y="73141"/>
                    <a:pt x="83739" y="73141"/>
                  </a:cubicBezTo>
                  <a:cubicBezTo>
                    <a:pt x="80010" y="73141"/>
                    <a:pt x="79300" y="70723"/>
                    <a:pt x="79300" y="67097"/>
                  </a:cubicBezTo>
                  <a:cubicBezTo>
                    <a:pt x="79300" y="63124"/>
                    <a:pt x="80188" y="60879"/>
                    <a:pt x="83384" y="53107"/>
                  </a:cubicBezTo>
                  <a:cubicBezTo>
                    <a:pt x="85515" y="47753"/>
                    <a:pt x="92796" y="29446"/>
                    <a:pt x="92796" y="19775"/>
                  </a:cubicBezTo>
                  <a:cubicBezTo>
                    <a:pt x="92796" y="3022"/>
                    <a:pt x="79122" y="86"/>
                    <a:pt x="69710" y="86"/>
                  </a:cubicBezTo>
                  <a:cubicBezTo>
                    <a:pt x="54970" y="86"/>
                    <a:pt x="45025" y="8894"/>
                    <a:pt x="39698" y="15803"/>
                  </a:cubicBezTo>
                  <a:cubicBezTo>
                    <a:pt x="38455" y="3886"/>
                    <a:pt x="27977" y="86"/>
                    <a:pt x="20696" y="86"/>
                  </a:cubicBezTo>
                  <a:cubicBezTo>
                    <a:pt x="13060" y="86"/>
                    <a:pt x="8975" y="5440"/>
                    <a:pt x="6666" y="9412"/>
                  </a:cubicBezTo>
                  <a:cubicBezTo>
                    <a:pt x="2760" y="15803"/>
                    <a:pt x="273" y="25647"/>
                    <a:pt x="273" y="26510"/>
                  </a:cubicBezTo>
                  <a:cubicBezTo>
                    <a:pt x="273" y="28756"/>
                    <a:pt x="2760" y="28756"/>
                    <a:pt x="3292" y="28756"/>
                  </a:cubicBezTo>
                  <a:cubicBezTo>
                    <a:pt x="5779" y="28756"/>
                    <a:pt x="5956" y="28237"/>
                    <a:pt x="7199" y="23574"/>
                  </a:cubicBezTo>
                  <a:cubicBezTo>
                    <a:pt x="9863" y="13385"/>
                    <a:pt x="13237" y="4922"/>
                    <a:pt x="20163" y="4922"/>
                  </a:cubicBezTo>
                  <a:cubicBezTo>
                    <a:pt x="24780" y="4922"/>
                    <a:pt x="26024" y="8722"/>
                    <a:pt x="26024" y="13385"/>
                  </a:cubicBezTo>
                  <a:cubicBezTo>
                    <a:pt x="26024" y="16666"/>
                    <a:pt x="24425" y="23056"/>
                    <a:pt x="23182" y="27719"/>
                  </a:cubicBezTo>
                  <a:cubicBezTo>
                    <a:pt x="21939" y="32382"/>
                    <a:pt x="20163" y="39463"/>
                    <a:pt x="19275" y="43263"/>
                  </a:cubicBezTo>
                  <a:lnTo>
                    <a:pt x="13592" y="65370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4E199CD-3EA3-3A45-2DB3-16881A4FDF99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9652759" y="4452116"/>
              <a:ext cx="58857" cy="246724"/>
            </a:xfrm>
            <a:custGeom>
              <a:avLst/>
              <a:gdLst>
                <a:gd name="csX0" fmla="*/ 59136 w 58857"/>
                <a:gd name="csY0" fmla="*/ 123447 h 246724"/>
                <a:gd name="csX1" fmla="*/ 42392 w 58857"/>
                <a:gd name="csY1" fmla="*/ 46469 h 246724"/>
                <a:gd name="csX2" fmla="*/ 2816 w 58857"/>
                <a:gd name="csY2" fmla="*/ 85 h 246724"/>
                <a:gd name="csX3" fmla="*/ 279 w 58857"/>
                <a:gd name="csY3" fmla="*/ 2552 h 246724"/>
                <a:gd name="csX4" fmla="*/ 5099 w 58857"/>
                <a:gd name="csY4" fmla="*/ 8227 h 246724"/>
                <a:gd name="csX5" fmla="*/ 44422 w 58857"/>
                <a:gd name="csY5" fmla="*/ 123447 h 246724"/>
                <a:gd name="csX6" fmla="*/ 3577 w 58857"/>
                <a:gd name="csY6" fmla="*/ 240148 h 246724"/>
                <a:gd name="csX7" fmla="*/ 279 w 58857"/>
                <a:gd name="csY7" fmla="*/ 244342 h 246724"/>
                <a:gd name="csX8" fmla="*/ 2816 w 58857"/>
                <a:gd name="csY8" fmla="*/ 246809 h 246724"/>
                <a:gd name="csX9" fmla="*/ 43153 w 58857"/>
                <a:gd name="csY9" fmla="*/ 198698 h 246724"/>
                <a:gd name="csX10" fmla="*/ 59136 w 58857"/>
                <a:gd name="csY10" fmla="*/ 123447 h 2467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857" h="246724">
                  <a:moveTo>
                    <a:pt x="59136" y="123447"/>
                  </a:moveTo>
                  <a:cubicBezTo>
                    <a:pt x="59136" y="104203"/>
                    <a:pt x="56346" y="74349"/>
                    <a:pt x="42392" y="46469"/>
                  </a:cubicBezTo>
                  <a:cubicBezTo>
                    <a:pt x="27171" y="16122"/>
                    <a:pt x="5353" y="85"/>
                    <a:pt x="2816" y="85"/>
                  </a:cubicBezTo>
                  <a:cubicBezTo>
                    <a:pt x="1294" y="85"/>
                    <a:pt x="279" y="1072"/>
                    <a:pt x="279" y="2552"/>
                  </a:cubicBezTo>
                  <a:cubicBezTo>
                    <a:pt x="279" y="3292"/>
                    <a:pt x="279" y="3786"/>
                    <a:pt x="5099" y="8227"/>
                  </a:cubicBezTo>
                  <a:cubicBezTo>
                    <a:pt x="29961" y="32652"/>
                    <a:pt x="44422" y="71882"/>
                    <a:pt x="44422" y="123447"/>
                  </a:cubicBezTo>
                  <a:cubicBezTo>
                    <a:pt x="44422" y="165637"/>
                    <a:pt x="35035" y="209061"/>
                    <a:pt x="3577" y="240148"/>
                  </a:cubicBezTo>
                  <a:cubicBezTo>
                    <a:pt x="279" y="243109"/>
                    <a:pt x="279" y="243602"/>
                    <a:pt x="279" y="244342"/>
                  </a:cubicBezTo>
                  <a:cubicBezTo>
                    <a:pt x="279" y="245823"/>
                    <a:pt x="1294" y="246809"/>
                    <a:pt x="2816" y="246809"/>
                  </a:cubicBezTo>
                  <a:cubicBezTo>
                    <a:pt x="5353" y="246809"/>
                    <a:pt x="28185" y="230032"/>
                    <a:pt x="43153" y="198698"/>
                  </a:cubicBezTo>
                  <a:cubicBezTo>
                    <a:pt x="56092" y="171558"/>
                    <a:pt x="59136" y="144172"/>
                    <a:pt x="59136" y="123447"/>
                  </a:cubicBez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75" name="Group 74" descr="\documentclass{article}&#10;\usepackage{nunito}&#10;\usepackage[linguistics]{forest}&#10;\usepackage{amsmath,amssymb}&#10;\pagestyle{empty}&#10;\begin{document}&#10;&#10;\begin{align*}&#10;P_\Theta(w_{i} \mid w_1, \ldots, w_{i-1}, w_{i+1}, w_n)&#10;\end{align*}&#10;&#10;&#10;\end{document}" title="IguanaTex Shape Display">
            <a:extLst>
              <a:ext uri="{FF2B5EF4-FFF2-40B4-BE49-F238E27FC236}">
                <a16:creationId xmlns:a16="http://schemas.microsoft.com/office/drawing/2014/main" id="{767E984E-98B5-3AF7-3E45-6AAF26BDA30F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4391596" y="3695700"/>
            <a:ext cx="3408808" cy="246724"/>
            <a:chOff x="9047712" y="5605771"/>
            <a:chExt cx="3408808" cy="246724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D309CA7-5EB9-7EF2-75CB-32780BCDD929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9047712" y="5622301"/>
              <a:ext cx="180346" cy="168513"/>
            </a:xfrm>
            <a:custGeom>
              <a:avLst/>
              <a:gdLst>
                <a:gd name="csX0" fmla="*/ 66596 w 180346"/>
                <a:gd name="csY0" fmla="*/ 90633 h 168513"/>
                <a:gd name="csX1" fmla="*/ 109535 w 180346"/>
                <a:gd name="csY1" fmla="*/ 90633 h 168513"/>
                <a:gd name="csX2" fmla="*/ 180512 w 180346"/>
                <a:gd name="csY2" fmla="*/ 37340 h 168513"/>
                <a:gd name="csX3" fmla="*/ 130753 w 180346"/>
                <a:gd name="csY3" fmla="*/ 85 h 168513"/>
                <a:gd name="csX4" fmla="*/ 48915 w 180346"/>
                <a:gd name="csY4" fmla="*/ 85 h 168513"/>
                <a:gd name="csX5" fmla="*/ 41337 w 180346"/>
                <a:gd name="csY5" fmla="*/ 4772 h 168513"/>
                <a:gd name="csX6" fmla="*/ 48662 w 180346"/>
                <a:gd name="csY6" fmla="*/ 7733 h 168513"/>
                <a:gd name="csX7" fmla="*/ 59523 w 180346"/>
                <a:gd name="csY7" fmla="*/ 8227 h 168513"/>
                <a:gd name="csX8" fmla="*/ 65080 w 180346"/>
                <a:gd name="csY8" fmla="*/ 12174 h 168513"/>
                <a:gd name="csX9" fmla="*/ 64070 w 180346"/>
                <a:gd name="csY9" fmla="*/ 16862 h 168513"/>
                <a:gd name="csX10" fmla="*/ 30223 w 180346"/>
                <a:gd name="csY10" fmla="*/ 149353 h 168513"/>
                <a:gd name="csX11" fmla="*/ 7238 w 180346"/>
                <a:gd name="csY11" fmla="*/ 160949 h 168513"/>
                <a:gd name="csX12" fmla="*/ 166 w 180346"/>
                <a:gd name="csY12" fmla="*/ 165637 h 168513"/>
                <a:gd name="csX13" fmla="*/ 3954 w 180346"/>
                <a:gd name="csY13" fmla="*/ 168598 h 168513"/>
                <a:gd name="csX14" fmla="*/ 36033 w 180346"/>
                <a:gd name="csY14" fmla="*/ 167858 h 168513"/>
                <a:gd name="csX15" fmla="*/ 52198 w 180346"/>
                <a:gd name="csY15" fmla="*/ 168104 h 168513"/>
                <a:gd name="csX16" fmla="*/ 68616 w 180346"/>
                <a:gd name="csY16" fmla="*/ 168598 h 168513"/>
                <a:gd name="csX17" fmla="*/ 73668 w 180346"/>
                <a:gd name="csY17" fmla="*/ 163663 h 168513"/>
                <a:gd name="csX18" fmla="*/ 66596 w 180346"/>
                <a:gd name="csY18" fmla="*/ 160949 h 168513"/>
                <a:gd name="csX19" fmla="*/ 50178 w 180346"/>
                <a:gd name="csY19" fmla="*/ 156508 h 168513"/>
                <a:gd name="csX20" fmla="*/ 50935 w 180346"/>
                <a:gd name="csY20" fmla="*/ 152314 h 168513"/>
                <a:gd name="csX21" fmla="*/ 66596 w 180346"/>
                <a:gd name="csY21" fmla="*/ 90633 h 168513"/>
                <a:gd name="csX22" fmla="*/ 84782 w 180346"/>
                <a:gd name="csY22" fmla="*/ 17109 h 168513"/>
                <a:gd name="csX23" fmla="*/ 98422 w 180346"/>
                <a:gd name="csY23" fmla="*/ 7733 h 168513"/>
                <a:gd name="csX24" fmla="*/ 122670 w 180346"/>
                <a:gd name="csY24" fmla="*/ 7733 h 168513"/>
                <a:gd name="csX25" fmla="*/ 157022 w 180346"/>
                <a:gd name="csY25" fmla="*/ 31419 h 168513"/>
                <a:gd name="csX26" fmla="*/ 142119 w 180346"/>
                <a:gd name="csY26" fmla="*/ 71141 h 168513"/>
                <a:gd name="csX27" fmla="*/ 103221 w 180346"/>
                <a:gd name="csY27" fmla="*/ 84218 h 168513"/>
                <a:gd name="csX28" fmla="*/ 67606 w 180346"/>
                <a:gd name="csY28" fmla="*/ 84218 h 168513"/>
                <a:gd name="csX29" fmla="*/ 84782 w 180346"/>
                <a:gd name="csY29" fmla="*/ 17109 h 1685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80346" h="168513">
                  <a:moveTo>
                    <a:pt x="66596" y="90633"/>
                  </a:moveTo>
                  <a:lnTo>
                    <a:pt x="109535" y="90633"/>
                  </a:lnTo>
                  <a:cubicBezTo>
                    <a:pt x="145403" y="90633"/>
                    <a:pt x="180512" y="64973"/>
                    <a:pt x="180512" y="37340"/>
                  </a:cubicBezTo>
                  <a:cubicBezTo>
                    <a:pt x="180512" y="18342"/>
                    <a:pt x="163841" y="85"/>
                    <a:pt x="130753" y="85"/>
                  </a:cubicBezTo>
                  <a:lnTo>
                    <a:pt x="48915" y="85"/>
                  </a:lnTo>
                  <a:cubicBezTo>
                    <a:pt x="44116" y="85"/>
                    <a:pt x="41337" y="85"/>
                    <a:pt x="41337" y="4772"/>
                  </a:cubicBezTo>
                  <a:cubicBezTo>
                    <a:pt x="41337" y="7733"/>
                    <a:pt x="43610" y="7733"/>
                    <a:pt x="48662" y="7733"/>
                  </a:cubicBezTo>
                  <a:cubicBezTo>
                    <a:pt x="51946" y="7733"/>
                    <a:pt x="56492" y="7980"/>
                    <a:pt x="59523" y="8227"/>
                  </a:cubicBezTo>
                  <a:cubicBezTo>
                    <a:pt x="63565" y="8720"/>
                    <a:pt x="65080" y="9460"/>
                    <a:pt x="65080" y="12174"/>
                  </a:cubicBezTo>
                  <a:cubicBezTo>
                    <a:pt x="65080" y="13161"/>
                    <a:pt x="64828" y="13901"/>
                    <a:pt x="64070" y="16862"/>
                  </a:cubicBezTo>
                  <a:lnTo>
                    <a:pt x="30223" y="149353"/>
                  </a:lnTo>
                  <a:cubicBezTo>
                    <a:pt x="27698" y="158975"/>
                    <a:pt x="27192" y="160949"/>
                    <a:pt x="7238" y="160949"/>
                  </a:cubicBezTo>
                  <a:cubicBezTo>
                    <a:pt x="2944" y="160949"/>
                    <a:pt x="166" y="160949"/>
                    <a:pt x="166" y="165637"/>
                  </a:cubicBezTo>
                  <a:cubicBezTo>
                    <a:pt x="166" y="168598"/>
                    <a:pt x="3197" y="168598"/>
                    <a:pt x="3954" y="168598"/>
                  </a:cubicBezTo>
                  <a:cubicBezTo>
                    <a:pt x="11027" y="168598"/>
                    <a:pt x="28960" y="167858"/>
                    <a:pt x="36033" y="167858"/>
                  </a:cubicBezTo>
                  <a:cubicBezTo>
                    <a:pt x="41337" y="167858"/>
                    <a:pt x="46894" y="168104"/>
                    <a:pt x="52198" y="168104"/>
                  </a:cubicBezTo>
                  <a:cubicBezTo>
                    <a:pt x="57755" y="168104"/>
                    <a:pt x="63312" y="168598"/>
                    <a:pt x="68616" y="168598"/>
                  </a:cubicBezTo>
                  <a:cubicBezTo>
                    <a:pt x="70385" y="168598"/>
                    <a:pt x="73668" y="168598"/>
                    <a:pt x="73668" y="163663"/>
                  </a:cubicBezTo>
                  <a:cubicBezTo>
                    <a:pt x="73668" y="160949"/>
                    <a:pt x="71395" y="160949"/>
                    <a:pt x="66596" y="160949"/>
                  </a:cubicBezTo>
                  <a:cubicBezTo>
                    <a:pt x="57250" y="160949"/>
                    <a:pt x="50178" y="160949"/>
                    <a:pt x="50178" y="156508"/>
                  </a:cubicBezTo>
                  <a:cubicBezTo>
                    <a:pt x="50178" y="155028"/>
                    <a:pt x="50683" y="153794"/>
                    <a:pt x="50935" y="152314"/>
                  </a:cubicBezTo>
                  <a:lnTo>
                    <a:pt x="66596" y="90633"/>
                  </a:lnTo>
                  <a:close/>
                  <a:moveTo>
                    <a:pt x="84782" y="17109"/>
                  </a:moveTo>
                  <a:cubicBezTo>
                    <a:pt x="87055" y="8473"/>
                    <a:pt x="87560" y="7733"/>
                    <a:pt x="98422" y="7733"/>
                  </a:cubicBezTo>
                  <a:lnTo>
                    <a:pt x="122670" y="7733"/>
                  </a:lnTo>
                  <a:cubicBezTo>
                    <a:pt x="143634" y="7733"/>
                    <a:pt x="157022" y="14395"/>
                    <a:pt x="157022" y="31419"/>
                  </a:cubicBezTo>
                  <a:cubicBezTo>
                    <a:pt x="157022" y="41041"/>
                    <a:pt x="151970" y="62259"/>
                    <a:pt x="142119" y="71141"/>
                  </a:cubicBezTo>
                  <a:cubicBezTo>
                    <a:pt x="129490" y="82244"/>
                    <a:pt x="114335" y="84218"/>
                    <a:pt x="103221" y="84218"/>
                  </a:cubicBezTo>
                  <a:lnTo>
                    <a:pt x="67606" y="84218"/>
                  </a:lnTo>
                  <a:lnTo>
                    <a:pt x="84782" y="17109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D3E6C11-4454-1269-45A6-4E7537D69CCE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9212149" y="5706409"/>
              <a:ext cx="130132" cy="124867"/>
            </a:xfrm>
            <a:custGeom>
              <a:avLst/>
              <a:gdLst>
                <a:gd name="csX0" fmla="*/ 130304 w 130132"/>
                <a:gd name="csY0" fmla="*/ 63124 h 124867"/>
                <a:gd name="csX1" fmla="*/ 65238 w 130132"/>
                <a:gd name="csY1" fmla="*/ 86 h 124867"/>
                <a:gd name="csX2" fmla="*/ 172 w 130132"/>
                <a:gd name="csY2" fmla="*/ 63124 h 124867"/>
                <a:gd name="csX3" fmla="*/ 65238 w 130132"/>
                <a:gd name="csY3" fmla="*/ 124954 h 124867"/>
                <a:gd name="csX4" fmla="*/ 130304 w 130132"/>
                <a:gd name="csY4" fmla="*/ 63124 h 124867"/>
                <a:gd name="csX5" fmla="*/ 65238 w 130132"/>
                <a:gd name="csY5" fmla="*/ 119772 h 124867"/>
                <a:gd name="csX6" fmla="*/ 17853 w 130132"/>
                <a:gd name="csY6" fmla="*/ 62952 h 124867"/>
                <a:gd name="csX7" fmla="*/ 65238 w 130132"/>
                <a:gd name="csY7" fmla="*/ 4922 h 124867"/>
                <a:gd name="csX8" fmla="*/ 112623 w 130132"/>
                <a:gd name="csY8" fmla="*/ 62952 h 124867"/>
                <a:gd name="csX9" fmla="*/ 65238 w 130132"/>
                <a:gd name="csY9" fmla="*/ 119772 h 124867"/>
                <a:gd name="csX10" fmla="*/ 101484 w 130132"/>
                <a:gd name="csY10" fmla="*/ 49308 h 124867"/>
                <a:gd name="csX11" fmla="*/ 95473 w 130132"/>
                <a:gd name="csY11" fmla="*/ 49308 h 124867"/>
                <a:gd name="csX12" fmla="*/ 95473 w 130132"/>
                <a:gd name="csY12" fmla="*/ 55180 h 124867"/>
                <a:gd name="csX13" fmla="*/ 35004 w 130132"/>
                <a:gd name="csY13" fmla="*/ 55180 h 124867"/>
                <a:gd name="csX14" fmla="*/ 35004 w 130132"/>
                <a:gd name="csY14" fmla="*/ 49308 h 124867"/>
                <a:gd name="csX15" fmla="*/ 28992 w 130132"/>
                <a:gd name="csY15" fmla="*/ 49308 h 124867"/>
                <a:gd name="csX16" fmla="*/ 28992 w 130132"/>
                <a:gd name="csY16" fmla="*/ 75214 h 124867"/>
                <a:gd name="csX17" fmla="*/ 35004 w 130132"/>
                <a:gd name="csY17" fmla="*/ 75214 h 124867"/>
                <a:gd name="csX18" fmla="*/ 35004 w 130132"/>
                <a:gd name="csY18" fmla="*/ 69342 h 124867"/>
                <a:gd name="csX19" fmla="*/ 95473 w 130132"/>
                <a:gd name="csY19" fmla="*/ 69342 h 124867"/>
                <a:gd name="csX20" fmla="*/ 95473 w 130132"/>
                <a:gd name="csY20" fmla="*/ 75214 h 124867"/>
                <a:gd name="csX21" fmla="*/ 101484 w 130132"/>
                <a:gd name="csY21" fmla="*/ 75214 h 124867"/>
                <a:gd name="csX22" fmla="*/ 101484 w 130132"/>
                <a:gd name="csY22" fmla="*/ 49308 h 1248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30132" h="124867">
                  <a:moveTo>
                    <a:pt x="130304" y="63124"/>
                  </a:moveTo>
                  <a:cubicBezTo>
                    <a:pt x="130304" y="28583"/>
                    <a:pt x="101307" y="86"/>
                    <a:pt x="65238" y="86"/>
                  </a:cubicBezTo>
                  <a:cubicBezTo>
                    <a:pt x="28992" y="86"/>
                    <a:pt x="172" y="28583"/>
                    <a:pt x="172" y="63124"/>
                  </a:cubicBezTo>
                  <a:cubicBezTo>
                    <a:pt x="172" y="96975"/>
                    <a:pt x="28992" y="124954"/>
                    <a:pt x="65238" y="124954"/>
                  </a:cubicBezTo>
                  <a:cubicBezTo>
                    <a:pt x="101484" y="124954"/>
                    <a:pt x="130304" y="96975"/>
                    <a:pt x="130304" y="63124"/>
                  </a:cubicBezTo>
                  <a:close/>
                  <a:moveTo>
                    <a:pt x="65238" y="119772"/>
                  </a:moveTo>
                  <a:cubicBezTo>
                    <a:pt x="43844" y="119772"/>
                    <a:pt x="17853" y="103538"/>
                    <a:pt x="17853" y="62952"/>
                  </a:cubicBezTo>
                  <a:cubicBezTo>
                    <a:pt x="17853" y="22365"/>
                    <a:pt x="43314" y="4922"/>
                    <a:pt x="65238" y="4922"/>
                  </a:cubicBezTo>
                  <a:cubicBezTo>
                    <a:pt x="87163" y="4922"/>
                    <a:pt x="112623" y="22365"/>
                    <a:pt x="112623" y="62952"/>
                  </a:cubicBezTo>
                  <a:cubicBezTo>
                    <a:pt x="112623" y="103711"/>
                    <a:pt x="86455" y="119772"/>
                    <a:pt x="65238" y="119772"/>
                  </a:cubicBezTo>
                  <a:close/>
                  <a:moveTo>
                    <a:pt x="101484" y="49308"/>
                  </a:moveTo>
                  <a:lnTo>
                    <a:pt x="95473" y="49308"/>
                  </a:lnTo>
                  <a:lnTo>
                    <a:pt x="95473" y="55180"/>
                  </a:lnTo>
                  <a:lnTo>
                    <a:pt x="35004" y="55180"/>
                  </a:lnTo>
                  <a:lnTo>
                    <a:pt x="35004" y="49308"/>
                  </a:lnTo>
                  <a:lnTo>
                    <a:pt x="28992" y="49308"/>
                  </a:lnTo>
                  <a:lnTo>
                    <a:pt x="28992" y="75214"/>
                  </a:lnTo>
                  <a:lnTo>
                    <a:pt x="35004" y="75214"/>
                  </a:lnTo>
                  <a:lnTo>
                    <a:pt x="35004" y="69342"/>
                  </a:lnTo>
                  <a:lnTo>
                    <a:pt x="95473" y="69342"/>
                  </a:lnTo>
                  <a:lnTo>
                    <a:pt x="95473" y="75214"/>
                  </a:lnTo>
                  <a:lnTo>
                    <a:pt x="101484" y="75214"/>
                  </a:lnTo>
                  <a:lnTo>
                    <a:pt x="101484" y="49308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BDFE32F-A50D-2924-2C8F-6E3E0626DC4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392468" y="5605771"/>
              <a:ext cx="58599" cy="246724"/>
            </a:xfrm>
            <a:custGeom>
              <a:avLst/>
              <a:gdLst>
                <a:gd name="csX0" fmla="*/ 58779 w 58599"/>
                <a:gd name="csY0" fmla="*/ 244342 h 246724"/>
                <a:gd name="csX1" fmla="*/ 54485 w 58599"/>
                <a:gd name="csY1" fmla="*/ 238914 h 246724"/>
                <a:gd name="csX2" fmla="*/ 14829 w 58599"/>
                <a:gd name="csY2" fmla="*/ 123447 h 246724"/>
                <a:gd name="csX3" fmla="*/ 55495 w 58599"/>
                <a:gd name="csY3" fmla="*/ 6746 h 246724"/>
                <a:gd name="csX4" fmla="*/ 58779 w 58599"/>
                <a:gd name="csY4" fmla="*/ 2552 h 246724"/>
                <a:gd name="csX5" fmla="*/ 56253 w 58599"/>
                <a:gd name="csY5" fmla="*/ 85 h 246724"/>
                <a:gd name="csX6" fmla="*/ 16092 w 58599"/>
                <a:gd name="csY6" fmla="*/ 48196 h 246724"/>
                <a:gd name="csX7" fmla="*/ 179 w 58599"/>
                <a:gd name="csY7" fmla="*/ 123447 h 246724"/>
                <a:gd name="csX8" fmla="*/ 16849 w 58599"/>
                <a:gd name="csY8" fmla="*/ 200425 h 246724"/>
                <a:gd name="csX9" fmla="*/ 56253 w 58599"/>
                <a:gd name="csY9" fmla="*/ 246809 h 246724"/>
                <a:gd name="csX10" fmla="*/ 58779 w 58599"/>
                <a:gd name="csY10" fmla="*/ 244342 h 2467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599" h="246724">
                  <a:moveTo>
                    <a:pt x="58779" y="244342"/>
                  </a:moveTo>
                  <a:cubicBezTo>
                    <a:pt x="58779" y="243602"/>
                    <a:pt x="58779" y="243109"/>
                    <a:pt x="54485" y="238914"/>
                  </a:cubicBezTo>
                  <a:cubicBezTo>
                    <a:pt x="22911" y="207827"/>
                    <a:pt x="14829" y="161196"/>
                    <a:pt x="14829" y="123447"/>
                  </a:cubicBezTo>
                  <a:cubicBezTo>
                    <a:pt x="14829" y="80517"/>
                    <a:pt x="24427" y="37587"/>
                    <a:pt x="55495" y="6746"/>
                  </a:cubicBezTo>
                  <a:cubicBezTo>
                    <a:pt x="58779" y="3786"/>
                    <a:pt x="58779" y="3292"/>
                    <a:pt x="58779" y="2552"/>
                  </a:cubicBezTo>
                  <a:cubicBezTo>
                    <a:pt x="58779" y="825"/>
                    <a:pt x="57768" y="85"/>
                    <a:pt x="56253" y="85"/>
                  </a:cubicBezTo>
                  <a:cubicBezTo>
                    <a:pt x="53727" y="85"/>
                    <a:pt x="30994" y="16862"/>
                    <a:pt x="16092" y="48196"/>
                  </a:cubicBezTo>
                  <a:cubicBezTo>
                    <a:pt x="3210" y="75336"/>
                    <a:pt x="179" y="102722"/>
                    <a:pt x="179" y="123447"/>
                  </a:cubicBezTo>
                  <a:cubicBezTo>
                    <a:pt x="179" y="142692"/>
                    <a:pt x="2957" y="172545"/>
                    <a:pt x="16849" y="200425"/>
                  </a:cubicBezTo>
                  <a:cubicBezTo>
                    <a:pt x="32005" y="230772"/>
                    <a:pt x="53727" y="246809"/>
                    <a:pt x="56253" y="246809"/>
                  </a:cubicBezTo>
                  <a:cubicBezTo>
                    <a:pt x="57768" y="246809"/>
                    <a:pt x="58779" y="246069"/>
                    <a:pt x="58779" y="244342"/>
                  </a:cubicBez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19BAD0A-131B-A5B5-6AD4-20ED5B680F3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9473015" y="5681762"/>
              <a:ext cx="167211" cy="111766"/>
            </a:xfrm>
            <a:custGeom>
              <a:avLst/>
              <a:gdLst>
                <a:gd name="csX0" fmla="*/ 109552 w 167211"/>
                <a:gd name="csY0" fmla="*/ 25497 h 111766"/>
                <a:gd name="csX1" fmla="*/ 113341 w 167211"/>
                <a:gd name="csY1" fmla="*/ 9460 h 111766"/>
                <a:gd name="csX2" fmla="*/ 106016 w 167211"/>
                <a:gd name="csY2" fmla="*/ 2799 h 111766"/>
                <a:gd name="csX3" fmla="*/ 96670 w 167211"/>
                <a:gd name="csY3" fmla="*/ 9707 h 111766"/>
                <a:gd name="csX4" fmla="*/ 82273 w 167211"/>
                <a:gd name="csY4" fmla="*/ 64973 h 111766"/>
                <a:gd name="csX5" fmla="*/ 80000 w 167211"/>
                <a:gd name="csY5" fmla="*/ 81257 h 111766"/>
                <a:gd name="csX6" fmla="*/ 80252 w 167211"/>
                <a:gd name="csY6" fmla="*/ 85698 h 111766"/>
                <a:gd name="csX7" fmla="*/ 57014 w 167211"/>
                <a:gd name="csY7" fmla="*/ 106423 h 111766"/>
                <a:gd name="csX8" fmla="*/ 36808 w 167211"/>
                <a:gd name="csY8" fmla="*/ 83971 h 111766"/>
                <a:gd name="csX9" fmla="*/ 49942 w 167211"/>
                <a:gd name="csY9" fmla="*/ 36107 h 111766"/>
                <a:gd name="csX10" fmla="*/ 54236 w 167211"/>
                <a:gd name="csY10" fmla="*/ 20316 h 111766"/>
                <a:gd name="csX11" fmla="*/ 33524 w 167211"/>
                <a:gd name="csY11" fmla="*/ 85 h 111766"/>
                <a:gd name="csX12" fmla="*/ 183 w 167211"/>
                <a:gd name="csY12" fmla="*/ 38080 h 111766"/>
                <a:gd name="csX13" fmla="*/ 3214 w 167211"/>
                <a:gd name="csY13" fmla="*/ 40548 h 111766"/>
                <a:gd name="csX14" fmla="*/ 7255 w 167211"/>
                <a:gd name="csY14" fmla="*/ 36107 h 111766"/>
                <a:gd name="csX15" fmla="*/ 32766 w 167211"/>
                <a:gd name="csY15" fmla="*/ 5513 h 111766"/>
                <a:gd name="csX16" fmla="*/ 39081 w 167211"/>
                <a:gd name="csY16" fmla="*/ 13655 h 111766"/>
                <a:gd name="csX17" fmla="*/ 34534 w 167211"/>
                <a:gd name="csY17" fmla="*/ 30925 h 111766"/>
                <a:gd name="csX18" fmla="*/ 20389 w 167211"/>
                <a:gd name="csY18" fmla="*/ 80764 h 111766"/>
                <a:gd name="csX19" fmla="*/ 56257 w 167211"/>
                <a:gd name="csY19" fmla="*/ 111851 h 111766"/>
                <a:gd name="csX20" fmla="*/ 82526 w 167211"/>
                <a:gd name="csY20" fmla="*/ 94580 h 111766"/>
                <a:gd name="csX21" fmla="*/ 114099 w 167211"/>
                <a:gd name="csY21" fmla="*/ 111851 h 111766"/>
                <a:gd name="csX22" fmla="*/ 150724 w 167211"/>
                <a:gd name="csY22" fmla="*/ 81504 h 111766"/>
                <a:gd name="csX23" fmla="*/ 167394 w 167211"/>
                <a:gd name="csY23" fmla="*/ 17355 h 111766"/>
                <a:gd name="csX24" fmla="*/ 156281 w 167211"/>
                <a:gd name="csY24" fmla="*/ 85 h 111766"/>
                <a:gd name="csX25" fmla="*/ 143651 w 167211"/>
                <a:gd name="csY25" fmla="*/ 11927 h 111766"/>
                <a:gd name="csX26" fmla="*/ 147440 w 167211"/>
                <a:gd name="csY26" fmla="*/ 18589 h 111766"/>
                <a:gd name="csX27" fmla="*/ 156533 w 167211"/>
                <a:gd name="csY27" fmla="*/ 39561 h 111766"/>
                <a:gd name="csX28" fmla="*/ 142641 w 167211"/>
                <a:gd name="csY28" fmla="*/ 84711 h 111766"/>
                <a:gd name="csX29" fmla="*/ 114857 w 167211"/>
                <a:gd name="csY29" fmla="*/ 106423 h 111766"/>
                <a:gd name="csX30" fmla="*/ 96165 w 167211"/>
                <a:gd name="csY30" fmla="*/ 84958 h 111766"/>
                <a:gd name="csX31" fmla="*/ 98944 w 167211"/>
                <a:gd name="csY31" fmla="*/ 66947 h 111766"/>
                <a:gd name="csX32" fmla="*/ 109552 w 167211"/>
                <a:gd name="csY32" fmla="*/ 25497 h 1117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167211" h="111766">
                  <a:moveTo>
                    <a:pt x="109552" y="25497"/>
                  </a:moveTo>
                  <a:cubicBezTo>
                    <a:pt x="110815" y="20069"/>
                    <a:pt x="113341" y="10941"/>
                    <a:pt x="113341" y="9460"/>
                  </a:cubicBezTo>
                  <a:cubicBezTo>
                    <a:pt x="113341" y="5019"/>
                    <a:pt x="109805" y="2799"/>
                    <a:pt x="106016" y="2799"/>
                  </a:cubicBezTo>
                  <a:cubicBezTo>
                    <a:pt x="102985" y="2799"/>
                    <a:pt x="98438" y="4772"/>
                    <a:pt x="96670" y="9707"/>
                  </a:cubicBezTo>
                  <a:cubicBezTo>
                    <a:pt x="95913" y="11434"/>
                    <a:pt x="84041" y="58558"/>
                    <a:pt x="82273" y="64973"/>
                  </a:cubicBezTo>
                  <a:cubicBezTo>
                    <a:pt x="80505" y="72375"/>
                    <a:pt x="80000" y="76816"/>
                    <a:pt x="80000" y="81257"/>
                  </a:cubicBezTo>
                  <a:cubicBezTo>
                    <a:pt x="80000" y="83971"/>
                    <a:pt x="80000" y="84465"/>
                    <a:pt x="80252" y="85698"/>
                  </a:cubicBezTo>
                  <a:cubicBezTo>
                    <a:pt x="74443" y="98775"/>
                    <a:pt x="66865" y="106423"/>
                    <a:pt x="57014" y="106423"/>
                  </a:cubicBezTo>
                  <a:cubicBezTo>
                    <a:pt x="36808" y="106423"/>
                    <a:pt x="36808" y="88165"/>
                    <a:pt x="36808" y="83971"/>
                  </a:cubicBezTo>
                  <a:cubicBezTo>
                    <a:pt x="36808" y="76076"/>
                    <a:pt x="38070" y="66454"/>
                    <a:pt x="49942" y="36107"/>
                  </a:cubicBezTo>
                  <a:cubicBezTo>
                    <a:pt x="52720" y="28705"/>
                    <a:pt x="54236" y="25251"/>
                    <a:pt x="54236" y="20316"/>
                  </a:cubicBezTo>
                  <a:cubicBezTo>
                    <a:pt x="54236" y="9214"/>
                    <a:pt x="45901" y="85"/>
                    <a:pt x="33524" y="85"/>
                  </a:cubicBezTo>
                  <a:cubicBezTo>
                    <a:pt x="9528" y="85"/>
                    <a:pt x="183" y="35860"/>
                    <a:pt x="183" y="38080"/>
                  </a:cubicBezTo>
                  <a:cubicBezTo>
                    <a:pt x="183" y="40548"/>
                    <a:pt x="2708" y="40548"/>
                    <a:pt x="3214" y="40548"/>
                  </a:cubicBezTo>
                  <a:cubicBezTo>
                    <a:pt x="5739" y="40548"/>
                    <a:pt x="5992" y="40054"/>
                    <a:pt x="7255" y="36107"/>
                  </a:cubicBezTo>
                  <a:cubicBezTo>
                    <a:pt x="14075" y="13161"/>
                    <a:pt x="23926" y="5513"/>
                    <a:pt x="32766" y="5513"/>
                  </a:cubicBezTo>
                  <a:cubicBezTo>
                    <a:pt x="35039" y="5513"/>
                    <a:pt x="39081" y="5759"/>
                    <a:pt x="39081" y="13655"/>
                  </a:cubicBezTo>
                  <a:cubicBezTo>
                    <a:pt x="39081" y="19823"/>
                    <a:pt x="36302" y="26731"/>
                    <a:pt x="34534" y="30925"/>
                  </a:cubicBezTo>
                  <a:cubicBezTo>
                    <a:pt x="23420" y="60039"/>
                    <a:pt x="20389" y="71388"/>
                    <a:pt x="20389" y="80764"/>
                  </a:cubicBezTo>
                  <a:cubicBezTo>
                    <a:pt x="20389" y="103216"/>
                    <a:pt x="37313" y="111851"/>
                    <a:pt x="56257" y="111851"/>
                  </a:cubicBezTo>
                  <a:cubicBezTo>
                    <a:pt x="60551" y="111851"/>
                    <a:pt x="72422" y="111851"/>
                    <a:pt x="82526" y="94580"/>
                  </a:cubicBezTo>
                  <a:cubicBezTo>
                    <a:pt x="89093" y="110371"/>
                    <a:pt x="106521" y="111851"/>
                    <a:pt x="114099" y="111851"/>
                  </a:cubicBezTo>
                  <a:cubicBezTo>
                    <a:pt x="133043" y="111851"/>
                    <a:pt x="144157" y="96307"/>
                    <a:pt x="150724" y="81504"/>
                  </a:cubicBezTo>
                  <a:cubicBezTo>
                    <a:pt x="159312" y="62259"/>
                    <a:pt x="167394" y="29198"/>
                    <a:pt x="167394" y="17355"/>
                  </a:cubicBezTo>
                  <a:cubicBezTo>
                    <a:pt x="167394" y="3786"/>
                    <a:pt x="160575" y="85"/>
                    <a:pt x="156281" y="85"/>
                  </a:cubicBezTo>
                  <a:cubicBezTo>
                    <a:pt x="149966" y="85"/>
                    <a:pt x="143651" y="6500"/>
                    <a:pt x="143651" y="11927"/>
                  </a:cubicBezTo>
                  <a:cubicBezTo>
                    <a:pt x="143651" y="15135"/>
                    <a:pt x="145167" y="16615"/>
                    <a:pt x="147440" y="18589"/>
                  </a:cubicBezTo>
                  <a:cubicBezTo>
                    <a:pt x="150219" y="21303"/>
                    <a:pt x="156533" y="27718"/>
                    <a:pt x="156533" y="39561"/>
                  </a:cubicBezTo>
                  <a:cubicBezTo>
                    <a:pt x="156533" y="47949"/>
                    <a:pt x="149208" y="72128"/>
                    <a:pt x="142641" y="84711"/>
                  </a:cubicBezTo>
                  <a:cubicBezTo>
                    <a:pt x="136074" y="97788"/>
                    <a:pt x="127233" y="106423"/>
                    <a:pt x="114857" y="106423"/>
                  </a:cubicBezTo>
                  <a:cubicBezTo>
                    <a:pt x="102985" y="106423"/>
                    <a:pt x="96165" y="99021"/>
                    <a:pt x="96165" y="84958"/>
                  </a:cubicBezTo>
                  <a:cubicBezTo>
                    <a:pt x="96165" y="78050"/>
                    <a:pt x="97933" y="70401"/>
                    <a:pt x="98944" y="66947"/>
                  </a:cubicBezTo>
                  <a:lnTo>
                    <a:pt x="109552" y="25497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98DCBF2-27CD-F6FD-3D99-1378DA327F2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9654831" y="5713318"/>
              <a:ext cx="53573" cy="116232"/>
            </a:xfrm>
            <a:custGeom>
              <a:avLst/>
              <a:gdLst>
                <a:gd name="csX0" fmla="*/ 49166 w 53573"/>
                <a:gd name="csY0" fmla="*/ 6649 h 116232"/>
                <a:gd name="csX1" fmla="*/ 42094 w 53573"/>
                <a:gd name="csY1" fmla="*/ 86 h 116232"/>
                <a:gd name="csX2" fmla="*/ 32192 w 53573"/>
                <a:gd name="csY2" fmla="*/ 9585 h 116232"/>
                <a:gd name="csX3" fmla="*/ 39265 w 53573"/>
                <a:gd name="csY3" fmla="*/ 16148 h 116232"/>
                <a:gd name="csX4" fmla="*/ 49166 w 53573"/>
                <a:gd name="csY4" fmla="*/ 6649 h 116232"/>
                <a:gd name="csX5" fmla="*/ 13097 w 53573"/>
                <a:gd name="csY5" fmla="*/ 94384 h 116232"/>
                <a:gd name="csX6" fmla="*/ 11506 w 53573"/>
                <a:gd name="csY6" fmla="*/ 101638 h 116232"/>
                <a:gd name="csX7" fmla="*/ 28303 w 53573"/>
                <a:gd name="csY7" fmla="*/ 116318 h 116232"/>
                <a:gd name="csX8" fmla="*/ 53763 w 53573"/>
                <a:gd name="csY8" fmla="*/ 89894 h 116232"/>
                <a:gd name="csX9" fmla="*/ 50934 w 53573"/>
                <a:gd name="csY9" fmla="*/ 87649 h 116232"/>
                <a:gd name="csX10" fmla="*/ 47575 w 53573"/>
                <a:gd name="csY10" fmla="*/ 90585 h 116232"/>
                <a:gd name="csX11" fmla="*/ 28833 w 53573"/>
                <a:gd name="csY11" fmla="*/ 111482 h 116232"/>
                <a:gd name="csX12" fmla="*/ 24413 w 53573"/>
                <a:gd name="csY12" fmla="*/ 105438 h 116232"/>
                <a:gd name="csX13" fmla="*/ 27242 w 53573"/>
                <a:gd name="csY13" fmla="*/ 94384 h 116232"/>
                <a:gd name="csX14" fmla="*/ 32900 w 53573"/>
                <a:gd name="csY14" fmla="*/ 80568 h 116232"/>
                <a:gd name="csX15" fmla="*/ 41563 w 53573"/>
                <a:gd name="csY15" fmla="*/ 58634 h 116232"/>
                <a:gd name="csX16" fmla="*/ 42624 w 53573"/>
                <a:gd name="csY16" fmla="*/ 53107 h 116232"/>
                <a:gd name="csX17" fmla="*/ 25827 w 53573"/>
                <a:gd name="csY17" fmla="*/ 38427 h 116232"/>
                <a:gd name="csX18" fmla="*/ 190 w 53573"/>
                <a:gd name="csY18" fmla="*/ 64851 h 116232"/>
                <a:gd name="csX19" fmla="*/ 3195 w 53573"/>
                <a:gd name="csY19" fmla="*/ 67097 h 116232"/>
                <a:gd name="csX20" fmla="*/ 6378 w 53573"/>
                <a:gd name="csY20" fmla="*/ 64333 h 116232"/>
                <a:gd name="csX21" fmla="*/ 25297 w 53573"/>
                <a:gd name="csY21" fmla="*/ 43263 h 116232"/>
                <a:gd name="csX22" fmla="*/ 29717 w 53573"/>
                <a:gd name="csY22" fmla="*/ 49308 h 116232"/>
                <a:gd name="csX23" fmla="*/ 24236 w 53573"/>
                <a:gd name="csY23" fmla="*/ 66578 h 116232"/>
                <a:gd name="csX24" fmla="*/ 13097 w 53573"/>
                <a:gd name="csY24" fmla="*/ 94384 h 1162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53573" h="116232">
                  <a:moveTo>
                    <a:pt x="49166" y="6649"/>
                  </a:moveTo>
                  <a:cubicBezTo>
                    <a:pt x="49166" y="3886"/>
                    <a:pt x="47044" y="86"/>
                    <a:pt x="42094" y="86"/>
                  </a:cubicBezTo>
                  <a:cubicBezTo>
                    <a:pt x="37320" y="86"/>
                    <a:pt x="32192" y="4577"/>
                    <a:pt x="32192" y="9585"/>
                  </a:cubicBezTo>
                  <a:cubicBezTo>
                    <a:pt x="32192" y="12521"/>
                    <a:pt x="34491" y="16148"/>
                    <a:pt x="39265" y="16148"/>
                  </a:cubicBezTo>
                  <a:cubicBezTo>
                    <a:pt x="44392" y="16148"/>
                    <a:pt x="49166" y="11312"/>
                    <a:pt x="49166" y="6649"/>
                  </a:cubicBezTo>
                  <a:close/>
                  <a:moveTo>
                    <a:pt x="13097" y="94384"/>
                  </a:moveTo>
                  <a:cubicBezTo>
                    <a:pt x="12390" y="96630"/>
                    <a:pt x="11506" y="98702"/>
                    <a:pt x="11506" y="101638"/>
                  </a:cubicBezTo>
                  <a:cubicBezTo>
                    <a:pt x="11506" y="109755"/>
                    <a:pt x="18578" y="116318"/>
                    <a:pt x="28303" y="116318"/>
                  </a:cubicBezTo>
                  <a:cubicBezTo>
                    <a:pt x="45984" y="116318"/>
                    <a:pt x="53763" y="92485"/>
                    <a:pt x="53763" y="89894"/>
                  </a:cubicBezTo>
                  <a:cubicBezTo>
                    <a:pt x="53763" y="87649"/>
                    <a:pt x="51465" y="87649"/>
                    <a:pt x="50934" y="87649"/>
                  </a:cubicBezTo>
                  <a:cubicBezTo>
                    <a:pt x="48459" y="87649"/>
                    <a:pt x="48282" y="88685"/>
                    <a:pt x="47575" y="90585"/>
                  </a:cubicBezTo>
                  <a:cubicBezTo>
                    <a:pt x="43508" y="104401"/>
                    <a:pt x="35729" y="111482"/>
                    <a:pt x="28833" y="111482"/>
                  </a:cubicBezTo>
                  <a:cubicBezTo>
                    <a:pt x="25297" y="111482"/>
                    <a:pt x="24413" y="109237"/>
                    <a:pt x="24413" y="105438"/>
                  </a:cubicBezTo>
                  <a:cubicBezTo>
                    <a:pt x="24413" y="101465"/>
                    <a:pt x="25650" y="98184"/>
                    <a:pt x="27242" y="94384"/>
                  </a:cubicBezTo>
                  <a:cubicBezTo>
                    <a:pt x="29010" y="89721"/>
                    <a:pt x="30955" y="85058"/>
                    <a:pt x="32900" y="80568"/>
                  </a:cubicBezTo>
                  <a:cubicBezTo>
                    <a:pt x="34491" y="76423"/>
                    <a:pt x="40856" y="60706"/>
                    <a:pt x="41563" y="58634"/>
                  </a:cubicBezTo>
                  <a:cubicBezTo>
                    <a:pt x="42094" y="56907"/>
                    <a:pt x="42624" y="54834"/>
                    <a:pt x="42624" y="53107"/>
                  </a:cubicBezTo>
                  <a:cubicBezTo>
                    <a:pt x="42624" y="44990"/>
                    <a:pt x="35552" y="38427"/>
                    <a:pt x="25827" y="38427"/>
                  </a:cubicBezTo>
                  <a:cubicBezTo>
                    <a:pt x="8323" y="38427"/>
                    <a:pt x="190" y="61915"/>
                    <a:pt x="190" y="64851"/>
                  </a:cubicBezTo>
                  <a:cubicBezTo>
                    <a:pt x="190" y="67097"/>
                    <a:pt x="2665" y="67097"/>
                    <a:pt x="3195" y="67097"/>
                  </a:cubicBezTo>
                  <a:cubicBezTo>
                    <a:pt x="5671" y="67097"/>
                    <a:pt x="5848" y="66233"/>
                    <a:pt x="6378" y="64333"/>
                  </a:cubicBezTo>
                  <a:cubicBezTo>
                    <a:pt x="10975" y="49480"/>
                    <a:pt x="18755" y="43263"/>
                    <a:pt x="25297" y="43263"/>
                  </a:cubicBezTo>
                  <a:cubicBezTo>
                    <a:pt x="28126" y="43263"/>
                    <a:pt x="29717" y="44645"/>
                    <a:pt x="29717" y="49308"/>
                  </a:cubicBezTo>
                  <a:cubicBezTo>
                    <a:pt x="29717" y="53280"/>
                    <a:pt x="28656" y="55871"/>
                    <a:pt x="24236" y="66578"/>
                  </a:cubicBezTo>
                  <a:lnTo>
                    <a:pt x="13097" y="94384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AB51D60-B5CE-B69A-5AC7-058ABFD31B81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830832" y="5605771"/>
              <a:ext cx="10103" cy="246724"/>
            </a:xfrm>
            <a:custGeom>
              <a:avLst/>
              <a:gdLst>
                <a:gd name="csX0" fmla="*/ 10299 w 10103"/>
                <a:gd name="csY0" fmla="*/ 8967 h 246724"/>
                <a:gd name="csX1" fmla="*/ 5248 w 10103"/>
                <a:gd name="csY1" fmla="*/ 85 h 246724"/>
                <a:gd name="csX2" fmla="*/ 196 w 10103"/>
                <a:gd name="csY2" fmla="*/ 8967 h 246724"/>
                <a:gd name="csX3" fmla="*/ 196 w 10103"/>
                <a:gd name="csY3" fmla="*/ 237927 h 246724"/>
                <a:gd name="csX4" fmla="*/ 5248 w 10103"/>
                <a:gd name="csY4" fmla="*/ 246809 h 246724"/>
                <a:gd name="csX5" fmla="*/ 10299 w 10103"/>
                <a:gd name="csY5" fmla="*/ 237927 h 246724"/>
                <a:gd name="csX6" fmla="*/ 10299 w 10103"/>
                <a:gd name="csY6" fmla="*/ 8967 h 2467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103" h="246724">
                  <a:moveTo>
                    <a:pt x="10299" y="8967"/>
                  </a:moveTo>
                  <a:cubicBezTo>
                    <a:pt x="10299" y="4526"/>
                    <a:pt x="10299" y="85"/>
                    <a:pt x="5248" y="85"/>
                  </a:cubicBezTo>
                  <a:cubicBezTo>
                    <a:pt x="196" y="85"/>
                    <a:pt x="196" y="4526"/>
                    <a:pt x="196" y="8967"/>
                  </a:cubicBezTo>
                  <a:lnTo>
                    <a:pt x="196" y="237927"/>
                  </a:lnTo>
                  <a:cubicBezTo>
                    <a:pt x="196" y="242368"/>
                    <a:pt x="196" y="246809"/>
                    <a:pt x="5248" y="246809"/>
                  </a:cubicBezTo>
                  <a:cubicBezTo>
                    <a:pt x="10299" y="246809"/>
                    <a:pt x="10299" y="242368"/>
                    <a:pt x="10299" y="237927"/>
                  </a:cubicBezTo>
                  <a:lnTo>
                    <a:pt x="10299" y="8967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BFE05A9-5D3A-1480-A679-8C6F14B9B242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948424" y="5681762"/>
              <a:ext cx="167211" cy="111766"/>
            </a:xfrm>
            <a:custGeom>
              <a:avLst/>
              <a:gdLst>
                <a:gd name="csX0" fmla="*/ 109571 w 167211"/>
                <a:gd name="csY0" fmla="*/ 25497 h 111766"/>
                <a:gd name="csX1" fmla="*/ 113360 w 167211"/>
                <a:gd name="csY1" fmla="*/ 9460 h 111766"/>
                <a:gd name="csX2" fmla="*/ 106035 w 167211"/>
                <a:gd name="csY2" fmla="*/ 2799 h 111766"/>
                <a:gd name="csX3" fmla="*/ 96689 w 167211"/>
                <a:gd name="csY3" fmla="*/ 9707 h 111766"/>
                <a:gd name="csX4" fmla="*/ 82292 w 167211"/>
                <a:gd name="csY4" fmla="*/ 64973 h 111766"/>
                <a:gd name="csX5" fmla="*/ 80018 w 167211"/>
                <a:gd name="csY5" fmla="*/ 81257 h 111766"/>
                <a:gd name="csX6" fmla="*/ 80271 w 167211"/>
                <a:gd name="csY6" fmla="*/ 85698 h 111766"/>
                <a:gd name="csX7" fmla="*/ 57033 w 167211"/>
                <a:gd name="csY7" fmla="*/ 106423 h 111766"/>
                <a:gd name="csX8" fmla="*/ 36826 w 167211"/>
                <a:gd name="csY8" fmla="*/ 83971 h 111766"/>
                <a:gd name="csX9" fmla="*/ 49961 w 167211"/>
                <a:gd name="csY9" fmla="*/ 36107 h 111766"/>
                <a:gd name="csX10" fmla="*/ 54255 w 167211"/>
                <a:gd name="csY10" fmla="*/ 20316 h 111766"/>
                <a:gd name="csX11" fmla="*/ 33543 w 167211"/>
                <a:gd name="csY11" fmla="*/ 85 h 111766"/>
                <a:gd name="csX12" fmla="*/ 201 w 167211"/>
                <a:gd name="csY12" fmla="*/ 38080 h 111766"/>
                <a:gd name="csX13" fmla="*/ 3232 w 167211"/>
                <a:gd name="csY13" fmla="*/ 40548 h 111766"/>
                <a:gd name="csX14" fmla="*/ 7274 w 167211"/>
                <a:gd name="csY14" fmla="*/ 36107 h 111766"/>
                <a:gd name="csX15" fmla="*/ 32785 w 167211"/>
                <a:gd name="csY15" fmla="*/ 5513 h 111766"/>
                <a:gd name="csX16" fmla="*/ 39100 w 167211"/>
                <a:gd name="csY16" fmla="*/ 13655 h 111766"/>
                <a:gd name="csX17" fmla="*/ 34553 w 167211"/>
                <a:gd name="csY17" fmla="*/ 30925 h 111766"/>
                <a:gd name="csX18" fmla="*/ 20408 w 167211"/>
                <a:gd name="csY18" fmla="*/ 80764 h 111766"/>
                <a:gd name="csX19" fmla="*/ 56275 w 167211"/>
                <a:gd name="csY19" fmla="*/ 111851 h 111766"/>
                <a:gd name="csX20" fmla="*/ 82544 w 167211"/>
                <a:gd name="csY20" fmla="*/ 94580 h 111766"/>
                <a:gd name="csX21" fmla="*/ 114118 w 167211"/>
                <a:gd name="csY21" fmla="*/ 111851 h 111766"/>
                <a:gd name="csX22" fmla="*/ 150743 w 167211"/>
                <a:gd name="csY22" fmla="*/ 81504 h 111766"/>
                <a:gd name="csX23" fmla="*/ 167413 w 167211"/>
                <a:gd name="csY23" fmla="*/ 17355 h 111766"/>
                <a:gd name="csX24" fmla="*/ 156299 w 167211"/>
                <a:gd name="csY24" fmla="*/ 85 h 111766"/>
                <a:gd name="csX25" fmla="*/ 143670 w 167211"/>
                <a:gd name="csY25" fmla="*/ 11927 h 111766"/>
                <a:gd name="csX26" fmla="*/ 147459 w 167211"/>
                <a:gd name="csY26" fmla="*/ 18589 h 111766"/>
                <a:gd name="csX27" fmla="*/ 156552 w 167211"/>
                <a:gd name="csY27" fmla="*/ 39561 h 111766"/>
                <a:gd name="csX28" fmla="*/ 142660 w 167211"/>
                <a:gd name="csY28" fmla="*/ 84711 h 111766"/>
                <a:gd name="csX29" fmla="*/ 114875 w 167211"/>
                <a:gd name="csY29" fmla="*/ 106423 h 111766"/>
                <a:gd name="csX30" fmla="*/ 96184 w 167211"/>
                <a:gd name="csY30" fmla="*/ 84958 h 111766"/>
                <a:gd name="csX31" fmla="*/ 98962 w 167211"/>
                <a:gd name="csY31" fmla="*/ 66947 h 111766"/>
                <a:gd name="csX32" fmla="*/ 109571 w 167211"/>
                <a:gd name="csY32" fmla="*/ 25497 h 1117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167211" h="111766">
                  <a:moveTo>
                    <a:pt x="109571" y="25497"/>
                  </a:moveTo>
                  <a:cubicBezTo>
                    <a:pt x="110834" y="20069"/>
                    <a:pt x="113360" y="10941"/>
                    <a:pt x="113360" y="9460"/>
                  </a:cubicBezTo>
                  <a:cubicBezTo>
                    <a:pt x="113360" y="5019"/>
                    <a:pt x="109824" y="2799"/>
                    <a:pt x="106035" y="2799"/>
                  </a:cubicBezTo>
                  <a:cubicBezTo>
                    <a:pt x="103004" y="2799"/>
                    <a:pt x="98457" y="4772"/>
                    <a:pt x="96689" y="9707"/>
                  </a:cubicBezTo>
                  <a:cubicBezTo>
                    <a:pt x="95931" y="11434"/>
                    <a:pt x="84060" y="58558"/>
                    <a:pt x="82292" y="64973"/>
                  </a:cubicBezTo>
                  <a:cubicBezTo>
                    <a:pt x="80524" y="72375"/>
                    <a:pt x="80018" y="76816"/>
                    <a:pt x="80018" y="81257"/>
                  </a:cubicBezTo>
                  <a:cubicBezTo>
                    <a:pt x="80018" y="83971"/>
                    <a:pt x="80018" y="84465"/>
                    <a:pt x="80271" y="85698"/>
                  </a:cubicBezTo>
                  <a:cubicBezTo>
                    <a:pt x="74462" y="98775"/>
                    <a:pt x="66884" y="106423"/>
                    <a:pt x="57033" y="106423"/>
                  </a:cubicBezTo>
                  <a:cubicBezTo>
                    <a:pt x="36826" y="106423"/>
                    <a:pt x="36826" y="88165"/>
                    <a:pt x="36826" y="83971"/>
                  </a:cubicBezTo>
                  <a:cubicBezTo>
                    <a:pt x="36826" y="76076"/>
                    <a:pt x="38089" y="66454"/>
                    <a:pt x="49961" y="36107"/>
                  </a:cubicBezTo>
                  <a:cubicBezTo>
                    <a:pt x="52739" y="28705"/>
                    <a:pt x="54255" y="25251"/>
                    <a:pt x="54255" y="20316"/>
                  </a:cubicBezTo>
                  <a:cubicBezTo>
                    <a:pt x="54255" y="9214"/>
                    <a:pt x="45919" y="85"/>
                    <a:pt x="33543" y="85"/>
                  </a:cubicBezTo>
                  <a:cubicBezTo>
                    <a:pt x="9547" y="85"/>
                    <a:pt x="201" y="35860"/>
                    <a:pt x="201" y="38080"/>
                  </a:cubicBezTo>
                  <a:cubicBezTo>
                    <a:pt x="201" y="40548"/>
                    <a:pt x="2727" y="40548"/>
                    <a:pt x="3232" y="40548"/>
                  </a:cubicBezTo>
                  <a:cubicBezTo>
                    <a:pt x="5758" y="40548"/>
                    <a:pt x="6011" y="40054"/>
                    <a:pt x="7274" y="36107"/>
                  </a:cubicBezTo>
                  <a:cubicBezTo>
                    <a:pt x="14094" y="13161"/>
                    <a:pt x="23944" y="5513"/>
                    <a:pt x="32785" y="5513"/>
                  </a:cubicBezTo>
                  <a:cubicBezTo>
                    <a:pt x="35058" y="5513"/>
                    <a:pt x="39100" y="5759"/>
                    <a:pt x="39100" y="13655"/>
                  </a:cubicBezTo>
                  <a:cubicBezTo>
                    <a:pt x="39100" y="19823"/>
                    <a:pt x="36321" y="26731"/>
                    <a:pt x="34553" y="30925"/>
                  </a:cubicBezTo>
                  <a:cubicBezTo>
                    <a:pt x="23439" y="60039"/>
                    <a:pt x="20408" y="71388"/>
                    <a:pt x="20408" y="80764"/>
                  </a:cubicBezTo>
                  <a:cubicBezTo>
                    <a:pt x="20408" y="103216"/>
                    <a:pt x="37331" y="111851"/>
                    <a:pt x="56275" y="111851"/>
                  </a:cubicBezTo>
                  <a:cubicBezTo>
                    <a:pt x="60569" y="111851"/>
                    <a:pt x="72441" y="111851"/>
                    <a:pt x="82544" y="94580"/>
                  </a:cubicBezTo>
                  <a:cubicBezTo>
                    <a:pt x="89112" y="110371"/>
                    <a:pt x="106540" y="111851"/>
                    <a:pt x="114118" y="111851"/>
                  </a:cubicBezTo>
                  <a:cubicBezTo>
                    <a:pt x="133062" y="111851"/>
                    <a:pt x="144175" y="96307"/>
                    <a:pt x="150743" y="81504"/>
                  </a:cubicBezTo>
                  <a:cubicBezTo>
                    <a:pt x="159330" y="62259"/>
                    <a:pt x="167413" y="29198"/>
                    <a:pt x="167413" y="17355"/>
                  </a:cubicBezTo>
                  <a:cubicBezTo>
                    <a:pt x="167413" y="3786"/>
                    <a:pt x="160593" y="85"/>
                    <a:pt x="156299" y="85"/>
                  </a:cubicBezTo>
                  <a:cubicBezTo>
                    <a:pt x="149985" y="85"/>
                    <a:pt x="143670" y="6500"/>
                    <a:pt x="143670" y="11927"/>
                  </a:cubicBezTo>
                  <a:cubicBezTo>
                    <a:pt x="143670" y="15135"/>
                    <a:pt x="145186" y="16615"/>
                    <a:pt x="147459" y="18589"/>
                  </a:cubicBezTo>
                  <a:cubicBezTo>
                    <a:pt x="150237" y="21303"/>
                    <a:pt x="156552" y="27718"/>
                    <a:pt x="156552" y="39561"/>
                  </a:cubicBezTo>
                  <a:cubicBezTo>
                    <a:pt x="156552" y="47949"/>
                    <a:pt x="149227" y="72128"/>
                    <a:pt x="142660" y="84711"/>
                  </a:cubicBezTo>
                  <a:cubicBezTo>
                    <a:pt x="136093" y="97788"/>
                    <a:pt x="127252" y="106423"/>
                    <a:pt x="114875" y="106423"/>
                  </a:cubicBezTo>
                  <a:cubicBezTo>
                    <a:pt x="103004" y="106423"/>
                    <a:pt x="96184" y="99021"/>
                    <a:pt x="96184" y="84958"/>
                  </a:cubicBezTo>
                  <a:cubicBezTo>
                    <a:pt x="96184" y="78050"/>
                    <a:pt x="97952" y="70401"/>
                    <a:pt x="98962" y="66947"/>
                  </a:cubicBezTo>
                  <a:lnTo>
                    <a:pt x="109571" y="25497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F591775-F5B1-F542-2884-67B65A9F31B4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0141202" y="5713145"/>
              <a:ext cx="64358" cy="114677"/>
            </a:xfrm>
            <a:custGeom>
              <a:avLst/>
              <a:gdLst>
                <a:gd name="csX0" fmla="*/ 40168 w 64358"/>
                <a:gd name="csY0" fmla="*/ 4922 h 114677"/>
                <a:gd name="csX1" fmla="*/ 34863 w 64358"/>
                <a:gd name="csY1" fmla="*/ 86 h 114677"/>
                <a:gd name="csX2" fmla="*/ 208 w 64358"/>
                <a:gd name="csY2" fmla="*/ 11139 h 114677"/>
                <a:gd name="csX3" fmla="*/ 208 w 64358"/>
                <a:gd name="csY3" fmla="*/ 17357 h 114677"/>
                <a:gd name="csX4" fmla="*/ 25846 w 64358"/>
                <a:gd name="csY4" fmla="*/ 12521 h 114677"/>
                <a:gd name="csX5" fmla="*/ 25846 w 64358"/>
                <a:gd name="csY5" fmla="*/ 100602 h 114677"/>
                <a:gd name="csX6" fmla="*/ 8165 w 64358"/>
                <a:gd name="csY6" fmla="*/ 108546 h 114677"/>
                <a:gd name="csX7" fmla="*/ 1446 w 64358"/>
                <a:gd name="csY7" fmla="*/ 108546 h 114677"/>
                <a:gd name="csX8" fmla="*/ 1446 w 64358"/>
                <a:gd name="csY8" fmla="*/ 114764 h 114677"/>
                <a:gd name="csX9" fmla="*/ 32918 w 64358"/>
                <a:gd name="csY9" fmla="*/ 114073 h 114677"/>
                <a:gd name="csX10" fmla="*/ 64567 w 64358"/>
                <a:gd name="csY10" fmla="*/ 114764 h 114677"/>
                <a:gd name="csX11" fmla="*/ 64567 w 64358"/>
                <a:gd name="csY11" fmla="*/ 108546 h 114677"/>
                <a:gd name="csX12" fmla="*/ 57849 w 64358"/>
                <a:gd name="csY12" fmla="*/ 108546 h 114677"/>
                <a:gd name="csX13" fmla="*/ 40168 w 64358"/>
                <a:gd name="csY13" fmla="*/ 100602 h 114677"/>
                <a:gd name="csX14" fmla="*/ 40168 w 64358"/>
                <a:gd name="csY14" fmla="*/ 4922 h 114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64358" h="114677">
                  <a:moveTo>
                    <a:pt x="40168" y="4922"/>
                  </a:moveTo>
                  <a:cubicBezTo>
                    <a:pt x="40168" y="259"/>
                    <a:pt x="39814" y="86"/>
                    <a:pt x="34863" y="86"/>
                  </a:cubicBezTo>
                  <a:cubicBezTo>
                    <a:pt x="23547" y="10967"/>
                    <a:pt x="7458" y="11139"/>
                    <a:pt x="208" y="11139"/>
                  </a:cubicBezTo>
                  <a:lnTo>
                    <a:pt x="208" y="17357"/>
                  </a:lnTo>
                  <a:cubicBezTo>
                    <a:pt x="4452" y="17357"/>
                    <a:pt x="16121" y="17357"/>
                    <a:pt x="25846" y="12521"/>
                  </a:cubicBezTo>
                  <a:lnTo>
                    <a:pt x="25846" y="100602"/>
                  </a:lnTo>
                  <a:cubicBezTo>
                    <a:pt x="25846" y="106301"/>
                    <a:pt x="25846" y="108546"/>
                    <a:pt x="8165" y="108546"/>
                  </a:cubicBezTo>
                  <a:lnTo>
                    <a:pt x="1446" y="108546"/>
                  </a:lnTo>
                  <a:lnTo>
                    <a:pt x="1446" y="114764"/>
                  </a:lnTo>
                  <a:cubicBezTo>
                    <a:pt x="4629" y="114591"/>
                    <a:pt x="26376" y="114073"/>
                    <a:pt x="32918" y="114073"/>
                  </a:cubicBezTo>
                  <a:cubicBezTo>
                    <a:pt x="38399" y="114073"/>
                    <a:pt x="60678" y="114591"/>
                    <a:pt x="64567" y="114764"/>
                  </a:cubicBezTo>
                  <a:lnTo>
                    <a:pt x="64567" y="108546"/>
                  </a:lnTo>
                  <a:lnTo>
                    <a:pt x="57849" y="108546"/>
                  </a:lnTo>
                  <a:cubicBezTo>
                    <a:pt x="40168" y="108546"/>
                    <a:pt x="40168" y="106301"/>
                    <a:pt x="40168" y="100602"/>
                  </a:cubicBezTo>
                  <a:lnTo>
                    <a:pt x="40168" y="4922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CE9A09D-8EF8-99AB-9BB2-EDCDA17E1C9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0256965" y="5764661"/>
              <a:ext cx="29552" cy="73770"/>
            </a:xfrm>
            <a:custGeom>
              <a:avLst/>
              <a:gdLst>
                <a:gd name="csX0" fmla="*/ 29765 w 29552"/>
                <a:gd name="csY0" fmla="*/ 25991 h 73770"/>
                <a:gd name="csX1" fmla="*/ 13600 w 29552"/>
                <a:gd name="csY1" fmla="*/ 85 h 73770"/>
                <a:gd name="csX2" fmla="*/ 213 w 29552"/>
                <a:gd name="csY2" fmla="*/ 13161 h 73770"/>
                <a:gd name="csX3" fmla="*/ 13600 w 29552"/>
                <a:gd name="csY3" fmla="*/ 26238 h 73770"/>
                <a:gd name="csX4" fmla="*/ 22440 w 29552"/>
                <a:gd name="csY4" fmla="*/ 23030 h 73770"/>
                <a:gd name="csX5" fmla="*/ 23703 w 29552"/>
                <a:gd name="csY5" fmla="*/ 22290 h 73770"/>
                <a:gd name="csX6" fmla="*/ 24209 w 29552"/>
                <a:gd name="csY6" fmla="*/ 25991 h 73770"/>
                <a:gd name="csX7" fmla="*/ 7033 w 29552"/>
                <a:gd name="csY7" fmla="*/ 67194 h 73770"/>
                <a:gd name="csX8" fmla="*/ 4254 w 29552"/>
                <a:gd name="csY8" fmla="*/ 71141 h 73770"/>
                <a:gd name="csX9" fmla="*/ 6780 w 29552"/>
                <a:gd name="csY9" fmla="*/ 73855 h 73770"/>
                <a:gd name="csX10" fmla="*/ 29765 w 29552"/>
                <a:gd name="csY10" fmla="*/ 25991 h 737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552" h="73770">
                  <a:moveTo>
                    <a:pt x="29765" y="25991"/>
                  </a:moveTo>
                  <a:cubicBezTo>
                    <a:pt x="29765" y="9707"/>
                    <a:pt x="23451" y="85"/>
                    <a:pt x="13600" y="85"/>
                  </a:cubicBezTo>
                  <a:cubicBezTo>
                    <a:pt x="5265" y="85"/>
                    <a:pt x="213" y="6253"/>
                    <a:pt x="213" y="13161"/>
                  </a:cubicBezTo>
                  <a:cubicBezTo>
                    <a:pt x="213" y="19823"/>
                    <a:pt x="5265" y="26238"/>
                    <a:pt x="13600" y="26238"/>
                  </a:cubicBezTo>
                  <a:cubicBezTo>
                    <a:pt x="16631" y="26238"/>
                    <a:pt x="19915" y="25251"/>
                    <a:pt x="22440" y="23030"/>
                  </a:cubicBezTo>
                  <a:cubicBezTo>
                    <a:pt x="23198" y="22537"/>
                    <a:pt x="23451" y="22290"/>
                    <a:pt x="23703" y="22290"/>
                  </a:cubicBezTo>
                  <a:cubicBezTo>
                    <a:pt x="23956" y="22290"/>
                    <a:pt x="24209" y="22537"/>
                    <a:pt x="24209" y="25991"/>
                  </a:cubicBezTo>
                  <a:cubicBezTo>
                    <a:pt x="24209" y="44248"/>
                    <a:pt x="15368" y="59052"/>
                    <a:pt x="7033" y="67194"/>
                  </a:cubicBezTo>
                  <a:cubicBezTo>
                    <a:pt x="4254" y="69908"/>
                    <a:pt x="4254" y="70401"/>
                    <a:pt x="4254" y="71141"/>
                  </a:cubicBezTo>
                  <a:cubicBezTo>
                    <a:pt x="4254" y="72869"/>
                    <a:pt x="5517" y="73855"/>
                    <a:pt x="6780" y="73855"/>
                  </a:cubicBezTo>
                  <a:cubicBezTo>
                    <a:pt x="9559" y="73855"/>
                    <a:pt x="29765" y="54858"/>
                    <a:pt x="29765" y="25991"/>
                  </a:cubicBez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A56FE5C-266D-A9FB-3E3B-06B55FAB3CEE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0369225" y="5764661"/>
              <a:ext cx="26774" cy="26152"/>
            </a:xfrm>
            <a:custGeom>
              <a:avLst/>
              <a:gdLst>
                <a:gd name="csX0" fmla="*/ 26991 w 26774"/>
                <a:gd name="csY0" fmla="*/ 13161 h 26152"/>
                <a:gd name="csX1" fmla="*/ 13604 w 26774"/>
                <a:gd name="csY1" fmla="*/ 85 h 26152"/>
                <a:gd name="csX2" fmla="*/ 217 w 26774"/>
                <a:gd name="csY2" fmla="*/ 13161 h 26152"/>
                <a:gd name="csX3" fmla="*/ 13604 w 26774"/>
                <a:gd name="csY3" fmla="*/ 26238 h 26152"/>
                <a:gd name="csX4" fmla="*/ 26991 w 26774"/>
                <a:gd name="csY4" fmla="*/ 13161 h 261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774" h="26152">
                  <a:moveTo>
                    <a:pt x="26991" y="13161"/>
                  </a:moveTo>
                  <a:cubicBezTo>
                    <a:pt x="26991" y="6006"/>
                    <a:pt x="20929" y="85"/>
                    <a:pt x="13604" y="85"/>
                  </a:cubicBezTo>
                  <a:cubicBezTo>
                    <a:pt x="6279" y="85"/>
                    <a:pt x="217" y="6006"/>
                    <a:pt x="217" y="13161"/>
                  </a:cubicBezTo>
                  <a:cubicBezTo>
                    <a:pt x="217" y="20316"/>
                    <a:pt x="6279" y="26238"/>
                    <a:pt x="13604" y="26238"/>
                  </a:cubicBezTo>
                  <a:cubicBezTo>
                    <a:pt x="20929" y="26238"/>
                    <a:pt x="26991" y="20316"/>
                    <a:pt x="26991" y="13161"/>
                  </a:cubicBez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1AF5306-9CF5-BEE9-E367-4FFA9241D52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0481484" y="5764661"/>
              <a:ext cx="26774" cy="26152"/>
            </a:xfrm>
            <a:custGeom>
              <a:avLst/>
              <a:gdLst>
                <a:gd name="csX0" fmla="*/ 26996 w 26774"/>
                <a:gd name="csY0" fmla="*/ 13161 h 26152"/>
                <a:gd name="csX1" fmla="*/ 13609 w 26774"/>
                <a:gd name="csY1" fmla="*/ 85 h 26152"/>
                <a:gd name="csX2" fmla="*/ 222 w 26774"/>
                <a:gd name="csY2" fmla="*/ 13161 h 26152"/>
                <a:gd name="csX3" fmla="*/ 13609 w 26774"/>
                <a:gd name="csY3" fmla="*/ 26238 h 26152"/>
                <a:gd name="csX4" fmla="*/ 26996 w 26774"/>
                <a:gd name="csY4" fmla="*/ 13161 h 261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774" h="26152">
                  <a:moveTo>
                    <a:pt x="26996" y="13161"/>
                  </a:moveTo>
                  <a:cubicBezTo>
                    <a:pt x="26996" y="6006"/>
                    <a:pt x="20934" y="85"/>
                    <a:pt x="13609" y="85"/>
                  </a:cubicBezTo>
                  <a:cubicBezTo>
                    <a:pt x="6284" y="85"/>
                    <a:pt x="222" y="6006"/>
                    <a:pt x="222" y="13161"/>
                  </a:cubicBezTo>
                  <a:cubicBezTo>
                    <a:pt x="222" y="20316"/>
                    <a:pt x="6284" y="26238"/>
                    <a:pt x="13609" y="26238"/>
                  </a:cubicBezTo>
                  <a:cubicBezTo>
                    <a:pt x="20934" y="26238"/>
                    <a:pt x="26996" y="20316"/>
                    <a:pt x="26996" y="13161"/>
                  </a:cubicBez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1DD93B9-FFE6-D29B-F2DF-D65F71DCAED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0593744" y="5764661"/>
              <a:ext cx="26774" cy="26152"/>
            </a:xfrm>
            <a:custGeom>
              <a:avLst/>
              <a:gdLst>
                <a:gd name="csX0" fmla="*/ 27000 w 26774"/>
                <a:gd name="csY0" fmla="*/ 13161 h 26152"/>
                <a:gd name="csX1" fmla="*/ 13613 w 26774"/>
                <a:gd name="csY1" fmla="*/ 85 h 26152"/>
                <a:gd name="csX2" fmla="*/ 226 w 26774"/>
                <a:gd name="csY2" fmla="*/ 13161 h 26152"/>
                <a:gd name="csX3" fmla="*/ 13613 w 26774"/>
                <a:gd name="csY3" fmla="*/ 26238 h 26152"/>
                <a:gd name="csX4" fmla="*/ 27000 w 26774"/>
                <a:gd name="csY4" fmla="*/ 13161 h 261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774" h="26152">
                  <a:moveTo>
                    <a:pt x="27000" y="13161"/>
                  </a:moveTo>
                  <a:cubicBezTo>
                    <a:pt x="27000" y="6006"/>
                    <a:pt x="20938" y="85"/>
                    <a:pt x="13613" y="85"/>
                  </a:cubicBezTo>
                  <a:cubicBezTo>
                    <a:pt x="6288" y="85"/>
                    <a:pt x="226" y="6006"/>
                    <a:pt x="226" y="13161"/>
                  </a:cubicBezTo>
                  <a:cubicBezTo>
                    <a:pt x="226" y="20316"/>
                    <a:pt x="6288" y="26238"/>
                    <a:pt x="13613" y="26238"/>
                  </a:cubicBezTo>
                  <a:cubicBezTo>
                    <a:pt x="20938" y="26238"/>
                    <a:pt x="27000" y="20316"/>
                    <a:pt x="27000" y="13161"/>
                  </a:cubicBez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6EB8AF4-7C2A-5443-F8FE-F912067FE64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0706003" y="5764661"/>
              <a:ext cx="29552" cy="73770"/>
            </a:xfrm>
            <a:custGeom>
              <a:avLst/>
              <a:gdLst>
                <a:gd name="csX0" fmla="*/ 29783 w 29552"/>
                <a:gd name="csY0" fmla="*/ 25991 h 73770"/>
                <a:gd name="csX1" fmla="*/ 13618 w 29552"/>
                <a:gd name="csY1" fmla="*/ 85 h 73770"/>
                <a:gd name="csX2" fmla="*/ 231 w 29552"/>
                <a:gd name="csY2" fmla="*/ 13161 h 73770"/>
                <a:gd name="csX3" fmla="*/ 13618 w 29552"/>
                <a:gd name="csY3" fmla="*/ 26238 h 73770"/>
                <a:gd name="csX4" fmla="*/ 22458 w 29552"/>
                <a:gd name="csY4" fmla="*/ 23030 h 73770"/>
                <a:gd name="csX5" fmla="*/ 23721 w 29552"/>
                <a:gd name="csY5" fmla="*/ 22290 h 73770"/>
                <a:gd name="csX6" fmla="*/ 24226 w 29552"/>
                <a:gd name="csY6" fmla="*/ 25991 h 73770"/>
                <a:gd name="csX7" fmla="*/ 7050 w 29552"/>
                <a:gd name="csY7" fmla="*/ 67194 h 73770"/>
                <a:gd name="csX8" fmla="*/ 4272 w 29552"/>
                <a:gd name="csY8" fmla="*/ 71141 h 73770"/>
                <a:gd name="csX9" fmla="*/ 6798 w 29552"/>
                <a:gd name="csY9" fmla="*/ 73855 h 73770"/>
                <a:gd name="csX10" fmla="*/ 29783 w 29552"/>
                <a:gd name="csY10" fmla="*/ 25991 h 737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552" h="73770">
                  <a:moveTo>
                    <a:pt x="29783" y="25991"/>
                  </a:moveTo>
                  <a:cubicBezTo>
                    <a:pt x="29783" y="9707"/>
                    <a:pt x="23469" y="85"/>
                    <a:pt x="13618" y="85"/>
                  </a:cubicBezTo>
                  <a:cubicBezTo>
                    <a:pt x="5282" y="85"/>
                    <a:pt x="231" y="6253"/>
                    <a:pt x="231" y="13161"/>
                  </a:cubicBezTo>
                  <a:cubicBezTo>
                    <a:pt x="231" y="19823"/>
                    <a:pt x="5282" y="26238"/>
                    <a:pt x="13618" y="26238"/>
                  </a:cubicBezTo>
                  <a:cubicBezTo>
                    <a:pt x="16649" y="26238"/>
                    <a:pt x="19932" y="25251"/>
                    <a:pt x="22458" y="23030"/>
                  </a:cubicBezTo>
                  <a:cubicBezTo>
                    <a:pt x="23216" y="22537"/>
                    <a:pt x="23469" y="22290"/>
                    <a:pt x="23721" y="22290"/>
                  </a:cubicBezTo>
                  <a:cubicBezTo>
                    <a:pt x="23974" y="22290"/>
                    <a:pt x="24226" y="22537"/>
                    <a:pt x="24226" y="25991"/>
                  </a:cubicBezTo>
                  <a:cubicBezTo>
                    <a:pt x="24226" y="44248"/>
                    <a:pt x="15386" y="59052"/>
                    <a:pt x="7050" y="67194"/>
                  </a:cubicBezTo>
                  <a:cubicBezTo>
                    <a:pt x="4272" y="69908"/>
                    <a:pt x="4272" y="70401"/>
                    <a:pt x="4272" y="71141"/>
                  </a:cubicBezTo>
                  <a:cubicBezTo>
                    <a:pt x="4272" y="72869"/>
                    <a:pt x="5535" y="73855"/>
                    <a:pt x="6798" y="73855"/>
                  </a:cubicBezTo>
                  <a:cubicBezTo>
                    <a:pt x="9576" y="73855"/>
                    <a:pt x="29783" y="54858"/>
                    <a:pt x="29783" y="25991"/>
                  </a:cubicBez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2788739-8EA3-A8E1-E4FE-343D8628EC70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0803866" y="5681762"/>
              <a:ext cx="167211" cy="111766"/>
            </a:xfrm>
            <a:custGeom>
              <a:avLst/>
              <a:gdLst>
                <a:gd name="csX0" fmla="*/ 109605 w 167211"/>
                <a:gd name="csY0" fmla="*/ 25497 h 111766"/>
                <a:gd name="csX1" fmla="*/ 113394 w 167211"/>
                <a:gd name="csY1" fmla="*/ 9460 h 111766"/>
                <a:gd name="csX2" fmla="*/ 106069 w 167211"/>
                <a:gd name="csY2" fmla="*/ 2799 h 111766"/>
                <a:gd name="csX3" fmla="*/ 96723 w 167211"/>
                <a:gd name="csY3" fmla="*/ 9707 h 111766"/>
                <a:gd name="csX4" fmla="*/ 82325 w 167211"/>
                <a:gd name="csY4" fmla="*/ 64973 h 111766"/>
                <a:gd name="csX5" fmla="*/ 80052 w 167211"/>
                <a:gd name="csY5" fmla="*/ 81257 h 111766"/>
                <a:gd name="csX6" fmla="*/ 80305 w 167211"/>
                <a:gd name="csY6" fmla="*/ 85698 h 111766"/>
                <a:gd name="csX7" fmla="*/ 57067 w 167211"/>
                <a:gd name="csY7" fmla="*/ 106423 h 111766"/>
                <a:gd name="csX8" fmla="*/ 36860 w 167211"/>
                <a:gd name="csY8" fmla="*/ 83971 h 111766"/>
                <a:gd name="csX9" fmla="*/ 49995 w 167211"/>
                <a:gd name="csY9" fmla="*/ 36107 h 111766"/>
                <a:gd name="csX10" fmla="*/ 54288 w 167211"/>
                <a:gd name="csY10" fmla="*/ 20316 h 111766"/>
                <a:gd name="csX11" fmla="*/ 33576 w 167211"/>
                <a:gd name="csY11" fmla="*/ 85 h 111766"/>
                <a:gd name="csX12" fmla="*/ 235 w 167211"/>
                <a:gd name="csY12" fmla="*/ 38080 h 111766"/>
                <a:gd name="csX13" fmla="*/ 3266 w 167211"/>
                <a:gd name="csY13" fmla="*/ 40548 h 111766"/>
                <a:gd name="csX14" fmla="*/ 7307 w 167211"/>
                <a:gd name="csY14" fmla="*/ 36107 h 111766"/>
                <a:gd name="csX15" fmla="*/ 32819 w 167211"/>
                <a:gd name="csY15" fmla="*/ 5513 h 111766"/>
                <a:gd name="csX16" fmla="*/ 39133 w 167211"/>
                <a:gd name="csY16" fmla="*/ 13655 h 111766"/>
                <a:gd name="csX17" fmla="*/ 34587 w 167211"/>
                <a:gd name="csY17" fmla="*/ 30925 h 111766"/>
                <a:gd name="csX18" fmla="*/ 20442 w 167211"/>
                <a:gd name="csY18" fmla="*/ 80764 h 111766"/>
                <a:gd name="csX19" fmla="*/ 56309 w 167211"/>
                <a:gd name="csY19" fmla="*/ 111851 h 111766"/>
                <a:gd name="csX20" fmla="*/ 82578 w 167211"/>
                <a:gd name="csY20" fmla="*/ 94580 h 111766"/>
                <a:gd name="csX21" fmla="*/ 114151 w 167211"/>
                <a:gd name="csY21" fmla="*/ 111851 h 111766"/>
                <a:gd name="csX22" fmla="*/ 150776 w 167211"/>
                <a:gd name="csY22" fmla="*/ 81504 h 111766"/>
                <a:gd name="csX23" fmla="*/ 167447 w 167211"/>
                <a:gd name="csY23" fmla="*/ 17355 h 111766"/>
                <a:gd name="csX24" fmla="*/ 156333 w 167211"/>
                <a:gd name="csY24" fmla="*/ 85 h 111766"/>
                <a:gd name="csX25" fmla="*/ 143704 w 167211"/>
                <a:gd name="csY25" fmla="*/ 11927 h 111766"/>
                <a:gd name="csX26" fmla="*/ 147493 w 167211"/>
                <a:gd name="csY26" fmla="*/ 18589 h 111766"/>
                <a:gd name="csX27" fmla="*/ 156586 w 167211"/>
                <a:gd name="csY27" fmla="*/ 39561 h 111766"/>
                <a:gd name="csX28" fmla="*/ 142694 w 167211"/>
                <a:gd name="csY28" fmla="*/ 84711 h 111766"/>
                <a:gd name="csX29" fmla="*/ 114909 w 167211"/>
                <a:gd name="csY29" fmla="*/ 106423 h 111766"/>
                <a:gd name="csX30" fmla="*/ 96218 w 167211"/>
                <a:gd name="csY30" fmla="*/ 84958 h 111766"/>
                <a:gd name="csX31" fmla="*/ 98996 w 167211"/>
                <a:gd name="csY31" fmla="*/ 66947 h 111766"/>
                <a:gd name="csX32" fmla="*/ 109605 w 167211"/>
                <a:gd name="csY32" fmla="*/ 25497 h 1117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167211" h="111766">
                  <a:moveTo>
                    <a:pt x="109605" y="25497"/>
                  </a:moveTo>
                  <a:cubicBezTo>
                    <a:pt x="110868" y="20069"/>
                    <a:pt x="113394" y="10941"/>
                    <a:pt x="113394" y="9460"/>
                  </a:cubicBezTo>
                  <a:cubicBezTo>
                    <a:pt x="113394" y="5019"/>
                    <a:pt x="109857" y="2799"/>
                    <a:pt x="106069" y="2799"/>
                  </a:cubicBezTo>
                  <a:cubicBezTo>
                    <a:pt x="103038" y="2799"/>
                    <a:pt x="98491" y="4772"/>
                    <a:pt x="96723" y="9707"/>
                  </a:cubicBezTo>
                  <a:cubicBezTo>
                    <a:pt x="95965" y="11434"/>
                    <a:pt x="84094" y="58558"/>
                    <a:pt x="82325" y="64973"/>
                  </a:cubicBezTo>
                  <a:cubicBezTo>
                    <a:pt x="80557" y="72375"/>
                    <a:pt x="80052" y="76816"/>
                    <a:pt x="80052" y="81257"/>
                  </a:cubicBezTo>
                  <a:cubicBezTo>
                    <a:pt x="80052" y="83971"/>
                    <a:pt x="80052" y="84465"/>
                    <a:pt x="80305" y="85698"/>
                  </a:cubicBezTo>
                  <a:cubicBezTo>
                    <a:pt x="74495" y="98775"/>
                    <a:pt x="66918" y="106423"/>
                    <a:pt x="57067" y="106423"/>
                  </a:cubicBezTo>
                  <a:cubicBezTo>
                    <a:pt x="36860" y="106423"/>
                    <a:pt x="36860" y="88165"/>
                    <a:pt x="36860" y="83971"/>
                  </a:cubicBezTo>
                  <a:cubicBezTo>
                    <a:pt x="36860" y="76076"/>
                    <a:pt x="38123" y="66454"/>
                    <a:pt x="49995" y="36107"/>
                  </a:cubicBezTo>
                  <a:cubicBezTo>
                    <a:pt x="52773" y="28705"/>
                    <a:pt x="54288" y="25251"/>
                    <a:pt x="54288" y="20316"/>
                  </a:cubicBezTo>
                  <a:cubicBezTo>
                    <a:pt x="54288" y="9214"/>
                    <a:pt x="45953" y="85"/>
                    <a:pt x="33576" y="85"/>
                  </a:cubicBezTo>
                  <a:cubicBezTo>
                    <a:pt x="9581" y="85"/>
                    <a:pt x="235" y="35860"/>
                    <a:pt x="235" y="38080"/>
                  </a:cubicBezTo>
                  <a:cubicBezTo>
                    <a:pt x="235" y="40548"/>
                    <a:pt x="2761" y="40548"/>
                    <a:pt x="3266" y="40548"/>
                  </a:cubicBezTo>
                  <a:cubicBezTo>
                    <a:pt x="5792" y="40548"/>
                    <a:pt x="6045" y="40054"/>
                    <a:pt x="7307" y="36107"/>
                  </a:cubicBezTo>
                  <a:cubicBezTo>
                    <a:pt x="14127" y="13161"/>
                    <a:pt x="23978" y="5513"/>
                    <a:pt x="32819" y="5513"/>
                  </a:cubicBezTo>
                  <a:cubicBezTo>
                    <a:pt x="35092" y="5513"/>
                    <a:pt x="39133" y="5759"/>
                    <a:pt x="39133" y="13655"/>
                  </a:cubicBezTo>
                  <a:cubicBezTo>
                    <a:pt x="39133" y="19823"/>
                    <a:pt x="36355" y="26731"/>
                    <a:pt x="34587" y="30925"/>
                  </a:cubicBezTo>
                  <a:cubicBezTo>
                    <a:pt x="23473" y="60039"/>
                    <a:pt x="20442" y="71388"/>
                    <a:pt x="20442" y="80764"/>
                  </a:cubicBezTo>
                  <a:cubicBezTo>
                    <a:pt x="20442" y="103216"/>
                    <a:pt x="37365" y="111851"/>
                    <a:pt x="56309" y="111851"/>
                  </a:cubicBezTo>
                  <a:cubicBezTo>
                    <a:pt x="60603" y="111851"/>
                    <a:pt x="72475" y="111851"/>
                    <a:pt x="82578" y="94580"/>
                  </a:cubicBezTo>
                  <a:cubicBezTo>
                    <a:pt x="89145" y="110371"/>
                    <a:pt x="106574" y="111851"/>
                    <a:pt x="114151" y="111851"/>
                  </a:cubicBezTo>
                  <a:cubicBezTo>
                    <a:pt x="133095" y="111851"/>
                    <a:pt x="144209" y="96307"/>
                    <a:pt x="150776" y="81504"/>
                  </a:cubicBezTo>
                  <a:cubicBezTo>
                    <a:pt x="159364" y="62259"/>
                    <a:pt x="167447" y="29198"/>
                    <a:pt x="167447" y="17355"/>
                  </a:cubicBezTo>
                  <a:cubicBezTo>
                    <a:pt x="167447" y="3786"/>
                    <a:pt x="160627" y="85"/>
                    <a:pt x="156333" y="85"/>
                  </a:cubicBezTo>
                  <a:cubicBezTo>
                    <a:pt x="150019" y="85"/>
                    <a:pt x="143704" y="6500"/>
                    <a:pt x="143704" y="11927"/>
                  </a:cubicBezTo>
                  <a:cubicBezTo>
                    <a:pt x="143704" y="15135"/>
                    <a:pt x="145219" y="16615"/>
                    <a:pt x="147493" y="18589"/>
                  </a:cubicBezTo>
                  <a:cubicBezTo>
                    <a:pt x="150271" y="21303"/>
                    <a:pt x="156586" y="27718"/>
                    <a:pt x="156586" y="39561"/>
                  </a:cubicBezTo>
                  <a:cubicBezTo>
                    <a:pt x="156586" y="47949"/>
                    <a:pt x="149261" y="72128"/>
                    <a:pt x="142694" y="84711"/>
                  </a:cubicBezTo>
                  <a:cubicBezTo>
                    <a:pt x="136126" y="97788"/>
                    <a:pt x="127286" y="106423"/>
                    <a:pt x="114909" y="106423"/>
                  </a:cubicBezTo>
                  <a:cubicBezTo>
                    <a:pt x="103038" y="106423"/>
                    <a:pt x="96218" y="99021"/>
                    <a:pt x="96218" y="84958"/>
                  </a:cubicBezTo>
                  <a:cubicBezTo>
                    <a:pt x="96218" y="78050"/>
                    <a:pt x="97986" y="70401"/>
                    <a:pt x="98996" y="66947"/>
                  </a:cubicBezTo>
                  <a:lnTo>
                    <a:pt x="109605" y="25497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E30A905-3BE6-04F0-C806-28435027A233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0985681" y="5713318"/>
              <a:ext cx="53573" cy="116232"/>
            </a:xfrm>
            <a:custGeom>
              <a:avLst/>
              <a:gdLst>
                <a:gd name="csX0" fmla="*/ 49219 w 53573"/>
                <a:gd name="csY0" fmla="*/ 6649 h 116232"/>
                <a:gd name="csX1" fmla="*/ 42146 w 53573"/>
                <a:gd name="csY1" fmla="*/ 86 h 116232"/>
                <a:gd name="csX2" fmla="*/ 32245 w 53573"/>
                <a:gd name="csY2" fmla="*/ 9585 h 116232"/>
                <a:gd name="csX3" fmla="*/ 39317 w 53573"/>
                <a:gd name="csY3" fmla="*/ 16148 h 116232"/>
                <a:gd name="csX4" fmla="*/ 49219 w 53573"/>
                <a:gd name="csY4" fmla="*/ 6649 h 116232"/>
                <a:gd name="csX5" fmla="*/ 13149 w 53573"/>
                <a:gd name="csY5" fmla="*/ 94384 h 116232"/>
                <a:gd name="csX6" fmla="*/ 11558 w 53573"/>
                <a:gd name="csY6" fmla="*/ 101638 h 116232"/>
                <a:gd name="csX7" fmla="*/ 28355 w 53573"/>
                <a:gd name="csY7" fmla="*/ 116318 h 116232"/>
                <a:gd name="csX8" fmla="*/ 53816 w 53573"/>
                <a:gd name="csY8" fmla="*/ 89894 h 116232"/>
                <a:gd name="csX9" fmla="*/ 50987 w 53573"/>
                <a:gd name="csY9" fmla="*/ 87649 h 116232"/>
                <a:gd name="csX10" fmla="*/ 47627 w 53573"/>
                <a:gd name="csY10" fmla="*/ 90585 h 116232"/>
                <a:gd name="csX11" fmla="*/ 28885 w 53573"/>
                <a:gd name="csY11" fmla="*/ 111482 h 116232"/>
                <a:gd name="csX12" fmla="*/ 24465 w 53573"/>
                <a:gd name="csY12" fmla="*/ 105438 h 116232"/>
                <a:gd name="csX13" fmla="*/ 27294 w 53573"/>
                <a:gd name="csY13" fmla="*/ 94384 h 116232"/>
                <a:gd name="csX14" fmla="*/ 32952 w 53573"/>
                <a:gd name="csY14" fmla="*/ 80568 h 116232"/>
                <a:gd name="csX15" fmla="*/ 41616 w 53573"/>
                <a:gd name="csY15" fmla="*/ 58634 h 116232"/>
                <a:gd name="csX16" fmla="*/ 42677 w 53573"/>
                <a:gd name="csY16" fmla="*/ 53107 h 116232"/>
                <a:gd name="csX17" fmla="*/ 25880 w 53573"/>
                <a:gd name="csY17" fmla="*/ 38427 h 116232"/>
                <a:gd name="csX18" fmla="*/ 242 w 53573"/>
                <a:gd name="csY18" fmla="*/ 64851 h 116232"/>
                <a:gd name="csX19" fmla="*/ 3248 w 53573"/>
                <a:gd name="csY19" fmla="*/ 67097 h 116232"/>
                <a:gd name="csX20" fmla="*/ 6431 w 53573"/>
                <a:gd name="csY20" fmla="*/ 64333 h 116232"/>
                <a:gd name="csX21" fmla="*/ 25349 w 53573"/>
                <a:gd name="csY21" fmla="*/ 43263 h 116232"/>
                <a:gd name="csX22" fmla="*/ 29769 w 53573"/>
                <a:gd name="csY22" fmla="*/ 49308 h 116232"/>
                <a:gd name="csX23" fmla="*/ 24288 w 53573"/>
                <a:gd name="csY23" fmla="*/ 66578 h 116232"/>
                <a:gd name="csX24" fmla="*/ 13149 w 53573"/>
                <a:gd name="csY24" fmla="*/ 94384 h 1162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53573" h="116232">
                  <a:moveTo>
                    <a:pt x="49219" y="6649"/>
                  </a:moveTo>
                  <a:cubicBezTo>
                    <a:pt x="49219" y="3886"/>
                    <a:pt x="47097" y="86"/>
                    <a:pt x="42146" y="86"/>
                  </a:cubicBezTo>
                  <a:cubicBezTo>
                    <a:pt x="37372" y="86"/>
                    <a:pt x="32245" y="4577"/>
                    <a:pt x="32245" y="9585"/>
                  </a:cubicBezTo>
                  <a:cubicBezTo>
                    <a:pt x="32245" y="12521"/>
                    <a:pt x="34543" y="16148"/>
                    <a:pt x="39317" y="16148"/>
                  </a:cubicBezTo>
                  <a:cubicBezTo>
                    <a:pt x="44445" y="16148"/>
                    <a:pt x="49219" y="11312"/>
                    <a:pt x="49219" y="6649"/>
                  </a:cubicBezTo>
                  <a:close/>
                  <a:moveTo>
                    <a:pt x="13149" y="94384"/>
                  </a:moveTo>
                  <a:cubicBezTo>
                    <a:pt x="12442" y="96630"/>
                    <a:pt x="11558" y="98702"/>
                    <a:pt x="11558" y="101638"/>
                  </a:cubicBezTo>
                  <a:cubicBezTo>
                    <a:pt x="11558" y="109755"/>
                    <a:pt x="18630" y="116318"/>
                    <a:pt x="28355" y="116318"/>
                  </a:cubicBezTo>
                  <a:cubicBezTo>
                    <a:pt x="46036" y="116318"/>
                    <a:pt x="53816" y="92485"/>
                    <a:pt x="53816" y="89894"/>
                  </a:cubicBezTo>
                  <a:cubicBezTo>
                    <a:pt x="53816" y="87649"/>
                    <a:pt x="51517" y="87649"/>
                    <a:pt x="50987" y="87649"/>
                  </a:cubicBezTo>
                  <a:cubicBezTo>
                    <a:pt x="48511" y="87649"/>
                    <a:pt x="48335" y="88685"/>
                    <a:pt x="47627" y="90585"/>
                  </a:cubicBezTo>
                  <a:cubicBezTo>
                    <a:pt x="43561" y="104401"/>
                    <a:pt x="35781" y="111482"/>
                    <a:pt x="28885" y="111482"/>
                  </a:cubicBezTo>
                  <a:cubicBezTo>
                    <a:pt x="25349" y="111482"/>
                    <a:pt x="24465" y="109237"/>
                    <a:pt x="24465" y="105438"/>
                  </a:cubicBezTo>
                  <a:cubicBezTo>
                    <a:pt x="24465" y="101465"/>
                    <a:pt x="25703" y="98184"/>
                    <a:pt x="27294" y="94384"/>
                  </a:cubicBezTo>
                  <a:cubicBezTo>
                    <a:pt x="29062" y="89721"/>
                    <a:pt x="31007" y="85058"/>
                    <a:pt x="32952" y="80568"/>
                  </a:cubicBezTo>
                  <a:cubicBezTo>
                    <a:pt x="34543" y="76423"/>
                    <a:pt x="40909" y="60706"/>
                    <a:pt x="41616" y="58634"/>
                  </a:cubicBezTo>
                  <a:cubicBezTo>
                    <a:pt x="42146" y="56907"/>
                    <a:pt x="42677" y="54834"/>
                    <a:pt x="42677" y="53107"/>
                  </a:cubicBezTo>
                  <a:cubicBezTo>
                    <a:pt x="42677" y="44990"/>
                    <a:pt x="35604" y="38427"/>
                    <a:pt x="25880" y="38427"/>
                  </a:cubicBezTo>
                  <a:cubicBezTo>
                    <a:pt x="8375" y="38427"/>
                    <a:pt x="242" y="61915"/>
                    <a:pt x="242" y="64851"/>
                  </a:cubicBezTo>
                  <a:cubicBezTo>
                    <a:pt x="242" y="67097"/>
                    <a:pt x="2718" y="67097"/>
                    <a:pt x="3248" y="67097"/>
                  </a:cubicBezTo>
                  <a:cubicBezTo>
                    <a:pt x="5723" y="67097"/>
                    <a:pt x="5900" y="66233"/>
                    <a:pt x="6431" y="64333"/>
                  </a:cubicBezTo>
                  <a:cubicBezTo>
                    <a:pt x="11028" y="49480"/>
                    <a:pt x="18807" y="43263"/>
                    <a:pt x="25349" y="43263"/>
                  </a:cubicBezTo>
                  <a:cubicBezTo>
                    <a:pt x="28178" y="43263"/>
                    <a:pt x="29769" y="44645"/>
                    <a:pt x="29769" y="49308"/>
                  </a:cubicBezTo>
                  <a:cubicBezTo>
                    <a:pt x="29769" y="53280"/>
                    <a:pt x="28709" y="55871"/>
                    <a:pt x="24288" y="66578"/>
                  </a:cubicBezTo>
                  <a:lnTo>
                    <a:pt x="13149" y="94384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1532F9C-C643-5D7E-EEA3-7F0AE0FAC7C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1067931" y="5780328"/>
              <a:ext cx="119523" cy="8462"/>
            </a:xfrm>
            <a:custGeom>
              <a:avLst/>
              <a:gdLst>
                <a:gd name="csX0" fmla="*/ 112696 w 119523"/>
                <a:gd name="csY0" fmla="*/ 8549 h 8462"/>
                <a:gd name="csX1" fmla="*/ 119769 w 119523"/>
                <a:gd name="csY1" fmla="*/ 4404 h 8462"/>
                <a:gd name="csX2" fmla="*/ 112696 w 119523"/>
                <a:gd name="csY2" fmla="*/ 86 h 8462"/>
                <a:gd name="csX3" fmla="*/ 7317 w 119523"/>
                <a:gd name="csY3" fmla="*/ 86 h 8462"/>
                <a:gd name="csX4" fmla="*/ 245 w 119523"/>
                <a:gd name="csY4" fmla="*/ 4231 h 8462"/>
                <a:gd name="csX5" fmla="*/ 7317 w 119523"/>
                <a:gd name="csY5" fmla="*/ 8549 h 8462"/>
                <a:gd name="csX6" fmla="*/ 112696 w 119523"/>
                <a:gd name="csY6" fmla="*/ 8549 h 84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9523" h="8462">
                  <a:moveTo>
                    <a:pt x="112696" y="8549"/>
                  </a:moveTo>
                  <a:cubicBezTo>
                    <a:pt x="115525" y="8549"/>
                    <a:pt x="119769" y="8549"/>
                    <a:pt x="119769" y="4404"/>
                  </a:cubicBezTo>
                  <a:cubicBezTo>
                    <a:pt x="119769" y="86"/>
                    <a:pt x="115702" y="86"/>
                    <a:pt x="112696" y="86"/>
                  </a:cubicBezTo>
                  <a:lnTo>
                    <a:pt x="7317" y="86"/>
                  </a:lnTo>
                  <a:cubicBezTo>
                    <a:pt x="4488" y="86"/>
                    <a:pt x="245" y="86"/>
                    <a:pt x="245" y="4231"/>
                  </a:cubicBezTo>
                  <a:cubicBezTo>
                    <a:pt x="245" y="8549"/>
                    <a:pt x="4312" y="8549"/>
                    <a:pt x="7317" y="8549"/>
                  </a:cubicBezTo>
                  <a:lnTo>
                    <a:pt x="112696" y="8549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0CEEAB5-5BC6-533B-DF89-74E591587800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1225975" y="5713145"/>
              <a:ext cx="64358" cy="114677"/>
            </a:xfrm>
            <a:custGeom>
              <a:avLst/>
              <a:gdLst>
                <a:gd name="csX0" fmla="*/ 40210 w 64358"/>
                <a:gd name="csY0" fmla="*/ 4922 h 114677"/>
                <a:gd name="csX1" fmla="*/ 34906 w 64358"/>
                <a:gd name="csY1" fmla="*/ 86 h 114677"/>
                <a:gd name="csX2" fmla="*/ 251 w 64358"/>
                <a:gd name="csY2" fmla="*/ 11139 h 114677"/>
                <a:gd name="csX3" fmla="*/ 251 w 64358"/>
                <a:gd name="csY3" fmla="*/ 17357 h 114677"/>
                <a:gd name="csX4" fmla="*/ 25889 w 64358"/>
                <a:gd name="csY4" fmla="*/ 12521 h 114677"/>
                <a:gd name="csX5" fmla="*/ 25889 w 64358"/>
                <a:gd name="csY5" fmla="*/ 100602 h 114677"/>
                <a:gd name="csX6" fmla="*/ 8208 w 64358"/>
                <a:gd name="csY6" fmla="*/ 108546 h 114677"/>
                <a:gd name="csX7" fmla="*/ 1489 w 64358"/>
                <a:gd name="csY7" fmla="*/ 108546 h 114677"/>
                <a:gd name="csX8" fmla="*/ 1489 w 64358"/>
                <a:gd name="csY8" fmla="*/ 114764 h 114677"/>
                <a:gd name="csX9" fmla="*/ 32961 w 64358"/>
                <a:gd name="csY9" fmla="*/ 114073 h 114677"/>
                <a:gd name="csX10" fmla="*/ 64610 w 64358"/>
                <a:gd name="csY10" fmla="*/ 114764 h 114677"/>
                <a:gd name="csX11" fmla="*/ 64610 w 64358"/>
                <a:gd name="csY11" fmla="*/ 108546 h 114677"/>
                <a:gd name="csX12" fmla="*/ 57891 w 64358"/>
                <a:gd name="csY12" fmla="*/ 108546 h 114677"/>
                <a:gd name="csX13" fmla="*/ 40210 w 64358"/>
                <a:gd name="csY13" fmla="*/ 100602 h 114677"/>
                <a:gd name="csX14" fmla="*/ 40210 w 64358"/>
                <a:gd name="csY14" fmla="*/ 4922 h 114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64358" h="114677">
                  <a:moveTo>
                    <a:pt x="40210" y="4922"/>
                  </a:moveTo>
                  <a:cubicBezTo>
                    <a:pt x="40210" y="259"/>
                    <a:pt x="39857" y="86"/>
                    <a:pt x="34906" y="86"/>
                  </a:cubicBezTo>
                  <a:cubicBezTo>
                    <a:pt x="23590" y="10967"/>
                    <a:pt x="7500" y="11139"/>
                    <a:pt x="251" y="11139"/>
                  </a:cubicBezTo>
                  <a:lnTo>
                    <a:pt x="251" y="17357"/>
                  </a:lnTo>
                  <a:cubicBezTo>
                    <a:pt x="4495" y="17357"/>
                    <a:pt x="16164" y="17357"/>
                    <a:pt x="25889" y="12521"/>
                  </a:cubicBezTo>
                  <a:lnTo>
                    <a:pt x="25889" y="100602"/>
                  </a:lnTo>
                  <a:cubicBezTo>
                    <a:pt x="25889" y="106301"/>
                    <a:pt x="25889" y="108546"/>
                    <a:pt x="8208" y="108546"/>
                  </a:cubicBezTo>
                  <a:lnTo>
                    <a:pt x="1489" y="108546"/>
                  </a:lnTo>
                  <a:lnTo>
                    <a:pt x="1489" y="114764"/>
                  </a:lnTo>
                  <a:cubicBezTo>
                    <a:pt x="4672" y="114591"/>
                    <a:pt x="26419" y="114073"/>
                    <a:pt x="32961" y="114073"/>
                  </a:cubicBezTo>
                  <a:cubicBezTo>
                    <a:pt x="38442" y="114073"/>
                    <a:pt x="60720" y="114591"/>
                    <a:pt x="64610" y="114764"/>
                  </a:cubicBezTo>
                  <a:lnTo>
                    <a:pt x="64610" y="108546"/>
                  </a:lnTo>
                  <a:lnTo>
                    <a:pt x="57891" y="108546"/>
                  </a:lnTo>
                  <a:cubicBezTo>
                    <a:pt x="40210" y="108546"/>
                    <a:pt x="40210" y="106301"/>
                    <a:pt x="40210" y="100602"/>
                  </a:cubicBezTo>
                  <a:lnTo>
                    <a:pt x="40210" y="4922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E5C76AC-C6DA-A0D1-D8FB-49454E9CE964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1341737" y="5764661"/>
              <a:ext cx="29552" cy="73770"/>
            </a:xfrm>
            <a:custGeom>
              <a:avLst/>
              <a:gdLst>
                <a:gd name="csX0" fmla="*/ 29808 w 29552"/>
                <a:gd name="csY0" fmla="*/ 25991 h 73770"/>
                <a:gd name="csX1" fmla="*/ 13643 w 29552"/>
                <a:gd name="csY1" fmla="*/ 85 h 73770"/>
                <a:gd name="csX2" fmla="*/ 256 w 29552"/>
                <a:gd name="csY2" fmla="*/ 13161 h 73770"/>
                <a:gd name="csX3" fmla="*/ 13643 w 29552"/>
                <a:gd name="csY3" fmla="*/ 26238 h 73770"/>
                <a:gd name="csX4" fmla="*/ 22483 w 29552"/>
                <a:gd name="csY4" fmla="*/ 23030 h 73770"/>
                <a:gd name="csX5" fmla="*/ 23746 w 29552"/>
                <a:gd name="csY5" fmla="*/ 22290 h 73770"/>
                <a:gd name="csX6" fmla="*/ 24251 w 29552"/>
                <a:gd name="csY6" fmla="*/ 25991 h 73770"/>
                <a:gd name="csX7" fmla="*/ 7076 w 29552"/>
                <a:gd name="csY7" fmla="*/ 67194 h 73770"/>
                <a:gd name="csX8" fmla="*/ 4297 w 29552"/>
                <a:gd name="csY8" fmla="*/ 71141 h 73770"/>
                <a:gd name="csX9" fmla="*/ 6823 w 29552"/>
                <a:gd name="csY9" fmla="*/ 73855 h 73770"/>
                <a:gd name="csX10" fmla="*/ 29808 w 29552"/>
                <a:gd name="csY10" fmla="*/ 25991 h 737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552" h="73770">
                  <a:moveTo>
                    <a:pt x="29808" y="25991"/>
                  </a:moveTo>
                  <a:cubicBezTo>
                    <a:pt x="29808" y="9707"/>
                    <a:pt x="23494" y="85"/>
                    <a:pt x="13643" y="85"/>
                  </a:cubicBezTo>
                  <a:cubicBezTo>
                    <a:pt x="5307" y="85"/>
                    <a:pt x="256" y="6253"/>
                    <a:pt x="256" y="13161"/>
                  </a:cubicBezTo>
                  <a:cubicBezTo>
                    <a:pt x="256" y="19823"/>
                    <a:pt x="5307" y="26238"/>
                    <a:pt x="13643" y="26238"/>
                  </a:cubicBezTo>
                  <a:cubicBezTo>
                    <a:pt x="16674" y="26238"/>
                    <a:pt x="19957" y="25251"/>
                    <a:pt x="22483" y="23030"/>
                  </a:cubicBezTo>
                  <a:cubicBezTo>
                    <a:pt x="23241" y="22537"/>
                    <a:pt x="23494" y="22290"/>
                    <a:pt x="23746" y="22290"/>
                  </a:cubicBezTo>
                  <a:cubicBezTo>
                    <a:pt x="23999" y="22290"/>
                    <a:pt x="24251" y="22537"/>
                    <a:pt x="24251" y="25991"/>
                  </a:cubicBezTo>
                  <a:cubicBezTo>
                    <a:pt x="24251" y="44248"/>
                    <a:pt x="15411" y="59052"/>
                    <a:pt x="7076" y="67194"/>
                  </a:cubicBezTo>
                  <a:cubicBezTo>
                    <a:pt x="4297" y="69908"/>
                    <a:pt x="4297" y="70401"/>
                    <a:pt x="4297" y="71141"/>
                  </a:cubicBezTo>
                  <a:cubicBezTo>
                    <a:pt x="4297" y="72869"/>
                    <a:pt x="5560" y="73855"/>
                    <a:pt x="6823" y="73855"/>
                  </a:cubicBezTo>
                  <a:cubicBezTo>
                    <a:pt x="9601" y="73855"/>
                    <a:pt x="29808" y="54858"/>
                    <a:pt x="29808" y="25991"/>
                  </a:cubicBez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BDC2AA9-319D-DA43-4637-D22CEB25F1C1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1439600" y="5681762"/>
              <a:ext cx="167211" cy="111766"/>
            </a:xfrm>
            <a:custGeom>
              <a:avLst/>
              <a:gdLst>
                <a:gd name="csX0" fmla="*/ 109630 w 167211"/>
                <a:gd name="csY0" fmla="*/ 25497 h 111766"/>
                <a:gd name="csX1" fmla="*/ 113419 w 167211"/>
                <a:gd name="csY1" fmla="*/ 9460 h 111766"/>
                <a:gd name="csX2" fmla="*/ 106094 w 167211"/>
                <a:gd name="csY2" fmla="*/ 2799 h 111766"/>
                <a:gd name="csX3" fmla="*/ 96748 w 167211"/>
                <a:gd name="csY3" fmla="*/ 9707 h 111766"/>
                <a:gd name="csX4" fmla="*/ 82351 w 167211"/>
                <a:gd name="csY4" fmla="*/ 64973 h 111766"/>
                <a:gd name="csX5" fmla="*/ 80077 w 167211"/>
                <a:gd name="csY5" fmla="*/ 81257 h 111766"/>
                <a:gd name="csX6" fmla="*/ 80330 w 167211"/>
                <a:gd name="csY6" fmla="*/ 85698 h 111766"/>
                <a:gd name="csX7" fmla="*/ 57092 w 167211"/>
                <a:gd name="csY7" fmla="*/ 106423 h 111766"/>
                <a:gd name="csX8" fmla="*/ 36885 w 167211"/>
                <a:gd name="csY8" fmla="*/ 83971 h 111766"/>
                <a:gd name="csX9" fmla="*/ 50020 w 167211"/>
                <a:gd name="csY9" fmla="*/ 36107 h 111766"/>
                <a:gd name="csX10" fmla="*/ 54314 w 167211"/>
                <a:gd name="csY10" fmla="*/ 20316 h 111766"/>
                <a:gd name="csX11" fmla="*/ 33601 w 167211"/>
                <a:gd name="csY11" fmla="*/ 85 h 111766"/>
                <a:gd name="csX12" fmla="*/ 260 w 167211"/>
                <a:gd name="csY12" fmla="*/ 38080 h 111766"/>
                <a:gd name="csX13" fmla="*/ 3291 w 167211"/>
                <a:gd name="csY13" fmla="*/ 40548 h 111766"/>
                <a:gd name="csX14" fmla="*/ 7333 w 167211"/>
                <a:gd name="csY14" fmla="*/ 36107 h 111766"/>
                <a:gd name="csX15" fmla="*/ 32844 w 167211"/>
                <a:gd name="csY15" fmla="*/ 5513 h 111766"/>
                <a:gd name="csX16" fmla="*/ 39158 w 167211"/>
                <a:gd name="csY16" fmla="*/ 13655 h 111766"/>
                <a:gd name="csX17" fmla="*/ 34612 w 167211"/>
                <a:gd name="csY17" fmla="*/ 30925 h 111766"/>
                <a:gd name="csX18" fmla="*/ 20467 w 167211"/>
                <a:gd name="csY18" fmla="*/ 80764 h 111766"/>
                <a:gd name="csX19" fmla="*/ 56334 w 167211"/>
                <a:gd name="csY19" fmla="*/ 111851 h 111766"/>
                <a:gd name="csX20" fmla="*/ 82603 w 167211"/>
                <a:gd name="csY20" fmla="*/ 94580 h 111766"/>
                <a:gd name="csX21" fmla="*/ 114176 w 167211"/>
                <a:gd name="csY21" fmla="*/ 111851 h 111766"/>
                <a:gd name="csX22" fmla="*/ 150801 w 167211"/>
                <a:gd name="csY22" fmla="*/ 81504 h 111766"/>
                <a:gd name="csX23" fmla="*/ 167472 w 167211"/>
                <a:gd name="csY23" fmla="*/ 17355 h 111766"/>
                <a:gd name="csX24" fmla="*/ 156358 w 167211"/>
                <a:gd name="csY24" fmla="*/ 85 h 111766"/>
                <a:gd name="csX25" fmla="*/ 143729 w 167211"/>
                <a:gd name="csY25" fmla="*/ 11927 h 111766"/>
                <a:gd name="csX26" fmla="*/ 147518 w 167211"/>
                <a:gd name="csY26" fmla="*/ 18589 h 111766"/>
                <a:gd name="csX27" fmla="*/ 156611 w 167211"/>
                <a:gd name="csY27" fmla="*/ 39561 h 111766"/>
                <a:gd name="csX28" fmla="*/ 142719 w 167211"/>
                <a:gd name="csY28" fmla="*/ 84711 h 111766"/>
                <a:gd name="csX29" fmla="*/ 114934 w 167211"/>
                <a:gd name="csY29" fmla="*/ 106423 h 111766"/>
                <a:gd name="csX30" fmla="*/ 96243 w 167211"/>
                <a:gd name="csY30" fmla="*/ 84958 h 111766"/>
                <a:gd name="csX31" fmla="*/ 99021 w 167211"/>
                <a:gd name="csY31" fmla="*/ 66947 h 111766"/>
                <a:gd name="csX32" fmla="*/ 109630 w 167211"/>
                <a:gd name="csY32" fmla="*/ 25497 h 1117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167211" h="111766">
                  <a:moveTo>
                    <a:pt x="109630" y="25497"/>
                  </a:moveTo>
                  <a:cubicBezTo>
                    <a:pt x="110893" y="20069"/>
                    <a:pt x="113419" y="10941"/>
                    <a:pt x="113419" y="9460"/>
                  </a:cubicBezTo>
                  <a:cubicBezTo>
                    <a:pt x="113419" y="5019"/>
                    <a:pt x="109882" y="2799"/>
                    <a:pt x="106094" y="2799"/>
                  </a:cubicBezTo>
                  <a:cubicBezTo>
                    <a:pt x="103063" y="2799"/>
                    <a:pt x="98516" y="4772"/>
                    <a:pt x="96748" y="9707"/>
                  </a:cubicBezTo>
                  <a:cubicBezTo>
                    <a:pt x="95990" y="11434"/>
                    <a:pt x="84119" y="58558"/>
                    <a:pt x="82351" y="64973"/>
                  </a:cubicBezTo>
                  <a:cubicBezTo>
                    <a:pt x="80582" y="72375"/>
                    <a:pt x="80077" y="76816"/>
                    <a:pt x="80077" y="81257"/>
                  </a:cubicBezTo>
                  <a:cubicBezTo>
                    <a:pt x="80077" y="83971"/>
                    <a:pt x="80077" y="84465"/>
                    <a:pt x="80330" y="85698"/>
                  </a:cubicBezTo>
                  <a:cubicBezTo>
                    <a:pt x="74520" y="98775"/>
                    <a:pt x="66943" y="106423"/>
                    <a:pt x="57092" y="106423"/>
                  </a:cubicBezTo>
                  <a:cubicBezTo>
                    <a:pt x="36885" y="106423"/>
                    <a:pt x="36885" y="88165"/>
                    <a:pt x="36885" y="83971"/>
                  </a:cubicBezTo>
                  <a:cubicBezTo>
                    <a:pt x="36885" y="76076"/>
                    <a:pt x="38148" y="66454"/>
                    <a:pt x="50020" y="36107"/>
                  </a:cubicBezTo>
                  <a:cubicBezTo>
                    <a:pt x="52798" y="28705"/>
                    <a:pt x="54314" y="25251"/>
                    <a:pt x="54314" y="20316"/>
                  </a:cubicBezTo>
                  <a:cubicBezTo>
                    <a:pt x="54314" y="9214"/>
                    <a:pt x="45978" y="85"/>
                    <a:pt x="33601" y="85"/>
                  </a:cubicBezTo>
                  <a:cubicBezTo>
                    <a:pt x="9606" y="85"/>
                    <a:pt x="260" y="35860"/>
                    <a:pt x="260" y="38080"/>
                  </a:cubicBezTo>
                  <a:cubicBezTo>
                    <a:pt x="260" y="40548"/>
                    <a:pt x="2786" y="40548"/>
                    <a:pt x="3291" y="40548"/>
                  </a:cubicBezTo>
                  <a:cubicBezTo>
                    <a:pt x="5817" y="40548"/>
                    <a:pt x="6070" y="40054"/>
                    <a:pt x="7333" y="36107"/>
                  </a:cubicBezTo>
                  <a:cubicBezTo>
                    <a:pt x="14152" y="13161"/>
                    <a:pt x="24003" y="5513"/>
                    <a:pt x="32844" y="5513"/>
                  </a:cubicBezTo>
                  <a:cubicBezTo>
                    <a:pt x="35117" y="5513"/>
                    <a:pt x="39158" y="5759"/>
                    <a:pt x="39158" y="13655"/>
                  </a:cubicBezTo>
                  <a:cubicBezTo>
                    <a:pt x="39158" y="19823"/>
                    <a:pt x="36380" y="26731"/>
                    <a:pt x="34612" y="30925"/>
                  </a:cubicBezTo>
                  <a:cubicBezTo>
                    <a:pt x="23498" y="60039"/>
                    <a:pt x="20467" y="71388"/>
                    <a:pt x="20467" y="80764"/>
                  </a:cubicBezTo>
                  <a:cubicBezTo>
                    <a:pt x="20467" y="103216"/>
                    <a:pt x="37390" y="111851"/>
                    <a:pt x="56334" y="111851"/>
                  </a:cubicBezTo>
                  <a:cubicBezTo>
                    <a:pt x="60628" y="111851"/>
                    <a:pt x="72500" y="111851"/>
                    <a:pt x="82603" y="94580"/>
                  </a:cubicBezTo>
                  <a:cubicBezTo>
                    <a:pt x="89170" y="110371"/>
                    <a:pt x="106599" y="111851"/>
                    <a:pt x="114176" y="111851"/>
                  </a:cubicBezTo>
                  <a:cubicBezTo>
                    <a:pt x="133120" y="111851"/>
                    <a:pt x="144234" y="96307"/>
                    <a:pt x="150801" y="81504"/>
                  </a:cubicBezTo>
                  <a:cubicBezTo>
                    <a:pt x="159389" y="62259"/>
                    <a:pt x="167472" y="29198"/>
                    <a:pt x="167472" y="17355"/>
                  </a:cubicBezTo>
                  <a:cubicBezTo>
                    <a:pt x="167472" y="3786"/>
                    <a:pt x="160652" y="85"/>
                    <a:pt x="156358" y="85"/>
                  </a:cubicBezTo>
                  <a:cubicBezTo>
                    <a:pt x="150044" y="85"/>
                    <a:pt x="143729" y="6500"/>
                    <a:pt x="143729" y="11927"/>
                  </a:cubicBezTo>
                  <a:cubicBezTo>
                    <a:pt x="143729" y="15135"/>
                    <a:pt x="145244" y="16615"/>
                    <a:pt x="147518" y="18589"/>
                  </a:cubicBezTo>
                  <a:cubicBezTo>
                    <a:pt x="150296" y="21303"/>
                    <a:pt x="156611" y="27718"/>
                    <a:pt x="156611" y="39561"/>
                  </a:cubicBezTo>
                  <a:cubicBezTo>
                    <a:pt x="156611" y="47949"/>
                    <a:pt x="149286" y="72128"/>
                    <a:pt x="142719" y="84711"/>
                  </a:cubicBezTo>
                  <a:cubicBezTo>
                    <a:pt x="136151" y="97788"/>
                    <a:pt x="127311" y="106423"/>
                    <a:pt x="114934" y="106423"/>
                  </a:cubicBezTo>
                  <a:cubicBezTo>
                    <a:pt x="103063" y="106423"/>
                    <a:pt x="96243" y="99021"/>
                    <a:pt x="96243" y="84958"/>
                  </a:cubicBezTo>
                  <a:cubicBezTo>
                    <a:pt x="96243" y="78050"/>
                    <a:pt x="98011" y="70401"/>
                    <a:pt x="99021" y="66947"/>
                  </a:cubicBezTo>
                  <a:lnTo>
                    <a:pt x="109630" y="25497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6C4A47F-C640-ADA9-E3CA-AC57E1B9B5D7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1621415" y="5713318"/>
              <a:ext cx="53573" cy="116232"/>
            </a:xfrm>
            <a:custGeom>
              <a:avLst/>
              <a:gdLst>
                <a:gd name="csX0" fmla="*/ 49244 w 53573"/>
                <a:gd name="csY0" fmla="*/ 6649 h 116232"/>
                <a:gd name="csX1" fmla="*/ 42171 w 53573"/>
                <a:gd name="csY1" fmla="*/ 86 h 116232"/>
                <a:gd name="csX2" fmla="*/ 32270 w 53573"/>
                <a:gd name="csY2" fmla="*/ 9585 h 116232"/>
                <a:gd name="csX3" fmla="*/ 39342 w 53573"/>
                <a:gd name="csY3" fmla="*/ 16148 h 116232"/>
                <a:gd name="csX4" fmla="*/ 49244 w 53573"/>
                <a:gd name="csY4" fmla="*/ 6649 h 116232"/>
                <a:gd name="csX5" fmla="*/ 13174 w 53573"/>
                <a:gd name="csY5" fmla="*/ 94384 h 116232"/>
                <a:gd name="csX6" fmla="*/ 11583 w 53573"/>
                <a:gd name="csY6" fmla="*/ 101638 h 116232"/>
                <a:gd name="csX7" fmla="*/ 28380 w 53573"/>
                <a:gd name="csY7" fmla="*/ 116318 h 116232"/>
                <a:gd name="csX8" fmla="*/ 53841 w 53573"/>
                <a:gd name="csY8" fmla="*/ 89894 h 116232"/>
                <a:gd name="csX9" fmla="*/ 51012 w 53573"/>
                <a:gd name="csY9" fmla="*/ 87649 h 116232"/>
                <a:gd name="csX10" fmla="*/ 47652 w 53573"/>
                <a:gd name="csY10" fmla="*/ 90585 h 116232"/>
                <a:gd name="csX11" fmla="*/ 28911 w 53573"/>
                <a:gd name="csY11" fmla="*/ 111482 h 116232"/>
                <a:gd name="csX12" fmla="*/ 24490 w 53573"/>
                <a:gd name="csY12" fmla="*/ 105438 h 116232"/>
                <a:gd name="csX13" fmla="*/ 27319 w 53573"/>
                <a:gd name="csY13" fmla="*/ 94384 h 116232"/>
                <a:gd name="csX14" fmla="*/ 32977 w 53573"/>
                <a:gd name="csY14" fmla="*/ 80568 h 116232"/>
                <a:gd name="csX15" fmla="*/ 41641 w 53573"/>
                <a:gd name="csY15" fmla="*/ 58634 h 116232"/>
                <a:gd name="csX16" fmla="*/ 42702 w 53573"/>
                <a:gd name="csY16" fmla="*/ 53107 h 116232"/>
                <a:gd name="csX17" fmla="*/ 25905 w 53573"/>
                <a:gd name="csY17" fmla="*/ 38427 h 116232"/>
                <a:gd name="csX18" fmla="*/ 267 w 53573"/>
                <a:gd name="csY18" fmla="*/ 64851 h 116232"/>
                <a:gd name="csX19" fmla="*/ 3273 w 53573"/>
                <a:gd name="csY19" fmla="*/ 67097 h 116232"/>
                <a:gd name="csX20" fmla="*/ 6456 w 53573"/>
                <a:gd name="csY20" fmla="*/ 64333 h 116232"/>
                <a:gd name="csX21" fmla="*/ 25374 w 53573"/>
                <a:gd name="csY21" fmla="*/ 43263 h 116232"/>
                <a:gd name="csX22" fmla="*/ 29795 w 53573"/>
                <a:gd name="csY22" fmla="*/ 49308 h 116232"/>
                <a:gd name="csX23" fmla="*/ 24313 w 53573"/>
                <a:gd name="csY23" fmla="*/ 66578 h 116232"/>
                <a:gd name="csX24" fmla="*/ 13174 w 53573"/>
                <a:gd name="csY24" fmla="*/ 94384 h 1162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53573" h="116232">
                  <a:moveTo>
                    <a:pt x="49244" y="6649"/>
                  </a:moveTo>
                  <a:cubicBezTo>
                    <a:pt x="49244" y="3886"/>
                    <a:pt x="47122" y="86"/>
                    <a:pt x="42171" y="86"/>
                  </a:cubicBezTo>
                  <a:cubicBezTo>
                    <a:pt x="37397" y="86"/>
                    <a:pt x="32270" y="4577"/>
                    <a:pt x="32270" y="9585"/>
                  </a:cubicBezTo>
                  <a:cubicBezTo>
                    <a:pt x="32270" y="12521"/>
                    <a:pt x="34568" y="16148"/>
                    <a:pt x="39342" y="16148"/>
                  </a:cubicBezTo>
                  <a:cubicBezTo>
                    <a:pt x="44470" y="16148"/>
                    <a:pt x="49244" y="11312"/>
                    <a:pt x="49244" y="6649"/>
                  </a:cubicBezTo>
                  <a:close/>
                  <a:moveTo>
                    <a:pt x="13174" y="94384"/>
                  </a:moveTo>
                  <a:cubicBezTo>
                    <a:pt x="12467" y="96630"/>
                    <a:pt x="11583" y="98702"/>
                    <a:pt x="11583" y="101638"/>
                  </a:cubicBezTo>
                  <a:cubicBezTo>
                    <a:pt x="11583" y="109755"/>
                    <a:pt x="18656" y="116318"/>
                    <a:pt x="28380" y="116318"/>
                  </a:cubicBezTo>
                  <a:cubicBezTo>
                    <a:pt x="46061" y="116318"/>
                    <a:pt x="53841" y="92485"/>
                    <a:pt x="53841" y="89894"/>
                  </a:cubicBezTo>
                  <a:cubicBezTo>
                    <a:pt x="53841" y="87649"/>
                    <a:pt x="51542" y="87649"/>
                    <a:pt x="51012" y="87649"/>
                  </a:cubicBezTo>
                  <a:cubicBezTo>
                    <a:pt x="48536" y="87649"/>
                    <a:pt x="48360" y="88685"/>
                    <a:pt x="47652" y="90585"/>
                  </a:cubicBezTo>
                  <a:cubicBezTo>
                    <a:pt x="43586" y="104401"/>
                    <a:pt x="35806" y="111482"/>
                    <a:pt x="28911" y="111482"/>
                  </a:cubicBezTo>
                  <a:cubicBezTo>
                    <a:pt x="25374" y="111482"/>
                    <a:pt x="24490" y="109237"/>
                    <a:pt x="24490" y="105438"/>
                  </a:cubicBezTo>
                  <a:cubicBezTo>
                    <a:pt x="24490" y="101465"/>
                    <a:pt x="25728" y="98184"/>
                    <a:pt x="27319" y="94384"/>
                  </a:cubicBezTo>
                  <a:cubicBezTo>
                    <a:pt x="29087" y="89721"/>
                    <a:pt x="31032" y="85058"/>
                    <a:pt x="32977" y="80568"/>
                  </a:cubicBezTo>
                  <a:cubicBezTo>
                    <a:pt x="34568" y="76423"/>
                    <a:pt x="40934" y="60706"/>
                    <a:pt x="41641" y="58634"/>
                  </a:cubicBezTo>
                  <a:cubicBezTo>
                    <a:pt x="42171" y="56907"/>
                    <a:pt x="42702" y="54834"/>
                    <a:pt x="42702" y="53107"/>
                  </a:cubicBezTo>
                  <a:cubicBezTo>
                    <a:pt x="42702" y="44990"/>
                    <a:pt x="35629" y="38427"/>
                    <a:pt x="25905" y="38427"/>
                  </a:cubicBezTo>
                  <a:cubicBezTo>
                    <a:pt x="8401" y="38427"/>
                    <a:pt x="267" y="61915"/>
                    <a:pt x="267" y="64851"/>
                  </a:cubicBezTo>
                  <a:cubicBezTo>
                    <a:pt x="267" y="67097"/>
                    <a:pt x="2743" y="67097"/>
                    <a:pt x="3273" y="67097"/>
                  </a:cubicBezTo>
                  <a:cubicBezTo>
                    <a:pt x="5748" y="67097"/>
                    <a:pt x="5925" y="66233"/>
                    <a:pt x="6456" y="64333"/>
                  </a:cubicBezTo>
                  <a:cubicBezTo>
                    <a:pt x="11053" y="49480"/>
                    <a:pt x="18832" y="43263"/>
                    <a:pt x="25374" y="43263"/>
                  </a:cubicBezTo>
                  <a:cubicBezTo>
                    <a:pt x="28203" y="43263"/>
                    <a:pt x="29795" y="44645"/>
                    <a:pt x="29795" y="49308"/>
                  </a:cubicBezTo>
                  <a:cubicBezTo>
                    <a:pt x="29795" y="53280"/>
                    <a:pt x="28734" y="55871"/>
                    <a:pt x="24313" y="66578"/>
                  </a:cubicBezTo>
                  <a:lnTo>
                    <a:pt x="13174" y="94384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CC04D74-8FB6-5CD5-B40E-EA8F343BEE7B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1696946" y="5720917"/>
              <a:ext cx="130132" cy="127285"/>
            </a:xfrm>
            <a:custGeom>
              <a:avLst/>
              <a:gdLst>
                <a:gd name="csX0" fmla="*/ 69757 w 130132"/>
                <a:gd name="csY0" fmla="*/ 67960 h 127285"/>
                <a:gd name="csX1" fmla="*/ 123860 w 130132"/>
                <a:gd name="csY1" fmla="*/ 67960 h 127285"/>
                <a:gd name="csX2" fmla="*/ 130402 w 130132"/>
                <a:gd name="csY2" fmla="*/ 63815 h 127285"/>
                <a:gd name="csX3" fmla="*/ 123860 w 130132"/>
                <a:gd name="csY3" fmla="*/ 59498 h 127285"/>
                <a:gd name="csX4" fmla="*/ 69757 w 130132"/>
                <a:gd name="csY4" fmla="*/ 59498 h 127285"/>
                <a:gd name="csX5" fmla="*/ 69757 w 130132"/>
                <a:gd name="csY5" fmla="*/ 6476 h 127285"/>
                <a:gd name="csX6" fmla="*/ 65513 w 130132"/>
                <a:gd name="csY6" fmla="*/ 86 h 127285"/>
                <a:gd name="csX7" fmla="*/ 61093 w 130132"/>
                <a:gd name="csY7" fmla="*/ 6476 h 127285"/>
                <a:gd name="csX8" fmla="*/ 61093 w 130132"/>
                <a:gd name="csY8" fmla="*/ 59498 h 127285"/>
                <a:gd name="csX9" fmla="*/ 6812 w 130132"/>
                <a:gd name="csY9" fmla="*/ 59498 h 127285"/>
                <a:gd name="csX10" fmla="*/ 270 w 130132"/>
                <a:gd name="csY10" fmla="*/ 63642 h 127285"/>
                <a:gd name="csX11" fmla="*/ 6812 w 130132"/>
                <a:gd name="csY11" fmla="*/ 67960 h 127285"/>
                <a:gd name="csX12" fmla="*/ 61093 w 130132"/>
                <a:gd name="csY12" fmla="*/ 67960 h 127285"/>
                <a:gd name="csX13" fmla="*/ 61093 w 130132"/>
                <a:gd name="csY13" fmla="*/ 120981 h 127285"/>
                <a:gd name="csX14" fmla="*/ 65336 w 130132"/>
                <a:gd name="csY14" fmla="*/ 127371 h 127285"/>
                <a:gd name="csX15" fmla="*/ 69757 w 130132"/>
                <a:gd name="csY15" fmla="*/ 120981 h 127285"/>
                <a:gd name="csX16" fmla="*/ 69757 w 130132"/>
                <a:gd name="csY16" fmla="*/ 67960 h 1272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0132" h="127285">
                  <a:moveTo>
                    <a:pt x="69757" y="67960"/>
                  </a:moveTo>
                  <a:lnTo>
                    <a:pt x="123860" y="67960"/>
                  </a:lnTo>
                  <a:cubicBezTo>
                    <a:pt x="126159" y="67960"/>
                    <a:pt x="130402" y="67960"/>
                    <a:pt x="130402" y="63815"/>
                  </a:cubicBezTo>
                  <a:cubicBezTo>
                    <a:pt x="130402" y="59498"/>
                    <a:pt x="126336" y="59498"/>
                    <a:pt x="123860" y="59498"/>
                  </a:cubicBezTo>
                  <a:lnTo>
                    <a:pt x="69757" y="59498"/>
                  </a:lnTo>
                  <a:lnTo>
                    <a:pt x="69757" y="6476"/>
                  </a:lnTo>
                  <a:cubicBezTo>
                    <a:pt x="69757" y="4231"/>
                    <a:pt x="69757" y="86"/>
                    <a:pt x="65513" y="86"/>
                  </a:cubicBezTo>
                  <a:cubicBezTo>
                    <a:pt x="61093" y="86"/>
                    <a:pt x="61093" y="4058"/>
                    <a:pt x="61093" y="6476"/>
                  </a:cubicBezTo>
                  <a:lnTo>
                    <a:pt x="61093" y="59498"/>
                  </a:lnTo>
                  <a:lnTo>
                    <a:pt x="6812" y="59498"/>
                  </a:lnTo>
                  <a:cubicBezTo>
                    <a:pt x="4514" y="59498"/>
                    <a:pt x="270" y="59498"/>
                    <a:pt x="270" y="63642"/>
                  </a:cubicBezTo>
                  <a:cubicBezTo>
                    <a:pt x="270" y="67960"/>
                    <a:pt x="4337" y="67960"/>
                    <a:pt x="6812" y="67960"/>
                  </a:cubicBezTo>
                  <a:lnTo>
                    <a:pt x="61093" y="67960"/>
                  </a:lnTo>
                  <a:lnTo>
                    <a:pt x="61093" y="120981"/>
                  </a:lnTo>
                  <a:cubicBezTo>
                    <a:pt x="61093" y="123227"/>
                    <a:pt x="61093" y="127371"/>
                    <a:pt x="65336" y="127371"/>
                  </a:cubicBezTo>
                  <a:cubicBezTo>
                    <a:pt x="69757" y="127371"/>
                    <a:pt x="69757" y="123399"/>
                    <a:pt x="69757" y="120981"/>
                  </a:cubicBezTo>
                  <a:lnTo>
                    <a:pt x="69757" y="67960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C1524E5A-E668-A8F4-136E-3500160D83D5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1858902" y="5713145"/>
              <a:ext cx="64358" cy="114677"/>
            </a:xfrm>
            <a:custGeom>
              <a:avLst/>
              <a:gdLst>
                <a:gd name="csX0" fmla="*/ 40235 w 64358"/>
                <a:gd name="csY0" fmla="*/ 4922 h 114677"/>
                <a:gd name="csX1" fmla="*/ 34931 w 64358"/>
                <a:gd name="csY1" fmla="*/ 86 h 114677"/>
                <a:gd name="csX2" fmla="*/ 276 w 64358"/>
                <a:gd name="csY2" fmla="*/ 11139 h 114677"/>
                <a:gd name="csX3" fmla="*/ 276 w 64358"/>
                <a:gd name="csY3" fmla="*/ 17357 h 114677"/>
                <a:gd name="csX4" fmla="*/ 25914 w 64358"/>
                <a:gd name="csY4" fmla="*/ 12521 h 114677"/>
                <a:gd name="csX5" fmla="*/ 25914 w 64358"/>
                <a:gd name="csY5" fmla="*/ 100602 h 114677"/>
                <a:gd name="csX6" fmla="*/ 8233 w 64358"/>
                <a:gd name="csY6" fmla="*/ 108546 h 114677"/>
                <a:gd name="csX7" fmla="*/ 1514 w 64358"/>
                <a:gd name="csY7" fmla="*/ 108546 h 114677"/>
                <a:gd name="csX8" fmla="*/ 1514 w 64358"/>
                <a:gd name="csY8" fmla="*/ 114764 h 114677"/>
                <a:gd name="csX9" fmla="*/ 32986 w 64358"/>
                <a:gd name="csY9" fmla="*/ 114073 h 114677"/>
                <a:gd name="csX10" fmla="*/ 64635 w 64358"/>
                <a:gd name="csY10" fmla="*/ 114764 h 114677"/>
                <a:gd name="csX11" fmla="*/ 64635 w 64358"/>
                <a:gd name="csY11" fmla="*/ 108546 h 114677"/>
                <a:gd name="csX12" fmla="*/ 57916 w 64358"/>
                <a:gd name="csY12" fmla="*/ 108546 h 114677"/>
                <a:gd name="csX13" fmla="*/ 40235 w 64358"/>
                <a:gd name="csY13" fmla="*/ 100602 h 114677"/>
                <a:gd name="csX14" fmla="*/ 40235 w 64358"/>
                <a:gd name="csY14" fmla="*/ 4922 h 114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64358" h="114677">
                  <a:moveTo>
                    <a:pt x="40235" y="4922"/>
                  </a:moveTo>
                  <a:cubicBezTo>
                    <a:pt x="40235" y="259"/>
                    <a:pt x="39882" y="86"/>
                    <a:pt x="34931" y="86"/>
                  </a:cubicBezTo>
                  <a:cubicBezTo>
                    <a:pt x="23615" y="10967"/>
                    <a:pt x="7525" y="11139"/>
                    <a:pt x="276" y="11139"/>
                  </a:cubicBezTo>
                  <a:lnTo>
                    <a:pt x="276" y="17357"/>
                  </a:lnTo>
                  <a:cubicBezTo>
                    <a:pt x="4520" y="17357"/>
                    <a:pt x="16189" y="17357"/>
                    <a:pt x="25914" y="12521"/>
                  </a:cubicBezTo>
                  <a:lnTo>
                    <a:pt x="25914" y="100602"/>
                  </a:lnTo>
                  <a:cubicBezTo>
                    <a:pt x="25914" y="106301"/>
                    <a:pt x="25914" y="108546"/>
                    <a:pt x="8233" y="108546"/>
                  </a:cubicBezTo>
                  <a:lnTo>
                    <a:pt x="1514" y="108546"/>
                  </a:lnTo>
                  <a:lnTo>
                    <a:pt x="1514" y="114764"/>
                  </a:lnTo>
                  <a:cubicBezTo>
                    <a:pt x="4696" y="114591"/>
                    <a:pt x="26444" y="114073"/>
                    <a:pt x="32986" y="114073"/>
                  </a:cubicBezTo>
                  <a:cubicBezTo>
                    <a:pt x="38467" y="114073"/>
                    <a:pt x="60745" y="114591"/>
                    <a:pt x="64635" y="114764"/>
                  </a:cubicBezTo>
                  <a:lnTo>
                    <a:pt x="64635" y="108546"/>
                  </a:lnTo>
                  <a:lnTo>
                    <a:pt x="57916" y="108546"/>
                  </a:lnTo>
                  <a:cubicBezTo>
                    <a:pt x="40235" y="108546"/>
                    <a:pt x="40235" y="106301"/>
                    <a:pt x="40235" y="100602"/>
                  </a:cubicBezTo>
                  <a:lnTo>
                    <a:pt x="40235" y="4922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635DA4BB-18AC-4BBB-26DF-6D694E67C047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1974665" y="5764661"/>
              <a:ext cx="29552" cy="73770"/>
            </a:xfrm>
            <a:custGeom>
              <a:avLst/>
              <a:gdLst>
                <a:gd name="csX0" fmla="*/ 29833 w 29552"/>
                <a:gd name="csY0" fmla="*/ 25991 h 73770"/>
                <a:gd name="csX1" fmla="*/ 13668 w 29552"/>
                <a:gd name="csY1" fmla="*/ 85 h 73770"/>
                <a:gd name="csX2" fmla="*/ 281 w 29552"/>
                <a:gd name="csY2" fmla="*/ 13161 h 73770"/>
                <a:gd name="csX3" fmla="*/ 13668 w 29552"/>
                <a:gd name="csY3" fmla="*/ 26238 h 73770"/>
                <a:gd name="csX4" fmla="*/ 22508 w 29552"/>
                <a:gd name="csY4" fmla="*/ 23030 h 73770"/>
                <a:gd name="csX5" fmla="*/ 23771 w 29552"/>
                <a:gd name="csY5" fmla="*/ 22290 h 73770"/>
                <a:gd name="csX6" fmla="*/ 24276 w 29552"/>
                <a:gd name="csY6" fmla="*/ 25991 h 73770"/>
                <a:gd name="csX7" fmla="*/ 7100 w 29552"/>
                <a:gd name="csY7" fmla="*/ 67194 h 73770"/>
                <a:gd name="csX8" fmla="*/ 4322 w 29552"/>
                <a:gd name="csY8" fmla="*/ 71141 h 73770"/>
                <a:gd name="csX9" fmla="*/ 6848 w 29552"/>
                <a:gd name="csY9" fmla="*/ 73855 h 73770"/>
                <a:gd name="csX10" fmla="*/ 29833 w 29552"/>
                <a:gd name="csY10" fmla="*/ 25991 h 737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552" h="73770">
                  <a:moveTo>
                    <a:pt x="29833" y="25991"/>
                  </a:moveTo>
                  <a:cubicBezTo>
                    <a:pt x="29833" y="9707"/>
                    <a:pt x="23519" y="85"/>
                    <a:pt x="13668" y="85"/>
                  </a:cubicBezTo>
                  <a:cubicBezTo>
                    <a:pt x="5332" y="85"/>
                    <a:pt x="281" y="6253"/>
                    <a:pt x="281" y="13161"/>
                  </a:cubicBezTo>
                  <a:cubicBezTo>
                    <a:pt x="281" y="19823"/>
                    <a:pt x="5332" y="26238"/>
                    <a:pt x="13668" y="26238"/>
                  </a:cubicBezTo>
                  <a:cubicBezTo>
                    <a:pt x="16699" y="26238"/>
                    <a:pt x="19982" y="25251"/>
                    <a:pt x="22508" y="23030"/>
                  </a:cubicBezTo>
                  <a:cubicBezTo>
                    <a:pt x="23266" y="22537"/>
                    <a:pt x="23519" y="22290"/>
                    <a:pt x="23771" y="22290"/>
                  </a:cubicBezTo>
                  <a:cubicBezTo>
                    <a:pt x="24024" y="22290"/>
                    <a:pt x="24276" y="22537"/>
                    <a:pt x="24276" y="25991"/>
                  </a:cubicBezTo>
                  <a:cubicBezTo>
                    <a:pt x="24276" y="44248"/>
                    <a:pt x="15436" y="59052"/>
                    <a:pt x="7100" y="67194"/>
                  </a:cubicBezTo>
                  <a:cubicBezTo>
                    <a:pt x="4322" y="69908"/>
                    <a:pt x="4322" y="70401"/>
                    <a:pt x="4322" y="71141"/>
                  </a:cubicBezTo>
                  <a:cubicBezTo>
                    <a:pt x="4322" y="72869"/>
                    <a:pt x="5585" y="73855"/>
                    <a:pt x="6848" y="73855"/>
                  </a:cubicBezTo>
                  <a:cubicBezTo>
                    <a:pt x="9626" y="73855"/>
                    <a:pt x="29833" y="54858"/>
                    <a:pt x="29833" y="25991"/>
                  </a:cubicBez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03871BC-A151-FCDF-C1BA-179AB1CBB8A2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2072527" y="5681762"/>
              <a:ext cx="167211" cy="111766"/>
            </a:xfrm>
            <a:custGeom>
              <a:avLst/>
              <a:gdLst>
                <a:gd name="csX0" fmla="*/ 109655 w 167211"/>
                <a:gd name="csY0" fmla="*/ 25497 h 111766"/>
                <a:gd name="csX1" fmla="*/ 113444 w 167211"/>
                <a:gd name="csY1" fmla="*/ 9460 h 111766"/>
                <a:gd name="csX2" fmla="*/ 106119 w 167211"/>
                <a:gd name="csY2" fmla="*/ 2799 h 111766"/>
                <a:gd name="csX3" fmla="*/ 96773 w 167211"/>
                <a:gd name="csY3" fmla="*/ 9707 h 111766"/>
                <a:gd name="csX4" fmla="*/ 82376 w 167211"/>
                <a:gd name="csY4" fmla="*/ 64973 h 111766"/>
                <a:gd name="csX5" fmla="*/ 80102 w 167211"/>
                <a:gd name="csY5" fmla="*/ 81257 h 111766"/>
                <a:gd name="csX6" fmla="*/ 80355 w 167211"/>
                <a:gd name="csY6" fmla="*/ 85698 h 111766"/>
                <a:gd name="csX7" fmla="*/ 57117 w 167211"/>
                <a:gd name="csY7" fmla="*/ 106423 h 111766"/>
                <a:gd name="csX8" fmla="*/ 36910 w 167211"/>
                <a:gd name="csY8" fmla="*/ 83971 h 111766"/>
                <a:gd name="csX9" fmla="*/ 50045 w 167211"/>
                <a:gd name="csY9" fmla="*/ 36107 h 111766"/>
                <a:gd name="csX10" fmla="*/ 54339 w 167211"/>
                <a:gd name="csY10" fmla="*/ 20316 h 111766"/>
                <a:gd name="csX11" fmla="*/ 33626 w 167211"/>
                <a:gd name="csY11" fmla="*/ 85 h 111766"/>
                <a:gd name="csX12" fmla="*/ 285 w 167211"/>
                <a:gd name="csY12" fmla="*/ 38080 h 111766"/>
                <a:gd name="csX13" fmla="*/ 3316 w 167211"/>
                <a:gd name="csY13" fmla="*/ 40548 h 111766"/>
                <a:gd name="csX14" fmla="*/ 7357 w 167211"/>
                <a:gd name="csY14" fmla="*/ 36107 h 111766"/>
                <a:gd name="csX15" fmla="*/ 32869 w 167211"/>
                <a:gd name="csY15" fmla="*/ 5513 h 111766"/>
                <a:gd name="csX16" fmla="*/ 39183 w 167211"/>
                <a:gd name="csY16" fmla="*/ 13655 h 111766"/>
                <a:gd name="csX17" fmla="*/ 34637 w 167211"/>
                <a:gd name="csY17" fmla="*/ 30925 h 111766"/>
                <a:gd name="csX18" fmla="*/ 20492 w 167211"/>
                <a:gd name="csY18" fmla="*/ 80764 h 111766"/>
                <a:gd name="csX19" fmla="*/ 56359 w 167211"/>
                <a:gd name="csY19" fmla="*/ 111851 h 111766"/>
                <a:gd name="csX20" fmla="*/ 82628 w 167211"/>
                <a:gd name="csY20" fmla="*/ 94580 h 111766"/>
                <a:gd name="csX21" fmla="*/ 114201 w 167211"/>
                <a:gd name="csY21" fmla="*/ 111851 h 111766"/>
                <a:gd name="csX22" fmla="*/ 150826 w 167211"/>
                <a:gd name="csY22" fmla="*/ 81504 h 111766"/>
                <a:gd name="csX23" fmla="*/ 167497 w 167211"/>
                <a:gd name="csY23" fmla="*/ 17355 h 111766"/>
                <a:gd name="csX24" fmla="*/ 156383 w 167211"/>
                <a:gd name="csY24" fmla="*/ 85 h 111766"/>
                <a:gd name="csX25" fmla="*/ 143754 w 167211"/>
                <a:gd name="csY25" fmla="*/ 11927 h 111766"/>
                <a:gd name="csX26" fmla="*/ 147543 w 167211"/>
                <a:gd name="csY26" fmla="*/ 18589 h 111766"/>
                <a:gd name="csX27" fmla="*/ 156636 w 167211"/>
                <a:gd name="csY27" fmla="*/ 39561 h 111766"/>
                <a:gd name="csX28" fmla="*/ 142744 w 167211"/>
                <a:gd name="csY28" fmla="*/ 84711 h 111766"/>
                <a:gd name="csX29" fmla="*/ 114959 w 167211"/>
                <a:gd name="csY29" fmla="*/ 106423 h 111766"/>
                <a:gd name="csX30" fmla="*/ 96268 w 167211"/>
                <a:gd name="csY30" fmla="*/ 84958 h 111766"/>
                <a:gd name="csX31" fmla="*/ 99046 w 167211"/>
                <a:gd name="csY31" fmla="*/ 66947 h 111766"/>
                <a:gd name="csX32" fmla="*/ 109655 w 167211"/>
                <a:gd name="csY32" fmla="*/ 25497 h 1117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167211" h="111766">
                  <a:moveTo>
                    <a:pt x="109655" y="25497"/>
                  </a:moveTo>
                  <a:cubicBezTo>
                    <a:pt x="110918" y="20069"/>
                    <a:pt x="113444" y="10941"/>
                    <a:pt x="113444" y="9460"/>
                  </a:cubicBezTo>
                  <a:cubicBezTo>
                    <a:pt x="113444" y="5019"/>
                    <a:pt x="109907" y="2799"/>
                    <a:pt x="106119" y="2799"/>
                  </a:cubicBezTo>
                  <a:cubicBezTo>
                    <a:pt x="103088" y="2799"/>
                    <a:pt x="98541" y="4772"/>
                    <a:pt x="96773" y="9707"/>
                  </a:cubicBezTo>
                  <a:cubicBezTo>
                    <a:pt x="96015" y="11434"/>
                    <a:pt x="84144" y="58558"/>
                    <a:pt x="82376" y="64973"/>
                  </a:cubicBezTo>
                  <a:cubicBezTo>
                    <a:pt x="80607" y="72375"/>
                    <a:pt x="80102" y="76816"/>
                    <a:pt x="80102" y="81257"/>
                  </a:cubicBezTo>
                  <a:cubicBezTo>
                    <a:pt x="80102" y="83971"/>
                    <a:pt x="80102" y="84465"/>
                    <a:pt x="80355" y="85698"/>
                  </a:cubicBezTo>
                  <a:cubicBezTo>
                    <a:pt x="74545" y="98775"/>
                    <a:pt x="66968" y="106423"/>
                    <a:pt x="57117" y="106423"/>
                  </a:cubicBezTo>
                  <a:cubicBezTo>
                    <a:pt x="36910" y="106423"/>
                    <a:pt x="36910" y="88165"/>
                    <a:pt x="36910" y="83971"/>
                  </a:cubicBezTo>
                  <a:cubicBezTo>
                    <a:pt x="36910" y="76076"/>
                    <a:pt x="38173" y="66454"/>
                    <a:pt x="50045" y="36107"/>
                  </a:cubicBezTo>
                  <a:cubicBezTo>
                    <a:pt x="52823" y="28705"/>
                    <a:pt x="54339" y="25251"/>
                    <a:pt x="54339" y="20316"/>
                  </a:cubicBezTo>
                  <a:cubicBezTo>
                    <a:pt x="54339" y="9214"/>
                    <a:pt x="46003" y="85"/>
                    <a:pt x="33626" y="85"/>
                  </a:cubicBezTo>
                  <a:cubicBezTo>
                    <a:pt x="9631" y="85"/>
                    <a:pt x="285" y="35860"/>
                    <a:pt x="285" y="38080"/>
                  </a:cubicBezTo>
                  <a:cubicBezTo>
                    <a:pt x="285" y="40548"/>
                    <a:pt x="2811" y="40548"/>
                    <a:pt x="3316" y="40548"/>
                  </a:cubicBezTo>
                  <a:cubicBezTo>
                    <a:pt x="5842" y="40548"/>
                    <a:pt x="6095" y="40054"/>
                    <a:pt x="7357" y="36107"/>
                  </a:cubicBezTo>
                  <a:cubicBezTo>
                    <a:pt x="14177" y="13161"/>
                    <a:pt x="24028" y="5513"/>
                    <a:pt x="32869" y="5513"/>
                  </a:cubicBezTo>
                  <a:cubicBezTo>
                    <a:pt x="35142" y="5513"/>
                    <a:pt x="39183" y="5759"/>
                    <a:pt x="39183" y="13655"/>
                  </a:cubicBezTo>
                  <a:cubicBezTo>
                    <a:pt x="39183" y="19823"/>
                    <a:pt x="36405" y="26731"/>
                    <a:pt x="34637" y="30925"/>
                  </a:cubicBezTo>
                  <a:cubicBezTo>
                    <a:pt x="23523" y="60039"/>
                    <a:pt x="20492" y="71388"/>
                    <a:pt x="20492" y="80764"/>
                  </a:cubicBezTo>
                  <a:cubicBezTo>
                    <a:pt x="20492" y="103216"/>
                    <a:pt x="37415" y="111851"/>
                    <a:pt x="56359" y="111851"/>
                  </a:cubicBezTo>
                  <a:cubicBezTo>
                    <a:pt x="60653" y="111851"/>
                    <a:pt x="72525" y="111851"/>
                    <a:pt x="82628" y="94580"/>
                  </a:cubicBezTo>
                  <a:cubicBezTo>
                    <a:pt x="89195" y="110371"/>
                    <a:pt x="106624" y="111851"/>
                    <a:pt x="114201" y="111851"/>
                  </a:cubicBezTo>
                  <a:cubicBezTo>
                    <a:pt x="133145" y="111851"/>
                    <a:pt x="144259" y="96307"/>
                    <a:pt x="150826" y="81504"/>
                  </a:cubicBezTo>
                  <a:cubicBezTo>
                    <a:pt x="159414" y="62259"/>
                    <a:pt x="167497" y="29198"/>
                    <a:pt x="167497" y="17355"/>
                  </a:cubicBezTo>
                  <a:cubicBezTo>
                    <a:pt x="167497" y="3786"/>
                    <a:pt x="160677" y="85"/>
                    <a:pt x="156383" y="85"/>
                  </a:cubicBezTo>
                  <a:cubicBezTo>
                    <a:pt x="150069" y="85"/>
                    <a:pt x="143754" y="6500"/>
                    <a:pt x="143754" y="11927"/>
                  </a:cubicBezTo>
                  <a:cubicBezTo>
                    <a:pt x="143754" y="15135"/>
                    <a:pt x="145269" y="16615"/>
                    <a:pt x="147543" y="18589"/>
                  </a:cubicBezTo>
                  <a:cubicBezTo>
                    <a:pt x="150321" y="21303"/>
                    <a:pt x="156636" y="27718"/>
                    <a:pt x="156636" y="39561"/>
                  </a:cubicBezTo>
                  <a:cubicBezTo>
                    <a:pt x="156636" y="47949"/>
                    <a:pt x="149311" y="72128"/>
                    <a:pt x="142744" y="84711"/>
                  </a:cubicBezTo>
                  <a:cubicBezTo>
                    <a:pt x="136176" y="97788"/>
                    <a:pt x="127336" y="106423"/>
                    <a:pt x="114959" y="106423"/>
                  </a:cubicBezTo>
                  <a:cubicBezTo>
                    <a:pt x="103088" y="106423"/>
                    <a:pt x="96268" y="99021"/>
                    <a:pt x="96268" y="84958"/>
                  </a:cubicBezTo>
                  <a:cubicBezTo>
                    <a:pt x="96268" y="78050"/>
                    <a:pt x="98036" y="70401"/>
                    <a:pt x="99046" y="66947"/>
                  </a:cubicBezTo>
                  <a:lnTo>
                    <a:pt x="109655" y="25497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15201833-53B2-264A-8BE4-49A5D830380D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2254343" y="5751659"/>
              <a:ext cx="108030" cy="77891"/>
            </a:xfrm>
            <a:custGeom>
              <a:avLst/>
              <a:gdLst>
                <a:gd name="csX0" fmla="*/ 13553 w 108030"/>
                <a:gd name="csY0" fmla="*/ 65370 h 77891"/>
                <a:gd name="csX1" fmla="*/ 11785 w 108030"/>
                <a:gd name="csY1" fmla="*/ 72451 h 77891"/>
                <a:gd name="csX2" fmla="*/ 17796 w 108030"/>
                <a:gd name="csY2" fmla="*/ 77977 h 77891"/>
                <a:gd name="csX3" fmla="*/ 24692 w 108030"/>
                <a:gd name="csY3" fmla="*/ 74178 h 77891"/>
                <a:gd name="csX4" fmla="*/ 27875 w 108030"/>
                <a:gd name="csY4" fmla="*/ 63470 h 77891"/>
                <a:gd name="csX5" fmla="*/ 31764 w 108030"/>
                <a:gd name="csY5" fmla="*/ 47926 h 77891"/>
                <a:gd name="csX6" fmla="*/ 34770 w 108030"/>
                <a:gd name="csY6" fmla="*/ 36355 h 77891"/>
                <a:gd name="csX7" fmla="*/ 42196 w 108030"/>
                <a:gd name="csY7" fmla="*/ 20811 h 77891"/>
                <a:gd name="csX8" fmla="*/ 68718 w 108030"/>
                <a:gd name="csY8" fmla="*/ 4922 h 77891"/>
                <a:gd name="csX9" fmla="*/ 79150 w 108030"/>
                <a:gd name="csY9" fmla="*/ 17011 h 77891"/>
                <a:gd name="csX10" fmla="*/ 68718 w 108030"/>
                <a:gd name="csY10" fmla="*/ 53798 h 77891"/>
                <a:gd name="csX11" fmla="*/ 66066 w 108030"/>
                <a:gd name="csY11" fmla="*/ 63124 h 77891"/>
                <a:gd name="csX12" fmla="*/ 82863 w 108030"/>
                <a:gd name="csY12" fmla="*/ 77977 h 77891"/>
                <a:gd name="csX13" fmla="*/ 108323 w 108030"/>
                <a:gd name="csY13" fmla="*/ 51553 h 77891"/>
                <a:gd name="csX14" fmla="*/ 105494 w 108030"/>
                <a:gd name="csY14" fmla="*/ 49308 h 77891"/>
                <a:gd name="csX15" fmla="*/ 102135 w 108030"/>
                <a:gd name="csY15" fmla="*/ 52244 h 77891"/>
                <a:gd name="csX16" fmla="*/ 83393 w 108030"/>
                <a:gd name="csY16" fmla="*/ 73141 h 77891"/>
                <a:gd name="csX17" fmla="*/ 78973 w 108030"/>
                <a:gd name="csY17" fmla="*/ 67097 h 77891"/>
                <a:gd name="csX18" fmla="*/ 83039 w 108030"/>
                <a:gd name="csY18" fmla="*/ 53107 h 77891"/>
                <a:gd name="csX19" fmla="*/ 92410 w 108030"/>
                <a:gd name="csY19" fmla="*/ 19775 h 77891"/>
                <a:gd name="csX20" fmla="*/ 69425 w 108030"/>
                <a:gd name="csY20" fmla="*/ 86 h 77891"/>
                <a:gd name="csX21" fmla="*/ 39544 w 108030"/>
                <a:gd name="csY21" fmla="*/ 15803 h 77891"/>
                <a:gd name="csX22" fmla="*/ 20625 w 108030"/>
                <a:gd name="csY22" fmla="*/ 86 h 77891"/>
                <a:gd name="csX23" fmla="*/ 6657 w 108030"/>
                <a:gd name="csY23" fmla="*/ 9412 h 77891"/>
                <a:gd name="csX24" fmla="*/ 292 w 108030"/>
                <a:gd name="csY24" fmla="*/ 26510 h 77891"/>
                <a:gd name="csX25" fmla="*/ 3298 w 108030"/>
                <a:gd name="csY25" fmla="*/ 28756 h 77891"/>
                <a:gd name="csX26" fmla="*/ 7188 w 108030"/>
                <a:gd name="csY26" fmla="*/ 23574 h 77891"/>
                <a:gd name="csX27" fmla="*/ 20095 w 108030"/>
                <a:gd name="csY27" fmla="*/ 4922 h 77891"/>
                <a:gd name="csX28" fmla="*/ 25930 w 108030"/>
                <a:gd name="csY28" fmla="*/ 13385 h 77891"/>
                <a:gd name="csX29" fmla="*/ 23101 w 108030"/>
                <a:gd name="csY29" fmla="*/ 27719 h 77891"/>
                <a:gd name="csX30" fmla="*/ 19211 w 108030"/>
                <a:gd name="csY30" fmla="*/ 43263 h 77891"/>
                <a:gd name="csX31" fmla="*/ 13553 w 108030"/>
                <a:gd name="csY31" fmla="*/ 65370 h 77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08030" h="77891">
                  <a:moveTo>
                    <a:pt x="13553" y="65370"/>
                  </a:moveTo>
                  <a:cubicBezTo>
                    <a:pt x="12846" y="67615"/>
                    <a:pt x="11785" y="71932"/>
                    <a:pt x="11785" y="72451"/>
                  </a:cubicBezTo>
                  <a:cubicBezTo>
                    <a:pt x="11785" y="76250"/>
                    <a:pt x="14967" y="77977"/>
                    <a:pt x="17796" y="77977"/>
                  </a:cubicBezTo>
                  <a:cubicBezTo>
                    <a:pt x="20979" y="77977"/>
                    <a:pt x="23808" y="75732"/>
                    <a:pt x="24692" y="74178"/>
                  </a:cubicBezTo>
                  <a:cubicBezTo>
                    <a:pt x="25576" y="72623"/>
                    <a:pt x="26991" y="67097"/>
                    <a:pt x="27875" y="63470"/>
                  </a:cubicBezTo>
                  <a:cubicBezTo>
                    <a:pt x="28759" y="60188"/>
                    <a:pt x="30704" y="52244"/>
                    <a:pt x="31764" y="47926"/>
                  </a:cubicBezTo>
                  <a:cubicBezTo>
                    <a:pt x="32825" y="44127"/>
                    <a:pt x="33886" y="40327"/>
                    <a:pt x="34770" y="36355"/>
                  </a:cubicBezTo>
                  <a:cubicBezTo>
                    <a:pt x="36715" y="29274"/>
                    <a:pt x="37069" y="27892"/>
                    <a:pt x="42196" y="20811"/>
                  </a:cubicBezTo>
                  <a:cubicBezTo>
                    <a:pt x="47147" y="13903"/>
                    <a:pt x="55457" y="4922"/>
                    <a:pt x="68718" y="4922"/>
                  </a:cubicBezTo>
                  <a:cubicBezTo>
                    <a:pt x="78973" y="4922"/>
                    <a:pt x="79150" y="13730"/>
                    <a:pt x="79150" y="17011"/>
                  </a:cubicBezTo>
                  <a:cubicBezTo>
                    <a:pt x="79150" y="27374"/>
                    <a:pt x="71547" y="46544"/>
                    <a:pt x="68718" y="53798"/>
                  </a:cubicBezTo>
                  <a:cubicBezTo>
                    <a:pt x="66773" y="58634"/>
                    <a:pt x="66066" y="60188"/>
                    <a:pt x="66066" y="63124"/>
                  </a:cubicBezTo>
                  <a:cubicBezTo>
                    <a:pt x="66066" y="72278"/>
                    <a:pt x="73845" y="77977"/>
                    <a:pt x="82863" y="77977"/>
                  </a:cubicBezTo>
                  <a:cubicBezTo>
                    <a:pt x="100544" y="77977"/>
                    <a:pt x="108323" y="54144"/>
                    <a:pt x="108323" y="51553"/>
                  </a:cubicBezTo>
                  <a:cubicBezTo>
                    <a:pt x="108323" y="49308"/>
                    <a:pt x="106025" y="49308"/>
                    <a:pt x="105494" y="49308"/>
                  </a:cubicBezTo>
                  <a:cubicBezTo>
                    <a:pt x="103019" y="49308"/>
                    <a:pt x="102842" y="50344"/>
                    <a:pt x="102135" y="52244"/>
                  </a:cubicBezTo>
                  <a:cubicBezTo>
                    <a:pt x="98068" y="66060"/>
                    <a:pt x="90465" y="73141"/>
                    <a:pt x="83393" y="73141"/>
                  </a:cubicBezTo>
                  <a:cubicBezTo>
                    <a:pt x="79680" y="73141"/>
                    <a:pt x="78973" y="70723"/>
                    <a:pt x="78973" y="67097"/>
                  </a:cubicBezTo>
                  <a:cubicBezTo>
                    <a:pt x="78973" y="63124"/>
                    <a:pt x="79857" y="60879"/>
                    <a:pt x="83039" y="53107"/>
                  </a:cubicBezTo>
                  <a:cubicBezTo>
                    <a:pt x="85161" y="47753"/>
                    <a:pt x="92410" y="29446"/>
                    <a:pt x="92410" y="19775"/>
                  </a:cubicBezTo>
                  <a:cubicBezTo>
                    <a:pt x="92410" y="3022"/>
                    <a:pt x="78796" y="86"/>
                    <a:pt x="69425" y="86"/>
                  </a:cubicBezTo>
                  <a:cubicBezTo>
                    <a:pt x="54750" y="86"/>
                    <a:pt x="44848" y="8894"/>
                    <a:pt x="39544" y="15803"/>
                  </a:cubicBezTo>
                  <a:cubicBezTo>
                    <a:pt x="38306" y="3886"/>
                    <a:pt x="27875" y="86"/>
                    <a:pt x="20625" y="86"/>
                  </a:cubicBezTo>
                  <a:cubicBezTo>
                    <a:pt x="13023" y="86"/>
                    <a:pt x="8956" y="5440"/>
                    <a:pt x="6657" y="9412"/>
                  </a:cubicBezTo>
                  <a:cubicBezTo>
                    <a:pt x="2768" y="15803"/>
                    <a:pt x="292" y="25647"/>
                    <a:pt x="292" y="26510"/>
                  </a:cubicBezTo>
                  <a:cubicBezTo>
                    <a:pt x="292" y="28756"/>
                    <a:pt x="2768" y="28756"/>
                    <a:pt x="3298" y="28756"/>
                  </a:cubicBezTo>
                  <a:cubicBezTo>
                    <a:pt x="5773" y="28756"/>
                    <a:pt x="5950" y="28237"/>
                    <a:pt x="7188" y="23574"/>
                  </a:cubicBezTo>
                  <a:cubicBezTo>
                    <a:pt x="9840" y="13385"/>
                    <a:pt x="13199" y="4922"/>
                    <a:pt x="20095" y="4922"/>
                  </a:cubicBezTo>
                  <a:cubicBezTo>
                    <a:pt x="24692" y="4922"/>
                    <a:pt x="25930" y="8722"/>
                    <a:pt x="25930" y="13385"/>
                  </a:cubicBezTo>
                  <a:cubicBezTo>
                    <a:pt x="25930" y="16666"/>
                    <a:pt x="24338" y="23056"/>
                    <a:pt x="23101" y="27719"/>
                  </a:cubicBezTo>
                  <a:cubicBezTo>
                    <a:pt x="21863" y="32382"/>
                    <a:pt x="20095" y="39463"/>
                    <a:pt x="19211" y="43263"/>
                  </a:cubicBezTo>
                  <a:lnTo>
                    <a:pt x="13553" y="65370"/>
                  </a:ln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C5F2540-3A77-4437-1F40-2E7994F78FD6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2397921" y="5605771"/>
              <a:ext cx="58599" cy="246724"/>
            </a:xfrm>
            <a:custGeom>
              <a:avLst/>
              <a:gdLst>
                <a:gd name="csX0" fmla="*/ 58898 w 58599"/>
                <a:gd name="csY0" fmla="*/ 123447 h 246724"/>
                <a:gd name="csX1" fmla="*/ 42227 w 58599"/>
                <a:gd name="csY1" fmla="*/ 46469 h 246724"/>
                <a:gd name="csX2" fmla="*/ 2824 w 58599"/>
                <a:gd name="csY2" fmla="*/ 85 h 246724"/>
                <a:gd name="csX3" fmla="*/ 298 w 58599"/>
                <a:gd name="csY3" fmla="*/ 2552 h 246724"/>
                <a:gd name="csX4" fmla="*/ 5097 w 58599"/>
                <a:gd name="csY4" fmla="*/ 8227 h 246724"/>
                <a:gd name="csX5" fmla="*/ 44248 w 58599"/>
                <a:gd name="csY5" fmla="*/ 123447 h 246724"/>
                <a:gd name="csX6" fmla="*/ 3581 w 58599"/>
                <a:gd name="csY6" fmla="*/ 240148 h 246724"/>
                <a:gd name="csX7" fmla="*/ 298 w 58599"/>
                <a:gd name="csY7" fmla="*/ 244342 h 246724"/>
                <a:gd name="csX8" fmla="*/ 2824 w 58599"/>
                <a:gd name="csY8" fmla="*/ 246809 h 246724"/>
                <a:gd name="csX9" fmla="*/ 42985 w 58599"/>
                <a:gd name="csY9" fmla="*/ 198698 h 246724"/>
                <a:gd name="csX10" fmla="*/ 58898 w 58599"/>
                <a:gd name="csY10" fmla="*/ 123447 h 2467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599" h="246724">
                  <a:moveTo>
                    <a:pt x="58898" y="123447"/>
                  </a:moveTo>
                  <a:cubicBezTo>
                    <a:pt x="58898" y="104203"/>
                    <a:pt x="56119" y="74349"/>
                    <a:pt x="42227" y="46469"/>
                  </a:cubicBezTo>
                  <a:cubicBezTo>
                    <a:pt x="27072" y="16122"/>
                    <a:pt x="5349" y="85"/>
                    <a:pt x="2824" y="85"/>
                  </a:cubicBezTo>
                  <a:cubicBezTo>
                    <a:pt x="1308" y="85"/>
                    <a:pt x="298" y="1072"/>
                    <a:pt x="298" y="2552"/>
                  </a:cubicBezTo>
                  <a:cubicBezTo>
                    <a:pt x="298" y="3292"/>
                    <a:pt x="298" y="3786"/>
                    <a:pt x="5097" y="8227"/>
                  </a:cubicBezTo>
                  <a:cubicBezTo>
                    <a:pt x="29850" y="32652"/>
                    <a:pt x="44248" y="71882"/>
                    <a:pt x="44248" y="123447"/>
                  </a:cubicBezTo>
                  <a:cubicBezTo>
                    <a:pt x="44248" y="165637"/>
                    <a:pt x="34902" y="209061"/>
                    <a:pt x="3581" y="240148"/>
                  </a:cubicBezTo>
                  <a:cubicBezTo>
                    <a:pt x="298" y="243109"/>
                    <a:pt x="298" y="243602"/>
                    <a:pt x="298" y="244342"/>
                  </a:cubicBezTo>
                  <a:cubicBezTo>
                    <a:pt x="298" y="245823"/>
                    <a:pt x="1308" y="246809"/>
                    <a:pt x="2824" y="246809"/>
                  </a:cubicBezTo>
                  <a:cubicBezTo>
                    <a:pt x="5349" y="246809"/>
                    <a:pt x="28082" y="230032"/>
                    <a:pt x="42985" y="198698"/>
                  </a:cubicBezTo>
                  <a:cubicBezTo>
                    <a:pt x="55867" y="171558"/>
                    <a:pt x="58898" y="144172"/>
                    <a:pt x="58898" y="123447"/>
                  </a:cubicBezTo>
                  <a:close/>
                </a:path>
              </a:pathLst>
            </a:custGeom>
            <a:solidFill>
              <a:srgbClr val="000000"/>
            </a:solidFill>
            <a:ln w="2546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64953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18576-12F5-6334-A9AD-F6B757CDC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D71EB-0BC3-F63B-F0C0-B4F56C22A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2A692-DD68-A9C6-2802-09049FFAE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Grounded Semantics</a:t>
            </a:r>
          </a:p>
          <a:p>
            <a:pPr lvl="1"/>
            <a:r>
              <a:rPr lang="en-CA" dirty="0"/>
              <a:t>The symbol grounding problem and what </a:t>
            </a:r>
            <a:r>
              <a:rPr lang="en-CA" i="1" dirty="0"/>
              <a:t>grounding </a:t>
            </a:r>
            <a:r>
              <a:rPr lang="en-CA" dirty="0"/>
              <a:t>is</a:t>
            </a:r>
            <a:endParaRPr lang="en-CA" i="1" dirty="0"/>
          </a:p>
          <a:p>
            <a:r>
              <a:rPr lang="en-CA" b="1" dirty="0"/>
              <a:t>Vision-language models (VLMs)</a:t>
            </a:r>
          </a:p>
          <a:p>
            <a:pPr lvl="1"/>
            <a:r>
              <a:rPr lang="en-CA" b="1" dirty="0"/>
              <a:t>Visual-semantic embeddings and CLIP</a:t>
            </a:r>
          </a:p>
          <a:p>
            <a:pPr lvl="1"/>
            <a:r>
              <a:rPr lang="en-CA" dirty="0"/>
              <a:t>Generative vision-language models</a:t>
            </a:r>
          </a:p>
          <a:p>
            <a:pPr lvl="1"/>
            <a:r>
              <a:rPr lang="en-CA" dirty="0"/>
              <a:t>Tasks and limitations of VLMs</a:t>
            </a:r>
          </a:p>
          <a:p>
            <a:pPr marL="457200" lvl="1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5AE20-2289-DC93-137D-0597EE2EA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3940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821D-5D4F-A807-F9C6-74F21A031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Joint Visual-Semantic Embedding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78EB3-65B6-6308-E96D-EE656BEA9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Idea: encode visual and textual information into a </a:t>
            </a:r>
            <a:r>
              <a:rPr lang="en-CA" dirty="0">
                <a:solidFill>
                  <a:srgbClr val="0070C0"/>
                </a:solidFill>
              </a:rPr>
              <a:t>shared space.</a:t>
            </a:r>
          </a:p>
          <a:p>
            <a:pPr marL="0" indent="0">
              <a:buNone/>
            </a:pPr>
            <a:r>
              <a:rPr lang="en-CA" dirty="0"/>
              <a:t>Embedding: vector space.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C83E3-E7DF-0DAA-425A-1EBD2886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10</a:t>
            </a:fld>
            <a:endParaRPr lang="en-CA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CF858E-9434-0B1B-8276-EFCBFD448A6D}"/>
              </a:ext>
            </a:extLst>
          </p:cNvPr>
          <p:cNvSpPr txBox="1"/>
          <p:nvPr/>
        </p:nvSpPr>
        <p:spPr>
          <a:xfrm>
            <a:off x="7013473" y="3835687"/>
            <a:ext cx="42906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latin typeface="Nunito" pitchFamily="2" charset="0"/>
              </a:rPr>
              <a:t>Design a loss function to “align” the two vector spaces.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0EFA546-9874-D36F-BEBC-3E725FB3554B}"/>
              </a:ext>
            </a:extLst>
          </p:cNvPr>
          <p:cNvGrpSpPr/>
          <p:nvPr/>
        </p:nvGrpSpPr>
        <p:grpSpPr>
          <a:xfrm>
            <a:off x="401483" y="2413502"/>
            <a:ext cx="6128860" cy="3728536"/>
            <a:chOff x="401484" y="2294299"/>
            <a:chExt cx="6128860" cy="372853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3DC5BE1-0880-D0AA-70B0-6956604F114C}"/>
                </a:ext>
              </a:extLst>
            </p:cNvPr>
            <p:cNvSpPr txBox="1"/>
            <p:nvPr/>
          </p:nvSpPr>
          <p:spPr>
            <a:xfrm>
              <a:off x="404752" y="2941287"/>
              <a:ext cx="1824296" cy="369332"/>
            </a:xfrm>
            <a:prstGeom prst="rect">
              <a:avLst/>
            </a:prstGeom>
            <a:ln cap="sq">
              <a:beve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i="1" dirty="0">
                  <a:latin typeface="Nunito" pitchFamily="2" charset="0"/>
                </a:rPr>
                <a:t>There is a cat.</a:t>
              </a:r>
              <a:endParaRPr lang="en-CA" i="1" dirty="0">
                <a:latin typeface="Nunito" pitchFamily="2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40CE747-0ADF-FB80-8320-664ADCFA2697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2229048" y="3125953"/>
              <a:ext cx="820485" cy="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65FCA5-FA21-695D-0CED-5DDF6A398161}"/>
                </a:ext>
              </a:extLst>
            </p:cNvPr>
            <p:cNvSpPr txBox="1"/>
            <p:nvPr/>
          </p:nvSpPr>
          <p:spPr>
            <a:xfrm>
              <a:off x="3049533" y="2802788"/>
              <a:ext cx="2263620" cy="646331"/>
            </a:xfrm>
            <a:prstGeom prst="rect">
              <a:avLst/>
            </a:prstGeom>
            <a:ln cap="sq">
              <a:beve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Nunito" pitchFamily="2" charset="0"/>
                </a:rPr>
                <a:t>Text Encoder</a:t>
              </a:r>
            </a:p>
            <a:p>
              <a:pPr algn="ctr"/>
              <a:r>
                <a:rPr lang="en-US" b="1" dirty="0">
                  <a:latin typeface="Nunito" pitchFamily="2" charset="0"/>
                </a:rPr>
                <a:t>(Neural Network)</a:t>
              </a:r>
              <a:endParaRPr lang="en-CA" b="1" dirty="0">
                <a:latin typeface="Nunito" pitchFamily="2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32EDD42-C941-53F8-E96F-6E8E0046355D}"/>
                </a:ext>
              </a:extLst>
            </p:cNvPr>
            <p:cNvCxnSpPr>
              <a:cxnSpLocks/>
              <a:stCxn id="7" idx="3"/>
              <a:endCxn id="28" idx="3"/>
            </p:cNvCxnSpPr>
            <p:nvPr/>
          </p:nvCxnSpPr>
          <p:spPr>
            <a:xfrm flipV="1">
              <a:off x="5313153" y="3125953"/>
              <a:ext cx="820485" cy="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9E5104C-F987-5943-3C0C-87F7C5BD2B2F}"/>
                </a:ext>
              </a:extLst>
            </p:cNvPr>
            <p:cNvCxnSpPr>
              <a:cxnSpLocks/>
              <a:stCxn id="46" idx="3"/>
              <a:endCxn id="14" idx="1"/>
            </p:cNvCxnSpPr>
            <p:nvPr/>
          </p:nvCxnSpPr>
          <p:spPr>
            <a:xfrm flipV="1">
              <a:off x="2225780" y="5142702"/>
              <a:ext cx="823753" cy="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518CA9D-7805-85C4-127C-8A1E65807A6B}"/>
                </a:ext>
              </a:extLst>
            </p:cNvPr>
            <p:cNvSpPr txBox="1"/>
            <p:nvPr/>
          </p:nvSpPr>
          <p:spPr>
            <a:xfrm>
              <a:off x="3049533" y="4819536"/>
              <a:ext cx="2263620" cy="646331"/>
            </a:xfrm>
            <a:prstGeom prst="rect">
              <a:avLst/>
            </a:prstGeom>
            <a:ln cap="sq">
              <a:beve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Nunito" pitchFamily="2" charset="0"/>
                </a:rPr>
                <a:t>Image Encoder</a:t>
              </a:r>
            </a:p>
            <a:p>
              <a:pPr algn="ctr"/>
              <a:r>
                <a:rPr lang="en-US" b="1" dirty="0">
                  <a:latin typeface="Nunito" pitchFamily="2" charset="0"/>
                </a:rPr>
                <a:t>(Neural Network)</a:t>
              </a:r>
              <a:endParaRPr lang="en-CA" b="1" dirty="0">
                <a:latin typeface="Nunito" pitchFamily="2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25EE2D2-BD2F-BA3C-B803-117570454312}"/>
                </a:ext>
              </a:extLst>
            </p:cNvPr>
            <p:cNvCxnSpPr>
              <a:cxnSpLocks/>
              <a:stCxn id="14" idx="3"/>
              <a:endCxn id="20" idx="3"/>
            </p:cNvCxnSpPr>
            <p:nvPr/>
          </p:nvCxnSpPr>
          <p:spPr>
            <a:xfrm>
              <a:off x="5313153" y="5142702"/>
              <a:ext cx="836191" cy="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BB53F22-2D6A-AC70-147A-8D62D2882B09}"/>
                </a:ext>
              </a:extLst>
            </p:cNvPr>
            <p:cNvGrpSpPr/>
            <p:nvPr/>
          </p:nvGrpSpPr>
          <p:grpSpPr>
            <a:xfrm rot="5400000">
              <a:off x="5508190" y="4952202"/>
              <a:ext cx="1663307" cy="381000"/>
              <a:chOff x="9132666" y="4756803"/>
              <a:chExt cx="1676400" cy="381000"/>
            </a:xfrm>
          </p:grpSpPr>
          <p:sp>
            <p:nvSpPr>
              <p:cNvPr id="20" name="Rounded Rectangle 7">
                <a:extLst>
                  <a:ext uri="{FF2B5EF4-FFF2-40B4-BE49-F238E27FC236}">
                    <a16:creationId xmlns:a16="http://schemas.microsoft.com/office/drawing/2014/main" id="{6AD9A216-CF2F-21C0-2C44-AFA700AF5583}"/>
                  </a:ext>
                </a:extLst>
              </p:cNvPr>
              <p:cNvSpPr/>
              <p:nvPr/>
            </p:nvSpPr>
            <p:spPr>
              <a:xfrm rot="5400000">
                <a:off x="9780366" y="4109103"/>
                <a:ext cx="381000" cy="1676400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-ROMAN"/>
                  <a:cs typeface="TIMES-ROMAN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EBE5240-8C44-73C8-AEC3-ED59B952F935}"/>
                  </a:ext>
                </a:extLst>
              </p:cNvPr>
              <p:cNvSpPr/>
              <p:nvPr/>
            </p:nvSpPr>
            <p:spPr>
              <a:xfrm rot="5400000">
                <a:off x="10428066" y="4833003"/>
                <a:ext cx="228600" cy="228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-ROMAN"/>
                  <a:cs typeface="TIMES-ROMAN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561AC8E-B388-F4FF-0059-6BB3E7029AE9}"/>
                  </a:ext>
                </a:extLst>
              </p:cNvPr>
              <p:cNvSpPr/>
              <p:nvPr/>
            </p:nvSpPr>
            <p:spPr>
              <a:xfrm rot="5400000">
                <a:off x="10047066" y="4833003"/>
                <a:ext cx="228600" cy="228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-ROMAN"/>
                  <a:cs typeface="TIMES-ROMAN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4A3F087-C816-7E9C-4E3D-A77405B8E000}"/>
                  </a:ext>
                </a:extLst>
              </p:cNvPr>
              <p:cNvSpPr/>
              <p:nvPr/>
            </p:nvSpPr>
            <p:spPr>
              <a:xfrm rot="5400000">
                <a:off x="9666066" y="4833003"/>
                <a:ext cx="228600" cy="228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-ROMAN"/>
                  <a:cs typeface="TIMES-ROMAN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11C2047-539C-BF10-ED11-0C8609411D9B}"/>
                  </a:ext>
                </a:extLst>
              </p:cNvPr>
              <p:cNvSpPr/>
              <p:nvPr/>
            </p:nvSpPr>
            <p:spPr>
              <a:xfrm rot="5400000">
                <a:off x="9285066" y="4833003"/>
                <a:ext cx="228600" cy="228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-ROMAN"/>
                  <a:cs typeface="TIMES-ROMAN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00171E6-1A76-3F1F-9147-5CAE972ABB66}"/>
                </a:ext>
              </a:extLst>
            </p:cNvPr>
            <p:cNvGrpSpPr/>
            <p:nvPr/>
          </p:nvGrpSpPr>
          <p:grpSpPr>
            <a:xfrm rot="5400000">
              <a:off x="5492484" y="2935453"/>
              <a:ext cx="1663307" cy="381000"/>
              <a:chOff x="9132666" y="4756803"/>
              <a:chExt cx="1676400" cy="381000"/>
            </a:xfrm>
          </p:grpSpPr>
          <p:sp>
            <p:nvSpPr>
              <p:cNvPr id="28" name="Rounded Rectangle 7">
                <a:extLst>
                  <a:ext uri="{FF2B5EF4-FFF2-40B4-BE49-F238E27FC236}">
                    <a16:creationId xmlns:a16="http://schemas.microsoft.com/office/drawing/2014/main" id="{15E221DC-FB56-D9D2-1890-75E681CF43E7}"/>
                  </a:ext>
                </a:extLst>
              </p:cNvPr>
              <p:cNvSpPr/>
              <p:nvPr/>
            </p:nvSpPr>
            <p:spPr>
              <a:xfrm rot="5400000">
                <a:off x="9780366" y="4109103"/>
                <a:ext cx="381000" cy="1676400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-ROMAN"/>
                  <a:cs typeface="TIMES-ROMAN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2D7F5CF-6DD9-10DF-1B73-0E57A9F53F15}"/>
                  </a:ext>
                </a:extLst>
              </p:cNvPr>
              <p:cNvSpPr/>
              <p:nvPr/>
            </p:nvSpPr>
            <p:spPr>
              <a:xfrm rot="5400000">
                <a:off x="10428066" y="4833003"/>
                <a:ext cx="228600" cy="228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-ROMAN"/>
                  <a:cs typeface="TIMES-ROMAN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A4BB1D2B-87F6-C080-9462-C1B64A344AB4}"/>
                  </a:ext>
                </a:extLst>
              </p:cNvPr>
              <p:cNvSpPr/>
              <p:nvPr/>
            </p:nvSpPr>
            <p:spPr>
              <a:xfrm rot="5400000">
                <a:off x="10047066" y="4833003"/>
                <a:ext cx="228600" cy="228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-ROMAN"/>
                  <a:cs typeface="TIMES-ROMAN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F78F2583-20D2-B325-7458-BB2B3BCE9E1B}"/>
                  </a:ext>
                </a:extLst>
              </p:cNvPr>
              <p:cNvSpPr/>
              <p:nvPr/>
            </p:nvSpPr>
            <p:spPr>
              <a:xfrm rot="5400000">
                <a:off x="9666066" y="4833003"/>
                <a:ext cx="228600" cy="228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-ROMAN"/>
                  <a:cs typeface="TIMES-ROMAN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A830D45-36F5-F63D-81F3-58A4F393BA5E}"/>
                  </a:ext>
                </a:extLst>
              </p:cNvPr>
              <p:cNvSpPr/>
              <p:nvPr/>
            </p:nvSpPr>
            <p:spPr>
              <a:xfrm rot="5400000">
                <a:off x="9285066" y="4833003"/>
                <a:ext cx="228600" cy="228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-ROMAN"/>
                  <a:cs typeface="TIMES-ROMAN"/>
                </a:endParaRPr>
              </a:p>
            </p:txBody>
          </p:sp>
        </p:grp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40881E16-0DFC-2C8B-A6C5-E7156B3EDBB9}"/>
                </a:ext>
              </a:extLst>
            </p:cNvPr>
            <p:cNvCxnSpPr>
              <a:stCxn id="28" idx="1"/>
              <a:endCxn id="20" idx="1"/>
            </p:cNvCxnSpPr>
            <p:nvPr/>
          </p:nvCxnSpPr>
          <p:spPr>
            <a:xfrm>
              <a:off x="6514638" y="3125953"/>
              <a:ext cx="15706" cy="2016749"/>
            </a:xfrm>
            <a:prstGeom prst="curvedConnector3">
              <a:avLst>
                <a:gd name="adj1" fmla="val 1555495"/>
              </a:avLst>
            </a:prstGeom>
            <a:ln w="57150">
              <a:solidFill>
                <a:srgbClr val="0070C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332901A6-E76F-5157-07DC-AFC9F4CD2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48" r="5864"/>
            <a:stretch>
              <a:fillRect/>
            </a:stretch>
          </p:blipFill>
          <p:spPr>
            <a:xfrm>
              <a:off x="401484" y="4262570"/>
              <a:ext cx="1824296" cy="17602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485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62376-3D45-2667-6D22-D131D524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Joint Visual-Semantic Embedding Space: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F207C-E891-69A8-A60B-5F535F9B8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Training data: images and their text descriptions.</a:t>
            </a:r>
          </a:p>
          <a:p>
            <a:pPr marL="0" indent="0">
              <a:buNone/>
            </a:pPr>
            <a:r>
              <a:rPr lang="en-CA" dirty="0"/>
              <a:t>Example: </a:t>
            </a:r>
            <a:r>
              <a:rPr lang="en-CA" dirty="0">
                <a:hlinkClick r:id="rId2"/>
              </a:rPr>
              <a:t>Microsoft COCO (Lin et al., 2014)</a:t>
            </a:r>
            <a:r>
              <a:rPr lang="en-CA" dirty="0"/>
              <a:t> collects 80K images of common objects and their captions.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10211-197F-42F1-788D-7A7CFEA90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11</a:t>
            </a:fld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CB9AD5-E35F-E5FC-3607-B5CD0ABD73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87" r="38954" b="67063"/>
          <a:stretch>
            <a:fillRect/>
          </a:stretch>
        </p:blipFill>
        <p:spPr>
          <a:xfrm>
            <a:off x="404751" y="2945911"/>
            <a:ext cx="4123098" cy="14067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2C299E-F57D-A6D6-BAB9-C786E1A437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8" t="33209" r="7409" b="1517"/>
          <a:stretch>
            <a:fillRect/>
          </a:stretch>
        </p:blipFill>
        <p:spPr>
          <a:xfrm>
            <a:off x="5097780" y="2945911"/>
            <a:ext cx="6172200" cy="333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379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83664-ACAA-D93C-F63D-5100C539D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Visual Encoders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D6A5C-5010-747E-4C96-697450413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Convert an image to a fixed-dimensional vector representation.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EDB13-83EC-C6D1-F35F-601F19E4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12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72535B-F699-0B11-01AD-0B38BBB91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47" y="2256964"/>
            <a:ext cx="10268107" cy="300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487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2A067-682A-6CE9-AD1A-863B0168E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7D1A8-89A7-3548-AE14-F534C5E33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Joint Visual-Semantic Embedding Space: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BFAEA-282E-B24B-C0E0-19A665781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Core idea: Matched image-caption pair should be closer than mismatched pairs in the embedding space.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sz="1200" dirty="0"/>
          </a:p>
          <a:p>
            <a:pPr marL="0" indent="0">
              <a:buNone/>
            </a:pPr>
            <a:r>
              <a:rPr lang="en-CA" dirty="0"/>
              <a:t>“Triplet-Based Hinge Loss”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6C115-D789-DF76-8E13-B4F4E398F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13</a:t>
            </a:fld>
            <a:endParaRPr lang="en-CA" dirty="0"/>
          </a:p>
        </p:txBody>
      </p:sp>
      <p:pic>
        <p:nvPicPr>
          <p:cNvPr id="808" name="Picture 807">
            <a:extLst>
              <a:ext uri="{FF2B5EF4-FFF2-40B4-BE49-F238E27FC236}">
                <a16:creationId xmlns:a16="http://schemas.microsoft.com/office/drawing/2014/main" id="{B19BEDE8-21FF-5336-5BF3-B6F524652A3D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778" y="1982038"/>
            <a:ext cx="1179022" cy="886097"/>
          </a:xfrm>
          <a:prstGeom prst="rect">
            <a:avLst/>
          </a:prstGeom>
        </p:spPr>
      </p:pic>
      <p:sp>
        <p:nvSpPr>
          <p:cNvPr id="810" name="TextBox 809">
            <a:extLst>
              <a:ext uri="{FF2B5EF4-FFF2-40B4-BE49-F238E27FC236}">
                <a16:creationId xmlns:a16="http://schemas.microsoft.com/office/drawing/2014/main" id="{A630C46E-D342-706E-56D8-5B2B3995CEDE}"/>
              </a:ext>
            </a:extLst>
          </p:cNvPr>
          <p:cNvSpPr txBox="1"/>
          <p:nvPr/>
        </p:nvSpPr>
        <p:spPr>
          <a:xfrm>
            <a:off x="7863840" y="2240420"/>
            <a:ext cx="1653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latin typeface="Nunito" pitchFamily="2" charset="0"/>
              </a:rPr>
              <a:t>There is a cat.</a:t>
            </a:r>
          </a:p>
        </p:txBody>
      </p:sp>
      <p:cxnSp>
        <p:nvCxnSpPr>
          <p:cNvPr id="812" name="Straight Arrow Connector 811">
            <a:extLst>
              <a:ext uri="{FF2B5EF4-FFF2-40B4-BE49-F238E27FC236}">
                <a16:creationId xmlns:a16="http://schemas.microsoft.com/office/drawing/2014/main" id="{744B94C1-C697-FBA1-7B87-BAB57BD98854}"/>
              </a:ext>
            </a:extLst>
          </p:cNvPr>
          <p:cNvCxnSpPr>
            <a:cxnSpLocks/>
            <a:stCxn id="808" idx="2"/>
          </p:cNvCxnSpPr>
          <p:nvPr/>
        </p:nvCxnSpPr>
        <p:spPr>
          <a:xfrm>
            <a:off x="6954289" y="2868135"/>
            <a:ext cx="508116" cy="502445"/>
          </a:xfrm>
          <a:prstGeom prst="straightConnector1">
            <a:avLst/>
          </a:prstGeom>
          <a:ln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Arrow Connector 812">
            <a:extLst>
              <a:ext uri="{FF2B5EF4-FFF2-40B4-BE49-F238E27FC236}">
                <a16:creationId xmlns:a16="http://schemas.microsoft.com/office/drawing/2014/main" id="{5332C942-9929-020D-D1B8-C3D085FFC573}"/>
              </a:ext>
            </a:extLst>
          </p:cNvPr>
          <p:cNvCxnSpPr>
            <a:cxnSpLocks/>
            <a:stCxn id="810" idx="2"/>
          </p:cNvCxnSpPr>
          <p:nvPr/>
        </p:nvCxnSpPr>
        <p:spPr>
          <a:xfrm flipH="1">
            <a:off x="8021509" y="2609752"/>
            <a:ext cx="669101" cy="684628"/>
          </a:xfrm>
          <a:prstGeom prst="straightConnector1">
            <a:avLst/>
          </a:prstGeom>
          <a:ln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Arrow Connector 815">
            <a:extLst>
              <a:ext uri="{FF2B5EF4-FFF2-40B4-BE49-F238E27FC236}">
                <a16:creationId xmlns:a16="http://schemas.microsoft.com/office/drawing/2014/main" id="{62B48CD7-9D9E-FF08-F560-1A4F20061FA0}"/>
              </a:ext>
            </a:extLst>
          </p:cNvPr>
          <p:cNvCxnSpPr>
            <a:cxnSpLocks/>
            <a:stCxn id="808" idx="2"/>
          </p:cNvCxnSpPr>
          <p:nvPr/>
        </p:nvCxnSpPr>
        <p:spPr>
          <a:xfrm>
            <a:off x="6954289" y="2868135"/>
            <a:ext cx="2456411" cy="426245"/>
          </a:xfrm>
          <a:prstGeom prst="straightConnector1">
            <a:avLst/>
          </a:prstGeom>
          <a:ln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21" name="Picture 820">
            <a:extLst>
              <a:ext uri="{FF2B5EF4-FFF2-40B4-BE49-F238E27FC236}">
                <a16:creationId xmlns:a16="http://schemas.microsoft.com/office/drawing/2014/main" id="{2A6ACC6E-1BB6-F71D-66DF-27E9CD8FE7C5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40" y="1982038"/>
            <a:ext cx="1329977" cy="886097"/>
          </a:xfrm>
          <a:prstGeom prst="rect">
            <a:avLst/>
          </a:prstGeom>
        </p:spPr>
      </p:pic>
      <p:cxnSp>
        <p:nvCxnSpPr>
          <p:cNvPr id="824" name="Straight Arrow Connector 823">
            <a:extLst>
              <a:ext uri="{FF2B5EF4-FFF2-40B4-BE49-F238E27FC236}">
                <a16:creationId xmlns:a16="http://schemas.microsoft.com/office/drawing/2014/main" id="{DD7C5B4F-D2EB-45FD-6933-258FF3445582}"/>
              </a:ext>
            </a:extLst>
          </p:cNvPr>
          <p:cNvCxnSpPr>
            <a:cxnSpLocks/>
            <a:stCxn id="821" idx="2"/>
          </p:cNvCxnSpPr>
          <p:nvPr/>
        </p:nvCxnSpPr>
        <p:spPr>
          <a:xfrm flipH="1">
            <a:off x="9912898" y="2868135"/>
            <a:ext cx="482831" cy="426245"/>
          </a:xfrm>
          <a:prstGeom prst="straightConnector1">
            <a:avLst/>
          </a:prstGeom>
          <a:ln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5" name="Group 944" descr="\documentclass{article}&#10;\usepackage{nunito}&#10;\usepackage[linguistics]{forest}&#10;\usepackage{amsmath,amssymb,xcolor}&#10;\pagestyle{empty}&#10;\begin{document}&#10;\definecolor{midgreen}{RGB}{0,150,0}&#10;&#10;\begin{align*}&#10;            \Theta^* = \text{argmin}_\Theta &amp; \sum_{(\textcolor{midgreen}{I^+}, \textcolor{midgreen}{T^+}, \textcolor{red}{T^-})} \text{max}\left(0, \delta - \text{cos}(\textcolor{midgreen}{I^+_\Theta}, \textcolor{midgreen}{T^+_\Theta}) + \text{cos}(\textcolor{midgreen}{I^+_\Theta}, \textcolor{red}{T^-_\Theta})\right) \\&#10;            +                          &amp; \sum_{(\textcolor{midgreen}{T^+}, \textcolor{midgreen}{I^+}, \textcolor{red}{I^-})} \text{max}\left(0, \delta - \text{cos}(\textcolor{midgreen}{T^+_\Theta}, \textcolor{midgreen}{I^+_\Theta}) + \text{cos}(\textcolor{midgreen}{T^+_\Theta}, \textcolor{red}{I^-_\Theta})\right)&#10;        \end{align*}&#10;&#10;&#10;\end{document}" title="IguanaTex Shape Display">
            <a:extLst>
              <a:ext uri="{FF2B5EF4-FFF2-40B4-BE49-F238E27FC236}">
                <a16:creationId xmlns:a16="http://schemas.microsoft.com/office/drawing/2014/main" id="{302D6185-1DBD-3BC0-C698-D40719FC74F1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791458" y="3446781"/>
            <a:ext cx="8604270" cy="1624383"/>
            <a:chOff x="5350197" y="4832640"/>
            <a:chExt cx="8604270" cy="1624383"/>
          </a:xfrm>
        </p:grpSpPr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DE9B9CFA-C08F-CF14-B072-8C9D2DA520E9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350197" y="4907039"/>
              <a:ext cx="202112" cy="220761"/>
            </a:xfrm>
            <a:custGeom>
              <a:avLst/>
              <a:gdLst>
                <a:gd name="csX0" fmla="*/ 202204 w 202112"/>
                <a:gd name="csY0" fmla="*/ 111225 h 220761"/>
                <a:gd name="csX1" fmla="*/ 100996 w 202112"/>
                <a:gd name="csY1" fmla="*/ 85 h 220761"/>
                <a:gd name="csX2" fmla="*/ 92 w 202112"/>
                <a:gd name="csY2" fmla="*/ 111225 h 220761"/>
                <a:gd name="csX3" fmla="*/ 100996 w 202112"/>
                <a:gd name="csY3" fmla="*/ 220846 h 220761"/>
                <a:gd name="csX4" fmla="*/ 202204 w 202112"/>
                <a:gd name="csY4" fmla="*/ 111225 h 220761"/>
                <a:gd name="csX5" fmla="*/ 101300 w 202112"/>
                <a:gd name="csY5" fmla="*/ 213862 h 220761"/>
                <a:gd name="csX6" fmla="*/ 29573 w 202112"/>
                <a:gd name="csY6" fmla="*/ 111225 h 220761"/>
                <a:gd name="csX7" fmla="*/ 100996 w 202112"/>
                <a:gd name="csY7" fmla="*/ 6765 h 220761"/>
                <a:gd name="csX8" fmla="*/ 172723 w 202112"/>
                <a:gd name="csY8" fmla="*/ 111225 h 220761"/>
                <a:gd name="csX9" fmla="*/ 101300 w 202112"/>
                <a:gd name="csY9" fmla="*/ 213862 h 220761"/>
                <a:gd name="csX10" fmla="*/ 155399 w 202112"/>
                <a:gd name="csY10" fmla="*/ 88450 h 220761"/>
                <a:gd name="csX11" fmla="*/ 147801 w 202112"/>
                <a:gd name="csY11" fmla="*/ 88450 h 220761"/>
                <a:gd name="csX12" fmla="*/ 147801 w 202112"/>
                <a:gd name="csY12" fmla="*/ 98775 h 220761"/>
                <a:gd name="csX13" fmla="*/ 54495 w 202112"/>
                <a:gd name="csY13" fmla="*/ 98775 h 220761"/>
                <a:gd name="csX14" fmla="*/ 54495 w 202112"/>
                <a:gd name="csY14" fmla="*/ 88450 h 220761"/>
                <a:gd name="csX15" fmla="*/ 46897 w 202112"/>
                <a:gd name="csY15" fmla="*/ 88450 h 220761"/>
                <a:gd name="csX16" fmla="*/ 46897 w 202112"/>
                <a:gd name="csY16" fmla="*/ 132177 h 220761"/>
                <a:gd name="csX17" fmla="*/ 54495 w 202112"/>
                <a:gd name="csY17" fmla="*/ 132177 h 220761"/>
                <a:gd name="csX18" fmla="*/ 54495 w 202112"/>
                <a:gd name="csY18" fmla="*/ 121853 h 220761"/>
                <a:gd name="csX19" fmla="*/ 147801 w 202112"/>
                <a:gd name="csY19" fmla="*/ 121853 h 220761"/>
                <a:gd name="csX20" fmla="*/ 147801 w 202112"/>
                <a:gd name="csY20" fmla="*/ 132177 h 220761"/>
                <a:gd name="csX21" fmla="*/ 155399 w 202112"/>
                <a:gd name="csY21" fmla="*/ 132177 h 220761"/>
                <a:gd name="csX22" fmla="*/ 155399 w 202112"/>
                <a:gd name="csY22" fmla="*/ 88450 h 220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2112" h="220761">
                  <a:moveTo>
                    <a:pt x="202204" y="111225"/>
                  </a:moveTo>
                  <a:cubicBezTo>
                    <a:pt x="202204" y="49278"/>
                    <a:pt x="156311" y="85"/>
                    <a:pt x="100996" y="85"/>
                  </a:cubicBezTo>
                  <a:cubicBezTo>
                    <a:pt x="46593" y="85"/>
                    <a:pt x="92" y="48670"/>
                    <a:pt x="92" y="111225"/>
                  </a:cubicBezTo>
                  <a:cubicBezTo>
                    <a:pt x="92" y="173475"/>
                    <a:pt x="46897" y="220846"/>
                    <a:pt x="100996" y="220846"/>
                  </a:cubicBezTo>
                  <a:cubicBezTo>
                    <a:pt x="156311" y="220846"/>
                    <a:pt x="202204" y="172564"/>
                    <a:pt x="202204" y="111225"/>
                  </a:cubicBezTo>
                  <a:close/>
                  <a:moveTo>
                    <a:pt x="101300" y="213862"/>
                  </a:moveTo>
                  <a:cubicBezTo>
                    <a:pt x="71211" y="213862"/>
                    <a:pt x="29573" y="187747"/>
                    <a:pt x="29573" y="111225"/>
                  </a:cubicBezTo>
                  <a:cubicBezTo>
                    <a:pt x="29573" y="33184"/>
                    <a:pt x="71819" y="6765"/>
                    <a:pt x="100996" y="6765"/>
                  </a:cubicBezTo>
                  <a:cubicBezTo>
                    <a:pt x="131693" y="6765"/>
                    <a:pt x="172723" y="34398"/>
                    <a:pt x="172723" y="111225"/>
                  </a:cubicBezTo>
                  <a:cubicBezTo>
                    <a:pt x="172723" y="188658"/>
                    <a:pt x="129869" y="213862"/>
                    <a:pt x="101300" y="213862"/>
                  </a:cubicBezTo>
                  <a:close/>
                  <a:moveTo>
                    <a:pt x="155399" y="88450"/>
                  </a:moveTo>
                  <a:lnTo>
                    <a:pt x="147801" y="88450"/>
                  </a:lnTo>
                  <a:lnTo>
                    <a:pt x="147801" y="98775"/>
                  </a:lnTo>
                  <a:lnTo>
                    <a:pt x="54495" y="98775"/>
                  </a:lnTo>
                  <a:lnTo>
                    <a:pt x="54495" y="88450"/>
                  </a:lnTo>
                  <a:lnTo>
                    <a:pt x="46897" y="88450"/>
                  </a:lnTo>
                  <a:lnTo>
                    <a:pt x="46897" y="132177"/>
                  </a:lnTo>
                  <a:lnTo>
                    <a:pt x="54495" y="132177"/>
                  </a:lnTo>
                  <a:lnTo>
                    <a:pt x="54495" y="121853"/>
                  </a:lnTo>
                  <a:lnTo>
                    <a:pt x="147801" y="121853"/>
                  </a:lnTo>
                  <a:lnTo>
                    <a:pt x="147801" y="132177"/>
                  </a:lnTo>
                  <a:lnTo>
                    <a:pt x="155399" y="132177"/>
                  </a:lnTo>
                  <a:lnTo>
                    <a:pt x="155399" y="88450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E9D61111-86C3-5643-5B3F-1B5A05DD4F08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588502" y="4896899"/>
              <a:ext cx="86376" cy="91614"/>
            </a:xfrm>
            <a:custGeom>
              <a:avLst/>
              <a:gdLst>
                <a:gd name="csX0" fmla="*/ 49883 w 86376"/>
                <a:gd name="csY0" fmla="*/ 45994 h 91614"/>
                <a:gd name="csX1" fmla="*/ 80519 w 86376"/>
                <a:gd name="csY1" fmla="*/ 32815 h 91614"/>
                <a:gd name="csX2" fmla="*/ 86476 w 86376"/>
                <a:gd name="csY2" fmla="*/ 26226 h 91614"/>
                <a:gd name="csX3" fmla="*/ 79881 w 86376"/>
                <a:gd name="csY3" fmla="*/ 19424 h 91614"/>
                <a:gd name="csX4" fmla="*/ 75413 w 86376"/>
                <a:gd name="csY4" fmla="*/ 21337 h 91614"/>
                <a:gd name="csX5" fmla="*/ 46479 w 86376"/>
                <a:gd name="csY5" fmla="*/ 40680 h 91614"/>
                <a:gd name="csX6" fmla="*/ 49670 w 86376"/>
                <a:gd name="csY6" fmla="*/ 9221 h 91614"/>
                <a:gd name="csX7" fmla="*/ 43288 w 86376"/>
                <a:gd name="csY7" fmla="*/ 81 h 91614"/>
                <a:gd name="csX8" fmla="*/ 36692 w 86376"/>
                <a:gd name="csY8" fmla="*/ 6457 h 91614"/>
                <a:gd name="csX9" fmla="*/ 37756 w 86376"/>
                <a:gd name="csY9" fmla="*/ 16873 h 91614"/>
                <a:gd name="csX10" fmla="*/ 40096 w 86376"/>
                <a:gd name="csY10" fmla="*/ 40680 h 91614"/>
                <a:gd name="csX11" fmla="*/ 11375 w 86376"/>
                <a:gd name="csY11" fmla="*/ 21337 h 91614"/>
                <a:gd name="csX12" fmla="*/ 6695 w 86376"/>
                <a:gd name="csY12" fmla="*/ 19424 h 91614"/>
                <a:gd name="csX13" fmla="*/ 99 w 86376"/>
                <a:gd name="csY13" fmla="*/ 26226 h 91614"/>
                <a:gd name="csX14" fmla="*/ 4567 w 86376"/>
                <a:gd name="csY14" fmla="*/ 32390 h 91614"/>
                <a:gd name="csX15" fmla="*/ 36692 w 86376"/>
                <a:gd name="csY15" fmla="*/ 45782 h 91614"/>
                <a:gd name="csX16" fmla="*/ 6056 w 86376"/>
                <a:gd name="csY16" fmla="*/ 58960 h 91614"/>
                <a:gd name="csX17" fmla="*/ 99 w 86376"/>
                <a:gd name="csY17" fmla="*/ 65550 h 91614"/>
                <a:gd name="csX18" fmla="*/ 6695 w 86376"/>
                <a:gd name="csY18" fmla="*/ 72352 h 91614"/>
                <a:gd name="csX19" fmla="*/ 11162 w 86376"/>
                <a:gd name="csY19" fmla="*/ 70439 h 91614"/>
                <a:gd name="csX20" fmla="*/ 40096 w 86376"/>
                <a:gd name="csY20" fmla="*/ 51096 h 91614"/>
                <a:gd name="csX21" fmla="*/ 36692 w 86376"/>
                <a:gd name="csY21" fmla="*/ 85318 h 91614"/>
                <a:gd name="csX22" fmla="*/ 43288 w 86376"/>
                <a:gd name="csY22" fmla="*/ 91695 h 91614"/>
                <a:gd name="csX23" fmla="*/ 49883 w 86376"/>
                <a:gd name="csY23" fmla="*/ 85318 h 91614"/>
                <a:gd name="csX24" fmla="*/ 48819 w 86376"/>
                <a:gd name="csY24" fmla="*/ 74903 h 91614"/>
                <a:gd name="csX25" fmla="*/ 46479 w 86376"/>
                <a:gd name="csY25" fmla="*/ 51096 h 91614"/>
                <a:gd name="csX26" fmla="*/ 72009 w 86376"/>
                <a:gd name="csY26" fmla="*/ 68101 h 91614"/>
                <a:gd name="csX27" fmla="*/ 79881 w 86376"/>
                <a:gd name="csY27" fmla="*/ 72352 h 91614"/>
                <a:gd name="csX28" fmla="*/ 86476 w 86376"/>
                <a:gd name="csY28" fmla="*/ 65550 h 91614"/>
                <a:gd name="csX29" fmla="*/ 82008 w 86376"/>
                <a:gd name="csY29" fmla="*/ 59386 h 91614"/>
                <a:gd name="csX30" fmla="*/ 49883 w 86376"/>
                <a:gd name="csY30" fmla="*/ 45994 h 916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86376" h="91614">
                  <a:moveTo>
                    <a:pt x="49883" y="45994"/>
                  </a:moveTo>
                  <a:cubicBezTo>
                    <a:pt x="67328" y="38342"/>
                    <a:pt x="75200" y="35366"/>
                    <a:pt x="80519" y="32815"/>
                  </a:cubicBezTo>
                  <a:cubicBezTo>
                    <a:pt x="84561" y="31115"/>
                    <a:pt x="86476" y="30264"/>
                    <a:pt x="86476" y="26226"/>
                  </a:cubicBezTo>
                  <a:cubicBezTo>
                    <a:pt x="86476" y="22612"/>
                    <a:pt x="83710" y="19424"/>
                    <a:pt x="79881" y="19424"/>
                  </a:cubicBezTo>
                  <a:cubicBezTo>
                    <a:pt x="78391" y="19424"/>
                    <a:pt x="77966" y="19424"/>
                    <a:pt x="75413" y="21337"/>
                  </a:cubicBezTo>
                  <a:lnTo>
                    <a:pt x="46479" y="40680"/>
                  </a:lnTo>
                  <a:lnTo>
                    <a:pt x="49670" y="9221"/>
                  </a:lnTo>
                  <a:cubicBezTo>
                    <a:pt x="50096" y="5395"/>
                    <a:pt x="49670" y="81"/>
                    <a:pt x="43288" y="81"/>
                  </a:cubicBezTo>
                  <a:cubicBezTo>
                    <a:pt x="40735" y="81"/>
                    <a:pt x="36692" y="1781"/>
                    <a:pt x="36692" y="6457"/>
                  </a:cubicBezTo>
                  <a:cubicBezTo>
                    <a:pt x="36692" y="8371"/>
                    <a:pt x="37543" y="14747"/>
                    <a:pt x="37756" y="16873"/>
                  </a:cubicBezTo>
                  <a:cubicBezTo>
                    <a:pt x="38182" y="20487"/>
                    <a:pt x="39671" y="35791"/>
                    <a:pt x="40096" y="40680"/>
                  </a:cubicBezTo>
                  <a:lnTo>
                    <a:pt x="11375" y="21337"/>
                  </a:lnTo>
                  <a:cubicBezTo>
                    <a:pt x="9248" y="20061"/>
                    <a:pt x="8609" y="19424"/>
                    <a:pt x="6695" y="19424"/>
                  </a:cubicBezTo>
                  <a:cubicBezTo>
                    <a:pt x="2865" y="19424"/>
                    <a:pt x="99" y="22612"/>
                    <a:pt x="99" y="26226"/>
                  </a:cubicBezTo>
                  <a:cubicBezTo>
                    <a:pt x="99" y="30477"/>
                    <a:pt x="2652" y="31540"/>
                    <a:pt x="4567" y="32390"/>
                  </a:cubicBezTo>
                  <a:lnTo>
                    <a:pt x="36692" y="45782"/>
                  </a:lnTo>
                  <a:cubicBezTo>
                    <a:pt x="19247" y="53434"/>
                    <a:pt x="11375" y="56410"/>
                    <a:pt x="6056" y="58960"/>
                  </a:cubicBezTo>
                  <a:cubicBezTo>
                    <a:pt x="2014" y="60661"/>
                    <a:pt x="99" y="61511"/>
                    <a:pt x="99" y="65550"/>
                  </a:cubicBezTo>
                  <a:cubicBezTo>
                    <a:pt x="99" y="69163"/>
                    <a:pt x="2865" y="72352"/>
                    <a:pt x="6695" y="72352"/>
                  </a:cubicBezTo>
                  <a:cubicBezTo>
                    <a:pt x="8184" y="72352"/>
                    <a:pt x="8609" y="72352"/>
                    <a:pt x="11162" y="70439"/>
                  </a:cubicBezTo>
                  <a:lnTo>
                    <a:pt x="40096" y="51096"/>
                  </a:lnTo>
                  <a:lnTo>
                    <a:pt x="36692" y="85318"/>
                  </a:lnTo>
                  <a:cubicBezTo>
                    <a:pt x="36692" y="89995"/>
                    <a:pt x="40735" y="91695"/>
                    <a:pt x="43288" y="91695"/>
                  </a:cubicBezTo>
                  <a:cubicBezTo>
                    <a:pt x="45841" y="91695"/>
                    <a:pt x="49883" y="89995"/>
                    <a:pt x="49883" y="85318"/>
                  </a:cubicBezTo>
                  <a:cubicBezTo>
                    <a:pt x="49883" y="83405"/>
                    <a:pt x="49032" y="77028"/>
                    <a:pt x="48819" y="74903"/>
                  </a:cubicBezTo>
                  <a:cubicBezTo>
                    <a:pt x="48394" y="71289"/>
                    <a:pt x="46904" y="55985"/>
                    <a:pt x="46479" y="51096"/>
                  </a:cubicBezTo>
                  <a:lnTo>
                    <a:pt x="72009" y="68101"/>
                  </a:lnTo>
                  <a:cubicBezTo>
                    <a:pt x="77540" y="72352"/>
                    <a:pt x="77966" y="72352"/>
                    <a:pt x="79881" y="72352"/>
                  </a:cubicBezTo>
                  <a:cubicBezTo>
                    <a:pt x="83710" y="72352"/>
                    <a:pt x="86476" y="69163"/>
                    <a:pt x="86476" y="65550"/>
                  </a:cubicBezTo>
                  <a:cubicBezTo>
                    <a:pt x="86476" y="61299"/>
                    <a:pt x="83923" y="60236"/>
                    <a:pt x="82008" y="59386"/>
                  </a:cubicBezTo>
                  <a:lnTo>
                    <a:pt x="49883" y="45994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6226542-291D-1408-988B-9A43F2F36511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810732" y="5009677"/>
              <a:ext cx="202112" cy="71056"/>
            </a:xfrm>
            <a:custGeom>
              <a:avLst/>
              <a:gdLst>
                <a:gd name="csX0" fmla="*/ 191886 w 202112"/>
                <a:gd name="csY0" fmla="*/ 12231 h 71056"/>
                <a:gd name="csX1" fmla="*/ 202219 w 202112"/>
                <a:gd name="csY1" fmla="*/ 6158 h 71056"/>
                <a:gd name="csX2" fmla="*/ 192190 w 202112"/>
                <a:gd name="csY2" fmla="*/ 85 h 71056"/>
                <a:gd name="csX3" fmla="*/ 10136 w 202112"/>
                <a:gd name="csY3" fmla="*/ 85 h 71056"/>
                <a:gd name="csX4" fmla="*/ 107 w 202112"/>
                <a:gd name="csY4" fmla="*/ 6158 h 71056"/>
                <a:gd name="csX5" fmla="*/ 10440 w 202112"/>
                <a:gd name="csY5" fmla="*/ 12231 h 71056"/>
                <a:gd name="csX6" fmla="*/ 191886 w 202112"/>
                <a:gd name="csY6" fmla="*/ 12231 h 71056"/>
                <a:gd name="csX7" fmla="*/ 192190 w 202112"/>
                <a:gd name="csY7" fmla="*/ 71141 h 71056"/>
                <a:gd name="csX8" fmla="*/ 202219 w 202112"/>
                <a:gd name="csY8" fmla="*/ 65068 h 71056"/>
                <a:gd name="csX9" fmla="*/ 191886 w 202112"/>
                <a:gd name="csY9" fmla="*/ 58995 h 71056"/>
                <a:gd name="csX10" fmla="*/ 10440 w 202112"/>
                <a:gd name="csY10" fmla="*/ 58995 h 71056"/>
                <a:gd name="csX11" fmla="*/ 107 w 202112"/>
                <a:gd name="csY11" fmla="*/ 65068 h 71056"/>
                <a:gd name="csX12" fmla="*/ 10136 w 202112"/>
                <a:gd name="csY12" fmla="*/ 71141 h 71056"/>
                <a:gd name="csX13" fmla="*/ 192190 w 202112"/>
                <a:gd name="csY13" fmla="*/ 71141 h 71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2112" h="71056">
                  <a:moveTo>
                    <a:pt x="191886" y="12231"/>
                  </a:moveTo>
                  <a:cubicBezTo>
                    <a:pt x="196445" y="12231"/>
                    <a:pt x="202219" y="12231"/>
                    <a:pt x="202219" y="6158"/>
                  </a:cubicBezTo>
                  <a:cubicBezTo>
                    <a:pt x="202219" y="85"/>
                    <a:pt x="196445" y="85"/>
                    <a:pt x="192190" y="85"/>
                  </a:cubicBezTo>
                  <a:lnTo>
                    <a:pt x="10136" y="85"/>
                  </a:lnTo>
                  <a:cubicBezTo>
                    <a:pt x="5881" y="85"/>
                    <a:pt x="107" y="85"/>
                    <a:pt x="107" y="6158"/>
                  </a:cubicBezTo>
                  <a:cubicBezTo>
                    <a:pt x="107" y="12231"/>
                    <a:pt x="5881" y="12231"/>
                    <a:pt x="10440" y="12231"/>
                  </a:cubicBezTo>
                  <a:lnTo>
                    <a:pt x="191886" y="12231"/>
                  </a:lnTo>
                  <a:close/>
                  <a:moveTo>
                    <a:pt x="192190" y="71141"/>
                  </a:moveTo>
                  <a:cubicBezTo>
                    <a:pt x="196445" y="71141"/>
                    <a:pt x="202219" y="71141"/>
                    <a:pt x="202219" y="65068"/>
                  </a:cubicBezTo>
                  <a:cubicBezTo>
                    <a:pt x="202219" y="58995"/>
                    <a:pt x="196445" y="58995"/>
                    <a:pt x="191886" y="58995"/>
                  </a:cubicBezTo>
                  <a:lnTo>
                    <a:pt x="10440" y="58995"/>
                  </a:lnTo>
                  <a:cubicBezTo>
                    <a:pt x="5881" y="58995"/>
                    <a:pt x="107" y="58995"/>
                    <a:pt x="107" y="65068"/>
                  </a:cubicBezTo>
                  <a:cubicBezTo>
                    <a:pt x="107" y="71141"/>
                    <a:pt x="5881" y="71141"/>
                    <a:pt x="10136" y="71141"/>
                  </a:cubicBezTo>
                  <a:lnTo>
                    <a:pt x="192190" y="71141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FAD17B79-AF84-8289-275A-8C9F31C984FE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130937" y="4970808"/>
              <a:ext cx="122179" cy="153045"/>
            </a:xfrm>
            <a:custGeom>
              <a:avLst/>
              <a:gdLst>
                <a:gd name="csX0" fmla="*/ 53305 w 122179"/>
                <a:gd name="csY0" fmla="*/ 153130 h 153045"/>
                <a:gd name="csX1" fmla="*/ 81266 w 122179"/>
                <a:gd name="csY1" fmla="*/ 145538 h 153045"/>
                <a:gd name="csX2" fmla="*/ 99198 w 122179"/>
                <a:gd name="csY2" fmla="*/ 124889 h 153045"/>
                <a:gd name="csX3" fmla="*/ 99198 w 122179"/>
                <a:gd name="csY3" fmla="*/ 139769 h 153045"/>
                <a:gd name="csX4" fmla="*/ 111051 w 122179"/>
                <a:gd name="csY4" fmla="*/ 152523 h 153045"/>
                <a:gd name="csX5" fmla="*/ 122296 w 122179"/>
                <a:gd name="csY5" fmla="*/ 139769 h 153045"/>
                <a:gd name="csX6" fmla="*/ 122296 w 122179"/>
                <a:gd name="csY6" fmla="*/ 57477 h 153045"/>
                <a:gd name="csX7" fmla="*/ 108316 w 122179"/>
                <a:gd name="csY7" fmla="*/ 14053 h 153045"/>
                <a:gd name="csX8" fmla="*/ 66070 w 122179"/>
                <a:gd name="csY8" fmla="*/ 85 h 153045"/>
                <a:gd name="csX9" fmla="*/ 40844 w 122179"/>
                <a:gd name="csY9" fmla="*/ 3121 h 153045"/>
                <a:gd name="csX10" fmla="*/ 14706 w 122179"/>
                <a:gd name="csY10" fmla="*/ 12838 h 153045"/>
                <a:gd name="csX11" fmla="*/ 8627 w 122179"/>
                <a:gd name="csY11" fmla="*/ 19215 h 153045"/>
                <a:gd name="csX12" fmla="*/ 8627 w 122179"/>
                <a:gd name="csY12" fmla="*/ 27111 h 153045"/>
                <a:gd name="csX13" fmla="*/ 13490 w 122179"/>
                <a:gd name="csY13" fmla="*/ 32576 h 153045"/>
                <a:gd name="csX14" fmla="*/ 22304 w 122179"/>
                <a:gd name="csY14" fmla="*/ 31362 h 153045"/>
                <a:gd name="csX15" fmla="*/ 44491 w 122179"/>
                <a:gd name="csY15" fmla="*/ 22556 h 153045"/>
                <a:gd name="csX16" fmla="*/ 66070 w 122179"/>
                <a:gd name="csY16" fmla="*/ 19823 h 153045"/>
                <a:gd name="csX17" fmla="*/ 90688 w 122179"/>
                <a:gd name="csY17" fmla="*/ 28325 h 153045"/>
                <a:gd name="csX18" fmla="*/ 98590 w 122179"/>
                <a:gd name="csY18" fmla="*/ 55351 h 153045"/>
                <a:gd name="csX19" fmla="*/ 98590 w 122179"/>
                <a:gd name="csY19" fmla="*/ 64765 h 153045"/>
                <a:gd name="csX20" fmla="*/ 88864 w 122179"/>
                <a:gd name="csY20" fmla="*/ 64765 h 153045"/>
                <a:gd name="csX21" fmla="*/ 35981 w 122179"/>
                <a:gd name="csY21" fmla="*/ 69016 h 153045"/>
                <a:gd name="csX22" fmla="*/ 8323 w 122179"/>
                <a:gd name="csY22" fmla="*/ 82377 h 153045"/>
                <a:gd name="csX23" fmla="*/ 117 w 122179"/>
                <a:gd name="csY23" fmla="*/ 107884 h 153045"/>
                <a:gd name="csX24" fmla="*/ 7108 w 122179"/>
                <a:gd name="csY24" fmla="*/ 130963 h 153045"/>
                <a:gd name="csX25" fmla="*/ 25951 w 122179"/>
                <a:gd name="csY25" fmla="*/ 147360 h 153045"/>
                <a:gd name="csX26" fmla="*/ 53305 w 122179"/>
                <a:gd name="csY26" fmla="*/ 153130 h 153045"/>
                <a:gd name="csX27" fmla="*/ 57256 w 122179"/>
                <a:gd name="csY27" fmla="*/ 134607 h 153045"/>
                <a:gd name="csX28" fmla="*/ 33549 w 122179"/>
                <a:gd name="csY28" fmla="*/ 126711 h 153045"/>
                <a:gd name="csX29" fmla="*/ 25039 w 122179"/>
                <a:gd name="csY29" fmla="*/ 106366 h 153045"/>
                <a:gd name="csX30" fmla="*/ 30510 w 122179"/>
                <a:gd name="csY30" fmla="*/ 91183 h 153045"/>
                <a:gd name="csX31" fmla="*/ 50265 w 122179"/>
                <a:gd name="csY31" fmla="*/ 83288 h 153045"/>
                <a:gd name="csX32" fmla="*/ 89168 w 122179"/>
                <a:gd name="csY32" fmla="*/ 80859 h 153045"/>
                <a:gd name="csX33" fmla="*/ 98590 w 122179"/>
                <a:gd name="csY33" fmla="*/ 80859 h 153045"/>
                <a:gd name="csX34" fmla="*/ 98590 w 122179"/>
                <a:gd name="csY34" fmla="*/ 89968 h 153045"/>
                <a:gd name="csX35" fmla="*/ 87041 w 122179"/>
                <a:gd name="csY35" fmla="*/ 122157 h 153045"/>
                <a:gd name="csX36" fmla="*/ 57256 w 122179"/>
                <a:gd name="csY36" fmla="*/ 134607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22179" h="153045">
                  <a:moveTo>
                    <a:pt x="53305" y="153130"/>
                  </a:moveTo>
                  <a:cubicBezTo>
                    <a:pt x="63942" y="153130"/>
                    <a:pt x="73364" y="150701"/>
                    <a:pt x="81266" y="145538"/>
                  </a:cubicBezTo>
                  <a:cubicBezTo>
                    <a:pt x="89168" y="140680"/>
                    <a:pt x="95247" y="133696"/>
                    <a:pt x="99198" y="124889"/>
                  </a:cubicBezTo>
                  <a:lnTo>
                    <a:pt x="99198" y="139769"/>
                  </a:lnTo>
                  <a:cubicBezTo>
                    <a:pt x="99198" y="148271"/>
                    <a:pt x="103149" y="152523"/>
                    <a:pt x="111051" y="152523"/>
                  </a:cubicBezTo>
                  <a:cubicBezTo>
                    <a:pt x="118345" y="152523"/>
                    <a:pt x="122296" y="148271"/>
                    <a:pt x="122296" y="139769"/>
                  </a:cubicBezTo>
                  <a:lnTo>
                    <a:pt x="122296" y="57477"/>
                  </a:lnTo>
                  <a:cubicBezTo>
                    <a:pt x="122296" y="38042"/>
                    <a:pt x="117434" y="23467"/>
                    <a:pt x="108316" y="14053"/>
                  </a:cubicBezTo>
                  <a:cubicBezTo>
                    <a:pt x="99198" y="4943"/>
                    <a:pt x="84913" y="85"/>
                    <a:pt x="66070" y="85"/>
                  </a:cubicBezTo>
                  <a:cubicBezTo>
                    <a:pt x="58168" y="85"/>
                    <a:pt x="49658" y="1299"/>
                    <a:pt x="40844" y="3121"/>
                  </a:cubicBezTo>
                  <a:cubicBezTo>
                    <a:pt x="32030" y="5247"/>
                    <a:pt x="23216" y="8587"/>
                    <a:pt x="14706" y="12838"/>
                  </a:cubicBezTo>
                  <a:cubicBezTo>
                    <a:pt x="11666" y="14357"/>
                    <a:pt x="9539" y="16482"/>
                    <a:pt x="8627" y="19215"/>
                  </a:cubicBezTo>
                  <a:cubicBezTo>
                    <a:pt x="7715" y="21948"/>
                    <a:pt x="7715" y="24681"/>
                    <a:pt x="8627" y="27111"/>
                  </a:cubicBezTo>
                  <a:cubicBezTo>
                    <a:pt x="9539" y="29540"/>
                    <a:pt x="11059" y="31362"/>
                    <a:pt x="13490" y="32576"/>
                  </a:cubicBezTo>
                  <a:cubicBezTo>
                    <a:pt x="15921" y="33791"/>
                    <a:pt x="18657" y="33184"/>
                    <a:pt x="22304" y="31362"/>
                  </a:cubicBezTo>
                  <a:cubicBezTo>
                    <a:pt x="29902" y="27414"/>
                    <a:pt x="37196" y="24378"/>
                    <a:pt x="44491" y="22556"/>
                  </a:cubicBezTo>
                  <a:cubicBezTo>
                    <a:pt x="51785" y="20734"/>
                    <a:pt x="58775" y="19823"/>
                    <a:pt x="66070" y="19823"/>
                  </a:cubicBezTo>
                  <a:cubicBezTo>
                    <a:pt x="77315" y="19823"/>
                    <a:pt x="85521" y="22859"/>
                    <a:pt x="90688" y="28325"/>
                  </a:cubicBezTo>
                  <a:cubicBezTo>
                    <a:pt x="95855" y="33791"/>
                    <a:pt x="98590" y="42901"/>
                    <a:pt x="98590" y="55351"/>
                  </a:cubicBezTo>
                  <a:lnTo>
                    <a:pt x="98590" y="64765"/>
                  </a:lnTo>
                  <a:lnTo>
                    <a:pt x="88864" y="64765"/>
                  </a:lnTo>
                  <a:cubicBezTo>
                    <a:pt x="66374" y="64765"/>
                    <a:pt x="48746" y="66283"/>
                    <a:pt x="35981" y="69016"/>
                  </a:cubicBezTo>
                  <a:cubicBezTo>
                    <a:pt x="23216" y="71749"/>
                    <a:pt x="13794" y="76304"/>
                    <a:pt x="8323" y="82377"/>
                  </a:cubicBezTo>
                  <a:cubicBezTo>
                    <a:pt x="2853" y="88754"/>
                    <a:pt x="117" y="97256"/>
                    <a:pt x="117" y="107884"/>
                  </a:cubicBezTo>
                  <a:cubicBezTo>
                    <a:pt x="117" y="116387"/>
                    <a:pt x="2245" y="124282"/>
                    <a:pt x="7108" y="130963"/>
                  </a:cubicBezTo>
                  <a:cubicBezTo>
                    <a:pt x="11666" y="137947"/>
                    <a:pt x="18049" y="143413"/>
                    <a:pt x="25951" y="147360"/>
                  </a:cubicBezTo>
                  <a:cubicBezTo>
                    <a:pt x="33853" y="151308"/>
                    <a:pt x="42971" y="153130"/>
                    <a:pt x="53305" y="153130"/>
                  </a:cubicBezTo>
                  <a:close/>
                  <a:moveTo>
                    <a:pt x="57256" y="134607"/>
                  </a:moveTo>
                  <a:cubicBezTo>
                    <a:pt x="47226" y="134607"/>
                    <a:pt x="39324" y="132177"/>
                    <a:pt x="33549" y="126711"/>
                  </a:cubicBezTo>
                  <a:cubicBezTo>
                    <a:pt x="27775" y="121549"/>
                    <a:pt x="25039" y="114869"/>
                    <a:pt x="25039" y="106366"/>
                  </a:cubicBezTo>
                  <a:cubicBezTo>
                    <a:pt x="25039" y="99989"/>
                    <a:pt x="26863" y="94827"/>
                    <a:pt x="30510" y="91183"/>
                  </a:cubicBezTo>
                  <a:cubicBezTo>
                    <a:pt x="34157" y="87539"/>
                    <a:pt x="40844" y="84806"/>
                    <a:pt x="50265" y="83288"/>
                  </a:cubicBezTo>
                  <a:cubicBezTo>
                    <a:pt x="59687" y="81770"/>
                    <a:pt x="72756" y="80859"/>
                    <a:pt x="89168" y="80859"/>
                  </a:cubicBezTo>
                  <a:lnTo>
                    <a:pt x="98590" y="80859"/>
                  </a:lnTo>
                  <a:lnTo>
                    <a:pt x="98590" y="89968"/>
                  </a:lnTo>
                  <a:cubicBezTo>
                    <a:pt x="98590" y="103026"/>
                    <a:pt x="94639" y="113654"/>
                    <a:pt x="87041" y="122157"/>
                  </a:cubicBezTo>
                  <a:cubicBezTo>
                    <a:pt x="79139" y="130659"/>
                    <a:pt x="69413" y="134607"/>
                    <a:pt x="57256" y="134607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6E30706F-2E1D-9838-414A-821B3EC57FE1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298705" y="4970434"/>
              <a:ext cx="83645" cy="152811"/>
            </a:xfrm>
            <a:custGeom>
              <a:avLst/>
              <a:gdLst>
                <a:gd name="csX0" fmla="*/ 12584 w 83645"/>
                <a:gd name="csY0" fmla="*/ 152897 h 152811"/>
                <a:gd name="csX1" fmla="*/ 25045 w 83645"/>
                <a:gd name="csY1" fmla="*/ 140143 h 152811"/>
                <a:gd name="csX2" fmla="*/ 25045 w 83645"/>
                <a:gd name="csY2" fmla="*/ 66657 h 152811"/>
                <a:gd name="csX3" fmla="*/ 35986 w 83645"/>
                <a:gd name="csY3" fmla="*/ 35683 h 152811"/>
                <a:gd name="csX4" fmla="*/ 67899 w 83645"/>
                <a:gd name="csY4" fmla="*/ 22322 h 152811"/>
                <a:gd name="csX5" fmla="*/ 72761 w 83645"/>
                <a:gd name="csY5" fmla="*/ 21715 h 152811"/>
                <a:gd name="csX6" fmla="*/ 83703 w 83645"/>
                <a:gd name="csY6" fmla="*/ 9872 h 152811"/>
                <a:gd name="csX7" fmla="*/ 73369 w 83645"/>
                <a:gd name="csY7" fmla="*/ 155 h 152811"/>
                <a:gd name="csX8" fmla="*/ 42976 w 83645"/>
                <a:gd name="csY8" fmla="*/ 8354 h 152811"/>
                <a:gd name="csX9" fmla="*/ 24133 w 83645"/>
                <a:gd name="csY9" fmla="*/ 29610 h 152811"/>
                <a:gd name="csX10" fmla="*/ 24133 w 83645"/>
                <a:gd name="csY10" fmla="*/ 13516 h 152811"/>
                <a:gd name="csX11" fmla="*/ 11976 w 83645"/>
                <a:gd name="csY11" fmla="*/ 1066 h 152811"/>
                <a:gd name="csX12" fmla="*/ 122 w 83645"/>
                <a:gd name="csY12" fmla="*/ 13516 h 152811"/>
                <a:gd name="csX13" fmla="*/ 122 w 83645"/>
                <a:gd name="csY13" fmla="*/ 140143 h 152811"/>
                <a:gd name="csX14" fmla="*/ 12584 w 83645"/>
                <a:gd name="csY14" fmla="*/ 152897 h 152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3645" h="152811">
                  <a:moveTo>
                    <a:pt x="12584" y="152897"/>
                  </a:moveTo>
                  <a:cubicBezTo>
                    <a:pt x="20790" y="152897"/>
                    <a:pt x="25045" y="148645"/>
                    <a:pt x="25045" y="140143"/>
                  </a:cubicBezTo>
                  <a:lnTo>
                    <a:pt x="25045" y="66657"/>
                  </a:lnTo>
                  <a:cubicBezTo>
                    <a:pt x="25045" y="53599"/>
                    <a:pt x="28692" y="43275"/>
                    <a:pt x="35986" y="35683"/>
                  </a:cubicBezTo>
                  <a:cubicBezTo>
                    <a:pt x="43280" y="28092"/>
                    <a:pt x="53918" y="23537"/>
                    <a:pt x="67899" y="22322"/>
                  </a:cubicBezTo>
                  <a:lnTo>
                    <a:pt x="72761" y="21715"/>
                  </a:lnTo>
                  <a:cubicBezTo>
                    <a:pt x="80664" y="21108"/>
                    <a:pt x="84311" y="17160"/>
                    <a:pt x="83703" y="9872"/>
                  </a:cubicBezTo>
                  <a:cubicBezTo>
                    <a:pt x="83095" y="2888"/>
                    <a:pt x="79752" y="-452"/>
                    <a:pt x="73369" y="155"/>
                  </a:cubicBezTo>
                  <a:cubicBezTo>
                    <a:pt x="61516" y="762"/>
                    <a:pt x="51486" y="3495"/>
                    <a:pt x="42976" y="8354"/>
                  </a:cubicBezTo>
                  <a:cubicBezTo>
                    <a:pt x="34466" y="13212"/>
                    <a:pt x="28084" y="20500"/>
                    <a:pt x="24133" y="29610"/>
                  </a:cubicBezTo>
                  <a:lnTo>
                    <a:pt x="24133" y="13516"/>
                  </a:lnTo>
                  <a:cubicBezTo>
                    <a:pt x="24133" y="5317"/>
                    <a:pt x="19878" y="1066"/>
                    <a:pt x="11976" y="1066"/>
                  </a:cubicBezTo>
                  <a:cubicBezTo>
                    <a:pt x="4074" y="1066"/>
                    <a:pt x="122" y="5317"/>
                    <a:pt x="122" y="13516"/>
                  </a:cubicBezTo>
                  <a:lnTo>
                    <a:pt x="122" y="140143"/>
                  </a:lnTo>
                  <a:cubicBezTo>
                    <a:pt x="122" y="148645"/>
                    <a:pt x="4074" y="152897"/>
                    <a:pt x="12584" y="152897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1F932F74-00EB-CD69-BBB6-9F0A1049AB1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396570" y="4970808"/>
              <a:ext cx="141022" cy="207704"/>
            </a:xfrm>
            <a:custGeom>
              <a:avLst/>
              <a:gdLst>
                <a:gd name="csX0" fmla="*/ 74588 w 141022"/>
                <a:gd name="csY0" fmla="*/ 207789 h 207704"/>
                <a:gd name="csX1" fmla="*/ 124129 w 141022"/>
                <a:gd name="csY1" fmla="*/ 190784 h 207704"/>
                <a:gd name="csX2" fmla="*/ 141149 w 141022"/>
                <a:gd name="csY2" fmla="*/ 139769 h 207704"/>
                <a:gd name="csX3" fmla="*/ 141149 w 141022"/>
                <a:gd name="csY3" fmla="*/ 13142 h 207704"/>
                <a:gd name="csX4" fmla="*/ 128992 w 141022"/>
                <a:gd name="csY4" fmla="*/ 692 h 207704"/>
                <a:gd name="csX5" fmla="*/ 116835 w 141022"/>
                <a:gd name="csY5" fmla="*/ 13142 h 207704"/>
                <a:gd name="csX6" fmla="*/ 116835 w 141022"/>
                <a:gd name="csY6" fmla="*/ 28933 h 207704"/>
                <a:gd name="csX7" fmla="*/ 97079 w 141022"/>
                <a:gd name="csY7" fmla="*/ 7676 h 207704"/>
                <a:gd name="csX8" fmla="*/ 66382 w 141022"/>
                <a:gd name="csY8" fmla="*/ 85 h 207704"/>
                <a:gd name="csX9" fmla="*/ 31127 w 141022"/>
                <a:gd name="csY9" fmla="*/ 9195 h 207704"/>
                <a:gd name="csX10" fmla="*/ 8028 w 141022"/>
                <a:gd name="csY10" fmla="*/ 35006 h 207704"/>
                <a:gd name="csX11" fmla="*/ 126 w 141022"/>
                <a:gd name="csY11" fmla="*/ 73267 h 207704"/>
                <a:gd name="csX12" fmla="*/ 8028 w 141022"/>
                <a:gd name="csY12" fmla="*/ 111832 h 207704"/>
                <a:gd name="csX13" fmla="*/ 31127 w 141022"/>
                <a:gd name="csY13" fmla="*/ 137643 h 207704"/>
                <a:gd name="csX14" fmla="*/ 66382 w 141022"/>
                <a:gd name="csY14" fmla="*/ 147057 h 207704"/>
                <a:gd name="csX15" fmla="*/ 97079 w 141022"/>
                <a:gd name="csY15" fmla="*/ 139162 h 207704"/>
                <a:gd name="csX16" fmla="*/ 117138 w 141022"/>
                <a:gd name="csY16" fmla="*/ 116994 h 207704"/>
                <a:gd name="csX17" fmla="*/ 117138 w 141022"/>
                <a:gd name="csY17" fmla="*/ 143109 h 207704"/>
                <a:gd name="csX18" fmla="*/ 73373 w 141022"/>
                <a:gd name="csY18" fmla="*/ 188051 h 207704"/>
                <a:gd name="csX19" fmla="*/ 49362 w 141022"/>
                <a:gd name="csY19" fmla="*/ 185014 h 207704"/>
                <a:gd name="csX20" fmla="*/ 23832 w 141022"/>
                <a:gd name="csY20" fmla="*/ 173779 h 207704"/>
                <a:gd name="csX21" fmla="*/ 16234 w 141022"/>
                <a:gd name="csY21" fmla="*/ 173172 h 207704"/>
                <a:gd name="csX22" fmla="*/ 11067 w 141022"/>
                <a:gd name="csY22" fmla="*/ 178334 h 207704"/>
                <a:gd name="csX23" fmla="*/ 9852 w 141022"/>
                <a:gd name="csY23" fmla="*/ 185622 h 207704"/>
                <a:gd name="csX24" fmla="*/ 15322 w 141022"/>
                <a:gd name="csY24" fmla="*/ 191999 h 207704"/>
                <a:gd name="csX25" fmla="*/ 42980 w 141022"/>
                <a:gd name="csY25" fmla="*/ 204145 h 207704"/>
                <a:gd name="csX26" fmla="*/ 74588 w 141022"/>
                <a:gd name="csY26" fmla="*/ 207789 h 207704"/>
                <a:gd name="csX27" fmla="*/ 70941 w 141022"/>
                <a:gd name="csY27" fmla="*/ 127015 h 207704"/>
                <a:gd name="csX28" fmla="*/ 37509 w 141022"/>
                <a:gd name="csY28" fmla="*/ 112439 h 207704"/>
                <a:gd name="csX29" fmla="*/ 25048 w 141022"/>
                <a:gd name="csY29" fmla="*/ 73267 h 207704"/>
                <a:gd name="csX30" fmla="*/ 37509 w 141022"/>
                <a:gd name="csY30" fmla="*/ 34398 h 207704"/>
                <a:gd name="csX31" fmla="*/ 70941 w 141022"/>
                <a:gd name="csY31" fmla="*/ 19823 h 207704"/>
                <a:gd name="csX32" fmla="*/ 104677 w 141022"/>
                <a:gd name="csY32" fmla="*/ 34398 h 207704"/>
                <a:gd name="csX33" fmla="*/ 117138 w 141022"/>
                <a:gd name="csY33" fmla="*/ 73267 h 207704"/>
                <a:gd name="csX34" fmla="*/ 104677 w 141022"/>
                <a:gd name="csY34" fmla="*/ 112439 h 207704"/>
                <a:gd name="csX35" fmla="*/ 70941 w 141022"/>
                <a:gd name="csY35" fmla="*/ 127015 h 207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41022" h="207704">
                  <a:moveTo>
                    <a:pt x="74588" y="207789"/>
                  </a:moveTo>
                  <a:cubicBezTo>
                    <a:pt x="96471" y="207789"/>
                    <a:pt x="112883" y="202323"/>
                    <a:pt x="124129" y="190784"/>
                  </a:cubicBezTo>
                  <a:cubicBezTo>
                    <a:pt x="135374" y="179548"/>
                    <a:pt x="141149" y="162543"/>
                    <a:pt x="141149" y="139769"/>
                  </a:cubicBezTo>
                  <a:lnTo>
                    <a:pt x="141149" y="13142"/>
                  </a:lnTo>
                  <a:cubicBezTo>
                    <a:pt x="141149" y="4943"/>
                    <a:pt x="136894" y="692"/>
                    <a:pt x="128992" y="692"/>
                  </a:cubicBezTo>
                  <a:cubicBezTo>
                    <a:pt x="120786" y="692"/>
                    <a:pt x="116835" y="4943"/>
                    <a:pt x="116835" y="13142"/>
                  </a:cubicBezTo>
                  <a:lnTo>
                    <a:pt x="116835" y="28933"/>
                  </a:lnTo>
                  <a:cubicBezTo>
                    <a:pt x="112580" y="19823"/>
                    <a:pt x="105893" y="12838"/>
                    <a:pt x="97079" y="7676"/>
                  </a:cubicBezTo>
                  <a:cubicBezTo>
                    <a:pt x="87961" y="2818"/>
                    <a:pt x="77932" y="85"/>
                    <a:pt x="66382" y="85"/>
                  </a:cubicBezTo>
                  <a:cubicBezTo>
                    <a:pt x="52706" y="85"/>
                    <a:pt x="40852" y="3121"/>
                    <a:pt x="31127" y="9195"/>
                  </a:cubicBezTo>
                  <a:cubicBezTo>
                    <a:pt x="21097" y="15268"/>
                    <a:pt x="13499" y="24074"/>
                    <a:pt x="8028" y="35006"/>
                  </a:cubicBezTo>
                  <a:cubicBezTo>
                    <a:pt x="2557" y="45938"/>
                    <a:pt x="126" y="58691"/>
                    <a:pt x="126" y="73267"/>
                  </a:cubicBezTo>
                  <a:cubicBezTo>
                    <a:pt x="126" y="87843"/>
                    <a:pt x="2557" y="100900"/>
                    <a:pt x="8028" y="111832"/>
                  </a:cubicBezTo>
                  <a:cubicBezTo>
                    <a:pt x="13499" y="122764"/>
                    <a:pt x="21097" y="131570"/>
                    <a:pt x="31127" y="137643"/>
                  </a:cubicBezTo>
                  <a:cubicBezTo>
                    <a:pt x="40852" y="144020"/>
                    <a:pt x="52706" y="147057"/>
                    <a:pt x="66382" y="147057"/>
                  </a:cubicBezTo>
                  <a:cubicBezTo>
                    <a:pt x="77932" y="147057"/>
                    <a:pt x="87961" y="144627"/>
                    <a:pt x="97079" y="139162"/>
                  </a:cubicBezTo>
                  <a:cubicBezTo>
                    <a:pt x="106197" y="133696"/>
                    <a:pt x="112883" y="126408"/>
                    <a:pt x="117138" y="116994"/>
                  </a:cubicBezTo>
                  <a:lnTo>
                    <a:pt x="117138" y="143109"/>
                  </a:lnTo>
                  <a:cubicBezTo>
                    <a:pt x="117138" y="173172"/>
                    <a:pt x="102550" y="188051"/>
                    <a:pt x="73373" y="188051"/>
                  </a:cubicBezTo>
                  <a:cubicBezTo>
                    <a:pt x="65471" y="188051"/>
                    <a:pt x="57265" y="187140"/>
                    <a:pt x="49362" y="185014"/>
                  </a:cubicBezTo>
                  <a:cubicBezTo>
                    <a:pt x="41156" y="183192"/>
                    <a:pt x="32646" y="179245"/>
                    <a:pt x="23832" y="173779"/>
                  </a:cubicBezTo>
                  <a:cubicBezTo>
                    <a:pt x="21097" y="172564"/>
                    <a:pt x="18666" y="172261"/>
                    <a:pt x="16234" y="173172"/>
                  </a:cubicBezTo>
                  <a:cubicBezTo>
                    <a:pt x="13803" y="174386"/>
                    <a:pt x="12283" y="175905"/>
                    <a:pt x="11067" y="178334"/>
                  </a:cubicBezTo>
                  <a:cubicBezTo>
                    <a:pt x="9852" y="180763"/>
                    <a:pt x="9244" y="183192"/>
                    <a:pt x="9852" y="185622"/>
                  </a:cubicBezTo>
                  <a:cubicBezTo>
                    <a:pt x="10460" y="188051"/>
                    <a:pt x="12283" y="190177"/>
                    <a:pt x="15322" y="191999"/>
                  </a:cubicBezTo>
                  <a:cubicBezTo>
                    <a:pt x="23528" y="197465"/>
                    <a:pt x="32646" y="201716"/>
                    <a:pt x="42980" y="204145"/>
                  </a:cubicBezTo>
                  <a:cubicBezTo>
                    <a:pt x="53313" y="206574"/>
                    <a:pt x="63647" y="207789"/>
                    <a:pt x="74588" y="207789"/>
                  </a:cubicBezTo>
                  <a:close/>
                  <a:moveTo>
                    <a:pt x="70941" y="127015"/>
                  </a:moveTo>
                  <a:cubicBezTo>
                    <a:pt x="56961" y="127015"/>
                    <a:pt x="45715" y="122157"/>
                    <a:pt x="37509" y="112439"/>
                  </a:cubicBezTo>
                  <a:cubicBezTo>
                    <a:pt x="28999" y="102722"/>
                    <a:pt x="25048" y="89665"/>
                    <a:pt x="25048" y="73267"/>
                  </a:cubicBezTo>
                  <a:cubicBezTo>
                    <a:pt x="25048" y="56869"/>
                    <a:pt x="28999" y="44116"/>
                    <a:pt x="37509" y="34398"/>
                  </a:cubicBezTo>
                  <a:cubicBezTo>
                    <a:pt x="45715" y="24681"/>
                    <a:pt x="56961" y="19823"/>
                    <a:pt x="70941" y="19823"/>
                  </a:cubicBezTo>
                  <a:cubicBezTo>
                    <a:pt x="84922" y="19823"/>
                    <a:pt x="96167" y="24681"/>
                    <a:pt x="104677" y="34398"/>
                  </a:cubicBezTo>
                  <a:cubicBezTo>
                    <a:pt x="112883" y="44116"/>
                    <a:pt x="117138" y="56869"/>
                    <a:pt x="117138" y="73267"/>
                  </a:cubicBezTo>
                  <a:cubicBezTo>
                    <a:pt x="117138" y="89665"/>
                    <a:pt x="112883" y="102722"/>
                    <a:pt x="104677" y="112439"/>
                  </a:cubicBezTo>
                  <a:cubicBezTo>
                    <a:pt x="96167" y="122157"/>
                    <a:pt x="84922" y="127015"/>
                    <a:pt x="70941" y="127015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26EE1E1A-7AA8-6E83-3234-45D0120FC00F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584398" y="4970808"/>
              <a:ext cx="213661" cy="152437"/>
            </a:xfrm>
            <a:custGeom>
              <a:avLst/>
              <a:gdLst>
                <a:gd name="csX0" fmla="*/ 12289 w 213661"/>
                <a:gd name="csY0" fmla="*/ 152523 h 152437"/>
                <a:gd name="csX1" fmla="*/ 24750 w 213661"/>
                <a:gd name="csY1" fmla="*/ 139769 h 152437"/>
                <a:gd name="csX2" fmla="*/ 24750 w 213661"/>
                <a:gd name="csY2" fmla="*/ 66890 h 152437"/>
                <a:gd name="csX3" fmla="*/ 35084 w 213661"/>
                <a:gd name="csY3" fmla="*/ 32880 h 152437"/>
                <a:gd name="csX4" fmla="*/ 63957 w 213661"/>
                <a:gd name="csY4" fmla="*/ 20126 h 152437"/>
                <a:gd name="csX5" fmla="*/ 87359 w 213661"/>
                <a:gd name="csY5" fmla="*/ 29843 h 152437"/>
                <a:gd name="csX6" fmla="*/ 94654 w 213661"/>
                <a:gd name="csY6" fmla="*/ 59602 h 152437"/>
                <a:gd name="csX7" fmla="*/ 94654 w 213661"/>
                <a:gd name="csY7" fmla="*/ 139769 h 152437"/>
                <a:gd name="csX8" fmla="*/ 106811 w 213661"/>
                <a:gd name="csY8" fmla="*/ 152523 h 152437"/>
                <a:gd name="csX9" fmla="*/ 119272 w 213661"/>
                <a:gd name="csY9" fmla="*/ 139769 h 152437"/>
                <a:gd name="csX10" fmla="*/ 119272 w 213661"/>
                <a:gd name="csY10" fmla="*/ 66890 h 152437"/>
                <a:gd name="csX11" fmla="*/ 129909 w 213661"/>
                <a:gd name="csY11" fmla="*/ 32880 h 152437"/>
                <a:gd name="csX12" fmla="*/ 158479 w 213661"/>
                <a:gd name="csY12" fmla="*/ 20126 h 152437"/>
                <a:gd name="csX13" fmla="*/ 181881 w 213661"/>
                <a:gd name="csY13" fmla="*/ 29843 h 152437"/>
                <a:gd name="csX14" fmla="*/ 189175 w 213661"/>
                <a:gd name="csY14" fmla="*/ 59602 h 152437"/>
                <a:gd name="csX15" fmla="*/ 189175 w 213661"/>
                <a:gd name="csY15" fmla="*/ 139769 h 152437"/>
                <a:gd name="csX16" fmla="*/ 201333 w 213661"/>
                <a:gd name="csY16" fmla="*/ 152523 h 152437"/>
                <a:gd name="csX17" fmla="*/ 213794 w 213661"/>
                <a:gd name="csY17" fmla="*/ 139769 h 152437"/>
                <a:gd name="csX18" fmla="*/ 213794 w 213661"/>
                <a:gd name="csY18" fmla="*/ 58388 h 152437"/>
                <a:gd name="csX19" fmla="*/ 164557 w 213661"/>
                <a:gd name="csY19" fmla="*/ 85 h 152437"/>
                <a:gd name="csX20" fmla="*/ 134468 w 213661"/>
                <a:gd name="csY20" fmla="*/ 8284 h 152437"/>
                <a:gd name="csX21" fmla="*/ 114713 w 213661"/>
                <a:gd name="csY21" fmla="*/ 30147 h 152437"/>
                <a:gd name="csX22" fmla="*/ 70339 w 213661"/>
                <a:gd name="csY22" fmla="*/ 85 h 152437"/>
                <a:gd name="csX23" fmla="*/ 42682 w 213661"/>
                <a:gd name="csY23" fmla="*/ 7373 h 152437"/>
                <a:gd name="csX24" fmla="*/ 24142 w 213661"/>
                <a:gd name="csY24" fmla="*/ 27718 h 152437"/>
                <a:gd name="csX25" fmla="*/ 24142 w 213661"/>
                <a:gd name="csY25" fmla="*/ 13142 h 152437"/>
                <a:gd name="csX26" fmla="*/ 11985 w 213661"/>
                <a:gd name="csY26" fmla="*/ 692 h 152437"/>
                <a:gd name="csX27" fmla="*/ 132 w 213661"/>
                <a:gd name="csY27" fmla="*/ 13142 h 152437"/>
                <a:gd name="csX28" fmla="*/ 132 w 213661"/>
                <a:gd name="csY28" fmla="*/ 139769 h 152437"/>
                <a:gd name="csX29" fmla="*/ 12289 w 213661"/>
                <a:gd name="csY29" fmla="*/ 152523 h 1524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3661" h="152437">
                  <a:moveTo>
                    <a:pt x="12289" y="152523"/>
                  </a:moveTo>
                  <a:cubicBezTo>
                    <a:pt x="20495" y="152523"/>
                    <a:pt x="24750" y="148271"/>
                    <a:pt x="24750" y="139769"/>
                  </a:cubicBezTo>
                  <a:lnTo>
                    <a:pt x="24750" y="66890"/>
                  </a:lnTo>
                  <a:cubicBezTo>
                    <a:pt x="24750" y="52922"/>
                    <a:pt x="28093" y="41383"/>
                    <a:pt x="35084" y="32880"/>
                  </a:cubicBezTo>
                  <a:cubicBezTo>
                    <a:pt x="42074" y="24378"/>
                    <a:pt x="51800" y="20126"/>
                    <a:pt x="63957" y="20126"/>
                  </a:cubicBezTo>
                  <a:cubicBezTo>
                    <a:pt x="74898" y="20126"/>
                    <a:pt x="82496" y="23467"/>
                    <a:pt x="87359" y="29843"/>
                  </a:cubicBezTo>
                  <a:cubicBezTo>
                    <a:pt x="92222" y="36220"/>
                    <a:pt x="94654" y="46241"/>
                    <a:pt x="94654" y="59602"/>
                  </a:cubicBezTo>
                  <a:lnTo>
                    <a:pt x="94654" y="139769"/>
                  </a:lnTo>
                  <a:cubicBezTo>
                    <a:pt x="94654" y="148271"/>
                    <a:pt x="98605" y="152523"/>
                    <a:pt x="106811" y="152523"/>
                  </a:cubicBezTo>
                  <a:cubicBezTo>
                    <a:pt x="115017" y="152523"/>
                    <a:pt x="119272" y="148271"/>
                    <a:pt x="119272" y="139769"/>
                  </a:cubicBezTo>
                  <a:lnTo>
                    <a:pt x="119272" y="66890"/>
                  </a:lnTo>
                  <a:cubicBezTo>
                    <a:pt x="119272" y="52922"/>
                    <a:pt x="122615" y="41383"/>
                    <a:pt x="129909" y="32880"/>
                  </a:cubicBezTo>
                  <a:cubicBezTo>
                    <a:pt x="136900" y="24378"/>
                    <a:pt x="146321" y="20126"/>
                    <a:pt x="158479" y="20126"/>
                  </a:cubicBezTo>
                  <a:cubicBezTo>
                    <a:pt x="169420" y="20126"/>
                    <a:pt x="177018" y="23467"/>
                    <a:pt x="181881" y="29843"/>
                  </a:cubicBezTo>
                  <a:cubicBezTo>
                    <a:pt x="186744" y="36220"/>
                    <a:pt x="189175" y="46241"/>
                    <a:pt x="189175" y="59602"/>
                  </a:cubicBezTo>
                  <a:lnTo>
                    <a:pt x="189175" y="139769"/>
                  </a:lnTo>
                  <a:cubicBezTo>
                    <a:pt x="189175" y="148271"/>
                    <a:pt x="193126" y="152523"/>
                    <a:pt x="201333" y="152523"/>
                  </a:cubicBezTo>
                  <a:cubicBezTo>
                    <a:pt x="209539" y="152523"/>
                    <a:pt x="213794" y="148271"/>
                    <a:pt x="213794" y="139769"/>
                  </a:cubicBezTo>
                  <a:lnTo>
                    <a:pt x="213794" y="58388"/>
                  </a:lnTo>
                  <a:cubicBezTo>
                    <a:pt x="213794" y="19519"/>
                    <a:pt x="197381" y="85"/>
                    <a:pt x="164557" y="85"/>
                  </a:cubicBezTo>
                  <a:cubicBezTo>
                    <a:pt x="153008" y="85"/>
                    <a:pt x="142978" y="2818"/>
                    <a:pt x="134468" y="8284"/>
                  </a:cubicBezTo>
                  <a:cubicBezTo>
                    <a:pt x="125654" y="13749"/>
                    <a:pt x="118968" y="21037"/>
                    <a:pt x="114713" y="30147"/>
                  </a:cubicBezTo>
                  <a:cubicBezTo>
                    <a:pt x="108026" y="10106"/>
                    <a:pt x="93438" y="85"/>
                    <a:pt x="70339" y="85"/>
                  </a:cubicBezTo>
                  <a:cubicBezTo>
                    <a:pt x="59702" y="85"/>
                    <a:pt x="50584" y="2514"/>
                    <a:pt x="42682" y="7373"/>
                  </a:cubicBezTo>
                  <a:cubicBezTo>
                    <a:pt x="34780" y="12231"/>
                    <a:pt x="28397" y="18912"/>
                    <a:pt x="24142" y="27718"/>
                  </a:cubicBezTo>
                  <a:lnTo>
                    <a:pt x="24142" y="13142"/>
                  </a:lnTo>
                  <a:cubicBezTo>
                    <a:pt x="24142" y="4943"/>
                    <a:pt x="19887" y="692"/>
                    <a:pt x="11985" y="692"/>
                  </a:cubicBezTo>
                  <a:cubicBezTo>
                    <a:pt x="4083" y="692"/>
                    <a:pt x="132" y="4943"/>
                    <a:pt x="132" y="13142"/>
                  </a:cubicBezTo>
                  <a:lnTo>
                    <a:pt x="132" y="139769"/>
                  </a:lnTo>
                  <a:cubicBezTo>
                    <a:pt x="132" y="148271"/>
                    <a:pt x="4083" y="152523"/>
                    <a:pt x="12289" y="152523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80E1BA34-1EB2-2FF9-FE8D-43CAF5963D0F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840002" y="4907950"/>
              <a:ext cx="32216" cy="214688"/>
            </a:xfrm>
            <a:custGeom>
              <a:avLst/>
              <a:gdLst>
                <a:gd name="csX0" fmla="*/ 16249 w 32216"/>
                <a:gd name="csY0" fmla="*/ 30147 h 214688"/>
                <a:gd name="csX1" fmla="*/ 32357 w 32216"/>
                <a:gd name="csY1" fmla="*/ 14964 h 214688"/>
                <a:gd name="csX2" fmla="*/ 16249 w 32216"/>
                <a:gd name="csY2" fmla="*/ 85 h 214688"/>
                <a:gd name="csX3" fmla="*/ 140 w 32216"/>
                <a:gd name="csY3" fmla="*/ 14964 h 214688"/>
                <a:gd name="csX4" fmla="*/ 16249 w 32216"/>
                <a:gd name="csY4" fmla="*/ 30147 h 214688"/>
                <a:gd name="csX5" fmla="*/ 16249 w 32216"/>
                <a:gd name="csY5" fmla="*/ 214773 h 214688"/>
                <a:gd name="csX6" fmla="*/ 28710 w 32216"/>
                <a:gd name="csY6" fmla="*/ 201412 h 214688"/>
                <a:gd name="csX7" fmla="*/ 28710 w 32216"/>
                <a:gd name="csY7" fmla="*/ 77215 h 214688"/>
                <a:gd name="csX8" fmla="*/ 16249 w 32216"/>
                <a:gd name="csY8" fmla="*/ 64157 h 214688"/>
                <a:gd name="csX9" fmla="*/ 4091 w 32216"/>
                <a:gd name="csY9" fmla="*/ 77215 h 214688"/>
                <a:gd name="csX10" fmla="*/ 4091 w 32216"/>
                <a:gd name="csY10" fmla="*/ 201412 h 214688"/>
                <a:gd name="csX11" fmla="*/ 16249 w 32216"/>
                <a:gd name="csY11" fmla="*/ 214773 h 2146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2216" h="214688">
                  <a:moveTo>
                    <a:pt x="16249" y="30147"/>
                  </a:moveTo>
                  <a:cubicBezTo>
                    <a:pt x="26886" y="30147"/>
                    <a:pt x="32357" y="25289"/>
                    <a:pt x="32357" y="14964"/>
                  </a:cubicBezTo>
                  <a:cubicBezTo>
                    <a:pt x="32357" y="5247"/>
                    <a:pt x="26886" y="85"/>
                    <a:pt x="16249" y="85"/>
                  </a:cubicBezTo>
                  <a:cubicBezTo>
                    <a:pt x="5307" y="85"/>
                    <a:pt x="140" y="5247"/>
                    <a:pt x="140" y="14964"/>
                  </a:cubicBezTo>
                  <a:cubicBezTo>
                    <a:pt x="140" y="25289"/>
                    <a:pt x="5307" y="30147"/>
                    <a:pt x="16249" y="30147"/>
                  </a:cubicBezTo>
                  <a:close/>
                  <a:moveTo>
                    <a:pt x="16249" y="214773"/>
                  </a:moveTo>
                  <a:cubicBezTo>
                    <a:pt x="24455" y="214773"/>
                    <a:pt x="28710" y="210522"/>
                    <a:pt x="28710" y="201412"/>
                  </a:cubicBezTo>
                  <a:lnTo>
                    <a:pt x="28710" y="77215"/>
                  </a:lnTo>
                  <a:cubicBezTo>
                    <a:pt x="28710" y="68712"/>
                    <a:pt x="24455" y="64157"/>
                    <a:pt x="16249" y="64157"/>
                  </a:cubicBezTo>
                  <a:cubicBezTo>
                    <a:pt x="8042" y="64157"/>
                    <a:pt x="4091" y="68712"/>
                    <a:pt x="4091" y="77215"/>
                  </a:cubicBezTo>
                  <a:lnTo>
                    <a:pt x="4091" y="201412"/>
                  </a:lnTo>
                  <a:cubicBezTo>
                    <a:pt x="4091" y="210522"/>
                    <a:pt x="8042" y="214773"/>
                    <a:pt x="16249" y="214773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49BE8CC2-6720-7914-C91F-5F1D6073C3DE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914465" y="4970808"/>
              <a:ext cx="127346" cy="152437"/>
            </a:xfrm>
            <a:custGeom>
              <a:avLst/>
              <a:gdLst>
                <a:gd name="csX0" fmla="*/ 12300 w 127346"/>
                <a:gd name="csY0" fmla="*/ 152523 h 152437"/>
                <a:gd name="csX1" fmla="*/ 24761 w 127346"/>
                <a:gd name="csY1" fmla="*/ 139769 h 152437"/>
                <a:gd name="csX2" fmla="*/ 24761 w 127346"/>
                <a:gd name="csY2" fmla="*/ 66283 h 152437"/>
                <a:gd name="csX3" fmla="*/ 36614 w 127346"/>
                <a:gd name="csY3" fmla="*/ 32880 h 152437"/>
                <a:gd name="csX4" fmla="*/ 69134 w 127346"/>
                <a:gd name="csY4" fmla="*/ 20126 h 152437"/>
                <a:gd name="csX5" fmla="*/ 94664 w 127346"/>
                <a:gd name="csY5" fmla="*/ 29843 h 152437"/>
                <a:gd name="csX6" fmla="*/ 102870 w 127346"/>
                <a:gd name="csY6" fmla="*/ 59906 h 152437"/>
                <a:gd name="csX7" fmla="*/ 102870 w 127346"/>
                <a:gd name="csY7" fmla="*/ 139769 h 152437"/>
                <a:gd name="csX8" fmla="*/ 115332 w 127346"/>
                <a:gd name="csY8" fmla="*/ 152523 h 152437"/>
                <a:gd name="csX9" fmla="*/ 127489 w 127346"/>
                <a:gd name="csY9" fmla="*/ 139769 h 152437"/>
                <a:gd name="csX10" fmla="*/ 127489 w 127346"/>
                <a:gd name="csY10" fmla="*/ 58388 h 152437"/>
                <a:gd name="csX11" fmla="*/ 74909 w 127346"/>
                <a:gd name="csY11" fmla="*/ 85 h 152437"/>
                <a:gd name="csX12" fmla="*/ 44820 w 127346"/>
                <a:gd name="csY12" fmla="*/ 7069 h 152437"/>
                <a:gd name="csX13" fmla="*/ 24153 w 127346"/>
                <a:gd name="csY13" fmla="*/ 28022 h 152437"/>
                <a:gd name="csX14" fmla="*/ 24153 w 127346"/>
                <a:gd name="csY14" fmla="*/ 13142 h 152437"/>
                <a:gd name="csX15" fmla="*/ 11996 w 127346"/>
                <a:gd name="csY15" fmla="*/ 692 h 152437"/>
                <a:gd name="csX16" fmla="*/ 143 w 127346"/>
                <a:gd name="csY16" fmla="*/ 13142 h 152437"/>
                <a:gd name="csX17" fmla="*/ 143 w 127346"/>
                <a:gd name="csY17" fmla="*/ 139769 h 152437"/>
                <a:gd name="csX18" fmla="*/ 12300 w 127346"/>
                <a:gd name="csY18" fmla="*/ 152523 h 1524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27346" h="152437">
                  <a:moveTo>
                    <a:pt x="12300" y="152523"/>
                  </a:moveTo>
                  <a:cubicBezTo>
                    <a:pt x="20506" y="152523"/>
                    <a:pt x="24761" y="148271"/>
                    <a:pt x="24761" y="139769"/>
                  </a:cubicBezTo>
                  <a:lnTo>
                    <a:pt x="24761" y="66283"/>
                  </a:lnTo>
                  <a:cubicBezTo>
                    <a:pt x="24761" y="52314"/>
                    <a:pt x="28712" y="41383"/>
                    <a:pt x="36614" y="32880"/>
                  </a:cubicBezTo>
                  <a:cubicBezTo>
                    <a:pt x="44516" y="24378"/>
                    <a:pt x="55458" y="20126"/>
                    <a:pt x="69134" y="20126"/>
                  </a:cubicBezTo>
                  <a:cubicBezTo>
                    <a:pt x="80684" y="20126"/>
                    <a:pt x="89194" y="23467"/>
                    <a:pt x="94664" y="29843"/>
                  </a:cubicBezTo>
                  <a:cubicBezTo>
                    <a:pt x="100135" y="36220"/>
                    <a:pt x="102870" y="46241"/>
                    <a:pt x="102870" y="59906"/>
                  </a:cubicBezTo>
                  <a:lnTo>
                    <a:pt x="102870" y="139769"/>
                  </a:lnTo>
                  <a:cubicBezTo>
                    <a:pt x="102870" y="148271"/>
                    <a:pt x="106822" y="152523"/>
                    <a:pt x="115332" y="152523"/>
                  </a:cubicBezTo>
                  <a:cubicBezTo>
                    <a:pt x="123234" y="152523"/>
                    <a:pt x="127489" y="148271"/>
                    <a:pt x="127489" y="139769"/>
                  </a:cubicBezTo>
                  <a:lnTo>
                    <a:pt x="127489" y="58388"/>
                  </a:lnTo>
                  <a:cubicBezTo>
                    <a:pt x="127489" y="19519"/>
                    <a:pt x="109861" y="85"/>
                    <a:pt x="74909" y="85"/>
                  </a:cubicBezTo>
                  <a:cubicBezTo>
                    <a:pt x="63664" y="85"/>
                    <a:pt x="53634" y="2514"/>
                    <a:pt x="44820" y="7069"/>
                  </a:cubicBezTo>
                  <a:cubicBezTo>
                    <a:pt x="35702" y="11927"/>
                    <a:pt x="29016" y="18912"/>
                    <a:pt x="24153" y="28022"/>
                  </a:cubicBezTo>
                  <a:lnTo>
                    <a:pt x="24153" y="13142"/>
                  </a:lnTo>
                  <a:cubicBezTo>
                    <a:pt x="24153" y="4943"/>
                    <a:pt x="19898" y="692"/>
                    <a:pt x="11996" y="692"/>
                  </a:cubicBezTo>
                  <a:cubicBezTo>
                    <a:pt x="4094" y="692"/>
                    <a:pt x="143" y="4943"/>
                    <a:pt x="143" y="13142"/>
                  </a:cubicBezTo>
                  <a:lnTo>
                    <a:pt x="143" y="139769"/>
                  </a:lnTo>
                  <a:cubicBezTo>
                    <a:pt x="143" y="148271"/>
                    <a:pt x="4094" y="152523"/>
                    <a:pt x="12300" y="152523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47A7E2C6-5035-3187-4B66-8A9624835825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7078889" y="5044263"/>
              <a:ext cx="156584" cy="153682"/>
            </a:xfrm>
            <a:custGeom>
              <a:avLst/>
              <a:gdLst>
                <a:gd name="csX0" fmla="*/ 156732 w 156584"/>
                <a:gd name="csY0" fmla="*/ 77673 h 153682"/>
                <a:gd name="csX1" fmla="*/ 78440 w 156584"/>
                <a:gd name="csY1" fmla="*/ 87 h 153682"/>
                <a:gd name="csX2" fmla="*/ 148 w 156584"/>
                <a:gd name="csY2" fmla="*/ 77673 h 153682"/>
                <a:gd name="csX3" fmla="*/ 78440 w 156584"/>
                <a:gd name="csY3" fmla="*/ 153770 h 153682"/>
                <a:gd name="csX4" fmla="*/ 156732 w 156584"/>
                <a:gd name="csY4" fmla="*/ 77673 h 153682"/>
                <a:gd name="csX5" fmla="*/ 78440 w 156584"/>
                <a:gd name="csY5" fmla="*/ 147393 h 153682"/>
                <a:gd name="csX6" fmla="*/ 21423 w 156584"/>
                <a:gd name="csY6" fmla="*/ 77460 h 153682"/>
                <a:gd name="csX7" fmla="*/ 78440 w 156584"/>
                <a:gd name="csY7" fmla="*/ 6039 h 153682"/>
                <a:gd name="csX8" fmla="*/ 135457 w 156584"/>
                <a:gd name="csY8" fmla="*/ 77460 h 153682"/>
                <a:gd name="csX9" fmla="*/ 78440 w 156584"/>
                <a:gd name="csY9" fmla="*/ 147393 h 153682"/>
                <a:gd name="csX10" fmla="*/ 122054 w 156584"/>
                <a:gd name="csY10" fmla="*/ 60668 h 153682"/>
                <a:gd name="csX11" fmla="*/ 114821 w 156584"/>
                <a:gd name="csY11" fmla="*/ 60668 h 153682"/>
                <a:gd name="csX12" fmla="*/ 114821 w 156584"/>
                <a:gd name="csY12" fmla="*/ 67895 h 153682"/>
                <a:gd name="csX13" fmla="*/ 42060 w 156584"/>
                <a:gd name="csY13" fmla="*/ 67895 h 153682"/>
                <a:gd name="csX14" fmla="*/ 42060 w 156584"/>
                <a:gd name="csY14" fmla="*/ 60668 h 153682"/>
                <a:gd name="csX15" fmla="*/ 34827 w 156584"/>
                <a:gd name="csY15" fmla="*/ 60668 h 153682"/>
                <a:gd name="csX16" fmla="*/ 34827 w 156584"/>
                <a:gd name="csY16" fmla="*/ 92552 h 153682"/>
                <a:gd name="csX17" fmla="*/ 42060 w 156584"/>
                <a:gd name="csY17" fmla="*/ 92552 h 153682"/>
                <a:gd name="csX18" fmla="*/ 42060 w 156584"/>
                <a:gd name="csY18" fmla="*/ 85325 h 153682"/>
                <a:gd name="csX19" fmla="*/ 114821 w 156584"/>
                <a:gd name="csY19" fmla="*/ 85325 h 153682"/>
                <a:gd name="csX20" fmla="*/ 114821 w 156584"/>
                <a:gd name="csY20" fmla="*/ 92552 h 153682"/>
                <a:gd name="csX21" fmla="*/ 122054 w 156584"/>
                <a:gd name="csY21" fmla="*/ 92552 h 153682"/>
                <a:gd name="csX22" fmla="*/ 122054 w 156584"/>
                <a:gd name="csY22" fmla="*/ 60668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84" h="153682">
                  <a:moveTo>
                    <a:pt x="156732" y="77673"/>
                  </a:moveTo>
                  <a:cubicBezTo>
                    <a:pt x="156732" y="35160"/>
                    <a:pt x="121841" y="87"/>
                    <a:pt x="78440" y="87"/>
                  </a:cubicBezTo>
                  <a:cubicBezTo>
                    <a:pt x="34827" y="87"/>
                    <a:pt x="148" y="35160"/>
                    <a:pt x="148" y="77673"/>
                  </a:cubicBezTo>
                  <a:cubicBezTo>
                    <a:pt x="148" y="119335"/>
                    <a:pt x="34827" y="153770"/>
                    <a:pt x="78440" y="153770"/>
                  </a:cubicBezTo>
                  <a:cubicBezTo>
                    <a:pt x="122054" y="153770"/>
                    <a:pt x="156732" y="119335"/>
                    <a:pt x="156732" y="77673"/>
                  </a:cubicBezTo>
                  <a:close/>
                  <a:moveTo>
                    <a:pt x="78440" y="147393"/>
                  </a:moveTo>
                  <a:cubicBezTo>
                    <a:pt x="52698" y="147393"/>
                    <a:pt x="21423" y="127412"/>
                    <a:pt x="21423" y="77460"/>
                  </a:cubicBezTo>
                  <a:cubicBezTo>
                    <a:pt x="21423" y="27508"/>
                    <a:pt x="52059" y="6039"/>
                    <a:pt x="78440" y="6039"/>
                  </a:cubicBezTo>
                  <a:cubicBezTo>
                    <a:pt x="104821" y="6039"/>
                    <a:pt x="135457" y="27508"/>
                    <a:pt x="135457" y="77460"/>
                  </a:cubicBezTo>
                  <a:cubicBezTo>
                    <a:pt x="135457" y="127625"/>
                    <a:pt x="103970" y="147393"/>
                    <a:pt x="78440" y="147393"/>
                  </a:cubicBezTo>
                  <a:close/>
                  <a:moveTo>
                    <a:pt x="122054" y="60668"/>
                  </a:moveTo>
                  <a:lnTo>
                    <a:pt x="114821" y="60668"/>
                  </a:lnTo>
                  <a:lnTo>
                    <a:pt x="114821" y="67895"/>
                  </a:lnTo>
                  <a:lnTo>
                    <a:pt x="42060" y="67895"/>
                  </a:lnTo>
                  <a:lnTo>
                    <a:pt x="42060" y="60668"/>
                  </a:lnTo>
                  <a:lnTo>
                    <a:pt x="34827" y="60668"/>
                  </a:lnTo>
                  <a:lnTo>
                    <a:pt x="34827" y="92552"/>
                  </a:lnTo>
                  <a:lnTo>
                    <a:pt x="42060" y="92552"/>
                  </a:lnTo>
                  <a:lnTo>
                    <a:pt x="42060" y="85325"/>
                  </a:lnTo>
                  <a:lnTo>
                    <a:pt x="114821" y="85325"/>
                  </a:lnTo>
                  <a:lnTo>
                    <a:pt x="114821" y="92552"/>
                  </a:lnTo>
                  <a:lnTo>
                    <a:pt x="122054" y="92552"/>
                  </a:lnTo>
                  <a:lnTo>
                    <a:pt x="122054" y="60668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AD8D60C5-0961-6D98-A1F1-01887BD4501C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7780794" y="4832640"/>
              <a:ext cx="404528" cy="425125"/>
            </a:xfrm>
            <a:custGeom>
              <a:avLst/>
              <a:gdLst>
                <a:gd name="csX0" fmla="*/ 367925 w 404528"/>
                <a:gd name="csY0" fmla="*/ 425201 h 425125"/>
                <a:gd name="csX1" fmla="*/ 404700 w 404528"/>
                <a:gd name="csY1" fmla="*/ 328029 h 425125"/>
                <a:gd name="csX2" fmla="*/ 397102 w 404528"/>
                <a:gd name="csY2" fmla="*/ 328029 h 425125"/>
                <a:gd name="csX3" fmla="*/ 318081 w 404528"/>
                <a:gd name="csY3" fmla="*/ 389369 h 425125"/>
                <a:gd name="csX4" fmla="*/ 223559 w 404528"/>
                <a:gd name="csY4" fmla="*/ 398782 h 425125"/>
                <a:gd name="csX5" fmla="*/ 40290 w 404528"/>
                <a:gd name="csY5" fmla="*/ 398782 h 425125"/>
                <a:gd name="csX6" fmla="*/ 194989 w 404528"/>
                <a:gd name="csY6" fmla="*/ 217497 h 425125"/>
                <a:gd name="csX7" fmla="*/ 197725 w 404528"/>
                <a:gd name="csY7" fmla="*/ 212638 h 425125"/>
                <a:gd name="csX8" fmla="*/ 195597 w 404528"/>
                <a:gd name="csY8" fmla="*/ 208083 h 425125"/>
                <a:gd name="csX9" fmla="*/ 53967 w 404528"/>
                <a:gd name="csY9" fmla="*/ 14651 h 425125"/>
                <a:gd name="csX10" fmla="*/ 220519 w 404528"/>
                <a:gd name="csY10" fmla="*/ 14651 h 425125"/>
                <a:gd name="csX11" fmla="*/ 291639 w 404528"/>
                <a:gd name="csY11" fmla="*/ 19510 h 425125"/>
                <a:gd name="csX12" fmla="*/ 358503 w 404528"/>
                <a:gd name="csY12" fmla="*/ 42284 h 425125"/>
                <a:gd name="csX13" fmla="*/ 397102 w 404528"/>
                <a:gd name="csY13" fmla="*/ 85404 h 425125"/>
                <a:gd name="csX14" fmla="*/ 404700 w 404528"/>
                <a:gd name="csY14" fmla="*/ 85404 h 425125"/>
                <a:gd name="csX15" fmla="*/ 367925 w 404528"/>
                <a:gd name="csY15" fmla="*/ 75 h 425125"/>
                <a:gd name="csX16" fmla="*/ 8681 w 404528"/>
                <a:gd name="csY16" fmla="*/ 75 h 425125"/>
                <a:gd name="csX17" fmla="*/ 475 w 404528"/>
                <a:gd name="csY17" fmla="*/ 2201 h 425125"/>
                <a:gd name="csX18" fmla="*/ 171 w 404528"/>
                <a:gd name="csY18" fmla="*/ 12222 h 425125"/>
                <a:gd name="csX19" fmla="*/ 160949 w 404528"/>
                <a:gd name="csY19" fmla="*/ 232072 h 425125"/>
                <a:gd name="csX20" fmla="*/ 3514 w 404528"/>
                <a:gd name="csY20" fmla="*/ 416395 h 425125"/>
                <a:gd name="csX21" fmla="*/ 475 w 404528"/>
                <a:gd name="csY21" fmla="*/ 421861 h 425125"/>
                <a:gd name="csX22" fmla="*/ 8681 w 404528"/>
                <a:gd name="csY22" fmla="*/ 425201 h 425125"/>
                <a:gd name="csX23" fmla="*/ 367925 w 404528"/>
                <a:gd name="csY23" fmla="*/ 425201 h 425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4528" h="425125">
                  <a:moveTo>
                    <a:pt x="367925" y="425201"/>
                  </a:moveTo>
                  <a:lnTo>
                    <a:pt x="404700" y="328029"/>
                  </a:lnTo>
                  <a:lnTo>
                    <a:pt x="397102" y="328029"/>
                  </a:lnTo>
                  <a:cubicBezTo>
                    <a:pt x="385249" y="359610"/>
                    <a:pt x="353032" y="380259"/>
                    <a:pt x="318081" y="389369"/>
                  </a:cubicBezTo>
                  <a:cubicBezTo>
                    <a:pt x="311698" y="390887"/>
                    <a:pt x="281913" y="398782"/>
                    <a:pt x="223559" y="398782"/>
                  </a:cubicBezTo>
                  <a:lnTo>
                    <a:pt x="40290" y="398782"/>
                  </a:lnTo>
                  <a:lnTo>
                    <a:pt x="194989" y="217497"/>
                  </a:lnTo>
                  <a:cubicBezTo>
                    <a:pt x="197117" y="215067"/>
                    <a:pt x="197725" y="214156"/>
                    <a:pt x="197725" y="212638"/>
                  </a:cubicBezTo>
                  <a:cubicBezTo>
                    <a:pt x="197725" y="212031"/>
                    <a:pt x="197725" y="211120"/>
                    <a:pt x="195597" y="208083"/>
                  </a:cubicBezTo>
                  <a:lnTo>
                    <a:pt x="53967" y="14651"/>
                  </a:lnTo>
                  <a:lnTo>
                    <a:pt x="220519" y="14651"/>
                  </a:lnTo>
                  <a:cubicBezTo>
                    <a:pt x="261246" y="14651"/>
                    <a:pt x="288903" y="18902"/>
                    <a:pt x="291639" y="19510"/>
                  </a:cubicBezTo>
                  <a:cubicBezTo>
                    <a:pt x="308051" y="21939"/>
                    <a:pt x="334493" y="27101"/>
                    <a:pt x="358503" y="42284"/>
                  </a:cubicBezTo>
                  <a:cubicBezTo>
                    <a:pt x="366101" y="47143"/>
                    <a:pt x="386768" y="60807"/>
                    <a:pt x="397102" y="85404"/>
                  </a:cubicBezTo>
                  <a:lnTo>
                    <a:pt x="404700" y="85404"/>
                  </a:lnTo>
                  <a:lnTo>
                    <a:pt x="367925" y="75"/>
                  </a:lnTo>
                  <a:lnTo>
                    <a:pt x="8681" y="75"/>
                  </a:lnTo>
                  <a:cubicBezTo>
                    <a:pt x="1691" y="75"/>
                    <a:pt x="1387" y="379"/>
                    <a:pt x="475" y="2201"/>
                  </a:cubicBezTo>
                  <a:cubicBezTo>
                    <a:pt x="171" y="3112"/>
                    <a:pt x="171" y="8881"/>
                    <a:pt x="171" y="12222"/>
                  </a:cubicBezTo>
                  <a:lnTo>
                    <a:pt x="160949" y="232072"/>
                  </a:lnTo>
                  <a:lnTo>
                    <a:pt x="3514" y="416395"/>
                  </a:lnTo>
                  <a:cubicBezTo>
                    <a:pt x="475" y="420039"/>
                    <a:pt x="475" y="421557"/>
                    <a:pt x="475" y="421861"/>
                  </a:cubicBezTo>
                  <a:cubicBezTo>
                    <a:pt x="475" y="425201"/>
                    <a:pt x="3211" y="425201"/>
                    <a:pt x="8681" y="425201"/>
                  </a:cubicBezTo>
                  <a:lnTo>
                    <a:pt x="367925" y="425201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D7F4AD95-244C-A14A-1E96-5293371FEF76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7340891" y="5341277"/>
              <a:ext cx="55314" cy="212350"/>
            </a:xfrm>
            <a:custGeom>
              <a:avLst/>
              <a:gdLst>
                <a:gd name="csX0" fmla="*/ 51217 w 55314"/>
                <a:gd name="csY0" fmla="*/ 97 h 212350"/>
                <a:gd name="csX1" fmla="*/ 157 w 55314"/>
                <a:gd name="csY1" fmla="*/ 106166 h 212350"/>
                <a:gd name="csX2" fmla="*/ 51217 w 55314"/>
                <a:gd name="csY2" fmla="*/ 212447 h 212350"/>
                <a:gd name="csX3" fmla="*/ 55472 w 55314"/>
                <a:gd name="csY3" fmla="*/ 209897 h 212350"/>
                <a:gd name="csX4" fmla="*/ 53344 w 55314"/>
                <a:gd name="csY4" fmla="*/ 206708 h 212350"/>
                <a:gd name="csX5" fmla="*/ 14624 w 55314"/>
                <a:gd name="csY5" fmla="*/ 106379 h 212350"/>
                <a:gd name="csX6" fmla="*/ 53982 w 55314"/>
                <a:gd name="csY6" fmla="*/ 5199 h 212350"/>
                <a:gd name="csX7" fmla="*/ 55472 w 55314"/>
                <a:gd name="csY7" fmla="*/ 2648 h 212350"/>
                <a:gd name="csX8" fmla="*/ 51217 w 55314"/>
                <a:gd name="csY8" fmla="*/ 97 h 212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5314" h="212350">
                  <a:moveTo>
                    <a:pt x="51217" y="97"/>
                  </a:moveTo>
                  <a:cubicBezTo>
                    <a:pt x="10794" y="28581"/>
                    <a:pt x="157" y="73644"/>
                    <a:pt x="157" y="106166"/>
                  </a:cubicBezTo>
                  <a:cubicBezTo>
                    <a:pt x="157" y="136137"/>
                    <a:pt x="9092" y="182689"/>
                    <a:pt x="51217" y="212447"/>
                  </a:cubicBezTo>
                  <a:cubicBezTo>
                    <a:pt x="52919" y="212447"/>
                    <a:pt x="55472" y="212447"/>
                    <a:pt x="55472" y="209897"/>
                  </a:cubicBezTo>
                  <a:cubicBezTo>
                    <a:pt x="55472" y="208621"/>
                    <a:pt x="54833" y="208196"/>
                    <a:pt x="53344" y="206708"/>
                  </a:cubicBezTo>
                  <a:cubicBezTo>
                    <a:pt x="25048" y="181201"/>
                    <a:pt x="14624" y="145065"/>
                    <a:pt x="14624" y="106379"/>
                  </a:cubicBezTo>
                  <a:cubicBezTo>
                    <a:pt x="14624" y="48987"/>
                    <a:pt x="36537" y="20928"/>
                    <a:pt x="53982" y="5199"/>
                  </a:cubicBezTo>
                  <a:cubicBezTo>
                    <a:pt x="54833" y="4348"/>
                    <a:pt x="55472" y="3711"/>
                    <a:pt x="55472" y="2648"/>
                  </a:cubicBezTo>
                  <a:cubicBezTo>
                    <a:pt x="55472" y="97"/>
                    <a:pt x="52919" y="97"/>
                    <a:pt x="51217" y="97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1348CB57-BBAD-0FF1-3B7B-4758994A569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7425019" y="5355518"/>
              <a:ext cx="100418" cy="145180"/>
            </a:xfrm>
            <a:custGeom>
              <a:avLst/>
              <a:gdLst>
                <a:gd name="csX0" fmla="*/ 74409 w 100418"/>
                <a:gd name="csY0" fmla="*/ 16890 h 145180"/>
                <a:gd name="csX1" fmla="*/ 92706 w 100418"/>
                <a:gd name="csY1" fmla="*/ 7749 h 145180"/>
                <a:gd name="csX2" fmla="*/ 100578 w 100418"/>
                <a:gd name="csY2" fmla="*/ 3286 h 145180"/>
                <a:gd name="csX3" fmla="*/ 97174 w 100418"/>
                <a:gd name="csY3" fmla="*/ 97 h 145180"/>
                <a:gd name="csX4" fmla="*/ 82919 w 100418"/>
                <a:gd name="csY4" fmla="*/ 735 h 145180"/>
                <a:gd name="csX5" fmla="*/ 68452 w 100418"/>
                <a:gd name="csY5" fmla="*/ 947 h 145180"/>
                <a:gd name="csX6" fmla="*/ 53773 w 100418"/>
                <a:gd name="csY6" fmla="*/ 735 h 145180"/>
                <a:gd name="csX7" fmla="*/ 39093 w 100418"/>
                <a:gd name="csY7" fmla="*/ 97 h 145180"/>
                <a:gd name="csX8" fmla="*/ 34625 w 100418"/>
                <a:gd name="csY8" fmla="*/ 4773 h 145180"/>
                <a:gd name="csX9" fmla="*/ 41646 w 100418"/>
                <a:gd name="csY9" fmla="*/ 7749 h 145180"/>
                <a:gd name="csX10" fmla="*/ 49730 w 100418"/>
                <a:gd name="csY10" fmla="*/ 8175 h 145180"/>
                <a:gd name="csX11" fmla="*/ 55475 w 100418"/>
                <a:gd name="csY11" fmla="*/ 11150 h 145180"/>
                <a:gd name="csX12" fmla="*/ 54624 w 100418"/>
                <a:gd name="csY12" fmla="*/ 15614 h 145180"/>
                <a:gd name="csX13" fmla="*/ 26328 w 100418"/>
                <a:gd name="csY13" fmla="*/ 128485 h 145180"/>
                <a:gd name="csX14" fmla="*/ 8031 w 100418"/>
                <a:gd name="csY14" fmla="*/ 137625 h 145180"/>
                <a:gd name="csX15" fmla="*/ 160 w 100418"/>
                <a:gd name="csY15" fmla="*/ 142302 h 145180"/>
                <a:gd name="csX16" fmla="*/ 3564 w 100418"/>
                <a:gd name="csY16" fmla="*/ 145278 h 145180"/>
                <a:gd name="csX17" fmla="*/ 32285 w 100418"/>
                <a:gd name="csY17" fmla="*/ 144427 h 145180"/>
                <a:gd name="csX18" fmla="*/ 46965 w 100418"/>
                <a:gd name="csY18" fmla="*/ 144640 h 145180"/>
                <a:gd name="csX19" fmla="*/ 61644 w 100418"/>
                <a:gd name="csY19" fmla="*/ 145278 h 145180"/>
                <a:gd name="csX20" fmla="*/ 66112 w 100418"/>
                <a:gd name="csY20" fmla="*/ 140601 h 145180"/>
                <a:gd name="csX21" fmla="*/ 59304 w 100418"/>
                <a:gd name="csY21" fmla="*/ 137625 h 145180"/>
                <a:gd name="csX22" fmla="*/ 50156 w 100418"/>
                <a:gd name="csY22" fmla="*/ 137200 h 145180"/>
                <a:gd name="csX23" fmla="*/ 45263 w 100418"/>
                <a:gd name="csY23" fmla="*/ 134012 h 145180"/>
                <a:gd name="csX24" fmla="*/ 46114 w 100418"/>
                <a:gd name="csY24" fmla="*/ 129335 h 145180"/>
                <a:gd name="csX25" fmla="*/ 74409 w 100418"/>
                <a:gd name="csY25" fmla="*/ 16890 h 1451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00418" h="145180">
                  <a:moveTo>
                    <a:pt x="74409" y="16890"/>
                  </a:moveTo>
                  <a:cubicBezTo>
                    <a:pt x="76324" y="9662"/>
                    <a:pt x="76750" y="7749"/>
                    <a:pt x="92706" y="7749"/>
                  </a:cubicBezTo>
                  <a:cubicBezTo>
                    <a:pt x="98025" y="7749"/>
                    <a:pt x="100578" y="7749"/>
                    <a:pt x="100578" y="3286"/>
                  </a:cubicBezTo>
                  <a:cubicBezTo>
                    <a:pt x="100578" y="1373"/>
                    <a:pt x="99088" y="97"/>
                    <a:pt x="97174" y="97"/>
                  </a:cubicBezTo>
                  <a:cubicBezTo>
                    <a:pt x="92706" y="97"/>
                    <a:pt x="87387" y="735"/>
                    <a:pt x="82919" y="735"/>
                  </a:cubicBezTo>
                  <a:cubicBezTo>
                    <a:pt x="78239" y="735"/>
                    <a:pt x="73133" y="947"/>
                    <a:pt x="68452" y="947"/>
                  </a:cubicBezTo>
                  <a:cubicBezTo>
                    <a:pt x="68452" y="947"/>
                    <a:pt x="53773" y="735"/>
                    <a:pt x="53773" y="735"/>
                  </a:cubicBezTo>
                  <a:cubicBezTo>
                    <a:pt x="49092" y="735"/>
                    <a:pt x="43773" y="97"/>
                    <a:pt x="39093" y="97"/>
                  </a:cubicBezTo>
                  <a:cubicBezTo>
                    <a:pt x="37816" y="97"/>
                    <a:pt x="34625" y="97"/>
                    <a:pt x="34625" y="4773"/>
                  </a:cubicBezTo>
                  <a:cubicBezTo>
                    <a:pt x="34625" y="7749"/>
                    <a:pt x="36965" y="7749"/>
                    <a:pt x="41646" y="7749"/>
                  </a:cubicBezTo>
                  <a:cubicBezTo>
                    <a:pt x="41859" y="7749"/>
                    <a:pt x="46114" y="7749"/>
                    <a:pt x="49730" y="8175"/>
                  </a:cubicBezTo>
                  <a:cubicBezTo>
                    <a:pt x="53985" y="8600"/>
                    <a:pt x="55475" y="8812"/>
                    <a:pt x="55475" y="11150"/>
                  </a:cubicBezTo>
                  <a:cubicBezTo>
                    <a:pt x="55475" y="12426"/>
                    <a:pt x="55049" y="13914"/>
                    <a:pt x="54624" y="15614"/>
                  </a:cubicBezTo>
                  <a:lnTo>
                    <a:pt x="26328" y="128485"/>
                  </a:lnTo>
                  <a:cubicBezTo>
                    <a:pt x="24626" y="135500"/>
                    <a:pt x="23988" y="137625"/>
                    <a:pt x="8031" y="137625"/>
                  </a:cubicBezTo>
                  <a:cubicBezTo>
                    <a:pt x="2287" y="137625"/>
                    <a:pt x="160" y="137625"/>
                    <a:pt x="160" y="142302"/>
                  </a:cubicBezTo>
                  <a:cubicBezTo>
                    <a:pt x="160" y="142514"/>
                    <a:pt x="160" y="145278"/>
                    <a:pt x="3564" y="145278"/>
                  </a:cubicBezTo>
                  <a:cubicBezTo>
                    <a:pt x="9946" y="145278"/>
                    <a:pt x="25902" y="144427"/>
                    <a:pt x="32285" y="144427"/>
                  </a:cubicBezTo>
                  <a:lnTo>
                    <a:pt x="46965" y="144640"/>
                  </a:lnTo>
                  <a:cubicBezTo>
                    <a:pt x="51645" y="144640"/>
                    <a:pt x="56964" y="145278"/>
                    <a:pt x="61644" y="145278"/>
                  </a:cubicBezTo>
                  <a:cubicBezTo>
                    <a:pt x="62921" y="145278"/>
                    <a:pt x="66112" y="145278"/>
                    <a:pt x="66112" y="140601"/>
                  </a:cubicBezTo>
                  <a:cubicBezTo>
                    <a:pt x="66112" y="137625"/>
                    <a:pt x="63559" y="137625"/>
                    <a:pt x="59304" y="137625"/>
                  </a:cubicBezTo>
                  <a:cubicBezTo>
                    <a:pt x="58879" y="137625"/>
                    <a:pt x="54411" y="137625"/>
                    <a:pt x="50156" y="137200"/>
                  </a:cubicBezTo>
                  <a:cubicBezTo>
                    <a:pt x="45263" y="136775"/>
                    <a:pt x="45263" y="135925"/>
                    <a:pt x="45263" y="134012"/>
                  </a:cubicBezTo>
                  <a:cubicBezTo>
                    <a:pt x="45263" y="133799"/>
                    <a:pt x="45263" y="132524"/>
                    <a:pt x="46114" y="129335"/>
                  </a:cubicBezTo>
                  <a:lnTo>
                    <a:pt x="74409" y="16890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E988AE56-E7FB-83EC-545D-30983C938A0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550397" y="5338696"/>
              <a:ext cx="126586" cy="126626"/>
            </a:xfrm>
            <a:custGeom>
              <a:avLst/>
              <a:gdLst>
                <a:gd name="csX0" fmla="*/ 67788 w 126586"/>
                <a:gd name="csY0" fmla="*/ 67660 h 126626"/>
                <a:gd name="csX1" fmla="*/ 120671 w 126586"/>
                <a:gd name="csY1" fmla="*/ 67660 h 126626"/>
                <a:gd name="csX2" fmla="*/ 126750 w 126586"/>
                <a:gd name="csY2" fmla="*/ 63409 h 126626"/>
                <a:gd name="csX3" fmla="*/ 120671 w 126586"/>
                <a:gd name="csY3" fmla="*/ 59157 h 126626"/>
                <a:gd name="csX4" fmla="*/ 67788 w 126586"/>
                <a:gd name="csY4" fmla="*/ 59157 h 126626"/>
                <a:gd name="csX5" fmla="*/ 67788 w 126586"/>
                <a:gd name="csY5" fmla="*/ 6320 h 126626"/>
                <a:gd name="csX6" fmla="*/ 63533 w 126586"/>
                <a:gd name="csY6" fmla="*/ 95 h 126626"/>
                <a:gd name="csX7" fmla="*/ 59278 w 126586"/>
                <a:gd name="csY7" fmla="*/ 6320 h 126626"/>
                <a:gd name="csX8" fmla="*/ 59278 w 126586"/>
                <a:gd name="csY8" fmla="*/ 59157 h 126626"/>
                <a:gd name="csX9" fmla="*/ 6242 w 126586"/>
                <a:gd name="csY9" fmla="*/ 59157 h 126626"/>
                <a:gd name="csX10" fmla="*/ 164 w 126586"/>
                <a:gd name="csY10" fmla="*/ 63409 h 126626"/>
                <a:gd name="csX11" fmla="*/ 6242 w 126586"/>
                <a:gd name="csY11" fmla="*/ 67660 h 126626"/>
                <a:gd name="csX12" fmla="*/ 59278 w 126586"/>
                <a:gd name="csY12" fmla="*/ 67660 h 126626"/>
                <a:gd name="csX13" fmla="*/ 59278 w 126586"/>
                <a:gd name="csY13" fmla="*/ 120497 h 126626"/>
                <a:gd name="csX14" fmla="*/ 63533 w 126586"/>
                <a:gd name="csY14" fmla="*/ 126722 h 126626"/>
                <a:gd name="csX15" fmla="*/ 67788 w 126586"/>
                <a:gd name="csY15" fmla="*/ 120497 h 126626"/>
                <a:gd name="csX16" fmla="*/ 67788 w 126586"/>
                <a:gd name="csY16" fmla="*/ 67660 h 126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6586" h="126626">
                  <a:moveTo>
                    <a:pt x="67788" y="67660"/>
                  </a:moveTo>
                  <a:lnTo>
                    <a:pt x="120671" y="67660"/>
                  </a:lnTo>
                  <a:cubicBezTo>
                    <a:pt x="122647" y="67660"/>
                    <a:pt x="126750" y="67660"/>
                    <a:pt x="126750" y="63409"/>
                  </a:cubicBezTo>
                  <a:cubicBezTo>
                    <a:pt x="126750" y="59157"/>
                    <a:pt x="122647" y="59157"/>
                    <a:pt x="120671" y="59157"/>
                  </a:cubicBezTo>
                  <a:lnTo>
                    <a:pt x="67788" y="59157"/>
                  </a:lnTo>
                  <a:lnTo>
                    <a:pt x="67788" y="6320"/>
                  </a:lnTo>
                  <a:cubicBezTo>
                    <a:pt x="67788" y="4195"/>
                    <a:pt x="67788" y="95"/>
                    <a:pt x="63533" y="95"/>
                  </a:cubicBezTo>
                  <a:cubicBezTo>
                    <a:pt x="59278" y="95"/>
                    <a:pt x="59278" y="4195"/>
                    <a:pt x="59278" y="6320"/>
                  </a:cubicBezTo>
                  <a:lnTo>
                    <a:pt x="59278" y="59157"/>
                  </a:lnTo>
                  <a:lnTo>
                    <a:pt x="6242" y="59157"/>
                  </a:lnTo>
                  <a:cubicBezTo>
                    <a:pt x="4267" y="59157"/>
                    <a:pt x="164" y="59157"/>
                    <a:pt x="164" y="63409"/>
                  </a:cubicBezTo>
                  <a:cubicBezTo>
                    <a:pt x="164" y="67660"/>
                    <a:pt x="4267" y="67660"/>
                    <a:pt x="6242" y="67660"/>
                  </a:cubicBezTo>
                  <a:lnTo>
                    <a:pt x="59278" y="67660"/>
                  </a:lnTo>
                  <a:lnTo>
                    <a:pt x="59278" y="120497"/>
                  </a:lnTo>
                  <a:cubicBezTo>
                    <a:pt x="59278" y="122622"/>
                    <a:pt x="59278" y="126722"/>
                    <a:pt x="63533" y="126722"/>
                  </a:cubicBezTo>
                  <a:cubicBezTo>
                    <a:pt x="67788" y="126722"/>
                    <a:pt x="67788" y="122622"/>
                    <a:pt x="67788" y="120497"/>
                  </a:cubicBezTo>
                  <a:lnTo>
                    <a:pt x="67788" y="67660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0543FF2F-3494-93C2-5AA9-DB77CB82DC99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7730868" y="5476254"/>
              <a:ext cx="27019" cy="65469"/>
            </a:xfrm>
            <a:custGeom>
              <a:avLst/>
              <a:gdLst>
                <a:gd name="csX0" fmla="*/ 21232 w 27019"/>
                <a:gd name="csY0" fmla="*/ 21141 h 65469"/>
                <a:gd name="csX1" fmla="*/ 4637 w 27019"/>
                <a:gd name="csY1" fmla="*/ 60040 h 65469"/>
                <a:gd name="csX2" fmla="*/ 3148 w 27019"/>
                <a:gd name="csY2" fmla="*/ 62591 h 65469"/>
                <a:gd name="csX3" fmla="*/ 6126 w 27019"/>
                <a:gd name="csY3" fmla="*/ 65567 h 65469"/>
                <a:gd name="csX4" fmla="*/ 27189 w 27019"/>
                <a:gd name="csY4" fmla="*/ 23267 h 65469"/>
                <a:gd name="csX5" fmla="*/ 12296 w 27019"/>
                <a:gd name="csY5" fmla="*/ 97 h 65469"/>
                <a:gd name="csX6" fmla="*/ 169 w 27019"/>
                <a:gd name="csY6" fmla="*/ 12213 h 65469"/>
                <a:gd name="csX7" fmla="*/ 12509 w 27019"/>
                <a:gd name="csY7" fmla="*/ 24542 h 65469"/>
                <a:gd name="csX8" fmla="*/ 21232 w 27019"/>
                <a:gd name="csY8" fmla="*/ 21141 h 65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019" h="65469">
                  <a:moveTo>
                    <a:pt x="21232" y="21141"/>
                  </a:moveTo>
                  <a:cubicBezTo>
                    <a:pt x="21232" y="32832"/>
                    <a:pt x="19104" y="46436"/>
                    <a:pt x="4637" y="60040"/>
                  </a:cubicBezTo>
                  <a:cubicBezTo>
                    <a:pt x="3786" y="60890"/>
                    <a:pt x="3148" y="61528"/>
                    <a:pt x="3148" y="62591"/>
                  </a:cubicBezTo>
                  <a:cubicBezTo>
                    <a:pt x="3148" y="64079"/>
                    <a:pt x="4850" y="65567"/>
                    <a:pt x="6126" y="65567"/>
                  </a:cubicBezTo>
                  <a:cubicBezTo>
                    <a:pt x="9105" y="65567"/>
                    <a:pt x="27189" y="48561"/>
                    <a:pt x="27189" y="23267"/>
                  </a:cubicBezTo>
                  <a:cubicBezTo>
                    <a:pt x="27189" y="10088"/>
                    <a:pt x="22083" y="97"/>
                    <a:pt x="12296" y="97"/>
                  </a:cubicBezTo>
                  <a:cubicBezTo>
                    <a:pt x="5275" y="97"/>
                    <a:pt x="169" y="5624"/>
                    <a:pt x="169" y="12213"/>
                  </a:cubicBezTo>
                  <a:cubicBezTo>
                    <a:pt x="169" y="19015"/>
                    <a:pt x="5063" y="24542"/>
                    <a:pt x="12509" y="24542"/>
                  </a:cubicBezTo>
                  <a:cubicBezTo>
                    <a:pt x="17615" y="24542"/>
                    <a:pt x="21019" y="21141"/>
                    <a:pt x="21232" y="21141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28569F9-E980-6850-6E85-E5C12D10E97F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7788372" y="5357006"/>
              <a:ext cx="158924" cy="143692"/>
            </a:xfrm>
            <a:custGeom>
              <a:avLst/>
              <a:gdLst>
                <a:gd name="csX0" fmla="*/ 94420 w 158924"/>
                <a:gd name="csY0" fmla="*/ 15189 h 143692"/>
                <a:gd name="csX1" fmla="*/ 101015 w 158924"/>
                <a:gd name="csY1" fmla="*/ 7962 h 143692"/>
                <a:gd name="csX2" fmla="*/ 113780 w 158924"/>
                <a:gd name="csY2" fmla="*/ 7749 h 143692"/>
                <a:gd name="csX3" fmla="*/ 137608 w 158924"/>
                <a:gd name="csY3" fmla="*/ 9450 h 143692"/>
                <a:gd name="csX4" fmla="*/ 147608 w 158924"/>
                <a:gd name="csY4" fmla="*/ 26242 h 143692"/>
                <a:gd name="csX5" fmla="*/ 146118 w 158924"/>
                <a:gd name="csY5" fmla="*/ 43460 h 143692"/>
                <a:gd name="csX6" fmla="*/ 145693 w 158924"/>
                <a:gd name="csY6" fmla="*/ 45798 h 143692"/>
                <a:gd name="csX7" fmla="*/ 149310 w 158924"/>
                <a:gd name="csY7" fmla="*/ 48987 h 143692"/>
                <a:gd name="csX8" fmla="*/ 153352 w 158924"/>
                <a:gd name="csY8" fmla="*/ 43673 h 143692"/>
                <a:gd name="csX9" fmla="*/ 159096 w 158924"/>
                <a:gd name="csY9" fmla="*/ 3073 h 143692"/>
                <a:gd name="csX10" fmla="*/ 152714 w 158924"/>
                <a:gd name="csY10" fmla="*/ 97 h 143692"/>
                <a:gd name="csX11" fmla="*/ 21872 w 158924"/>
                <a:gd name="csY11" fmla="*/ 97 h 143692"/>
                <a:gd name="csX12" fmla="*/ 14639 w 158924"/>
                <a:gd name="csY12" fmla="*/ 4561 h 143692"/>
                <a:gd name="csX13" fmla="*/ 1236 w 158924"/>
                <a:gd name="csY13" fmla="*/ 42185 h 143692"/>
                <a:gd name="csX14" fmla="*/ 172 w 158924"/>
                <a:gd name="csY14" fmla="*/ 46011 h 143692"/>
                <a:gd name="csX15" fmla="*/ 3789 w 158924"/>
                <a:gd name="csY15" fmla="*/ 48987 h 143692"/>
                <a:gd name="csX16" fmla="*/ 8256 w 158924"/>
                <a:gd name="csY16" fmla="*/ 43885 h 143692"/>
                <a:gd name="csX17" fmla="*/ 59955 w 158924"/>
                <a:gd name="csY17" fmla="*/ 7749 h 143692"/>
                <a:gd name="csX18" fmla="*/ 68890 w 158924"/>
                <a:gd name="csY18" fmla="*/ 7749 h 143692"/>
                <a:gd name="csX19" fmla="*/ 75485 w 158924"/>
                <a:gd name="csY19" fmla="*/ 9875 h 143692"/>
                <a:gd name="csX20" fmla="*/ 74634 w 158924"/>
                <a:gd name="csY20" fmla="*/ 14339 h 143692"/>
                <a:gd name="csX21" fmla="*/ 46551 w 158924"/>
                <a:gd name="csY21" fmla="*/ 126147 h 143692"/>
                <a:gd name="csX22" fmla="*/ 21660 w 158924"/>
                <a:gd name="csY22" fmla="*/ 136137 h 143692"/>
                <a:gd name="csX23" fmla="*/ 12086 w 158924"/>
                <a:gd name="csY23" fmla="*/ 140814 h 143692"/>
                <a:gd name="csX24" fmla="*/ 15702 w 158924"/>
                <a:gd name="csY24" fmla="*/ 143790 h 143692"/>
                <a:gd name="csX25" fmla="*/ 33999 w 158924"/>
                <a:gd name="csY25" fmla="*/ 143152 h 143692"/>
                <a:gd name="csX26" fmla="*/ 52295 w 158924"/>
                <a:gd name="csY26" fmla="*/ 142939 h 143692"/>
                <a:gd name="csX27" fmla="*/ 71443 w 158924"/>
                <a:gd name="csY27" fmla="*/ 143152 h 143692"/>
                <a:gd name="csX28" fmla="*/ 89314 w 158924"/>
                <a:gd name="csY28" fmla="*/ 143790 h 143692"/>
                <a:gd name="csX29" fmla="*/ 94207 w 158924"/>
                <a:gd name="csY29" fmla="*/ 139113 h 143692"/>
                <a:gd name="csX30" fmla="*/ 85485 w 158924"/>
                <a:gd name="csY30" fmla="*/ 136137 h 143692"/>
                <a:gd name="csX31" fmla="*/ 73145 w 158924"/>
                <a:gd name="csY31" fmla="*/ 135712 h 143692"/>
                <a:gd name="csX32" fmla="*/ 65486 w 158924"/>
                <a:gd name="csY32" fmla="*/ 131674 h 143692"/>
                <a:gd name="csX33" fmla="*/ 66337 w 158924"/>
                <a:gd name="csY33" fmla="*/ 126785 h 143692"/>
                <a:gd name="csX34" fmla="*/ 94420 w 158924"/>
                <a:gd name="csY34" fmla="*/ 15189 h 143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58924" h="143692">
                  <a:moveTo>
                    <a:pt x="94420" y="15189"/>
                  </a:moveTo>
                  <a:cubicBezTo>
                    <a:pt x="95909" y="9025"/>
                    <a:pt x="96335" y="8387"/>
                    <a:pt x="101015" y="7962"/>
                  </a:cubicBezTo>
                  <a:cubicBezTo>
                    <a:pt x="102079" y="7749"/>
                    <a:pt x="109525" y="7749"/>
                    <a:pt x="113780" y="7749"/>
                  </a:cubicBezTo>
                  <a:cubicBezTo>
                    <a:pt x="126758" y="7749"/>
                    <a:pt x="132290" y="7749"/>
                    <a:pt x="137608" y="9450"/>
                  </a:cubicBezTo>
                  <a:cubicBezTo>
                    <a:pt x="147182" y="12426"/>
                    <a:pt x="147608" y="18590"/>
                    <a:pt x="147608" y="26242"/>
                  </a:cubicBezTo>
                  <a:cubicBezTo>
                    <a:pt x="147608" y="29643"/>
                    <a:pt x="147608" y="32407"/>
                    <a:pt x="146118" y="43460"/>
                  </a:cubicBezTo>
                  <a:lnTo>
                    <a:pt x="145693" y="45798"/>
                  </a:lnTo>
                  <a:cubicBezTo>
                    <a:pt x="145693" y="47924"/>
                    <a:pt x="147182" y="48987"/>
                    <a:pt x="149310" y="48987"/>
                  </a:cubicBezTo>
                  <a:cubicBezTo>
                    <a:pt x="152501" y="48987"/>
                    <a:pt x="152926" y="47074"/>
                    <a:pt x="153352" y="43673"/>
                  </a:cubicBezTo>
                  <a:lnTo>
                    <a:pt x="159096" y="3073"/>
                  </a:lnTo>
                  <a:cubicBezTo>
                    <a:pt x="159096" y="97"/>
                    <a:pt x="156543" y="97"/>
                    <a:pt x="152714" y="97"/>
                  </a:cubicBezTo>
                  <a:lnTo>
                    <a:pt x="21872" y="97"/>
                  </a:lnTo>
                  <a:cubicBezTo>
                    <a:pt x="16554" y="97"/>
                    <a:pt x="16128" y="97"/>
                    <a:pt x="14639" y="4561"/>
                  </a:cubicBezTo>
                  <a:lnTo>
                    <a:pt x="1236" y="42185"/>
                  </a:lnTo>
                  <a:cubicBezTo>
                    <a:pt x="1023" y="43035"/>
                    <a:pt x="172" y="44948"/>
                    <a:pt x="172" y="46011"/>
                  </a:cubicBezTo>
                  <a:cubicBezTo>
                    <a:pt x="172" y="46861"/>
                    <a:pt x="597" y="48987"/>
                    <a:pt x="3789" y="48987"/>
                  </a:cubicBezTo>
                  <a:cubicBezTo>
                    <a:pt x="6554" y="48987"/>
                    <a:pt x="6980" y="47924"/>
                    <a:pt x="8256" y="43885"/>
                  </a:cubicBezTo>
                  <a:cubicBezTo>
                    <a:pt x="20596" y="9875"/>
                    <a:pt x="27617" y="7749"/>
                    <a:pt x="59955" y="7749"/>
                  </a:cubicBezTo>
                  <a:lnTo>
                    <a:pt x="68890" y="7749"/>
                  </a:lnTo>
                  <a:cubicBezTo>
                    <a:pt x="75273" y="7749"/>
                    <a:pt x="75485" y="7962"/>
                    <a:pt x="75485" y="9875"/>
                  </a:cubicBezTo>
                  <a:cubicBezTo>
                    <a:pt x="75485" y="10088"/>
                    <a:pt x="75485" y="11150"/>
                    <a:pt x="74634" y="14339"/>
                  </a:cubicBezTo>
                  <a:lnTo>
                    <a:pt x="46551" y="126147"/>
                  </a:lnTo>
                  <a:cubicBezTo>
                    <a:pt x="44637" y="134012"/>
                    <a:pt x="43998" y="136137"/>
                    <a:pt x="21660" y="136137"/>
                  </a:cubicBezTo>
                  <a:cubicBezTo>
                    <a:pt x="14001" y="136137"/>
                    <a:pt x="12086" y="136137"/>
                    <a:pt x="12086" y="140814"/>
                  </a:cubicBezTo>
                  <a:cubicBezTo>
                    <a:pt x="12086" y="141451"/>
                    <a:pt x="12511" y="143790"/>
                    <a:pt x="15702" y="143790"/>
                  </a:cubicBezTo>
                  <a:cubicBezTo>
                    <a:pt x="21660" y="143790"/>
                    <a:pt x="28042" y="143152"/>
                    <a:pt x="33999" y="143152"/>
                  </a:cubicBezTo>
                  <a:cubicBezTo>
                    <a:pt x="39956" y="143152"/>
                    <a:pt x="46338" y="142939"/>
                    <a:pt x="52295" y="142939"/>
                  </a:cubicBezTo>
                  <a:cubicBezTo>
                    <a:pt x="58253" y="142939"/>
                    <a:pt x="65486" y="142939"/>
                    <a:pt x="71443" y="143152"/>
                  </a:cubicBezTo>
                  <a:cubicBezTo>
                    <a:pt x="77187" y="143365"/>
                    <a:pt x="83570" y="143790"/>
                    <a:pt x="89314" y="143790"/>
                  </a:cubicBezTo>
                  <a:cubicBezTo>
                    <a:pt x="91016" y="143790"/>
                    <a:pt x="94207" y="143790"/>
                    <a:pt x="94207" y="139113"/>
                  </a:cubicBezTo>
                  <a:cubicBezTo>
                    <a:pt x="94207" y="136137"/>
                    <a:pt x="92080" y="136137"/>
                    <a:pt x="85485" y="136137"/>
                  </a:cubicBezTo>
                  <a:cubicBezTo>
                    <a:pt x="81442" y="136137"/>
                    <a:pt x="77187" y="135925"/>
                    <a:pt x="73145" y="135712"/>
                  </a:cubicBezTo>
                  <a:cubicBezTo>
                    <a:pt x="65912" y="135075"/>
                    <a:pt x="65486" y="134224"/>
                    <a:pt x="65486" y="131674"/>
                  </a:cubicBezTo>
                  <a:cubicBezTo>
                    <a:pt x="65486" y="130186"/>
                    <a:pt x="65486" y="129760"/>
                    <a:pt x="66337" y="126785"/>
                  </a:cubicBezTo>
                  <a:lnTo>
                    <a:pt x="94420" y="15189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20245B49-3C0F-7097-07E6-184355A1818A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7970233" y="5338696"/>
              <a:ext cx="126586" cy="126626"/>
            </a:xfrm>
            <a:custGeom>
              <a:avLst/>
              <a:gdLst>
                <a:gd name="csX0" fmla="*/ 67802 w 126586"/>
                <a:gd name="csY0" fmla="*/ 67660 h 126626"/>
                <a:gd name="csX1" fmla="*/ 120685 w 126586"/>
                <a:gd name="csY1" fmla="*/ 67660 h 126626"/>
                <a:gd name="csX2" fmla="*/ 126764 w 126586"/>
                <a:gd name="csY2" fmla="*/ 63409 h 126626"/>
                <a:gd name="csX3" fmla="*/ 120685 w 126586"/>
                <a:gd name="csY3" fmla="*/ 59157 h 126626"/>
                <a:gd name="csX4" fmla="*/ 67802 w 126586"/>
                <a:gd name="csY4" fmla="*/ 59157 h 126626"/>
                <a:gd name="csX5" fmla="*/ 67802 w 126586"/>
                <a:gd name="csY5" fmla="*/ 6320 h 126626"/>
                <a:gd name="csX6" fmla="*/ 63547 w 126586"/>
                <a:gd name="csY6" fmla="*/ 95 h 126626"/>
                <a:gd name="csX7" fmla="*/ 59292 w 126586"/>
                <a:gd name="csY7" fmla="*/ 6320 h 126626"/>
                <a:gd name="csX8" fmla="*/ 59292 w 126586"/>
                <a:gd name="csY8" fmla="*/ 59157 h 126626"/>
                <a:gd name="csX9" fmla="*/ 6256 w 126586"/>
                <a:gd name="csY9" fmla="*/ 59157 h 126626"/>
                <a:gd name="csX10" fmla="*/ 178 w 126586"/>
                <a:gd name="csY10" fmla="*/ 63409 h 126626"/>
                <a:gd name="csX11" fmla="*/ 6256 w 126586"/>
                <a:gd name="csY11" fmla="*/ 67660 h 126626"/>
                <a:gd name="csX12" fmla="*/ 59292 w 126586"/>
                <a:gd name="csY12" fmla="*/ 67660 h 126626"/>
                <a:gd name="csX13" fmla="*/ 59292 w 126586"/>
                <a:gd name="csY13" fmla="*/ 120497 h 126626"/>
                <a:gd name="csX14" fmla="*/ 63547 w 126586"/>
                <a:gd name="csY14" fmla="*/ 126722 h 126626"/>
                <a:gd name="csX15" fmla="*/ 67802 w 126586"/>
                <a:gd name="csY15" fmla="*/ 120497 h 126626"/>
                <a:gd name="csX16" fmla="*/ 67802 w 126586"/>
                <a:gd name="csY16" fmla="*/ 67660 h 126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6586" h="126626">
                  <a:moveTo>
                    <a:pt x="67802" y="67660"/>
                  </a:moveTo>
                  <a:lnTo>
                    <a:pt x="120685" y="67660"/>
                  </a:lnTo>
                  <a:cubicBezTo>
                    <a:pt x="122661" y="67660"/>
                    <a:pt x="126764" y="67660"/>
                    <a:pt x="126764" y="63409"/>
                  </a:cubicBezTo>
                  <a:cubicBezTo>
                    <a:pt x="126764" y="59157"/>
                    <a:pt x="122661" y="59157"/>
                    <a:pt x="120685" y="59157"/>
                  </a:cubicBezTo>
                  <a:lnTo>
                    <a:pt x="67802" y="59157"/>
                  </a:lnTo>
                  <a:lnTo>
                    <a:pt x="67802" y="6320"/>
                  </a:lnTo>
                  <a:cubicBezTo>
                    <a:pt x="67802" y="4195"/>
                    <a:pt x="67802" y="95"/>
                    <a:pt x="63547" y="95"/>
                  </a:cubicBezTo>
                  <a:cubicBezTo>
                    <a:pt x="59292" y="95"/>
                    <a:pt x="59292" y="4195"/>
                    <a:pt x="59292" y="6320"/>
                  </a:cubicBezTo>
                  <a:lnTo>
                    <a:pt x="59292" y="59157"/>
                  </a:lnTo>
                  <a:lnTo>
                    <a:pt x="6256" y="59157"/>
                  </a:lnTo>
                  <a:cubicBezTo>
                    <a:pt x="4281" y="59157"/>
                    <a:pt x="178" y="59157"/>
                    <a:pt x="178" y="63409"/>
                  </a:cubicBezTo>
                  <a:cubicBezTo>
                    <a:pt x="178" y="67660"/>
                    <a:pt x="4281" y="67660"/>
                    <a:pt x="6256" y="67660"/>
                  </a:cubicBezTo>
                  <a:lnTo>
                    <a:pt x="59292" y="67660"/>
                  </a:lnTo>
                  <a:lnTo>
                    <a:pt x="59292" y="120497"/>
                  </a:lnTo>
                  <a:cubicBezTo>
                    <a:pt x="59292" y="122622"/>
                    <a:pt x="59292" y="126722"/>
                    <a:pt x="63547" y="126722"/>
                  </a:cubicBezTo>
                  <a:cubicBezTo>
                    <a:pt x="67802" y="126722"/>
                    <a:pt x="67802" y="122622"/>
                    <a:pt x="67802" y="120497"/>
                  </a:cubicBezTo>
                  <a:lnTo>
                    <a:pt x="67802" y="67660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02DF7075-7B39-5CD0-BCF1-9FEF216B1EBF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8150705" y="5476254"/>
              <a:ext cx="27019" cy="65469"/>
            </a:xfrm>
            <a:custGeom>
              <a:avLst/>
              <a:gdLst>
                <a:gd name="csX0" fmla="*/ 21245 w 27019"/>
                <a:gd name="csY0" fmla="*/ 21141 h 65469"/>
                <a:gd name="csX1" fmla="*/ 4651 w 27019"/>
                <a:gd name="csY1" fmla="*/ 60040 h 65469"/>
                <a:gd name="csX2" fmla="*/ 3162 w 27019"/>
                <a:gd name="csY2" fmla="*/ 62591 h 65469"/>
                <a:gd name="csX3" fmla="*/ 6140 w 27019"/>
                <a:gd name="csY3" fmla="*/ 65567 h 65469"/>
                <a:gd name="csX4" fmla="*/ 27202 w 27019"/>
                <a:gd name="csY4" fmla="*/ 23267 h 65469"/>
                <a:gd name="csX5" fmla="*/ 12310 w 27019"/>
                <a:gd name="csY5" fmla="*/ 97 h 65469"/>
                <a:gd name="csX6" fmla="*/ 183 w 27019"/>
                <a:gd name="csY6" fmla="*/ 12213 h 65469"/>
                <a:gd name="csX7" fmla="*/ 12523 w 27019"/>
                <a:gd name="csY7" fmla="*/ 24542 h 65469"/>
                <a:gd name="csX8" fmla="*/ 21245 w 27019"/>
                <a:gd name="csY8" fmla="*/ 21141 h 65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019" h="65469">
                  <a:moveTo>
                    <a:pt x="21245" y="21141"/>
                  </a:moveTo>
                  <a:cubicBezTo>
                    <a:pt x="21245" y="32832"/>
                    <a:pt x="19118" y="46436"/>
                    <a:pt x="4651" y="60040"/>
                  </a:cubicBezTo>
                  <a:cubicBezTo>
                    <a:pt x="3800" y="60890"/>
                    <a:pt x="3162" y="61528"/>
                    <a:pt x="3162" y="62591"/>
                  </a:cubicBezTo>
                  <a:cubicBezTo>
                    <a:pt x="3162" y="64079"/>
                    <a:pt x="4864" y="65567"/>
                    <a:pt x="6140" y="65567"/>
                  </a:cubicBezTo>
                  <a:cubicBezTo>
                    <a:pt x="9119" y="65567"/>
                    <a:pt x="27202" y="48561"/>
                    <a:pt x="27202" y="23267"/>
                  </a:cubicBezTo>
                  <a:cubicBezTo>
                    <a:pt x="27202" y="10088"/>
                    <a:pt x="22096" y="97"/>
                    <a:pt x="12310" y="97"/>
                  </a:cubicBezTo>
                  <a:cubicBezTo>
                    <a:pt x="5289" y="97"/>
                    <a:pt x="183" y="5624"/>
                    <a:pt x="183" y="12213"/>
                  </a:cubicBezTo>
                  <a:cubicBezTo>
                    <a:pt x="183" y="19015"/>
                    <a:pt x="5076" y="24542"/>
                    <a:pt x="12523" y="24542"/>
                  </a:cubicBezTo>
                  <a:cubicBezTo>
                    <a:pt x="17629" y="24542"/>
                    <a:pt x="21033" y="21141"/>
                    <a:pt x="21245" y="21141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E34D42F5-35AE-100B-4A38-6F183F4D2645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8208208" y="5357006"/>
              <a:ext cx="158924" cy="143692"/>
            </a:xfrm>
            <a:custGeom>
              <a:avLst/>
              <a:gdLst>
                <a:gd name="csX0" fmla="*/ 94434 w 158924"/>
                <a:gd name="csY0" fmla="*/ 15189 h 143692"/>
                <a:gd name="csX1" fmla="*/ 101029 w 158924"/>
                <a:gd name="csY1" fmla="*/ 7962 h 143692"/>
                <a:gd name="csX2" fmla="*/ 113794 w 158924"/>
                <a:gd name="csY2" fmla="*/ 7749 h 143692"/>
                <a:gd name="csX3" fmla="*/ 137622 w 158924"/>
                <a:gd name="csY3" fmla="*/ 9450 h 143692"/>
                <a:gd name="csX4" fmla="*/ 147621 w 158924"/>
                <a:gd name="csY4" fmla="*/ 26242 h 143692"/>
                <a:gd name="csX5" fmla="*/ 146132 w 158924"/>
                <a:gd name="csY5" fmla="*/ 43460 h 143692"/>
                <a:gd name="csX6" fmla="*/ 145707 w 158924"/>
                <a:gd name="csY6" fmla="*/ 45798 h 143692"/>
                <a:gd name="csX7" fmla="*/ 149323 w 158924"/>
                <a:gd name="csY7" fmla="*/ 48987 h 143692"/>
                <a:gd name="csX8" fmla="*/ 153366 w 158924"/>
                <a:gd name="csY8" fmla="*/ 43673 h 143692"/>
                <a:gd name="csX9" fmla="*/ 159110 w 158924"/>
                <a:gd name="csY9" fmla="*/ 3073 h 143692"/>
                <a:gd name="csX10" fmla="*/ 152727 w 158924"/>
                <a:gd name="csY10" fmla="*/ 97 h 143692"/>
                <a:gd name="csX11" fmla="*/ 21886 w 158924"/>
                <a:gd name="csY11" fmla="*/ 97 h 143692"/>
                <a:gd name="csX12" fmla="*/ 14653 w 158924"/>
                <a:gd name="csY12" fmla="*/ 4561 h 143692"/>
                <a:gd name="csX13" fmla="*/ 1249 w 158924"/>
                <a:gd name="csY13" fmla="*/ 42185 h 143692"/>
                <a:gd name="csX14" fmla="*/ 186 w 158924"/>
                <a:gd name="csY14" fmla="*/ 46011 h 143692"/>
                <a:gd name="csX15" fmla="*/ 3802 w 158924"/>
                <a:gd name="csY15" fmla="*/ 48987 h 143692"/>
                <a:gd name="csX16" fmla="*/ 8270 w 158924"/>
                <a:gd name="csY16" fmla="*/ 43885 h 143692"/>
                <a:gd name="csX17" fmla="*/ 59968 w 158924"/>
                <a:gd name="csY17" fmla="*/ 7749 h 143692"/>
                <a:gd name="csX18" fmla="*/ 68904 w 158924"/>
                <a:gd name="csY18" fmla="*/ 7749 h 143692"/>
                <a:gd name="csX19" fmla="*/ 75499 w 158924"/>
                <a:gd name="csY19" fmla="*/ 9875 h 143692"/>
                <a:gd name="csX20" fmla="*/ 74648 w 158924"/>
                <a:gd name="csY20" fmla="*/ 14339 h 143692"/>
                <a:gd name="csX21" fmla="*/ 46565 w 158924"/>
                <a:gd name="csY21" fmla="*/ 126147 h 143692"/>
                <a:gd name="csX22" fmla="*/ 21673 w 158924"/>
                <a:gd name="csY22" fmla="*/ 136137 h 143692"/>
                <a:gd name="csX23" fmla="*/ 12100 w 158924"/>
                <a:gd name="csY23" fmla="*/ 140814 h 143692"/>
                <a:gd name="csX24" fmla="*/ 15716 w 158924"/>
                <a:gd name="csY24" fmla="*/ 143790 h 143692"/>
                <a:gd name="csX25" fmla="*/ 34013 w 158924"/>
                <a:gd name="csY25" fmla="*/ 143152 h 143692"/>
                <a:gd name="csX26" fmla="*/ 52309 w 158924"/>
                <a:gd name="csY26" fmla="*/ 142939 h 143692"/>
                <a:gd name="csX27" fmla="*/ 71457 w 158924"/>
                <a:gd name="csY27" fmla="*/ 143152 h 143692"/>
                <a:gd name="csX28" fmla="*/ 89328 w 158924"/>
                <a:gd name="csY28" fmla="*/ 143790 h 143692"/>
                <a:gd name="csX29" fmla="*/ 94221 w 158924"/>
                <a:gd name="csY29" fmla="*/ 139113 h 143692"/>
                <a:gd name="csX30" fmla="*/ 85498 w 158924"/>
                <a:gd name="csY30" fmla="*/ 136137 h 143692"/>
                <a:gd name="csX31" fmla="*/ 73159 w 158924"/>
                <a:gd name="csY31" fmla="*/ 135712 h 143692"/>
                <a:gd name="csX32" fmla="*/ 65500 w 158924"/>
                <a:gd name="csY32" fmla="*/ 131674 h 143692"/>
                <a:gd name="csX33" fmla="*/ 66351 w 158924"/>
                <a:gd name="csY33" fmla="*/ 126785 h 143692"/>
                <a:gd name="csX34" fmla="*/ 94434 w 158924"/>
                <a:gd name="csY34" fmla="*/ 15189 h 143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58924" h="143692">
                  <a:moveTo>
                    <a:pt x="94434" y="15189"/>
                  </a:moveTo>
                  <a:cubicBezTo>
                    <a:pt x="95923" y="9025"/>
                    <a:pt x="96349" y="8387"/>
                    <a:pt x="101029" y="7962"/>
                  </a:cubicBezTo>
                  <a:cubicBezTo>
                    <a:pt x="102093" y="7749"/>
                    <a:pt x="109539" y="7749"/>
                    <a:pt x="113794" y="7749"/>
                  </a:cubicBezTo>
                  <a:cubicBezTo>
                    <a:pt x="126772" y="7749"/>
                    <a:pt x="132303" y="7749"/>
                    <a:pt x="137622" y="9450"/>
                  </a:cubicBezTo>
                  <a:cubicBezTo>
                    <a:pt x="147196" y="12426"/>
                    <a:pt x="147621" y="18590"/>
                    <a:pt x="147621" y="26242"/>
                  </a:cubicBezTo>
                  <a:cubicBezTo>
                    <a:pt x="147621" y="29643"/>
                    <a:pt x="147621" y="32407"/>
                    <a:pt x="146132" y="43460"/>
                  </a:cubicBezTo>
                  <a:lnTo>
                    <a:pt x="145707" y="45798"/>
                  </a:lnTo>
                  <a:cubicBezTo>
                    <a:pt x="145707" y="47924"/>
                    <a:pt x="147196" y="48987"/>
                    <a:pt x="149323" y="48987"/>
                  </a:cubicBezTo>
                  <a:cubicBezTo>
                    <a:pt x="152515" y="48987"/>
                    <a:pt x="152940" y="47074"/>
                    <a:pt x="153366" y="43673"/>
                  </a:cubicBezTo>
                  <a:lnTo>
                    <a:pt x="159110" y="3073"/>
                  </a:lnTo>
                  <a:cubicBezTo>
                    <a:pt x="159110" y="97"/>
                    <a:pt x="156557" y="97"/>
                    <a:pt x="152727" y="97"/>
                  </a:cubicBezTo>
                  <a:lnTo>
                    <a:pt x="21886" y="97"/>
                  </a:lnTo>
                  <a:cubicBezTo>
                    <a:pt x="16567" y="97"/>
                    <a:pt x="16142" y="97"/>
                    <a:pt x="14653" y="4561"/>
                  </a:cubicBezTo>
                  <a:lnTo>
                    <a:pt x="1249" y="42185"/>
                  </a:lnTo>
                  <a:cubicBezTo>
                    <a:pt x="1037" y="43035"/>
                    <a:pt x="186" y="44948"/>
                    <a:pt x="186" y="46011"/>
                  </a:cubicBezTo>
                  <a:cubicBezTo>
                    <a:pt x="186" y="46861"/>
                    <a:pt x="611" y="48987"/>
                    <a:pt x="3802" y="48987"/>
                  </a:cubicBezTo>
                  <a:cubicBezTo>
                    <a:pt x="6568" y="48987"/>
                    <a:pt x="6994" y="47924"/>
                    <a:pt x="8270" y="43885"/>
                  </a:cubicBezTo>
                  <a:cubicBezTo>
                    <a:pt x="20610" y="9875"/>
                    <a:pt x="27630" y="7749"/>
                    <a:pt x="59968" y="7749"/>
                  </a:cubicBezTo>
                  <a:lnTo>
                    <a:pt x="68904" y="7749"/>
                  </a:lnTo>
                  <a:cubicBezTo>
                    <a:pt x="75286" y="7749"/>
                    <a:pt x="75499" y="7962"/>
                    <a:pt x="75499" y="9875"/>
                  </a:cubicBezTo>
                  <a:cubicBezTo>
                    <a:pt x="75499" y="10088"/>
                    <a:pt x="75499" y="11150"/>
                    <a:pt x="74648" y="14339"/>
                  </a:cubicBezTo>
                  <a:lnTo>
                    <a:pt x="46565" y="126147"/>
                  </a:lnTo>
                  <a:cubicBezTo>
                    <a:pt x="44650" y="134012"/>
                    <a:pt x="44012" y="136137"/>
                    <a:pt x="21673" y="136137"/>
                  </a:cubicBezTo>
                  <a:cubicBezTo>
                    <a:pt x="14014" y="136137"/>
                    <a:pt x="12100" y="136137"/>
                    <a:pt x="12100" y="140814"/>
                  </a:cubicBezTo>
                  <a:cubicBezTo>
                    <a:pt x="12100" y="141451"/>
                    <a:pt x="12525" y="143790"/>
                    <a:pt x="15716" y="143790"/>
                  </a:cubicBezTo>
                  <a:cubicBezTo>
                    <a:pt x="21673" y="143790"/>
                    <a:pt x="28056" y="143152"/>
                    <a:pt x="34013" y="143152"/>
                  </a:cubicBezTo>
                  <a:cubicBezTo>
                    <a:pt x="39970" y="143152"/>
                    <a:pt x="46352" y="142939"/>
                    <a:pt x="52309" y="142939"/>
                  </a:cubicBezTo>
                  <a:cubicBezTo>
                    <a:pt x="58266" y="142939"/>
                    <a:pt x="65500" y="142939"/>
                    <a:pt x="71457" y="143152"/>
                  </a:cubicBezTo>
                  <a:cubicBezTo>
                    <a:pt x="77201" y="143365"/>
                    <a:pt x="83584" y="143790"/>
                    <a:pt x="89328" y="143790"/>
                  </a:cubicBezTo>
                  <a:cubicBezTo>
                    <a:pt x="91030" y="143790"/>
                    <a:pt x="94221" y="143790"/>
                    <a:pt x="94221" y="139113"/>
                  </a:cubicBezTo>
                  <a:cubicBezTo>
                    <a:pt x="94221" y="136137"/>
                    <a:pt x="92094" y="136137"/>
                    <a:pt x="85498" y="136137"/>
                  </a:cubicBezTo>
                  <a:cubicBezTo>
                    <a:pt x="81456" y="136137"/>
                    <a:pt x="77201" y="135925"/>
                    <a:pt x="73159" y="135712"/>
                  </a:cubicBezTo>
                  <a:cubicBezTo>
                    <a:pt x="65925" y="135075"/>
                    <a:pt x="65500" y="134224"/>
                    <a:pt x="65500" y="131674"/>
                  </a:cubicBezTo>
                  <a:cubicBezTo>
                    <a:pt x="65500" y="130186"/>
                    <a:pt x="65500" y="129760"/>
                    <a:pt x="66351" y="126785"/>
                  </a:cubicBezTo>
                  <a:lnTo>
                    <a:pt x="94434" y="15189"/>
                  </a:lnTo>
                  <a:close/>
                </a:path>
              </a:pathLst>
            </a:custGeom>
            <a:solidFill>
              <a:srgbClr val="FF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8A3D858E-ED60-77F7-4CBD-B7CAD25B1B78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8399643" y="5397758"/>
              <a:ext cx="115948" cy="8502"/>
            </a:xfrm>
            <a:custGeom>
              <a:avLst/>
              <a:gdLst>
                <a:gd name="csX0" fmla="*/ 109606 w 115948"/>
                <a:gd name="csY0" fmla="*/ 8598 h 8502"/>
                <a:gd name="csX1" fmla="*/ 116140 w 115948"/>
                <a:gd name="csY1" fmla="*/ 4346 h 8502"/>
                <a:gd name="csX2" fmla="*/ 109606 w 115948"/>
                <a:gd name="csY2" fmla="*/ 95 h 8502"/>
                <a:gd name="csX3" fmla="*/ 6726 w 115948"/>
                <a:gd name="csY3" fmla="*/ 95 h 8502"/>
                <a:gd name="csX4" fmla="*/ 191 w 115948"/>
                <a:gd name="csY4" fmla="*/ 4346 h 8502"/>
                <a:gd name="csX5" fmla="*/ 6726 w 115948"/>
                <a:gd name="csY5" fmla="*/ 8598 h 8502"/>
                <a:gd name="csX6" fmla="*/ 109606 w 115948"/>
                <a:gd name="csY6" fmla="*/ 8598 h 8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5948" h="8502">
                  <a:moveTo>
                    <a:pt x="109606" y="8598"/>
                  </a:moveTo>
                  <a:cubicBezTo>
                    <a:pt x="112037" y="8598"/>
                    <a:pt x="116140" y="8598"/>
                    <a:pt x="116140" y="4346"/>
                  </a:cubicBezTo>
                  <a:cubicBezTo>
                    <a:pt x="116140" y="95"/>
                    <a:pt x="112037" y="95"/>
                    <a:pt x="109606" y="95"/>
                  </a:cubicBezTo>
                  <a:lnTo>
                    <a:pt x="6726" y="95"/>
                  </a:lnTo>
                  <a:cubicBezTo>
                    <a:pt x="4294" y="95"/>
                    <a:pt x="191" y="95"/>
                    <a:pt x="191" y="4346"/>
                  </a:cubicBezTo>
                  <a:cubicBezTo>
                    <a:pt x="191" y="8598"/>
                    <a:pt x="4294" y="8598"/>
                    <a:pt x="6726" y="8598"/>
                  </a:cubicBezTo>
                  <a:lnTo>
                    <a:pt x="109606" y="8598"/>
                  </a:lnTo>
                  <a:close/>
                </a:path>
              </a:pathLst>
            </a:custGeom>
            <a:solidFill>
              <a:srgbClr val="FF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A9198577-0C4E-1ABB-DD78-2FF9986DB055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8570260" y="5341277"/>
              <a:ext cx="55102" cy="212350"/>
            </a:xfrm>
            <a:custGeom>
              <a:avLst/>
              <a:gdLst>
                <a:gd name="csX0" fmla="*/ 4239 w 55102"/>
                <a:gd name="csY0" fmla="*/ 97 h 212350"/>
                <a:gd name="csX1" fmla="*/ 197 w 55102"/>
                <a:gd name="csY1" fmla="*/ 2648 h 212350"/>
                <a:gd name="csX2" fmla="*/ 2112 w 55102"/>
                <a:gd name="csY2" fmla="*/ 5836 h 212350"/>
                <a:gd name="csX3" fmla="*/ 40832 w 55102"/>
                <a:gd name="csY3" fmla="*/ 106166 h 212350"/>
                <a:gd name="csX4" fmla="*/ 4027 w 55102"/>
                <a:gd name="csY4" fmla="*/ 205008 h 212350"/>
                <a:gd name="csX5" fmla="*/ 197 w 55102"/>
                <a:gd name="csY5" fmla="*/ 209897 h 212350"/>
                <a:gd name="csX6" fmla="*/ 2963 w 55102"/>
                <a:gd name="csY6" fmla="*/ 212447 h 212350"/>
                <a:gd name="csX7" fmla="*/ 39769 w 55102"/>
                <a:gd name="csY7" fmla="*/ 171848 h 212350"/>
                <a:gd name="csX8" fmla="*/ 55299 w 55102"/>
                <a:gd name="csY8" fmla="*/ 106379 h 212350"/>
                <a:gd name="csX9" fmla="*/ 4239 w 55102"/>
                <a:gd name="csY9" fmla="*/ 97 h 212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5102" h="212350">
                  <a:moveTo>
                    <a:pt x="4239" y="97"/>
                  </a:moveTo>
                  <a:cubicBezTo>
                    <a:pt x="2750" y="97"/>
                    <a:pt x="197" y="97"/>
                    <a:pt x="197" y="2648"/>
                  </a:cubicBezTo>
                  <a:cubicBezTo>
                    <a:pt x="197" y="3711"/>
                    <a:pt x="835" y="4348"/>
                    <a:pt x="2112" y="5836"/>
                  </a:cubicBezTo>
                  <a:cubicBezTo>
                    <a:pt x="20408" y="22629"/>
                    <a:pt x="40832" y="51325"/>
                    <a:pt x="40832" y="106166"/>
                  </a:cubicBezTo>
                  <a:cubicBezTo>
                    <a:pt x="40832" y="150592"/>
                    <a:pt x="27004" y="184177"/>
                    <a:pt x="4027" y="205008"/>
                  </a:cubicBezTo>
                  <a:cubicBezTo>
                    <a:pt x="410" y="208621"/>
                    <a:pt x="197" y="208834"/>
                    <a:pt x="197" y="209897"/>
                  </a:cubicBezTo>
                  <a:cubicBezTo>
                    <a:pt x="197" y="210960"/>
                    <a:pt x="835" y="212447"/>
                    <a:pt x="2963" y="212447"/>
                  </a:cubicBezTo>
                  <a:cubicBezTo>
                    <a:pt x="5516" y="212447"/>
                    <a:pt x="25727" y="198418"/>
                    <a:pt x="39769" y="171848"/>
                  </a:cubicBezTo>
                  <a:cubicBezTo>
                    <a:pt x="49130" y="154205"/>
                    <a:pt x="55299" y="131248"/>
                    <a:pt x="55299" y="106379"/>
                  </a:cubicBezTo>
                  <a:cubicBezTo>
                    <a:pt x="55299" y="76407"/>
                    <a:pt x="46364" y="29856"/>
                    <a:pt x="4239" y="97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D0DA1928-CB98-6786-B024-806251F29FBD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8724492" y="4970808"/>
              <a:ext cx="213661" cy="152437"/>
            </a:xfrm>
            <a:custGeom>
              <a:avLst/>
              <a:gdLst>
                <a:gd name="csX0" fmla="*/ 12359 w 213661"/>
                <a:gd name="csY0" fmla="*/ 152523 h 152437"/>
                <a:gd name="csX1" fmla="*/ 24820 w 213661"/>
                <a:gd name="csY1" fmla="*/ 139769 h 152437"/>
                <a:gd name="csX2" fmla="*/ 24820 w 213661"/>
                <a:gd name="csY2" fmla="*/ 66890 h 152437"/>
                <a:gd name="csX3" fmla="*/ 35154 w 213661"/>
                <a:gd name="csY3" fmla="*/ 32880 h 152437"/>
                <a:gd name="csX4" fmla="*/ 64027 w 213661"/>
                <a:gd name="csY4" fmla="*/ 20126 h 152437"/>
                <a:gd name="csX5" fmla="*/ 87429 w 213661"/>
                <a:gd name="csY5" fmla="*/ 29843 h 152437"/>
                <a:gd name="csX6" fmla="*/ 94724 w 213661"/>
                <a:gd name="csY6" fmla="*/ 59602 h 152437"/>
                <a:gd name="csX7" fmla="*/ 94724 w 213661"/>
                <a:gd name="csY7" fmla="*/ 139769 h 152437"/>
                <a:gd name="csX8" fmla="*/ 106881 w 213661"/>
                <a:gd name="csY8" fmla="*/ 152523 h 152437"/>
                <a:gd name="csX9" fmla="*/ 119342 w 213661"/>
                <a:gd name="csY9" fmla="*/ 139769 h 152437"/>
                <a:gd name="csX10" fmla="*/ 119342 w 213661"/>
                <a:gd name="csY10" fmla="*/ 66890 h 152437"/>
                <a:gd name="csX11" fmla="*/ 129979 w 213661"/>
                <a:gd name="csY11" fmla="*/ 32880 h 152437"/>
                <a:gd name="csX12" fmla="*/ 158549 w 213661"/>
                <a:gd name="csY12" fmla="*/ 20126 h 152437"/>
                <a:gd name="csX13" fmla="*/ 181951 w 213661"/>
                <a:gd name="csY13" fmla="*/ 29843 h 152437"/>
                <a:gd name="csX14" fmla="*/ 189246 w 213661"/>
                <a:gd name="csY14" fmla="*/ 59602 h 152437"/>
                <a:gd name="csX15" fmla="*/ 189246 w 213661"/>
                <a:gd name="csY15" fmla="*/ 139769 h 152437"/>
                <a:gd name="csX16" fmla="*/ 201403 w 213661"/>
                <a:gd name="csY16" fmla="*/ 152523 h 152437"/>
                <a:gd name="csX17" fmla="*/ 213864 w 213661"/>
                <a:gd name="csY17" fmla="*/ 139769 h 152437"/>
                <a:gd name="csX18" fmla="*/ 213864 w 213661"/>
                <a:gd name="csY18" fmla="*/ 58388 h 152437"/>
                <a:gd name="csX19" fmla="*/ 164627 w 213661"/>
                <a:gd name="csY19" fmla="*/ 85 h 152437"/>
                <a:gd name="csX20" fmla="*/ 134538 w 213661"/>
                <a:gd name="csY20" fmla="*/ 8284 h 152437"/>
                <a:gd name="csX21" fmla="*/ 114783 w 213661"/>
                <a:gd name="csY21" fmla="*/ 30147 h 152437"/>
                <a:gd name="csX22" fmla="*/ 70409 w 213661"/>
                <a:gd name="csY22" fmla="*/ 85 h 152437"/>
                <a:gd name="csX23" fmla="*/ 42752 w 213661"/>
                <a:gd name="csY23" fmla="*/ 7373 h 152437"/>
                <a:gd name="csX24" fmla="*/ 24212 w 213661"/>
                <a:gd name="csY24" fmla="*/ 27718 h 152437"/>
                <a:gd name="csX25" fmla="*/ 24212 w 213661"/>
                <a:gd name="csY25" fmla="*/ 13142 h 152437"/>
                <a:gd name="csX26" fmla="*/ 12055 w 213661"/>
                <a:gd name="csY26" fmla="*/ 692 h 152437"/>
                <a:gd name="csX27" fmla="*/ 202 w 213661"/>
                <a:gd name="csY27" fmla="*/ 13142 h 152437"/>
                <a:gd name="csX28" fmla="*/ 202 w 213661"/>
                <a:gd name="csY28" fmla="*/ 139769 h 152437"/>
                <a:gd name="csX29" fmla="*/ 12359 w 213661"/>
                <a:gd name="csY29" fmla="*/ 152523 h 1524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3661" h="152437">
                  <a:moveTo>
                    <a:pt x="12359" y="152523"/>
                  </a:moveTo>
                  <a:cubicBezTo>
                    <a:pt x="20565" y="152523"/>
                    <a:pt x="24820" y="148271"/>
                    <a:pt x="24820" y="139769"/>
                  </a:cubicBezTo>
                  <a:lnTo>
                    <a:pt x="24820" y="66890"/>
                  </a:lnTo>
                  <a:cubicBezTo>
                    <a:pt x="24820" y="52922"/>
                    <a:pt x="28163" y="41383"/>
                    <a:pt x="35154" y="32880"/>
                  </a:cubicBezTo>
                  <a:cubicBezTo>
                    <a:pt x="42144" y="24378"/>
                    <a:pt x="51870" y="20126"/>
                    <a:pt x="64027" y="20126"/>
                  </a:cubicBezTo>
                  <a:cubicBezTo>
                    <a:pt x="74968" y="20126"/>
                    <a:pt x="82567" y="23467"/>
                    <a:pt x="87429" y="29843"/>
                  </a:cubicBezTo>
                  <a:cubicBezTo>
                    <a:pt x="92292" y="36220"/>
                    <a:pt x="94724" y="46241"/>
                    <a:pt x="94724" y="59602"/>
                  </a:cubicBezTo>
                  <a:lnTo>
                    <a:pt x="94724" y="139769"/>
                  </a:lnTo>
                  <a:cubicBezTo>
                    <a:pt x="94724" y="148271"/>
                    <a:pt x="98675" y="152523"/>
                    <a:pt x="106881" y="152523"/>
                  </a:cubicBezTo>
                  <a:cubicBezTo>
                    <a:pt x="115087" y="152523"/>
                    <a:pt x="119342" y="148271"/>
                    <a:pt x="119342" y="139769"/>
                  </a:cubicBezTo>
                  <a:lnTo>
                    <a:pt x="119342" y="66890"/>
                  </a:lnTo>
                  <a:cubicBezTo>
                    <a:pt x="119342" y="52922"/>
                    <a:pt x="122685" y="41383"/>
                    <a:pt x="129979" y="32880"/>
                  </a:cubicBezTo>
                  <a:cubicBezTo>
                    <a:pt x="136970" y="24378"/>
                    <a:pt x="146392" y="20126"/>
                    <a:pt x="158549" y="20126"/>
                  </a:cubicBezTo>
                  <a:cubicBezTo>
                    <a:pt x="169490" y="20126"/>
                    <a:pt x="177088" y="23467"/>
                    <a:pt x="181951" y="29843"/>
                  </a:cubicBezTo>
                  <a:cubicBezTo>
                    <a:pt x="186814" y="36220"/>
                    <a:pt x="189246" y="46241"/>
                    <a:pt x="189246" y="59602"/>
                  </a:cubicBezTo>
                  <a:lnTo>
                    <a:pt x="189246" y="139769"/>
                  </a:lnTo>
                  <a:cubicBezTo>
                    <a:pt x="189246" y="148271"/>
                    <a:pt x="193197" y="152523"/>
                    <a:pt x="201403" y="152523"/>
                  </a:cubicBezTo>
                  <a:cubicBezTo>
                    <a:pt x="209609" y="152523"/>
                    <a:pt x="213864" y="148271"/>
                    <a:pt x="213864" y="139769"/>
                  </a:cubicBezTo>
                  <a:lnTo>
                    <a:pt x="213864" y="58388"/>
                  </a:lnTo>
                  <a:cubicBezTo>
                    <a:pt x="213864" y="19519"/>
                    <a:pt x="197452" y="85"/>
                    <a:pt x="164627" y="85"/>
                  </a:cubicBezTo>
                  <a:cubicBezTo>
                    <a:pt x="153078" y="85"/>
                    <a:pt x="143048" y="2818"/>
                    <a:pt x="134538" y="8284"/>
                  </a:cubicBezTo>
                  <a:cubicBezTo>
                    <a:pt x="125724" y="13749"/>
                    <a:pt x="119038" y="21037"/>
                    <a:pt x="114783" y="30147"/>
                  </a:cubicBezTo>
                  <a:cubicBezTo>
                    <a:pt x="108097" y="10106"/>
                    <a:pt x="93508" y="85"/>
                    <a:pt x="70409" y="85"/>
                  </a:cubicBezTo>
                  <a:cubicBezTo>
                    <a:pt x="59772" y="85"/>
                    <a:pt x="50654" y="2514"/>
                    <a:pt x="42752" y="7373"/>
                  </a:cubicBezTo>
                  <a:cubicBezTo>
                    <a:pt x="34850" y="12231"/>
                    <a:pt x="28467" y="18912"/>
                    <a:pt x="24212" y="27718"/>
                  </a:cubicBezTo>
                  <a:lnTo>
                    <a:pt x="24212" y="13142"/>
                  </a:lnTo>
                  <a:cubicBezTo>
                    <a:pt x="24212" y="4943"/>
                    <a:pt x="19957" y="692"/>
                    <a:pt x="12055" y="692"/>
                  </a:cubicBezTo>
                  <a:cubicBezTo>
                    <a:pt x="4153" y="692"/>
                    <a:pt x="202" y="4943"/>
                    <a:pt x="202" y="13142"/>
                  </a:cubicBezTo>
                  <a:lnTo>
                    <a:pt x="202" y="139769"/>
                  </a:lnTo>
                  <a:cubicBezTo>
                    <a:pt x="202" y="148271"/>
                    <a:pt x="4153" y="152523"/>
                    <a:pt x="12359" y="152523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AC6542AF-A0AA-D9C9-0F6C-06CB8D4B0E5A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8977360" y="4970808"/>
              <a:ext cx="122179" cy="153045"/>
            </a:xfrm>
            <a:custGeom>
              <a:avLst/>
              <a:gdLst>
                <a:gd name="csX0" fmla="*/ 53398 w 122179"/>
                <a:gd name="csY0" fmla="*/ 153130 h 153045"/>
                <a:gd name="csX1" fmla="*/ 81359 w 122179"/>
                <a:gd name="csY1" fmla="*/ 145538 h 153045"/>
                <a:gd name="csX2" fmla="*/ 99291 w 122179"/>
                <a:gd name="csY2" fmla="*/ 124889 h 153045"/>
                <a:gd name="csX3" fmla="*/ 99291 w 122179"/>
                <a:gd name="csY3" fmla="*/ 139769 h 153045"/>
                <a:gd name="csX4" fmla="*/ 111144 w 122179"/>
                <a:gd name="csY4" fmla="*/ 152523 h 153045"/>
                <a:gd name="csX5" fmla="*/ 122390 w 122179"/>
                <a:gd name="csY5" fmla="*/ 139769 h 153045"/>
                <a:gd name="csX6" fmla="*/ 122390 w 122179"/>
                <a:gd name="csY6" fmla="*/ 57477 h 153045"/>
                <a:gd name="csX7" fmla="*/ 108409 w 122179"/>
                <a:gd name="csY7" fmla="*/ 14053 h 153045"/>
                <a:gd name="csX8" fmla="*/ 66163 w 122179"/>
                <a:gd name="csY8" fmla="*/ 85 h 153045"/>
                <a:gd name="csX9" fmla="*/ 40937 w 122179"/>
                <a:gd name="csY9" fmla="*/ 3121 h 153045"/>
                <a:gd name="csX10" fmla="*/ 14799 w 122179"/>
                <a:gd name="csY10" fmla="*/ 12838 h 153045"/>
                <a:gd name="csX11" fmla="*/ 8720 w 122179"/>
                <a:gd name="csY11" fmla="*/ 19215 h 153045"/>
                <a:gd name="csX12" fmla="*/ 8720 w 122179"/>
                <a:gd name="csY12" fmla="*/ 27111 h 153045"/>
                <a:gd name="csX13" fmla="*/ 13583 w 122179"/>
                <a:gd name="csY13" fmla="*/ 32576 h 153045"/>
                <a:gd name="csX14" fmla="*/ 22397 w 122179"/>
                <a:gd name="csY14" fmla="*/ 31362 h 153045"/>
                <a:gd name="csX15" fmla="*/ 44584 w 122179"/>
                <a:gd name="csY15" fmla="*/ 22556 h 153045"/>
                <a:gd name="csX16" fmla="*/ 66163 w 122179"/>
                <a:gd name="csY16" fmla="*/ 19823 h 153045"/>
                <a:gd name="csX17" fmla="*/ 90781 w 122179"/>
                <a:gd name="csY17" fmla="*/ 28325 h 153045"/>
                <a:gd name="csX18" fmla="*/ 98683 w 122179"/>
                <a:gd name="csY18" fmla="*/ 55351 h 153045"/>
                <a:gd name="csX19" fmla="*/ 98683 w 122179"/>
                <a:gd name="csY19" fmla="*/ 64765 h 153045"/>
                <a:gd name="csX20" fmla="*/ 88958 w 122179"/>
                <a:gd name="csY20" fmla="*/ 64765 h 153045"/>
                <a:gd name="csX21" fmla="*/ 36074 w 122179"/>
                <a:gd name="csY21" fmla="*/ 69016 h 153045"/>
                <a:gd name="csX22" fmla="*/ 8417 w 122179"/>
                <a:gd name="csY22" fmla="*/ 82377 h 153045"/>
                <a:gd name="csX23" fmla="*/ 210 w 122179"/>
                <a:gd name="csY23" fmla="*/ 107884 h 153045"/>
                <a:gd name="csX24" fmla="*/ 7201 w 122179"/>
                <a:gd name="csY24" fmla="*/ 130963 h 153045"/>
                <a:gd name="csX25" fmla="*/ 26044 w 122179"/>
                <a:gd name="csY25" fmla="*/ 147360 h 153045"/>
                <a:gd name="csX26" fmla="*/ 53398 w 122179"/>
                <a:gd name="csY26" fmla="*/ 153130 h 153045"/>
                <a:gd name="csX27" fmla="*/ 57349 w 122179"/>
                <a:gd name="csY27" fmla="*/ 134607 h 153045"/>
                <a:gd name="csX28" fmla="*/ 33643 w 122179"/>
                <a:gd name="csY28" fmla="*/ 126711 h 153045"/>
                <a:gd name="csX29" fmla="*/ 25133 w 122179"/>
                <a:gd name="csY29" fmla="*/ 106366 h 153045"/>
                <a:gd name="csX30" fmla="*/ 30603 w 122179"/>
                <a:gd name="csY30" fmla="*/ 91183 h 153045"/>
                <a:gd name="csX31" fmla="*/ 50359 w 122179"/>
                <a:gd name="csY31" fmla="*/ 83288 h 153045"/>
                <a:gd name="csX32" fmla="*/ 89262 w 122179"/>
                <a:gd name="csY32" fmla="*/ 80859 h 153045"/>
                <a:gd name="csX33" fmla="*/ 98683 w 122179"/>
                <a:gd name="csY33" fmla="*/ 80859 h 153045"/>
                <a:gd name="csX34" fmla="*/ 98683 w 122179"/>
                <a:gd name="csY34" fmla="*/ 89968 h 153045"/>
                <a:gd name="csX35" fmla="*/ 87134 w 122179"/>
                <a:gd name="csY35" fmla="*/ 122157 h 153045"/>
                <a:gd name="csX36" fmla="*/ 57349 w 122179"/>
                <a:gd name="csY36" fmla="*/ 134607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22179" h="153045">
                  <a:moveTo>
                    <a:pt x="53398" y="153130"/>
                  </a:moveTo>
                  <a:cubicBezTo>
                    <a:pt x="64035" y="153130"/>
                    <a:pt x="73457" y="150701"/>
                    <a:pt x="81359" y="145538"/>
                  </a:cubicBezTo>
                  <a:cubicBezTo>
                    <a:pt x="89262" y="140680"/>
                    <a:pt x="95340" y="133696"/>
                    <a:pt x="99291" y="124889"/>
                  </a:cubicBezTo>
                  <a:lnTo>
                    <a:pt x="99291" y="139769"/>
                  </a:lnTo>
                  <a:cubicBezTo>
                    <a:pt x="99291" y="148271"/>
                    <a:pt x="103242" y="152523"/>
                    <a:pt x="111144" y="152523"/>
                  </a:cubicBezTo>
                  <a:cubicBezTo>
                    <a:pt x="118439" y="152523"/>
                    <a:pt x="122390" y="148271"/>
                    <a:pt x="122390" y="139769"/>
                  </a:cubicBezTo>
                  <a:lnTo>
                    <a:pt x="122390" y="57477"/>
                  </a:lnTo>
                  <a:cubicBezTo>
                    <a:pt x="122390" y="38042"/>
                    <a:pt x="117527" y="23467"/>
                    <a:pt x="108409" y="14053"/>
                  </a:cubicBezTo>
                  <a:cubicBezTo>
                    <a:pt x="99291" y="4943"/>
                    <a:pt x="85007" y="85"/>
                    <a:pt x="66163" y="85"/>
                  </a:cubicBezTo>
                  <a:cubicBezTo>
                    <a:pt x="58261" y="85"/>
                    <a:pt x="49751" y="1299"/>
                    <a:pt x="40937" y="3121"/>
                  </a:cubicBezTo>
                  <a:cubicBezTo>
                    <a:pt x="32123" y="5247"/>
                    <a:pt x="23309" y="8587"/>
                    <a:pt x="14799" y="12838"/>
                  </a:cubicBezTo>
                  <a:cubicBezTo>
                    <a:pt x="11760" y="14357"/>
                    <a:pt x="9632" y="16482"/>
                    <a:pt x="8720" y="19215"/>
                  </a:cubicBezTo>
                  <a:cubicBezTo>
                    <a:pt x="7809" y="21948"/>
                    <a:pt x="7809" y="24681"/>
                    <a:pt x="8720" y="27111"/>
                  </a:cubicBezTo>
                  <a:cubicBezTo>
                    <a:pt x="9632" y="29540"/>
                    <a:pt x="11152" y="31362"/>
                    <a:pt x="13583" y="32576"/>
                  </a:cubicBezTo>
                  <a:cubicBezTo>
                    <a:pt x="16015" y="33791"/>
                    <a:pt x="18750" y="33184"/>
                    <a:pt x="22397" y="31362"/>
                  </a:cubicBezTo>
                  <a:cubicBezTo>
                    <a:pt x="29995" y="27414"/>
                    <a:pt x="37290" y="24378"/>
                    <a:pt x="44584" y="22556"/>
                  </a:cubicBezTo>
                  <a:cubicBezTo>
                    <a:pt x="51878" y="20734"/>
                    <a:pt x="58869" y="19823"/>
                    <a:pt x="66163" y="19823"/>
                  </a:cubicBezTo>
                  <a:cubicBezTo>
                    <a:pt x="77408" y="19823"/>
                    <a:pt x="85614" y="22859"/>
                    <a:pt x="90781" y="28325"/>
                  </a:cubicBezTo>
                  <a:cubicBezTo>
                    <a:pt x="95948" y="33791"/>
                    <a:pt x="98683" y="42901"/>
                    <a:pt x="98683" y="55351"/>
                  </a:cubicBezTo>
                  <a:lnTo>
                    <a:pt x="98683" y="64765"/>
                  </a:lnTo>
                  <a:lnTo>
                    <a:pt x="88958" y="64765"/>
                  </a:lnTo>
                  <a:cubicBezTo>
                    <a:pt x="66467" y="64765"/>
                    <a:pt x="48839" y="66283"/>
                    <a:pt x="36074" y="69016"/>
                  </a:cubicBezTo>
                  <a:cubicBezTo>
                    <a:pt x="23309" y="71749"/>
                    <a:pt x="13887" y="76304"/>
                    <a:pt x="8417" y="82377"/>
                  </a:cubicBezTo>
                  <a:cubicBezTo>
                    <a:pt x="2946" y="88754"/>
                    <a:pt x="210" y="97256"/>
                    <a:pt x="210" y="107884"/>
                  </a:cubicBezTo>
                  <a:cubicBezTo>
                    <a:pt x="210" y="116387"/>
                    <a:pt x="2338" y="124282"/>
                    <a:pt x="7201" y="130963"/>
                  </a:cubicBezTo>
                  <a:cubicBezTo>
                    <a:pt x="11760" y="137947"/>
                    <a:pt x="18142" y="143413"/>
                    <a:pt x="26044" y="147360"/>
                  </a:cubicBezTo>
                  <a:cubicBezTo>
                    <a:pt x="33947" y="151308"/>
                    <a:pt x="43064" y="153130"/>
                    <a:pt x="53398" y="153130"/>
                  </a:cubicBezTo>
                  <a:close/>
                  <a:moveTo>
                    <a:pt x="57349" y="134607"/>
                  </a:moveTo>
                  <a:cubicBezTo>
                    <a:pt x="47319" y="134607"/>
                    <a:pt x="39417" y="132177"/>
                    <a:pt x="33643" y="126711"/>
                  </a:cubicBezTo>
                  <a:cubicBezTo>
                    <a:pt x="27868" y="121549"/>
                    <a:pt x="25133" y="114869"/>
                    <a:pt x="25133" y="106366"/>
                  </a:cubicBezTo>
                  <a:cubicBezTo>
                    <a:pt x="25133" y="99989"/>
                    <a:pt x="26956" y="94827"/>
                    <a:pt x="30603" y="91183"/>
                  </a:cubicBezTo>
                  <a:cubicBezTo>
                    <a:pt x="34250" y="87539"/>
                    <a:pt x="40937" y="84806"/>
                    <a:pt x="50359" y="83288"/>
                  </a:cubicBezTo>
                  <a:cubicBezTo>
                    <a:pt x="59780" y="81770"/>
                    <a:pt x="72849" y="80859"/>
                    <a:pt x="89262" y="80859"/>
                  </a:cubicBezTo>
                  <a:lnTo>
                    <a:pt x="98683" y="80859"/>
                  </a:lnTo>
                  <a:lnTo>
                    <a:pt x="98683" y="89968"/>
                  </a:lnTo>
                  <a:cubicBezTo>
                    <a:pt x="98683" y="103026"/>
                    <a:pt x="94732" y="113654"/>
                    <a:pt x="87134" y="122157"/>
                  </a:cubicBezTo>
                  <a:cubicBezTo>
                    <a:pt x="79232" y="130659"/>
                    <a:pt x="69506" y="134607"/>
                    <a:pt x="57349" y="134607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E73CB927-4441-88C6-3116-499548643A3F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9135502" y="4971415"/>
              <a:ext cx="132802" cy="151526"/>
            </a:xfrm>
            <a:custGeom>
              <a:avLst/>
              <a:gdLst>
                <a:gd name="csX0" fmla="*/ 10451 w 132802"/>
                <a:gd name="csY0" fmla="*/ 151612 h 151526"/>
                <a:gd name="csX1" fmla="*/ 18353 w 132802"/>
                <a:gd name="csY1" fmla="*/ 149790 h 151526"/>
                <a:gd name="csX2" fmla="*/ 24127 w 132802"/>
                <a:gd name="csY2" fmla="*/ 144627 h 151526"/>
                <a:gd name="csX3" fmla="*/ 66373 w 132802"/>
                <a:gd name="csY3" fmla="*/ 91183 h 151526"/>
                <a:gd name="csX4" fmla="*/ 108923 w 132802"/>
                <a:gd name="csY4" fmla="*/ 144627 h 151526"/>
                <a:gd name="csX5" fmla="*/ 122600 w 132802"/>
                <a:gd name="csY5" fmla="*/ 151612 h 151526"/>
                <a:gd name="csX6" fmla="*/ 132022 w 132802"/>
                <a:gd name="csY6" fmla="*/ 146449 h 151526"/>
                <a:gd name="csX7" fmla="*/ 129591 w 132802"/>
                <a:gd name="csY7" fmla="*/ 133999 h 151526"/>
                <a:gd name="csX8" fmla="*/ 80962 w 132802"/>
                <a:gd name="csY8" fmla="*/ 73571 h 151526"/>
                <a:gd name="csX9" fmla="*/ 125943 w 132802"/>
                <a:gd name="csY9" fmla="*/ 18001 h 151526"/>
                <a:gd name="csX10" fmla="*/ 128679 w 132802"/>
                <a:gd name="csY10" fmla="*/ 5551 h 151526"/>
                <a:gd name="csX11" fmla="*/ 119561 w 132802"/>
                <a:gd name="csY11" fmla="*/ 85 h 151526"/>
                <a:gd name="csX12" fmla="*/ 111963 w 132802"/>
                <a:gd name="csY12" fmla="*/ 1907 h 151526"/>
                <a:gd name="csX13" fmla="*/ 106188 w 132802"/>
                <a:gd name="csY13" fmla="*/ 7069 h 151526"/>
                <a:gd name="csX14" fmla="*/ 66677 w 132802"/>
                <a:gd name="csY14" fmla="*/ 56566 h 151526"/>
                <a:gd name="csX15" fmla="*/ 27471 w 132802"/>
                <a:gd name="csY15" fmla="*/ 7069 h 151526"/>
                <a:gd name="csX16" fmla="*/ 21696 w 132802"/>
                <a:gd name="csY16" fmla="*/ 1907 h 151526"/>
                <a:gd name="csX17" fmla="*/ 13794 w 132802"/>
                <a:gd name="csY17" fmla="*/ 85 h 151526"/>
                <a:gd name="csX18" fmla="*/ 4676 w 132802"/>
                <a:gd name="csY18" fmla="*/ 5551 h 151526"/>
                <a:gd name="csX19" fmla="*/ 7411 w 132802"/>
                <a:gd name="csY19" fmla="*/ 17697 h 151526"/>
                <a:gd name="csX20" fmla="*/ 52393 w 132802"/>
                <a:gd name="csY20" fmla="*/ 73571 h 151526"/>
                <a:gd name="csX21" fmla="*/ 4068 w 132802"/>
                <a:gd name="csY21" fmla="*/ 133999 h 151526"/>
                <a:gd name="csX22" fmla="*/ 1333 w 132802"/>
                <a:gd name="csY22" fmla="*/ 146449 h 151526"/>
                <a:gd name="csX23" fmla="*/ 10451 w 132802"/>
                <a:gd name="csY23" fmla="*/ 151612 h 151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32802" h="151526">
                  <a:moveTo>
                    <a:pt x="10451" y="151612"/>
                  </a:moveTo>
                  <a:cubicBezTo>
                    <a:pt x="13490" y="151612"/>
                    <a:pt x="16225" y="151004"/>
                    <a:pt x="18353" y="149790"/>
                  </a:cubicBezTo>
                  <a:cubicBezTo>
                    <a:pt x="20176" y="148575"/>
                    <a:pt x="22304" y="147057"/>
                    <a:pt x="24127" y="144627"/>
                  </a:cubicBezTo>
                  <a:lnTo>
                    <a:pt x="66373" y="91183"/>
                  </a:lnTo>
                  <a:lnTo>
                    <a:pt x="108923" y="144627"/>
                  </a:lnTo>
                  <a:cubicBezTo>
                    <a:pt x="112571" y="149486"/>
                    <a:pt x="117129" y="151612"/>
                    <a:pt x="122600" y="151612"/>
                  </a:cubicBezTo>
                  <a:cubicBezTo>
                    <a:pt x="126855" y="151612"/>
                    <a:pt x="129894" y="150093"/>
                    <a:pt x="132022" y="146449"/>
                  </a:cubicBezTo>
                  <a:cubicBezTo>
                    <a:pt x="133846" y="142805"/>
                    <a:pt x="133238" y="138858"/>
                    <a:pt x="129591" y="133999"/>
                  </a:cubicBezTo>
                  <a:lnTo>
                    <a:pt x="80962" y="73571"/>
                  </a:lnTo>
                  <a:lnTo>
                    <a:pt x="125943" y="18001"/>
                  </a:lnTo>
                  <a:cubicBezTo>
                    <a:pt x="129591" y="13142"/>
                    <a:pt x="130502" y="9195"/>
                    <a:pt x="128679" y="5551"/>
                  </a:cubicBezTo>
                  <a:cubicBezTo>
                    <a:pt x="126855" y="1907"/>
                    <a:pt x="123816" y="85"/>
                    <a:pt x="119561" y="85"/>
                  </a:cubicBezTo>
                  <a:cubicBezTo>
                    <a:pt x="116522" y="85"/>
                    <a:pt x="113786" y="692"/>
                    <a:pt x="111963" y="1907"/>
                  </a:cubicBezTo>
                  <a:cubicBezTo>
                    <a:pt x="109835" y="3121"/>
                    <a:pt x="108012" y="4640"/>
                    <a:pt x="106188" y="7069"/>
                  </a:cubicBezTo>
                  <a:lnTo>
                    <a:pt x="66677" y="56566"/>
                  </a:lnTo>
                  <a:lnTo>
                    <a:pt x="27471" y="7069"/>
                  </a:lnTo>
                  <a:cubicBezTo>
                    <a:pt x="25647" y="4640"/>
                    <a:pt x="23519" y="3121"/>
                    <a:pt x="21696" y="1907"/>
                  </a:cubicBezTo>
                  <a:cubicBezTo>
                    <a:pt x="19568" y="692"/>
                    <a:pt x="16833" y="85"/>
                    <a:pt x="13794" y="85"/>
                  </a:cubicBezTo>
                  <a:cubicBezTo>
                    <a:pt x="9539" y="85"/>
                    <a:pt x="6499" y="1907"/>
                    <a:pt x="4676" y="5551"/>
                  </a:cubicBezTo>
                  <a:cubicBezTo>
                    <a:pt x="2548" y="9195"/>
                    <a:pt x="3460" y="13142"/>
                    <a:pt x="7411" y="17697"/>
                  </a:cubicBezTo>
                  <a:lnTo>
                    <a:pt x="52393" y="73571"/>
                  </a:lnTo>
                  <a:lnTo>
                    <a:pt x="4068" y="133999"/>
                  </a:lnTo>
                  <a:cubicBezTo>
                    <a:pt x="117" y="138858"/>
                    <a:pt x="-795" y="142805"/>
                    <a:pt x="1333" y="146449"/>
                  </a:cubicBezTo>
                  <a:cubicBezTo>
                    <a:pt x="3156" y="150093"/>
                    <a:pt x="6196" y="151612"/>
                    <a:pt x="10451" y="151612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1740FC7-2C68-1C62-8254-1816E571C1C5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9378442" y="4863006"/>
              <a:ext cx="79325" cy="364089"/>
            </a:xfrm>
            <a:custGeom>
              <a:avLst/>
              <a:gdLst>
                <a:gd name="csX0" fmla="*/ 79548 w 79325"/>
                <a:gd name="csY0" fmla="*/ 361130 h 364089"/>
                <a:gd name="csX1" fmla="*/ 78332 w 79325"/>
                <a:gd name="csY1" fmla="*/ 358397 h 364089"/>
                <a:gd name="csX2" fmla="*/ 30919 w 79325"/>
                <a:gd name="csY2" fmla="*/ 269424 h 364089"/>
                <a:gd name="csX3" fmla="*/ 21194 w 79325"/>
                <a:gd name="csY3" fmla="*/ 182273 h 364089"/>
                <a:gd name="csX4" fmla="*/ 76813 w 79325"/>
                <a:gd name="csY4" fmla="*/ 7061 h 364089"/>
                <a:gd name="csX5" fmla="*/ 79548 w 79325"/>
                <a:gd name="csY5" fmla="*/ 3113 h 364089"/>
                <a:gd name="csX6" fmla="*/ 75901 w 79325"/>
                <a:gd name="csY6" fmla="*/ 77 h 364089"/>
                <a:gd name="csX7" fmla="*/ 50979 w 79325"/>
                <a:gd name="csY7" fmla="*/ 22851 h 364089"/>
                <a:gd name="csX8" fmla="*/ 223 w 79325"/>
                <a:gd name="csY8" fmla="*/ 181970 h 364089"/>
                <a:gd name="csX9" fmla="*/ 47636 w 79325"/>
                <a:gd name="csY9" fmla="*/ 337444 h 364089"/>
                <a:gd name="csX10" fmla="*/ 75901 w 79325"/>
                <a:gd name="csY10" fmla="*/ 364166 h 364089"/>
                <a:gd name="csX11" fmla="*/ 79548 w 79325"/>
                <a:gd name="csY11" fmla="*/ 361130 h 364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9325" h="364089">
                  <a:moveTo>
                    <a:pt x="79548" y="361130"/>
                  </a:moveTo>
                  <a:cubicBezTo>
                    <a:pt x="79548" y="359915"/>
                    <a:pt x="78940" y="359308"/>
                    <a:pt x="78332" y="358397"/>
                  </a:cubicBezTo>
                  <a:cubicBezTo>
                    <a:pt x="64352" y="343518"/>
                    <a:pt x="43684" y="318921"/>
                    <a:pt x="30919" y="269424"/>
                  </a:cubicBezTo>
                  <a:cubicBezTo>
                    <a:pt x="23929" y="241791"/>
                    <a:pt x="21194" y="210514"/>
                    <a:pt x="21194" y="182273"/>
                  </a:cubicBezTo>
                  <a:cubicBezTo>
                    <a:pt x="21194" y="102410"/>
                    <a:pt x="40341" y="46537"/>
                    <a:pt x="76813" y="7061"/>
                  </a:cubicBezTo>
                  <a:cubicBezTo>
                    <a:pt x="79548" y="4328"/>
                    <a:pt x="79548" y="3721"/>
                    <a:pt x="79548" y="3113"/>
                  </a:cubicBezTo>
                  <a:cubicBezTo>
                    <a:pt x="79548" y="77"/>
                    <a:pt x="77117" y="77"/>
                    <a:pt x="75901" y="77"/>
                  </a:cubicBezTo>
                  <a:cubicBezTo>
                    <a:pt x="71342" y="77"/>
                    <a:pt x="54930" y="18296"/>
                    <a:pt x="50979" y="22851"/>
                  </a:cubicBezTo>
                  <a:cubicBezTo>
                    <a:pt x="19978" y="59594"/>
                    <a:pt x="223" y="114253"/>
                    <a:pt x="223" y="181970"/>
                  </a:cubicBezTo>
                  <a:cubicBezTo>
                    <a:pt x="223" y="225090"/>
                    <a:pt x="7821" y="286126"/>
                    <a:pt x="47636" y="337444"/>
                  </a:cubicBezTo>
                  <a:cubicBezTo>
                    <a:pt x="50675" y="341088"/>
                    <a:pt x="70430" y="364166"/>
                    <a:pt x="75901" y="364166"/>
                  </a:cubicBezTo>
                  <a:cubicBezTo>
                    <a:pt x="77117" y="364166"/>
                    <a:pt x="79548" y="364166"/>
                    <a:pt x="79548" y="36113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8FEA8049-0906-4238-B465-CC288ED524C9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9483400" y="4918882"/>
              <a:ext cx="127953" cy="208918"/>
            </a:xfrm>
            <a:custGeom>
              <a:avLst/>
              <a:gdLst>
                <a:gd name="csX0" fmla="*/ 128181 w 127953"/>
                <a:gd name="csY0" fmla="*/ 105151 h 208918"/>
                <a:gd name="csX1" fmla="*/ 116024 w 127953"/>
                <a:gd name="csY1" fmla="*/ 34095 h 208918"/>
                <a:gd name="csX2" fmla="*/ 64356 w 127953"/>
                <a:gd name="csY2" fmla="*/ 85 h 208918"/>
                <a:gd name="csX3" fmla="*/ 11473 w 127953"/>
                <a:gd name="csY3" fmla="*/ 36220 h 208918"/>
                <a:gd name="csX4" fmla="*/ 227 w 127953"/>
                <a:gd name="csY4" fmla="*/ 105151 h 208918"/>
                <a:gd name="csX5" fmla="*/ 13904 w 127953"/>
                <a:gd name="csY5" fmla="*/ 178334 h 208918"/>
                <a:gd name="csX6" fmla="*/ 64052 w 127953"/>
                <a:gd name="csY6" fmla="*/ 209004 h 208918"/>
                <a:gd name="csX7" fmla="*/ 116936 w 127953"/>
                <a:gd name="csY7" fmla="*/ 173779 h 208918"/>
                <a:gd name="csX8" fmla="*/ 128181 w 127953"/>
                <a:gd name="csY8" fmla="*/ 105151 h 208918"/>
                <a:gd name="csX9" fmla="*/ 64052 w 127953"/>
                <a:gd name="csY9" fmla="*/ 202323 h 208918"/>
                <a:gd name="csX10" fmla="*/ 28796 w 127953"/>
                <a:gd name="csY10" fmla="*/ 165580 h 208918"/>
                <a:gd name="csX11" fmla="*/ 25453 w 127953"/>
                <a:gd name="csY11" fmla="*/ 101508 h 208918"/>
                <a:gd name="csX12" fmla="*/ 27885 w 127953"/>
                <a:gd name="csY12" fmla="*/ 45634 h 208918"/>
                <a:gd name="csX13" fmla="*/ 64052 w 127953"/>
                <a:gd name="csY13" fmla="*/ 6765 h 208918"/>
                <a:gd name="csX14" fmla="*/ 99916 w 127953"/>
                <a:gd name="csY14" fmla="*/ 42294 h 208918"/>
                <a:gd name="csX15" fmla="*/ 102955 w 127953"/>
                <a:gd name="csY15" fmla="*/ 101508 h 208918"/>
                <a:gd name="csX16" fmla="*/ 99612 w 127953"/>
                <a:gd name="csY16" fmla="*/ 164365 h 208918"/>
                <a:gd name="csX17" fmla="*/ 64052 w 127953"/>
                <a:gd name="csY17" fmla="*/ 202323 h 2089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7953" h="208918">
                  <a:moveTo>
                    <a:pt x="128181" y="105151"/>
                  </a:moveTo>
                  <a:cubicBezTo>
                    <a:pt x="128181" y="80859"/>
                    <a:pt x="126661" y="56566"/>
                    <a:pt x="116024" y="34095"/>
                  </a:cubicBezTo>
                  <a:cubicBezTo>
                    <a:pt x="102043" y="4943"/>
                    <a:pt x="77121" y="85"/>
                    <a:pt x="64356" y="85"/>
                  </a:cubicBezTo>
                  <a:cubicBezTo>
                    <a:pt x="46120" y="85"/>
                    <a:pt x="23934" y="7980"/>
                    <a:pt x="11473" y="36220"/>
                  </a:cubicBezTo>
                  <a:cubicBezTo>
                    <a:pt x="1747" y="57173"/>
                    <a:pt x="227" y="80859"/>
                    <a:pt x="227" y="105151"/>
                  </a:cubicBezTo>
                  <a:cubicBezTo>
                    <a:pt x="227" y="127926"/>
                    <a:pt x="1443" y="155256"/>
                    <a:pt x="13904" y="178334"/>
                  </a:cubicBezTo>
                  <a:cubicBezTo>
                    <a:pt x="26973" y="202930"/>
                    <a:pt x="49160" y="209004"/>
                    <a:pt x="64052" y="209004"/>
                  </a:cubicBezTo>
                  <a:cubicBezTo>
                    <a:pt x="80464" y="209004"/>
                    <a:pt x="103563" y="202627"/>
                    <a:pt x="116936" y="173779"/>
                  </a:cubicBezTo>
                  <a:cubicBezTo>
                    <a:pt x="126661" y="152826"/>
                    <a:pt x="128181" y="129141"/>
                    <a:pt x="128181" y="105151"/>
                  </a:cubicBezTo>
                  <a:close/>
                  <a:moveTo>
                    <a:pt x="64052" y="202323"/>
                  </a:moveTo>
                  <a:cubicBezTo>
                    <a:pt x="52199" y="202323"/>
                    <a:pt x="34267" y="194732"/>
                    <a:pt x="28796" y="165580"/>
                  </a:cubicBezTo>
                  <a:cubicBezTo>
                    <a:pt x="25453" y="147360"/>
                    <a:pt x="25453" y="119424"/>
                    <a:pt x="25453" y="101508"/>
                  </a:cubicBezTo>
                  <a:cubicBezTo>
                    <a:pt x="25453" y="82073"/>
                    <a:pt x="25453" y="62032"/>
                    <a:pt x="27885" y="45634"/>
                  </a:cubicBezTo>
                  <a:cubicBezTo>
                    <a:pt x="33659" y="9498"/>
                    <a:pt x="56454" y="6765"/>
                    <a:pt x="64052" y="6765"/>
                  </a:cubicBezTo>
                  <a:cubicBezTo>
                    <a:pt x="74082" y="6765"/>
                    <a:pt x="94141" y="12231"/>
                    <a:pt x="99916" y="42294"/>
                  </a:cubicBezTo>
                  <a:cubicBezTo>
                    <a:pt x="102955" y="59299"/>
                    <a:pt x="102955" y="82377"/>
                    <a:pt x="102955" y="101508"/>
                  </a:cubicBezTo>
                  <a:cubicBezTo>
                    <a:pt x="102955" y="124282"/>
                    <a:pt x="102955" y="144931"/>
                    <a:pt x="99612" y="164365"/>
                  </a:cubicBezTo>
                  <a:cubicBezTo>
                    <a:pt x="95053" y="193213"/>
                    <a:pt x="77729" y="202323"/>
                    <a:pt x="64052" y="202323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6724FF10-0754-C8A2-3F86-AAEE29C9C214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9649649" y="5088932"/>
              <a:ext cx="35559" cy="90794"/>
            </a:xfrm>
            <a:custGeom>
              <a:avLst/>
              <a:gdLst>
                <a:gd name="csX0" fmla="*/ 35792 w 35559"/>
                <a:gd name="csY0" fmla="*/ 31969 h 90794"/>
                <a:gd name="csX1" fmla="*/ 16340 w 35559"/>
                <a:gd name="csY1" fmla="*/ 85 h 90794"/>
                <a:gd name="csX2" fmla="*/ 232 w 35559"/>
                <a:gd name="csY2" fmla="*/ 16179 h 90794"/>
                <a:gd name="csX3" fmla="*/ 16340 w 35559"/>
                <a:gd name="csY3" fmla="*/ 32273 h 90794"/>
                <a:gd name="csX4" fmla="*/ 26978 w 35559"/>
                <a:gd name="csY4" fmla="*/ 28325 h 90794"/>
                <a:gd name="csX5" fmla="*/ 28498 w 35559"/>
                <a:gd name="csY5" fmla="*/ 27414 h 90794"/>
                <a:gd name="csX6" fmla="*/ 29105 w 35559"/>
                <a:gd name="csY6" fmla="*/ 31969 h 90794"/>
                <a:gd name="csX7" fmla="*/ 8438 w 35559"/>
                <a:gd name="csY7" fmla="*/ 82681 h 90794"/>
                <a:gd name="csX8" fmla="*/ 5095 w 35559"/>
                <a:gd name="csY8" fmla="*/ 87539 h 90794"/>
                <a:gd name="csX9" fmla="*/ 8134 w 35559"/>
                <a:gd name="csY9" fmla="*/ 90879 h 90794"/>
                <a:gd name="csX10" fmla="*/ 35792 w 35559"/>
                <a:gd name="csY10" fmla="*/ 31969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59" h="90794">
                  <a:moveTo>
                    <a:pt x="35792" y="31969"/>
                  </a:moveTo>
                  <a:cubicBezTo>
                    <a:pt x="35792" y="11927"/>
                    <a:pt x="28194" y="85"/>
                    <a:pt x="16340" y="85"/>
                  </a:cubicBezTo>
                  <a:cubicBezTo>
                    <a:pt x="6311" y="85"/>
                    <a:pt x="232" y="7676"/>
                    <a:pt x="232" y="16179"/>
                  </a:cubicBezTo>
                  <a:cubicBezTo>
                    <a:pt x="232" y="24378"/>
                    <a:pt x="6311" y="32273"/>
                    <a:pt x="16340" y="32273"/>
                  </a:cubicBezTo>
                  <a:cubicBezTo>
                    <a:pt x="19988" y="32273"/>
                    <a:pt x="23939" y="31058"/>
                    <a:pt x="26978" y="28325"/>
                  </a:cubicBezTo>
                  <a:cubicBezTo>
                    <a:pt x="27890" y="27718"/>
                    <a:pt x="28194" y="27414"/>
                    <a:pt x="28498" y="27414"/>
                  </a:cubicBezTo>
                  <a:cubicBezTo>
                    <a:pt x="28802" y="27414"/>
                    <a:pt x="29105" y="27718"/>
                    <a:pt x="29105" y="31969"/>
                  </a:cubicBezTo>
                  <a:cubicBezTo>
                    <a:pt x="29105" y="54440"/>
                    <a:pt x="18468" y="72660"/>
                    <a:pt x="8438" y="82681"/>
                  </a:cubicBezTo>
                  <a:cubicBezTo>
                    <a:pt x="5095" y="86021"/>
                    <a:pt x="5095" y="86628"/>
                    <a:pt x="5095" y="87539"/>
                  </a:cubicBezTo>
                  <a:cubicBezTo>
                    <a:pt x="5095" y="89665"/>
                    <a:pt x="6615" y="90879"/>
                    <a:pt x="8134" y="90879"/>
                  </a:cubicBezTo>
                  <a:cubicBezTo>
                    <a:pt x="11478" y="90879"/>
                    <a:pt x="35792" y="67497"/>
                    <a:pt x="35792" y="3196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8987E586-8C33-3667-3CC9-BC843A2DF3C9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9771355" y="4905217"/>
              <a:ext cx="124610" cy="219547"/>
            </a:xfrm>
            <a:custGeom>
              <a:avLst/>
              <a:gdLst>
                <a:gd name="csX0" fmla="*/ 67709 w 124610"/>
                <a:gd name="csY0" fmla="*/ 83288 h 219547"/>
                <a:gd name="csX1" fmla="*/ 237 w 124610"/>
                <a:gd name="csY1" fmla="*/ 168617 h 219547"/>
                <a:gd name="csX2" fmla="*/ 48257 w 124610"/>
                <a:gd name="csY2" fmla="*/ 219632 h 219547"/>
                <a:gd name="csX3" fmla="*/ 109043 w 124610"/>
                <a:gd name="csY3" fmla="*/ 130052 h 219547"/>
                <a:gd name="csX4" fmla="*/ 86552 w 124610"/>
                <a:gd name="csY4" fmla="*/ 73571 h 219547"/>
                <a:gd name="csX5" fmla="*/ 57679 w 124610"/>
                <a:gd name="csY5" fmla="*/ 23770 h 219547"/>
                <a:gd name="csX6" fmla="*/ 74395 w 124610"/>
                <a:gd name="csY6" fmla="*/ 9802 h 219547"/>
                <a:gd name="csX7" fmla="*/ 95974 w 124610"/>
                <a:gd name="csY7" fmla="*/ 18001 h 219547"/>
                <a:gd name="csX8" fmla="*/ 112690 w 124610"/>
                <a:gd name="csY8" fmla="*/ 25592 h 219547"/>
                <a:gd name="csX9" fmla="*/ 124847 w 124610"/>
                <a:gd name="csY9" fmla="*/ 13446 h 219547"/>
                <a:gd name="csX10" fmla="*/ 109043 w 124610"/>
                <a:gd name="csY10" fmla="*/ 3425 h 219547"/>
                <a:gd name="csX11" fmla="*/ 84121 w 124610"/>
                <a:gd name="csY11" fmla="*/ 85 h 219547"/>
                <a:gd name="csX12" fmla="*/ 49473 w 124610"/>
                <a:gd name="csY12" fmla="*/ 31362 h 219547"/>
                <a:gd name="csX13" fmla="*/ 67709 w 124610"/>
                <a:gd name="csY13" fmla="*/ 83288 h 219547"/>
                <a:gd name="csX14" fmla="*/ 71356 w 124610"/>
                <a:gd name="csY14" fmla="*/ 89968 h 219547"/>
                <a:gd name="csX15" fmla="*/ 88072 w 124610"/>
                <a:gd name="csY15" fmla="*/ 142198 h 219547"/>
                <a:gd name="csX16" fmla="*/ 48257 w 124610"/>
                <a:gd name="csY16" fmla="*/ 212951 h 219547"/>
                <a:gd name="csX17" fmla="*/ 19080 w 124610"/>
                <a:gd name="csY17" fmla="*/ 177119 h 219547"/>
                <a:gd name="csX18" fmla="*/ 71356 w 124610"/>
                <a:gd name="csY18" fmla="*/ 89968 h 219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24610" h="219547">
                  <a:moveTo>
                    <a:pt x="67709" y="83288"/>
                  </a:moveTo>
                  <a:cubicBezTo>
                    <a:pt x="29718" y="92398"/>
                    <a:pt x="237" y="131874"/>
                    <a:pt x="237" y="168617"/>
                  </a:cubicBezTo>
                  <a:cubicBezTo>
                    <a:pt x="237" y="197768"/>
                    <a:pt x="19688" y="219632"/>
                    <a:pt x="48257" y="219632"/>
                  </a:cubicBezTo>
                  <a:cubicBezTo>
                    <a:pt x="83817" y="219632"/>
                    <a:pt x="109043" y="171957"/>
                    <a:pt x="109043" y="130052"/>
                  </a:cubicBezTo>
                  <a:cubicBezTo>
                    <a:pt x="109043" y="102419"/>
                    <a:pt x="96886" y="87235"/>
                    <a:pt x="86552" y="73571"/>
                  </a:cubicBezTo>
                  <a:cubicBezTo>
                    <a:pt x="75611" y="59906"/>
                    <a:pt x="57679" y="37131"/>
                    <a:pt x="57679" y="23770"/>
                  </a:cubicBezTo>
                  <a:cubicBezTo>
                    <a:pt x="57679" y="17090"/>
                    <a:pt x="63758" y="9802"/>
                    <a:pt x="74395" y="9802"/>
                  </a:cubicBezTo>
                  <a:cubicBezTo>
                    <a:pt x="83513" y="9802"/>
                    <a:pt x="89592" y="13749"/>
                    <a:pt x="95974" y="18001"/>
                  </a:cubicBezTo>
                  <a:cubicBezTo>
                    <a:pt x="102053" y="21645"/>
                    <a:pt x="108131" y="25592"/>
                    <a:pt x="112690" y="25592"/>
                  </a:cubicBezTo>
                  <a:cubicBezTo>
                    <a:pt x="120288" y="25592"/>
                    <a:pt x="124847" y="18304"/>
                    <a:pt x="124847" y="13446"/>
                  </a:cubicBezTo>
                  <a:cubicBezTo>
                    <a:pt x="124847" y="6765"/>
                    <a:pt x="119984" y="5854"/>
                    <a:pt x="109043" y="3425"/>
                  </a:cubicBezTo>
                  <a:cubicBezTo>
                    <a:pt x="93239" y="85"/>
                    <a:pt x="88984" y="85"/>
                    <a:pt x="84121" y="85"/>
                  </a:cubicBezTo>
                  <a:cubicBezTo>
                    <a:pt x="60414" y="85"/>
                    <a:pt x="49473" y="13142"/>
                    <a:pt x="49473" y="31362"/>
                  </a:cubicBezTo>
                  <a:cubicBezTo>
                    <a:pt x="49473" y="47759"/>
                    <a:pt x="58287" y="64765"/>
                    <a:pt x="67709" y="83288"/>
                  </a:cubicBezTo>
                  <a:close/>
                  <a:moveTo>
                    <a:pt x="71356" y="89968"/>
                  </a:moveTo>
                  <a:cubicBezTo>
                    <a:pt x="78954" y="103937"/>
                    <a:pt x="88072" y="120335"/>
                    <a:pt x="88072" y="142198"/>
                  </a:cubicBezTo>
                  <a:cubicBezTo>
                    <a:pt x="88072" y="162240"/>
                    <a:pt x="76523" y="212951"/>
                    <a:pt x="48257" y="212951"/>
                  </a:cubicBezTo>
                  <a:cubicBezTo>
                    <a:pt x="31541" y="212951"/>
                    <a:pt x="19080" y="200197"/>
                    <a:pt x="19080" y="177119"/>
                  </a:cubicBezTo>
                  <a:cubicBezTo>
                    <a:pt x="19080" y="157989"/>
                    <a:pt x="30326" y="100900"/>
                    <a:pt x="71356" y="89968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FF626E49-408E-E99A-4EE8-FEA41BD0DC6E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9997936" y="5039132"/>
              <a:ext cx="185700" cy="12146"/>
            </a:xfrm>
            <a:custGeom>
              <a:avLst/>
              <a:gdLst>
                <a:gd name="csX0" fmla="*/ 175307 w 185700"/>
                <a:gd name="csY0" fmla="*/ 12231 h 12146"/>
                <a:gd name="csX1" fmla="*/ 185944 w 185700"/>
                <a:gd name="csY1" fmla="*/ 6158 h 12146"/>
                <a:gd name="csX2" fmla="*/ 175307 w 185700"/>
                <a:gd name="csY2" fmla="*/ 85 h 12146"/>
                <a:gd name="csX3" fmla="*/ 10881 w 185700"/>
                <a:gd name="csY3" fmla="*/ 85 h 12146"/>
                <a:gd name="csX4" fmla="*/ 244 w 185700"/>
                <a:gd name="csY4" fmla="*/ 6158 h 12146"/>
                <a:gd name="csX5" fmla="*/ 10881 w 185700"/>
                <a:gd name="csY5" fmla="*/ 12231 h 12146"/>
                <a:gd name="csX6" fmla="*/ 175307 w 185700"/>
                <a:gd name="csY6" fmla="*/ 12231 h 12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5700" h="12146">
                  <a:moveTo>
                    <a:pt x="175307" y="12231"/>
                  </a:moveTo>
                  <a:cubicBezTo>
                    <a:pt x="180473" y="12231"/>
                    <a:pt x="185944" y="12231"/>
                    <a:pt x="185944" y="6158"/>
                  </a:cubicBezTo>
                  <a:cubicBezTo>
                    <a:pt x="185944" y="85"/>
                    <a:pt x="180473" y="85"/>
                    <a:pt x="175307" y="85"/>
                  </a:cubicBezTo>
                  <a:lnTo>
                    <a:pt x="10881" y="85"/>
                  </a:lnTo>
                  <a:cubicBezTo>
                    <a:pt x="5714" y="85"/>
                    <a:pt x="244" y="85"/>
                    <a:pt x="244" y="6158"/>
                  </a:cubicBezTo>
                  <a:cubicBezTo>
                    <a:pt x="244" y="12231"/>
                    <a:pt x="5714" y="12231"/>
                    <a:pt x="10881" y="12231"/>
                  </a:cubicBezTo>
                  <a:lnTo>
                    <a:pt x="175307" y="12231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772E7D5-AD40-6463-8F5D-B07EC6899D42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0290618" y="4970808"/>
              <a:ext cx="120486" cy="153045"/>
            </a:xfrm>
            <a:custGeom>
              <a:avLst/>
              <a:gdLst>
                <a:gd name="csX0" fmla="*/ 71981 w 120486"/>
                <a:gd name="csY0" fmla="*/ 153130 h 153045"/>
                <a:gd name="csX1" fmla="*/ 94471 w 120486"/>
                <a:gd name="csY1" fmla="*/ 149790 h 153045"/>
                <a:gd name="csX2" fmla="*/ 115746 w 120486"/>
                <a:gd name="csY2" fmla="*/ 138251 h 153045"/>
                <a:gd name="csX3" fmla="*/ 120001 w 120486"/>
                <a:gd name="csY3" fmla="*/ 129444 h 153045"/>
                <a:gd name="csX4" fmla="*/ 115443 w 120486"/>
                <a:gd name="csY4" fmla="*/ 121246 h 153045"/>
                <a:gd name="csX5" fmla="*/ 105413 w 120486"/>
                <a:gd name="csY5" fmla="*/ 122157 h 153045"/>
                <a:gd name="csX6" fmla="*/ 89001 w 120486"/>
                <a:gd name="csY6" fmla="*/ 130659 h 153045"/>
                <a:gd name="csX7" fmla="*/ 73500 w 120486"/>
                <a:gd name="csY7" fmla="*/ 133088 h 153045"/>
                <a:gd name="csX8" fmla="*/ 37941 w 120486"/>
                <a:gd name="csY8" fmla="*/ 117905 h 153045"/>
                <a:gd name="csX9" fmla="*/ 25480 w 120486"/>
                <a:gd name="csY9" fmla="*/ 76000 h 153045"/>
                <a:gd name="csX10" fmla="*/ 37941 w 120486"/>
                <a:gd name="csY10" fmla="*/ 34702 h 153045"/>
                <a:gd name="csX11" fmla="*/ 73500 w 120486"/>
                <a:gd name="csY11" fmla="*/ 20126 h 153045"/>
                <a:gd name="csX12" fmla="*/ 89001 w 120486"/>
                <a:gd name="csY12" fmla="*/ 22556 h 153045"/>
                <a:gd name="csX13" fmla="*/ 105413 w 120486"/>
                <a:gd name="csY13" fmla="*/ 31058 h 153045"/>
                <a:gd name="csX14" fmla="*/ 115443 w 120486"/>
                <a:gd name="csY14" fmla="*/ 32273 h 153045"/>
                <a:gd name="csX15" fmla="*/ 120609 w 120486"/>
                <a:gd name="csY15" fmla="*/ 24074 h 153045"/>
                <a:gd name="csX16" fmla="*/ 116354 w 120486"/>
                <a:gd name="csY16" fmla="*/ 14964 h 153045"/>
                <a:gd name="csX17" fmla="*/ 94775 w 120486"/>
                <a:gd name="csY17" fmla="*/ 3729 h 153045"/>
                <a:gd name="csX18" fmla="*/ 71981 w 120486"/>
                <a:gd name="csY18" fmla="*/ 85 h 153045"/>
                <a:gd name="csX19" fmla="*/ 19401 w 120486"/>
                <a:gd name="csY19" fmla="*/ 20430 h 153045"/>
                <a:gd name="csX20" fmla="*/ 254 w 120486"/>
                <a:gd name="csY20" fmla="*/ 75696 h 153045"/>
                <a:gd name="csX21" fmla="*/ 8764 w 120486"/>
                <a:gd name="csY21" fmla="*/ 116691 h 153045"/>
                <a:gd name="csX22" fmla="*/ 33686 w 120486"/>
                <a:gd name="csY22" fmla="*/ 143716 h 153045"/>
                <a:gd name="csX23" fmla="*/ 71981 w 120486"/>
                <a:gd name="csY23" fmla="*/ 15313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20486" h="153045">
                  <a:moveTo>
                    <a:pt x="71981" y="153130"/>
                  </a:moveTo>
                  <a:cubicBezTo>
                    <a:pt x="79275" y="153130"/>
                    <a:pt x="86569" y="152219"/>
                    <a:pt x="94471" y="149790"/>
                  </a:cubicBezTo>
                  <a:cubicBezTo>
                    <a:pt x="102070" y="147360"/>
                    <a:pt x="109060" y="143716"/>
                    <a:pt x="115746" y="138251"/>
                  </a:cubicBezTo>
                  <a:cubicBezTo>
                    <a:pt x="118786" y="136125"/>
                    <a:pt x="120305" y="133088"/>
                    <a:pt x="120001" y="129444"/>
                  </a:cubicBezTo>
                  <a:cubicBezTo>
                    <a:pt x="119698" y="125800"/>
                    <a:pt x="118178" y="123067"/>
                    <a:pt x="115443" y="121246"/>
                  </a:cubicBezTo>
                  <a:cubicBezTo>
                    <a:pt x="112403" y="119424"/>
                    <a:pt x="109060" y="119727"/>
                    <a:pt x="105413" y="122157"/>
                  </a:cubicBezTo>
                  <a:cubicBezTo>
                    <a:pt x="99942" y="126408"/>
                    <a:pt x="94471" y="129141"/>
                    <a:pt x="89001" y="130659"/>
                  </a:cubicBezTo>
                  <a:cubicBezTo>
                    <a:pt x="83530" y="132481"/>
                    <a:pt x="78363" y="133088"/>
                    <a:pt x="73500" y="133088"/>
                  </a:cubicBezTo>
                  <a:cubicBezTo>
                    <a:pt x="58000" y="133088"/>
                    <a:pt x="46147" y="128230"/>
                    <a:pt x="37941" y="117905"/>
                  </a:cubicBezTo>
                  <a:cubicBezTo>
                    <a:pt x="29431" y="107581"/>
                    <a:pt x="25480" y="93612"/>
                    <a:pt x="25480" y="76000"/>
                  </a:cubicBezTo>
                  <a:cubicBezTo>
                    <a:pt x="25480" y="58084"/>
                    <a:pt x="29431" y="44419"/>
                    <a:pt x="37941" y="34702"/>
                  </a:cubicBezTo>
                  <a:cubicBezTo>
                    <a:pt x="46147" y="24985"/>
                    <a:pt x="58000" y="20126"/>
                    <a:pt x="73500" y="20126"/>
                  </a:cubicBezTo>
                  <a:cubicBezTo>
                    <a:pt x="78363" y="20126"/>
                    <a:pt x="83530" y="21037"/>
                    <a:pt x="89001" y="22556"/>
                  </a:cubicBezTo>
                  <a:cubicBezTo>
                    <a:pt x="94471" y="24378"/>
                    <a:pt x="99942" y="27111"/>
                    <a:pt x="105413" y="31058"/>
                  </a:cubicBezTo>
                  <a:cubicBezTo>
                    <a:pt x="109060" y="33791"/>
                    <a:pt x="112403" y="34095"/>
                    <a:pt x="115443" y="32273"/>
                  </a:cubicBezTo>
                  <a:cubicBezTo>
                    <a:pt x="118482" y="30451"/>
                    <a:pt x="120001" y="27718"/>
                    <a:pt x="120609" y="24074"/>
                  </a:cubicBezTo>
                  <a:cubicBezTo>
                    <a:pt x="121217" y="20430"/>
                    <a:pt x="119698" y="17393"/>
                    <a:pt x="116354" y="14964"/>
                  </a:cubicBezTo>
                  <a:cubicBezTo>
                    <a:pt x="109668" y="9802"/>
                    <a:pt x="102678" y="6158"/>
                    <a:pt x="94775" y="3729"/>
                  </a:cubicBezTo>
                  <a:cubicBezTo>
                    <a:pt x="86873" y="1299"/>
                    <a:pt x="79275" y="85"/>
                    <a:pt x="71981" y="85"/>
                  </a:cubicBezTo>
                  <a:cubicBezTo>
                    <a:pt x="49490" y="85"/>
                    <a:pt x="32166" y="7069"/>
                    <a:pt x="19401" y="20430"/>
                  </a:cubicBezTo>
                  <a:cubicBezTo>
                    <a:pt x="6636" y="33791"/>
                    <a:pt x="254" y="52314"/>
                    <a:pt x="254" y="75696"/>
                  </a:cubicBezTo>
                  <a:cubicBezTo>
                    <a:pt x="254" y="91487"/>
                    <a:pt x="2989" y="105152"/>
                    <a:pt x="8764" y="116691"/>
                  </a:cubicBezTo>
                  <a:cubicBezTo>
                    <a:pt x="14538" y="128230"/>
                    <a:pt x="22744" y="137340"/>
                    <a:pt x="33686" y="143716"/>
                  </a:cubicBezTo>
                  <a:cubicBezTo>
                    <a:pt x="44323" y="150093"/>
                    <a:pt x="57088" y="153130"/>
                    <a:pt x="71981" y="15313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B1BD35D7-A4D3-5B96-AC19-13206E2EB386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0428298" y="4970808"/>
              <a:ext cx="141022" cy="153045"/>
            </a:xfrm>
            <a:custGeom>
              <a:avLst/>
              <a:gdLst>
                <a:gd name="csX0" fmla="*/ 70770 w 141022"/>
                <a:gd name="csY0" fmla="*/ 153130 h 153045"/>
                <a:gd name="csX1" fmla="*/ 107849 w 141022"/>
                <a:gd name="csY1" fmla="*/ 143716 h 153045"/>
                <a:gd name="csX2" fmla="*/ 132467 w 141022"/>
                <a:gd name="csY2" fmla="*/ 117298 h 153045"/>
                <a:gd name="csX3" fmla="*/ 141281 w 141022"/>
                <a:gd name="csY3" fmla="*/ 76607 h 153045"/>
                <a:gd name="csX4" fmla="*/ 132467 w 141022"/>
                <a:gd name="csY4" fmla="*/ 36220 h 153045"/>
                <a:gd name="csX5" fmla="*/ 107849 w 141022"/>
                <a:gd name="csY5" fmla="*/ 9498 h 153045"/>
                <a:gd name="csX6" fmla="*/ 70770 w 141022"/>
                <a:gd name="csY6" fmla="*/ 85 h 153045"/>
                <a:gd name="csX7" fmla="*/ 33386 w 141022"/>
                <a:gd name="csY7" fmla="*/ 9498 h 153045"/>
                <a:gd name="csX8" fmla="*/ 8768 w 141022"/>
                <a:gd name="csY8" fmla="*/ 36220 h 153045"/>
                <a:gd name="csX9" fmla="*/ 258 w 141022"/>
                <a:gd name="csY9" fmla="*/ 76607 h 153045"/>
                <a:gd name="csX10" fmla="*/ 8768 w 141022"/>
                <a:gd name="csY10" fmla="*/ 117298 h 153045"/>
                <a:gd name="csX11" fmla="*/ 33386 w 141022"/>
                <a:gd name="csY11" fmla="*/ 143716 h 153045"/>
                <a:gd name="csX12" fmla="*/ 70770 w 141022"/>
                <a:gd name="csY12" fmla="*/ 153130 h 153045"/>
                <a:gd name="csX13" fmla="*/ 70770 w 141022"/>
                <a:gd name="csY13" fmla="*/ 133392 h 153045"/>
                <a:gd name="csX14" fmla="*/ 37337 w 141022"/>
                <a:gd name="csY14" fmla="*/ 118816 h 153045"/>
                <a:gd name="csX15" fmla="*/ 25180 w 141022"/>
                <a:gd name="csY15" fmla="*/ 76607 h 153045"/>
                <a:gd name="csX16" fmla="*/ 37337 w 141022"/>
                <a:gd name="csY16" fmla="*/ 34398 h 153045"/>
                <a:gd name="csX17" fmla="*/ 70770 w 141022"/>
                <a:gd name="csY17" fmla="*/ 19823 h 153045"/>
                <a:gd name="csX18" fmla="*/ 103898 w 141022"/>
                <a:gd name="csY18" fmla="*/ 34398 h 153045"/>
                <a:gd name="csX19" fmla="*/ 116359 w 141022"/>
                <a:gd name="csY19" fmla="*/ 76607 h 153045"/>
                <a:gd name="csX20" fmla="*/ 103898 w 141022"/>
                <a:gd name="csY20" fmla="*/ 118816 h 153045"/>
                <a:gd name="csX21" fmla="*/ 70770 w 141022"/>
                <a:gd name="csY21" fmla="*/ 133392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1022" h="153045">
                  <a:moveTo>
                    <a:pt x="70770" y="153130"/>
                  </a:moveTo>
                  <a:cubicBezTo>
                    <a:pt x="84750" y="153130"/>
                    <a:pt x="97211" y="150093"/>
                    <a:pt x="107849" y="143716"/>
                  </a:cubicBezTo>
                  <a:cubicBezTo>
                    <a:pt x="118486" y="137643"/>
                    <a:pt x="126692" y="128837"/>
                    <a:pt x="132467" y="117298"/>
                  </a:cubicBezTo>
                  <a:cubicBezTo>
                    <a:pt x="138242" y="105759"/>
                    <a:pt x="141281" y="92398"/>
                    <a:pt x="141281" y="76607"/>
                  </a:cubicBezTo>
                  <a:cubicBezTo>
                    <a:pt x="141281" y="61121"/>
                    <a:pt x="138242" y="47760"/>
                    <a:pt x="132467" y="36220"/>
                  </a:cubicBezTo>
                  <a:cubicBezTo>
                    <a:pt x="126692" y="24681"/>
                    <a:pt x="118486" y="15875"/>
                    <a:pt x="107849" y="9498"/>
                  </a:cubicBezTo>
                  <a:cubicBezTo>
                    <a:pt x="97211" y="3425"/>
                    <a:pt x="84750" y="85"/>
                    <a:pt x="70770" y="85"/>
                  </a:cubicBezTo>
                  <a:cubicBezTo>
                    <a:pt x="56181" y="85"/>
                    <a:pt x="43720" y="3425"/>
                    <a:pt x="33386" y="9498"/>
                  </a:cubicBezTo>
                  <a:cubicBezTo>
                    <a:pt x="22749" y="15875"/>
                    <a:pt x="14543" y="24681"/>
                    <a:pt x="8768" y="36220"/>
                  </a:cubicBezTo>
                  <a:cubicBezTo>
                    <a:pt x="2993" y="47759"/>
                    <a:pt x="258" y="61121"/>
                    <a:pt x="258" y="76607"/>
                  </a:cubicBezTo>
                  <a:cubicBezTo>
                    <a:pt x="258" y="92398"/>
                    <a:pt x="2993" y="105759"/>
                    <a:pt x="8768" y="117298"/>
                  </a:cubicBezTo>
                  <a:cubicBezTo>
                    <a:pt x="14543" y="128837"/>
                    <a:pt x="22749" y="137643"/>
                    <a:pt x="33386" y="143716"/>
                  </a:cubicBezTo>
                  <a:cubicBezTo>
                    <a:pt x="43720" y="150093"/>
                    <a:pt x="56181" y="153130"/>
                    <a:pt x="70770" y="153130"/>
                  </a:cubicBezTo>
                  <a:close/>
                  <a:moveTo>
                    <a:pt x="70770" y="133392"/>
                  </a:moveTo>
                  <a:cubicBezTo>
                    <a:pt x="56789" y="133392"/>
                    <a:pt x="45543" y="128533"/>
                    <a:pt x="37337" y="118816"/>
                  </a:cubicBezTo>
                  <a:cubicBezTo>
                    <a:pt x="29131" y="109099"/>
                    <a:pt x="25180" y="94827"/>
                    <a:pt x="25180" y="76607"/>
                  </a:cubicBezTo>
                  <a:cubicBezTo>
                    <a:pt x="25180" y="58388"/>
                    <a:pt x="29131" y="44116"/>
                    <a:pt x="37337" y="34398"/>
                  </a:cubicBezTo>
                  <a:cubicBezTo>
                    <a:pt x="45544" y="24681"/>
                    <a:pt x="56789" y="19823"/>
                    <a:pt x="70770" y="19823"/>
                  </a:cubicBezTo>
                  <a:cubicBezTo>
                    <a:pt x="84446" y="19823"/>
                    <a:pt x="95388" y="24681"/>
                    <a:pt x="103898" y="34398"/>
                  </a:cubicBezTo>
                  <a:cubicBezTo>
                    <a:pt x="112104" y="44116"/>
                    <a:pt x="116359" y="58388"/>
                    <a:pt x="116359" y="76607"/>
                  </a:cubicBezTo>
                  <a:cubicBezTo>
                    <a:pt x="116359" y="94827"/>
                    <a:pt x="112104" y="109099"/>
                    <a:pt x="103898" y="118816"/>
                  </a:cubicBezTo>
                  <a:cubicBezTo>
                    <a:pt x="95388" y="128533"/>
                    <a:pt x="84446" y="133392"/>
                    <a:pt x="70770" y="133392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ADE67914-9444-92C4-697D-8EF4A1812C6B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0597586" y="4970808"/>
              <a:ext cx="117620" cy="153045"/>
            </a:xfrm>
            <a:custGeom>
              <a:avLst/>
              <a:gdLst>
                <a:gd name="csX0" fmla="*/ 58922 w 117620"/>
                <a:gd name="csY0" fmla="*/ 153130 h 153045"/>
                <a:gd name="csX1" fmla="*/ 101776 w 117620"/>
                <a:gd name="csY1" fmla="*/ 141591 h 153045"/>
                <a:gd name="csX2" fmla="*/ 117884 w 117620"/>
                <a:gd name="csY2" fmla="*/ 109403 h 153045"/>
                <a:gd name="csX3" fmla="*/ 107854 w 117620"/>
                <a:gd name="csY3" fmla="*/ 84503 h 153045"/>
                <a:gd name="csX4" fmla="*/ 78373 w 117620"/>
                <a:gd name="csY4" fmla="*/ 70838 h 153045"/>
                <a:gd name="csX5" fmla="*/ 50716 w 117620"/>
                <a:gd name="csY5" fmla="*/ 65068 h 153045"/>
                <a:gd name="csX6" fmla="*/ 28225 w 117620"/>
                <a:gd name="csY6" fmla="*/ 43205 h 153045"/>
                <a:gd name="csX7" fmla="*/ 37039 w 117620"/>
                <a:gd name="csY7" fmla="*/ 25592 h 153045"/>
                <a:gd name="csX8" fmla="*/ 62873 w 117620"/>
                <a:gd name="csY8" fmla="*/ 18912 h 153045"/>
                <a:gd name="csX9" fmla="*/ 81413 w 117620"/>
                <a:gd name="csY9" fmla="*/ 21948 h 153045"/>
                <a:gd name="csX10" fmla="*/ 99952 w 117620"/>
                <a:gd name="csY10" fmla="*/ 30754 h 153045"/>
                <a:gd name="csX11" fmla="*/ 109678 w 117620"/>
                <a:gd name="csY11" fmla="*/ 31665 h 153045"/>
                <a:gd name="csX12" fmla="*/ 114541 w 117620"/>
                <a:gd name="csY12" fmla="*/ 23467 h 153045"/>
                <a:gd name="csX13" fmla="*/ 109982 w 117620"/>
                <a:gd name="csY13" fmla="*/ 14660 h 153045"/>
                <a:gd name="csX14" fmla="*/ 88099 w 117620"/>
                <a:gd name="csY14" fmla="*/ 3729 h 153045"/>
                <a:gd name="csX15" fmla="*/ 62873 w 117620"/>
                <a:gd name="csY15" fmla="*/ 85 h 153045"/>
                <a:gd name="csX16" fmla="*/ 20931 w 117620"/>
                <a:gd name="csY16" fmla="*/ 12231 h 153045"/>
                <a:gd name="csX17" fmla="*/ 5127 w 117620"/>
                <a:gd name="csY17" fmla="*/ 44419 h 153045"/>
                <a:gd name="csX18" fmla="*/ 42814 w 117620"/>
                <a:gd name="csY18" fmla="*/ 83288 h 153045"/>
                <a:gd name="csX19" fmla="*/ 70471 w 117620"/>
                <a:gd name="csY19" fmla="*/ 89361 h 153045"/>
                <a:gd name="csX20" fmla="*/ 88707 w 117620"/>
                <a:gd name="csY20" fmla="*/ 97256 h 153045"/>
                <a:gd name="csX21" fmla="*/ 94482 w 117620"/>
                <a:gd name="csY21" fmla="*/ 110617 h 153045"/>
                <a:gd name="csX22" fmla="*/ 85668 w 117620"/>
                <a:gd name="csY22" fmla="*/ 127926 h 153045"/>
                <a:gd name="csX23" fmla="*/ 59530 w 117620"/>
                <a:gd name="csY23" fmla="*/ 134303 h 153045"/>
                <a:gd name="csX24" fmla="*/ 37343 w 117620"/>
                <a:gd name="csY24" fmla="*/ 131570 h 153045"/>
                <a:gd name="csX25" fmla="*/ 14548 w 117620"/>
                <a:gd name="csY25" fmla="*/ 121246 h 153045"/>
                <a:gd name="csX26" fmla="*/ 4519 w 117620"/>
                <a:gd name="csY26" fmla="*/ 121246 h 153045"/>
                <a:gd name="csX27" fmla="*/ 264 w 117620"/>
                <a:gd name="csY27" fmla="*/ 129748 h 153045"/>
                <a:gd name="csX28" fmla="*/ 5734 w 117620"/>
                <a:gd name="csY28" fmla="*/ 138251 h 153045"/>
                <a:gd name="csX29" fmla="*/ 31264 w 117620"/>
                <a:gd name="csY29" fmla="*/ 149790 h 153045"/>
                <a:gd name="csX30" fmla="*/ 58922 w 117620"/>
                <a:gd name="csY30" fmla="*/ 15313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7620" h="153045">
                  <a:moveTo>
                    <a:pt x="58922" y="153130"/>
                  </a:moveTo>
                  <a:cubicBezTo>
                    <a:pt x="76550" y="153130"/>
                    <a:pt x="90834" y="149486"/>
                    <a:pt x="101776" y="141591"/>
                  </a:cubicBezTo>
                  <a:cubicBezTo>
                    <a:pt x="112413" y="133696"/>
                    <a:pt x="117884" y="123067"/>
                    <a:pt x="117884" y="109403"/>
                  </a:cubicBezTo>
                  <a:cubicBezTo>
                    <a:pt x="117884" y="99078"/>
                    <a:pt x="114541" y="90576"/>
                    <a:pt x="107854" y="84503"/>
                  </a:cubicBezTo>
                  <a:cubicBezTo>
                    <a:pt x="101168" y="78429"/>
                    <a:pt x="91138" y="73874"/>
                    <a:pt x="78373" y="70838"/>
                  </a:cubicBezTo>
                  <a:lnTo>
                    <a:pt x="50716" y="65068"/>
                  </a:lnTo>
                  <a:cubicBezTo>
                    <a:pt x="35519" y="62032"/>
                    <a:pt x="28225" y="54744"/>
                    <a:pt x="28225" y="43205"/>
                  </a:cubicBezTo>
                  <a:cubicBezTo>
                    <a:pt x="28225" y="35917"/>
                    <a:pt x="30960" y="30147"/>
                    <a:pt x="37039" y="25592"/>
                  </a:cubicBezTo>
                  <a:cubicBezTo>
                    <a:pt x="42814" y="21341"/>
                    <a:pt x="51324" y="18912"/>
                    <a:pt x="62873" y="18912"/>
                  </a:cubicBezTo>
                  <a:cubicBezTo>
                    <a:pt x="68952" y="18912"/>
                    <a:pt x="75030" y="20126"/>
                    <a:pt x="81413" y="21948"/>
                  </a:cubicBezTo>
                  <a:cubicBezTo>
                    <a:pt x="87491" y="23770"/>
                    <a:pt x="93874" y="26807"/>
                    <a:pt x="99952" y="30754"/>
                  </a:cubicBezTo>
                  <a:cubicBezTo>
                    <a:pt x="103599" y="33184"/>
                    <a:pt x="106943" y="33487"/>
                    <a:pt x="109678" y="31665"/>
                  </a:cubicBezTo>
                  <a:cubicBezTo>
                    <a:pt x="112413" y="29843"/>
                    <a:pt x="113933" y="27111"/>
                    <a:pt x="114541" y="23467"/>
                  </a:cubicBezTo>
                  <a:cubicBezTo>
                    <a:pt x="114845" y="20126"/>
                    <a:pt x="113325" y="17090"/>
                    <a:pt x="109982" y="14660"/>
                  </a:cubicBezTo>
                  <a:cubicBezTo>
                    <a:pt x="103295" y="9802"/>
                    <a:pt x="96001" y="6158"/>
                    <a:pt x="88099" y="3729"/>
                  </a:cubicBezTo>
                  <a:cubicBezTo>
                    <a:pt x="79893" y="1299"/>
                    <a:pt x="71383" y="85"/>
                    <a:pt x="62873" y="85"/>
                  </a:cubicBezTo>
                  <a:cubicBezTo>
                    <a:pt x="45549" y="85"/>
                    <a:pt x="31568" y="4336"/>
                    <a:pt x="20931" y="12231"/>
                  </a:cubicBezTo>
                  <a:cubicBezTo>
                    <a:pt x="10293" y="20430"/>
                    <a:pt x="5127" y="31058"/>
                    <a:pt x="5127" y="44419"/>
                  </a:cubicBezTo>
                  <a:cubicBezTo>
                    <a:pt x="5127" y="65068"/>
                    <a:pt x="17588" y="77822"/>
                    <a:pt x="42814" y="83288"/>
                  </a:cubicBezTo>
                  <a:lnTo>
                    <a:pt x="70471" y="89361"/>
                  </a:lnTo>
                  <a:cubicBezTo>
                    <a:pt x="78677" y="91183"/>
                    <a:pt x="84756" y="93916"/>
                    <a:pt x="88707" y="97256"/>
                  </a:cubicBezTo>
                  <a:cubicBezTo>
                    <a:pt x="92354" y="100597"/>
                    <a:pt x="94482" y="105152"/>
                    <a:pt x="94482" y="110617"/>
                  </a:cubicBezTo>
                  <a:cubicBezTo>
                    <a:pt x="94482" y="117905"/>
                    <a:pt x="91442" y="123675"/>
                    <a:pt x="85668" y="127926"/>
                  </a:cubicBezTo>
                  <a:cubicBezTo>
                    <a:pt x="79589" y="132177"/>
                    <a:pt x="71079" y="134303"/>
                    <a:pt x="59530" y="134303"/>
                  </a:cubicBezTo>
                  <a:cubicBezTo>
                    <a:pt x="52235" y="134303"/>
                    <a:pt x="44637" y="133392"/>
                    <a:pt x="37343" y="131570"/>
                  </a:cubicBezTo>
                  <a:cubicBezTo>
                    <a:pt x="30049" y="129748"/>
                    <a:pt x="22450" y="126104"/>
                    <a:pt x="14548" y="121246"/>
                  </a:cubicBezTo>
                  <a:cubicBezTo>
                    <a:pt x="10293" y="119424"/>
                    <a:pt x="6950" y="119424"/>
                    <a:pt x="4519" y="121246"/>
                  </a:cubicBezTo>
                  <a:cubicBezTo>
                    <a:pt x="1783" y="123371"/>
                    <a:pt x="264" y="126104"/>
                    <a:pt x="264" y="129748"/>
                  </a:cubicBezTo>
                  <a:cubicBezTo>
                    <a:pt x="264" y="133392"/>
                    <a:pt x="2087" y="136125"/>
                    <a:pt x="5734" y="138251"/>
                  </a:cubicBezTo>
                  <a:cubicBezTo>
                    <a:pt x="13637" y="143716"/>
                    <a:pt x="22147" y="147360"/>
                    <a:pt x="31264" y="149790"/>
                  </a:cubicBezTo>
                  <a:cubicBezTo>
                    <a:pt x="40382" y="152219"/>
                    <a:pt x="49804" y="153130"/>
                    <a:pt x="58922" y="15313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2F4ACFFA-7143-A6AC-7A7F-47F44D5356B9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0759580" y="4893374"/>
              <a:ext cx="70511" cy="303661"/>
            </a:xfrm>
            <a:custGeom>
              <a:avLst/>
              <a:gdLst>
                <a:gd name="csX0" fmla="*/ 70780 w 70511"/>
                <a:gd name="csY0" fmla="*/ 300709 h 303661"/>
                <a:gd name="csX1" fmla="*/ 65613 w 70511"/>
                <a:gd name="csY1" fmla="*/ 294029 h 303661"/>
                <a:gd name="csX2" fmla="*/ 17896 w 70511"/>
                <a:gd name="csY2" fmla="*/ 151915 h 303661"/>
                <a:gd name="csX3" fmla="*/ 66829 w 70511"/>
                <a:gd name="csY3" fmla="*/ 8284 h 303661"/>
                <a:gd name="csX4" fmla="*/ 70780 w 70511"/>
                <a:gd name="csY4" fmla="*/ 3121 h 303661"/>
                <a:gd name="csX5" fmla="*/ 67741 w 70511"/>
                <a:gd name="csY5" fmla="*/ 85 h 303661"/>
                <a:gd name="csX6" fmla="*/ 19416 w 70511"/>
                <a:gd name="csY6" fmla="*/ 59299 h 303661"/>
                <a:gd name="csX7" fmla="*/ 268 w 70511"/>
                <a:gd name="csY7" fmla="*/ 151915 h 303661"/>
                <a:gd name="csX8" fmla="*/ 20328 w 70511"/>
                <a:gd name="csY8" fmla="*/ 246658 h 303661"/>
                <a:gd name="csX9" fmla="*/ 67741 w 70511"/>
                <a:gd name="csY9" fmla="*/ 303746 h 303661"/>
                <a:gd name="csX10" fmla="*/ 70780 w 70511"/>
                <a:gd name="csY10" fmla="*/ 30070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11" h="303661">
                  <a:moveTo>
                    <a:pt x="70780" y="300709"/>
                  </a:moveTo>
                  <a:cubicBezTo>
                    <a:pt x="70780" y="299798"/>
                    <a:pt x="70780" y="299191"/>
                    <a:pt x="65613" y="294029"/>
                  </a:cubicBezTo>
                  <a:cubicBezTo>
                    <a:pt x="27622" y="255767"/>
                    <a:pt x="17896" y="198376"/>
                    <a:pt x="17896" y="151915"/>
                  </a:cubicBezTo>
                  <a:cubicBezTo>
                    <a:pt x="17896" y="99078"/>
                    <a:pt x="29446" y="46241"/>
                    <a:pt x="66829" y="8284"/>
                  </a:cubicBezTo>
                  <a:cubicBezTo>
                    <a:pt x="70780" y="4640"/>
                    <a:pt x="70780" y="4032"/>
                    <a:pt x="70780" y="3121"/>
                  </a:cubicBezTo>
                  <a:cubicBezTo>
                    <a:pt x="70780" y="996"/>
                    <a:pt x="69564" y="85"/>
                    <a:pt x="67741" y="85"/>
                  </a:cubicBezTo>
                  <a:cubicBezTo>
                    <a:pt x="64701" y="85"/>
                    <a:pt x="37348" y="20734"/>
                    <a:pt x="19416" y="59299"/>
                  </a:cubicBezTo>
                  <a:cubicBezTo>
                    <a:pt x="3916" y="92701"/>
                    <a:pt x="268" y="126408"/>
                    <a:pt x="268" y="151915"/>
                  </a:cubicBezTo>
                  <a:cubicBezTo>
                    <a:pt x="268" y="175601"/>
                    <a:pt x="3612" y="212344"/>
                    <a:pt x="20328" y="246658"/>
                  </a:cubicBezTo>
                  <a:cubicBezTo>
                    <a:pt x="38563" y="284008"/>
                    <a:pt x="64701" y="303746"/>
                    <a:pt x="67741" y="303746"/>
                  </a:cubicBezTo>
                  <a:cubicBezTo>
                    <a:pt x="69564" y="303746"/>
                    <a:pt x="70780" y="302835"/>
                    <a:pt x="70780" y="30070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59305ABA-708E-5125-B00B-F288381B2CFB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0858019" y="4913720"/>
              <a:ext cx="140718" cy="207400"/>
            </a:xfrm>
            <a:custGeom>
              <a:avLst/>
              <a:gdLst>
                <a:gd name="csX0" fmla="*/ 103608 w 140718"/>
                <a:gd name="csY0" fmla="*/ 23467 h 207400"/>
                <a:gd name="csX1" fmla="*/ 131266 w 140718"/>
                <a:gd name="csY1" fmla="*/ 9498 h 207400"/>
                <a:gd name="csX2" fmla="*/ 140991 w 140718"/>
                <a:gd name="csY2" fmla="*/ 3729 h 207400"/>
                <a:gd name="csX3" fmla="*/ 136432 w 140718"/>
                <a:gd name="csY3" fmla="*/ 85 h 207400"/>
                <a:gd name="csX4" fmla="*/ 96314 w 140718"/>
                <a:gd name="csY4" fmla="*/ 996 h 207400"/>
                <a:gd name="csX5" fmla="*/ 55891 w 140718"/>
                <a:gd name="csY5" fmla="*/ 85 h 207400"/>
                <a:gd name="csX6" fmla="*/ 49813 w 140718"/>
                <a:gd name="csY6" fmla="*/ 6158 h 207400"/>
                <a:gd name="csX7" fmla="*/ 58323 w 140718"/>
                <a:gd name="csY7" fmla="*/ 9498 h 207400"/>
                <a:gd name="csX8" fmla="*/ 79294 w 140718"/>
                <a:gd name="csY8" fmla="*/ 15268 h 207400"/>
                <a:gd name="csX9" fmla="*/ 78686 w 140718"/>
                <a:gd name="csY9" fmla="*/ 20126 h 207400"/>
                <a:gd name="csX10" fmla="*/ 37656 w 140718"/>
                <a:gd name="csY10" fmla="*/ 183800 h 207400"/>
                <a:gd name="csX11" fmla="*/ 9998 w 140718"/>
                <a:gd name="csY11" fmla="*/ 198072 h 207400"/>
                <a:gd name="csX12" fmla="*/ 272 w 140718"/>
                <a:gd name="csY12" fmla="*/ 204145 h 207400"/>
                <a:gd name="csX13" fmla="*/ 4831 w 140718"/>
                <a:gd name="csY13" fmla="*/ 207485 h 207400"/>
                <a:gd name="csX14" fmla="*/ 44646 w 140718"/>
                <a:gd name="csY14" fmla="*/ 206574 h 207400"/>
                <a:gd name="csX15" fmla="*/ 85372 w 140718"/>
                <a:gd name="csY15" fmla="*/ 207485 h 207400"/>
                <a:gd name="csX16" fmla="*/ 91451 w 140718"/>
                <a:gd name="csY16" fmla="*/ 201716 h 207400"/>
                <a:gd name="csX17" fmla="*/ 82333 w 140718"/>
                <a:gd name="csY17" fmla="*/ 198072 h 207400"/>
                <a:gd name="csX18" fmla="*/ 69264 w 140718"/>
                <a:gd name="csY18" fmla="*/ 197465 h 207400"/>
                <a:gd name="csX19" fmla="*/ 61666 w 140718"/>
                <a:gd name="csY19" fmla="*/ 192302 h 207400"/>
                <a:gd name="csX20" fmla="*/ 62882 w 140718"/>
                <a:gd name="csY20" fmla="*/ 185318 h 207400"/>
                <a:gd name="csX21" fmla="*/ 103608 w 140718"/>
                <a:gd name="csY21" fmla="*/ 23467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0718" h="207400">
                  <a:moveTo>
                    <a:pt x="103608" y="23467"/>
                  </a:moveTo>
                  <a:cubicBezTo>
                    <a:pt x="106343" y="12535"/>
                    <a:pt x="107255" y="9498"/>
                    <a:pt x="131266" y="9498"/>
                  </a:cubicBezTo>
                  <a:cubicBezTo>
                    <a:pt x="138560" y="9498"/>
                    <a:pt x="140991" y="9498"/>
                    <a:pt x="140991" y="3729"/>
                  </a:cubicBezTo>
                  <a:cubicBezTo>
                    <a:pt x="140991" y="85"/>
                    <a:pt x="137648" y="85"/>
                    <a:pt x="136432" y="85"/>
                  </a:cubicBezTo>
                  <a:cubicBezTo>
                    <a:pt x="127618" y="85"/>
                    <a:pt x="105128" y="996"/>
                    <a:pt x="96314" y="996"/>
                  </a:cubicBezTo>
                  <a:cubicBezTo>
                    <a:pt x="87196" y="996"/>
                    <a:pt x="65009" y="85"/>
                    <a:pt x="55891" y="85"/>
                  </a:cubicBezTo>
                  <a:cubicBezTo>
                    <a:pt x="53764" y="85"/>
                    <a:pt x="49813" y="85"/>
                    <a:pt x="49813" y="6158"/>
                  </a:cubicBezTo>
                  <a:cubicBezTo>
                    <a:pt x="49813" y="9498"/>
                    <a:pt x="52548" y="9498"/>
                    <a:pt x="58323" y="9498"/>
                  </a:cubicBezTo>
                  <a:cubicBezTo>
                    <a:pt x="71088" y="9498"/>
                    <a:pt x="79294" y="9498"/>
                    <a:pt x="79294" y="15268"/>
                  </a:cubicBezTo>
                  <a:cubicBezTo>
                    <a:pt x="79294" y="16786"/>
                    <a:pt x="79294" y="17393"/>
                    <a:pt x="78686" y="20126"/>
                  </a:cubicBezTo>
                  <a:lnTo>
                    <a:pt x="37656" y="183800"/>
                  </a:lnTo>
                  <a:cubicBezTo>
                    <a:pt x="34920" y="195035"/>
                    <a:pt x="34008" y="198072"/>
                    <a:pt x="9998" y="198072"/>
                  </a:cubicBezTo>
                  <a:cubicBezTo>
                    <a:pt x="3008" y="198072"/>
                    <a:pt x="272" y="198072"/>
                    <a:pt x="272" y="204145"/>
                  </a:cubicBezTo>
                  <a:cubicBezTo>
                    <a:pt x="272" y="207485"/>
                    <a:pt x="3919" y="207485"/>
                    <a:pt x="4831" y="207485"/>
                  </a:cubicBezTo>
                  <a:cubicBezTo>
                    <a:pt x="13645" y="207485"/>
                    <a:pt x="35832" y="206574"/>
                    <a:pt x="44646" y="206574"/>
                  </a:cubicBezTo>
                  <a:cubicBezTo>
                    <a:pt x="53764" y="206574"/>
                    <a:pt x="76254" y="207485"/>
                    <a:pt x="85372" y="207485"/>
                  </a:cubicBezTo>
                  <a:cubicBezTo>
                    <a:pt x="87804" y="207485"/>
                    <a:pt x="91451" y="207485"/>
                    <a:pt x="91451" y="201716"/>
                  </a:cubicBezTo>
                  <a:cubicBezTo>
                    <a:pt x="91451" y="198072"/>
                    <a:pt x="89019" y="198072"/>
                    <a:pt x="82333" y="198072"/>
                  </a:cubicBezTo>
                  <a:cubicBezTo>
                    <a:pt x="76862" y="198072"/>
                    <a:pt x="75343" y="198072"/>
                    <a:pt x="69264" y="197465"/>
                  </a:cubicBezTo>
                  <a:cubicBezTo>
                    <a:pt x="62882" y="196857"/>
                    <a:pt x="61666" y="195643"/>
                    <a:pt x="61666" y="192302"/>
                  </a:cubicBezTo>
                  <a:cubicBezTo>
                    <a:pt x="61666" y="189873"/>
                    <a:pt x="62274" y="187444"/>
                    <a:pt x="62882" y="185318"/>
                  </a:cubicBezTo>
                  <a:lnTo>
                    <a:pt x="103608" y="23467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2051C0CB-84B2-DF8F-FA08-2D74C68F201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1020030" y="4859645"/>
              <a:ext cx="156584" cy="156658"/>
            </a:xfrm>
            <a:custGeom>
              <a:avLst/>
              <a:gdLst>
                <a:gd name="csX0" fmla="*/ 83888 w 156584"/>
                <a:gd name="csY0" fmla="*/ 83618 h 156658"/>
                <a:gd name="csX1" fmla="*/ 148990 w 156584"/>
                <a:gd name="csY1" fmla="*/ 83618 h 156658"/>
                <a:gd name="csX2" fmla="*/ 156862 w 156584"/>
                <a:gd name="csY2" fmla="*/ 78516 h 156658"/>
                <a:gd name="csX3" fmla="*/ 148990 w 156584"/>
                <a:gd name="csY3" fmla="*/ 73202 h 156658"/>
                <a:gd name="csX4" fmla="*/ 83888 w 156584"/>
                <a:gd name="csY4" fmla="*/ 73202 h 156658"/>
                <a:gd name="csX5" fmla="*/ 83888 w 156584"/>
                <a:gd name="csY5" fmla="*/ 7945 h 156658"/>
                <a:gd name="csX6" fmla="*/ 78782 w 156584"/>
                <a:gd name="csY6" fmla="*/ 80 h 156658"/>
                <a:gd name="csX7" fmla="*/ 73463 w 156584"/>
                <a:gd name="csY7" fmla="*/ 7945 h 156658"/>
                <a:gd name="csX8" fmla="*/ 73463 w 156584"/>
                <a:gd name="csY8" fmla="*/ 73202 h 156658"/>
                <a:gd name="csX9" fmla="*/ 8149 w 156584"/>
                <a:gd name="csY9" fmla="*/ 73202 h 156658"/>
                <a:gd name="csX10" fmla="*/ 277 w 156584"/>
                <a:gd name="csY10" fmla="*/ 78304 h 156658"/>
                <a:gd name="csX11" fmla="*/ 8149 w 156584"/>
                <a:gd name="csY11" fmla="*/ 83618 h 156658"/>
                <a:gd name="csX12" fmla="*/ 73463 w 156584"/>
                <a:gd name="csY12" fmla="*/ 83618 h 156658"/>
                <a:gd name="csX13" fmla="*/ 73463 w 156584"/>
                <a:gd name="csY13" fmla="*/ 148874 h 156658"/>
                <a:gd name="csX14" fmla="*/ 78569 w 156584"/>
                <a:gd name="csY14" fmla="*/ 156739 h 156658"/>
                <a:gd name="csX15" fmla="*/ 83888 w 156584"/>
                <a:gd name="csY15" fmla="*/ 148874 h 156658"/>
                <a:gd name="csX16" fmla="*/ 83888 w 156584"/>
                <a:gd name="csY16" fmla="*/ 83618 h 156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6584" h="156658">
                  <a:moveTo>
                    <a:pt x="83888" y="83618"/>
                  </a:moveTo>
                  <a:lnTo>
                    <a:pt x="148990" y="83618"/>
                  </a:lnTo>
                  <a:cubicBezTo>
                    <a:pt x="151755" y="83618"/>
                    <a:pt x="156862" y="83618"/>
                    <a:pt x="156862" y="78516"/>
                  </a:cubicBezTo>
                  <a:cubicBezTo>
                    <a:pt x="156862" y="73202"/>
                    <a:pt x="151968" y="73202"/>
                    <a:pt x="148990" y="73202"/>
                  </a:cubicBezTo>
                  <a:lnTo>
                    <a:pt x="83888" y="73202"/>
                  </a:lnTo>
                  <a:lnTo>
                    <a:pt x="83888" y="7945"/>
                  </a:lnTo>
                  <a:cubicBezTo>
                    <a:pt x="83888" y="5182"/>
                    <a:pt x="83888" y="80"/>
                    <a:pt x="78782" y="80"/>
                  </a:cubicBezTo>
                  <a:cubicBezTo>
                    <a:pt x="73463" y="80"/>
                    <a:pt x="73463" y="4969"/>
                    <a:pt x="73463" y="7945"/>
                  </a:cubicBezTo>
                  <a:lnTo>
                    <a:pt x="73463" y="73202"/>
                  </a:lnTo>
                  <a:lnTo>
                    <a:pt x="8149" y="73202"/>
                  </a:lnTo>
                  <a:cubicBezTo>
                    <a:pt x="5384" y="73202"/>
                    <a:pt x="277" y="73202"/>
                    <a:pt x="277" y="78304"/>
                  </a:cubicBezTo>
                  <a:cubicBezTo>
                    <a:pt x="277" y="83618"/>
                    <a:pt x="5171" y="83618"/>
                    <a:pt x="8149" y="83618"/>
                  </a:cubicBezTo>
                  <a:lnTo>
                    <a:pt x="73463" y="83618"/>
                  </a:lnTo>
                  <a:lnTo>
                    <a:pt x="73463" y="148874"/>
                  </a:lnTo>
                  <a:cubicBezTo>
                    <a:pt x="73463" y="151638"/>
                    <a:pt x="73463" y="156739"/>
                    <a:pt x="78569" y="156739"/>
                  </a:cubicBezTo>
                  <a:cubicBezTo>
                    <a:pt x="83888" y="156739"/>
                    <a:pt x="83888" y="151850"/>
                    <a:pt x="83888" y="148874"/>
                  </a:cubicBezTo>
                  <a:lnTo>
                    <a:pt x="83888" y="83618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3D219540-A948-1563-2CBB-EE780FE27E94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0996180" y="5060929"/>
              <a:ext cx="156584" cy="153682"/>
            </a:xfrm>
            <a:custGeom>
              <a:avLst/>
              <a:gdLst>
                <a:gd name="csX0" fmla="*/ 156861 w 156584"/>
                <a:gd name="csY0" fmla="*/ 77673 h 153682"/>
                <a:gd name="csX1" fmla="*/ 78569 w 156584"/>
                <a:gd name="csY1" fmla="*/ 88 h 153682"/>
                <a:gd name="csX2" fmla="*/ 277 w 156584"/>
                <a:gd name="csY2" fmla="*/ 77673 h 153682"/>
                <a:gd name="csX3" fmla="*/ 78569 w 156584"/>
                <a:gd name="csY3" fmla="*/ 153771 h 153682"/>
                <a:gd name="csX4" fmla="*/ 156861 w 156584"/>
                <a:gd name="csY4" fmla="*/ 77673 h 153682"/>
                <a:gd name="csX5" fmla="*/ 78569 w 156584"/>
                <a:gd name="csY5" fmla="*/ 147394 h 153682"/>
                <a:gd name="csX6" fmla="*/ 21552 w 156584"/>
                <a:gd name="csY6" fmla="*/ 77461 h 153682"/>
                <a:gd name="csX7" fmla="*/ 78569 w 156584"/>
                <a:gd name="csY7" fmla="*/ 6039 h 153682"/>
                <a:gd name="csX8" fmla="*/ 135586 w 156584"/>
                <a:gd name="csY8" fmla="*/ 77461 h 153682"/>
                <a:gd name="csX9" fmla="*/ 78569 w 156584"/>
                <a:gd name="csY9" fmla="*/ 147394 h 153682"/>
                <a:gd name="csX10" fmla="*/ 122182 w 156584"/>
                <a:gd name="csY10" fmla="*/ 60668 h 153682"/>
                <a:gd name="csX11" fmla="*/ 114949 w 156584"/>
                <a:gd name="csY11" fmla="*/ 60668 h 153682"/>
                <a:gd name="csX12" fmla="*/ 114949 w 156584"/>
                <a:gd name="csY12" fmla="*/ 67895 h 153682"/>
                <a:gd name="csX13" fmla="*/ 42188 w 156584"/>
                <a:gd name="csY13" fmla="*/ 67895 h 153682"/>
                <a:gd name="csX14" fmla="*/ 42188 w 156584"/>
                <a:gd name="csY14" fmla="*/ 60668 h 153682"/>
                <a:gd name="csX15" fmla="*/ 34955 w 156584"/>
                <a:gd name="csY15" fmla="*/ 60668 h 153682"/>
                <a:gd name="csX16" fmla="*/ 34955 w 156584"/>
                <a:gd name="csY16" fmla="*/ 92552 h 153682"/>
                <a:gd name="csX17" fmla="*/ 42188 w 156584"/>
                <a:gd name="csY17" fmla="*/ 92552 h 153682"/>
                <a:gd name="csX18" fmla="*/ 42188 w 156584"/>
                <a:gd name="csY18" fmla="*/ 85325 h 153682"/>
                <a:gd name="csX19" fmla="*/ 114949 w 156584"/>
                <a:gd name="csY19" fmla="*/ 85325 h 153682"/>
                <a:gd name="csX20" fmla="*/ 114949 w 156584"/>
                <a:gd name="csY20" fmla="*/ 92552 h 153682"/>
                <a:gd name="csX21" fmla="*/ 122182 w 156584"/>
                <a:gd name="csY21" fmla="*/ 92552 h 153682"/>
                <a:gd name="csX22" fmla="*/ 122182 w 156584"/>
                <a:gd name="csY22" fmla="*/ 60668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84" h="153682">
                  <a:moveTo>
                    <a:pt x="156861" y="77673"/>
                  </a:moveTo>
                  <a:cubicBezTo>
                    <a:pt x="156861" y="35160"/>
                    <a:pt x="121970" y="88"/>
                    <a:pt x="78569" y="88"/>
                  </a:cubicBezTo>
                  <a:cubicBezTo>
                    <a:pt x="34955" y="88"/>
                    <a:pt x="277" y="35160"/>
                    <a:pt x="277" y="77673"/>
                  </a:cubicBezTo>
                  <a:cubicBezTo>
                    <a:pt x="277" y="119335"/>
                    <a:pt x="34955" y="153771"/>
                    <a:pt x="78569" y="153771"/>
                  </a:cubicBezTo>
                  <a:cubicBezTo>
                    <a:pt x="122182" y="153771"/>
                    <a:pt x="156861" y="119335"/>
                    <a:pt x="156861" y="77673"/>
                  </a:cubicBezTo>
                  <a:close/>
                  <a:moveTo>
                    <a:pt x="78569" y="147394"/>
                  </a:moveTo>
                  <a:cubicBezTo>
                    <a:pt x="52826" y="147394"/>
                    <a:pt x="21552" y="127413"/>
                    <a:pt x="21552" y="77461"/>
                  </a:cubicBezTo>
                  <a:cubicBezTo>
                    <a:pt x="21552" y="27508"/>
                    <a:pt x="52188" y="6039"/>
                    <a:pt x="78569" y="6039"/>
                  </a:cubicBezTo>
                  <a:cubicBezTo>
                    <a:pt x="104950" y="6039"/>
                    <a:pt x="135586" y="27508"/>
                    <a:pt x="135586" y="77461"/>
                  </a:cubicBezTo>
                  <a:cubicBezTo>
                    <a:pt x="135586" y="127625"/>
                    <a:pt x="104099" y="147394"/>
                    <a:pt x="78569" y="147394"/>
                  </a:cubicBezTo>
                  <a:close/>
                  <a:moveTo>
                    <a:pt x="122182" y="60668"/>
                  </a:moveTo>
                  <a:lnTo>
                    <a:pt x="114949" y="60668"/>
                  </a:lnTo>
                  <a:lnTo>
                    <a:pt x="114949" y="67895"/>
                  </a:lnTo>
                  <a:lnTo>
                    <a:pt x="42188" y="67895"/>
                  </a:lnTo>
                  <a:lnTo>
                    <a:pt x="42188" y="60668"/>
                  </a:lnTo>
                  <a:lnTo>
                    <a:pt x="34955" y="60668"/>
                  </a:lnTo>
                  <a:lnTo>
                    <a:pt x="34955" y="92552"/>
                  </a:lnTo>
                  <a:lnTo>
                    <a:pt x="42188" y="92552"/>
                  </a:lnTo>
                  <a:lnTo>
                    <a:pt x="42188" y="85325"/>
                  </a:lnTo>
                  <a:lnTo>
                    <a:pt x="114949" y="85325"/>
                  </a:lnTo>
                  <a:lnTo>
                    <a:pt x="114949" y="92552"/>
                  </a:lnTo>
                  <a:lnTo>
                    <a:pt x="122182" y="92552"/>
                  </a:lnTo>
                  <a:lnTo>
                    <a:pt x="122182" y="60668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D78DFBE0-6259-9AB2-1E7C-F92C1ADE09AC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1233050" y="5088932"/>
              <a:ext cx="35559" cy="90794"/>
            </a:xfrm>
            <a:custGeom>
              <a:avLst/>
              <a:gdLst>
                <a:gd name="csX0" fmla="*/ 35844 w 35559"/>
                <a:gd name="csY0" fmla="*/ 31969 h 90794"/>
                <a:gd name="csX1" fmla="*/ 16392 w 35559"/>
                <a:gd name="csY1" fmla="*/ 85 h 90794"/>
                <a:gd name="csX2" fmla="*/ 284 w 35559"/>
                <a:gd name="csY2" fmla="*/ 16179 h 90794"/>
                <a:gd name="csX3" fmla="*/ 16392 w 35559"/>
                <a:gd name="csY3" fmla="*/ 32273 h 90794"/>
                <a:gd name="csX4" fmla="*/ 27030 w 35559"/>
                <a:gd name="csY4" fmla="*/ 28325 h 90794"/>
                <a:gd name="csX5" fmla="*/ 28549 w 35559"/>
                <a:gd name="csY5" fmla="*/ 27414 h 90794"/>
                <a:gd name="csX6" fmla="*/ 29157 w 35559"/>
                <a:gd name="csY6" fmla="*/ 31969 h 90794"/>
                <a:gd name="csX7" fmla="*/ 8490 w 35559"/>
                <a:gd name="csY7" fmla="*/ 82681 h 90794"/>
                <a:gd name="csX8" fmla="*/ 5147 w 35559"/>
                <a:gd name="csY8" fmla="*/ 87539 h 90794"/>
                <a:gd name="csX9" fmla="*/ 8186 w 35559"/>
                <a:gd name="csY9" fmla="*/ 90879 h 90794"/>
                <a:gd name="csX10" fmla="*/ 35844 w 35559"/>
                <a:gd name="csY10" fmla="*/ 31969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59" h="90794">
                  <a:moveTo>
                    <a:pt x="35844" y="31969"/>
                  </a:moveTo>
                  <a:cubicBezTo>
                    <a:pt x="35844" y="11927"/>
                    <a:pt x="28246" y="85"/>
                    <a:pt x="16392" y="85"/>
                  </a:cubicBezTo>
                  <a:cubicBezTo>
                    <a:pt x="6363" y="85"/>
                    <a:pt x="284" y="7676"/>
                    <a:pt x="284" y="16179"/>
                  </a:cubicBezTo>
                  <a:cubicBezTo>
                    <a:pt x="284" y="24378"/>
                    <a:pt x="6363" y="32273"/>
                    <a:pt x="16392" y="32273"/>
                  </a:cubicBezTo>
                  <a:cubicBezTo>
                    <a:pt x="20039" y="32273"/>
                    <a:pt x="23991" y="31058"/>
                    <a:pt x="27030" y="28325"/>
                  </a:cubicBezTo>
                  <a:cubicBezTo>
                    <a:pt x="27942" y="27718"/>
                    <a:pt x="28246" y="27414"/>
                    <a:pt x="28549" y="27414"/>
                  </a:cubicBezTo>
                  <a:cubicBezTo>
                    <a:pt x="28853" y="27414"/>
                    <a:pt x="29157" y="27718"/>
                    <a:pt x="29157" y="31969"/>
                  </a:cubicBezTo>
                  <a:cubicBezTo>
                    <a:pt x="29157" y="54440"/>
                    <a:pt x="18520" y="72660"/>
                    <a:pt x="8490" y="82681"/>
                  </a:cubicBezTo>
                  <a:cubicBezTo>
                    <a:pt x="5147" y="86021"/>
                    <a:pt x="5147" y="86628"/>
                    <a:pt x="5147" y="87539"/>
                  </a:cubicBezTo>
                  <a:cubicBezTo>
                    <a:pt x="5147" y="89665"/>
                    <a:pt x="6667" y="90879"/>
                    <a:pt x="8186" y="90879"/>
                  </a:cubicBezTo>
                  <a:cubicBezTo>
                    <a:pt x="11529" y="90879"/>
                    <a:pt x="35844" y="67497"/>
                    <a:pt x="35844" y="3196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9691EBF9-5BD4-AAB5-32BE-3DC00E3343DB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1349285" y="4915542"/>
              <a:ext cx="206671" cy="205578"/>
            </a:xfrm>
            <a:custGeom>
              <a:avLst/>
              <a:gdLst>
                <a:gd name="csX0" fmla="*/ 122772 w 206671"/>
                <a:gd name="csY0" fmla="*/ 21341 h 205578"/>
                <a:gd name="csX1" fmla="*/ 129762 w 206671"/>
                <a:gd name="csY1" fmla="*/ 10106 h 205578"/>
                <a:gd name="csX2" fmla="*/ 148910 w 206671"/>
                <a:gd name="csY2" fmla="*/ 9498 h 205578"/>
                <a:gd name="csX3" fmla="*/ 193283 w 206671"/>
                <a:gd name="csY3" fmla="*/ 34398 h 205578"/>
                <a:gd name="csX4" fmla="*/ 190852 w 206671"/>
                <a:gd name="csY4" fmla="*/ 58691 h 205578"/>
                <a:gd name="csX5" fmla="*/ 189940 w 206671"/>
                <a:gd name="csY5" fmla="*/ 64461 h 205578"/>
                <a:gd name="csX6" fmla="*/ 193587 w 206671"/>
                <a:gd name="csY6" fmla="*/ 68408 h 205578"/>
                <a:gd name="csX7" fmla="*/ 198146 w 206671"/>
                <a:gd name="csY7" fmla="*/ 61424 h 205578"/>
                <a:gd name="csX8" fmla="*/ 206352 w 206671"/>
                <a:gd name="csY8" fmla="*/ 8587 h 205578"/>
                <a:gd name="csX9" fmla="*/ 206960 w 206671"/>
                <a:gd name="csY9" fmla="*/ 3425 h 205578"/>
                <a:gd name="csX10" fmla="*/ 198754 w 206671"/>
                <a:gd name="csY10" fmla="*/ 85 h 205578"/>
                <a:gd name="csX11" fmla="*/ 30074 w 206671"/>
                <a:gd name="csY11" fmla="*/ 85 h 205578"/>
                <a:gd name="csX12" fmla="*/ 20348 w 206671"/>
                <a:gd name="csY12" fmla="*/ 6158 h 205578"/>
                <a:gd name="csX13" fmla="*/ 2112 w 206671"/>
                <a:gd name="csY13" fmla="*/ 59602 h 205578"/>
                <a:gd name="csX14" fmla="*/ 289 w 206671"/>
                <a:gd name="csY14" fmla="*/ 65068 h 205578"/>
                <a:gd name="csX15" fmla="*/ 3936 w 206671"/>
                <a:gd name="csY15" fmla="*/ 68408 h 205578"/>
                <a:gd name="csX16" fmla="*/ 9102 w 206671"/>
                <a:gd name="csY16" fmla="*/ 62032 h 205578"/>
                <a:gd name="csX17" fmla="*/ 78398 w 206671"/>
                <a:gd name="csY17" fmla="*/ 9498 h 205578"/>
                <a:gd name="csX18" fmla="*/ 90251 w 206671"/>
                <a:gd name="csY18" fmla="*/ 9498 h 205578"/>
                <a:gd name="csX19" fmla="*/ 98761 w 206671"/>
                <a:gd name="csY19" fmla="*/ 13142 h 205578"/>
                <a:gd name="csX20" fmla="*/ 97546 w 206671"/>
                <a:gd name="csY20" fmla="*/ 19519 h 205578"/>
                <a:gd name="csX21" fmla="*/ 56819 w 206671"/>
                <a:gd name="csY21" fmla="*/ 181674 h 205578"/>
                <a:gd name="csX22" fmla="*/ 20652 w 206671"/>
                <a:gd name="csY22" fmla="*/ 196250 h 205578"/>
                <a:gd name="csX23" fmla="*/ 7887 w 206671"/>
                <a:gd name="csY23" fmla="*/ 202019 h 205578"/>
                <a:gd name="csX24" fmla="*/ 13054 w 206671"/>
                <a:gd name="csY24" fmla="*/ 205663 h 205578"/>
                <a:gd name="csX25" fmla="*/ 37976 w 206671"/>
                <a:gd name="csY25" fmla="*/ 205056 h 205578"/>
                <a:gd name="csX26" fmla="*/ 63810 w 206671"/>
                <a:gd name="csY26" fmla="*/ 204752 h 205578"/>
                <a:gd name="csX27" fmla="*/ 89036 w 206671"/>
                <a:gd name="csY27" fmla="*/ 205056 h 205578"/>
                <a:gd name="csX28" fmla="*/ 115477 w 206671"/>
                <a:gd name="csY28" fmla="*/ 205663 h 205578"/>
                <a:gd name="csX29" fmla="*/ 122164 w 206671"/>
                <a:gd name="csY29" fmla="*/ 199590 h 205578"/>
                <a:gd name="csX30" fmla="*/ 111830 w 206671"/>
                <a:gd name="csY30" fmla="*/ 196250 h 205578"/>
                <a:gd name="csX31" fmla="*/ 92379 w 206671"/>
                <a:gd name="csY31" fmla="*/ 195643 h 205578"/>
                <a:gd name="csX32" fmla="*/ 81134 w 206671"/>
                <a:gd name="csY32" fmla="*/ 188962 h 205578"/>
                <a:gd name="csX33" fmla="*/ 82349 w 206671"/>
                <a:gd name="csY33" fmla="*/ 182585 h 205578"/>
                <a:gd name="csX34" fmla="*/ 122772 w 206671"/>
                <a:gd name="csY34" fmla="*/ 21341 h 2055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06671" h="205578">
                  <a:moveTo>
                    <a:pt x="122772" y="21341"/>
                  </a:moveTo>
                  <a:cubicBezTo>
                    <a:pt x="124899" y="12838"/>
                    <a:pt x="126115" y="11016"/>
                    <a:pt x="129762" y="10106"/>
                  </a:cubicBezTo>
                  <a:cubicBezTo>
                    <a:pt x="132497" y="9498"/>
                    <a:pt x="142527" y="9498"/>
                    <a:pt x="148910" y="9498"/>
                  </a:cubicBezTo>
                  <a:cubicBezTo>
                    <a:pt x="179606" y="9498"/>
                    <a:pt x="193283" y="10713"/>
                    <a:pt x="193283" y="34398"/>
                  </a:cubicBezTo>
                  <a:cubicBezTo>
                    <a:pt x="193283" y="38953"/>
                    <a:pt x="192067" y="50796"/>
                    <a:pt x="190852" y="58691"/>
                  </a:cubicBezTo>
                  <a:cubicBezTo>
                    <a:pt x="190548" y="59906"/>
                    <a:pt x="189940" y="63550"/>
                    <a:pt x="189940" y="64461"/>
                  </a:cubicBezTo>
                  <a:cubicBezTo>
                    <a:pt x="189940" y="66283"/>
                    <a:pt x="190852" y="68408"/>
                    <a:pt x="193587" y="68408"/>
                  </a:cubicBezTo>
                  <a:cubicBezTo>
                    <a:pt x="196930" y="68408"/>
                    <a:pt x="197538" y="65979"/>
                    <a:pt x="198146" y="61424"/>
                  </a:cubicBezTo>
                  <a:lnTo>
                    <a:pt x="206352" y="8587"/>
                  </a:lnTo>
                  <a:cubicBezTo>
                    <a:pt x="206656" y="7373"/>
                    <a:pt x="206960" y="4336"/>
                    <a:pt x="206960" y="3425"/>
                  </a:cubicBezTo>
                  <a:cubicBezTo>
                    <a:pt x="206960" y="85"/>
                    <a:pt x="203921" y="85"/>
                    <a:pt x="198754" y="85"/>
                  </a:cubicBezTo>
                  <a:lnTo>
                    <a:pt x="30074" y="85"/>
                  </a:lnTo>
                  <a:cubicBezTo>
                    <a:pt x="22779" y="85"/>
                    <a:pt x="22475" y="388"/>
                    <a:pt x="20348" y="6158"/>
                  </a:cubicBezTo>
                  <a:lnTo>
                    <a:pt x="2112" y="59602"/>
                  </a:lnTo>
                  <a:cubicBezTo>
                    <a:pt x="1808" y="60210"/>
                    <a:pt x="289" y="64461"/>
                    <a:pt x="289" y="65068"/>
                  </a:cubicBezTo>
                  <a:cubicBezTo>
                    <a:pt x="289" y="66890"/>
                    <a:pt x="1808" y="68408"/>
                    <a:pt x="3936" y="68408"/>
                  </a:cubicBezTo>
                  <a:cubicBezTo>
                    <a:pt x="6975" y="68408"/>
                    <a:pt x="7279" y="66890"/>
                    <a:pt x="9102" y="62032"/>
                  </a:cubicBezTo>
                  <a:cubicBezTo>
                    <a:pt x="25515" y="14964"/>
                    <a:pt x="33417" y="9498"/>
                    <a:pt x="78398" y="9498"/>
                  </a:cubicBezTo>
                  <a:lnTo>
                    <a:pt x="90251" y="9498"/>
                  </a:lnTo>
                  <a:cubicBezTo>
                    <a:pt x="98761" y="9498"/>
                    <a:pt x="98761" y="10713"/>
                    <a:pt x="98761" y="13142"/>
                  </a:cubicBezTo>
                  <a:cubicBezTo>
                    <a:pt x="98761" y="14964"/>
                    <a:pt x="97850" y="18608"/>
                    <a:pt x="97546" y="19519"/>
                  </a:cubicBezTo>
                  <a:lnTo>
                    <a:pt x="56819" y="181674"/>
                  </a:lnTo>
                  <a:cubicBezTo>
                    <a:pt x="54084" y="192910"/>
                    <a:pt x="53172" y="196250"/>
                    <a:pt x="20652" y="196250"/>
                  </a:cubicBezTo>
                  <a:cubicBezTo>
                    <a:pt x="9710" y="196250"/>
                    <a:pt x="7887" y="196250"/>
                    <a:pt x="7887" y="202019"/>
                  </a:cubicBezTo>
                  <a:cubicBezTo>
                    <a:pt x="7887" y="205663"/>
                    <a:pt x="11230" y="205663"/>
                    <a:pt x="13054" y="205663"/>
                  </a:cubicBezTo>
                  <a:cubicBezTo>
                    <a:pt x="21260" y="205663"/>
                    <a:pt x="29770" y="205056"/>
                    <a:pt x="37976" y="205056"/>
                  </a:cubicBezTo>
                  <a:cubicBezTo>
                    <a:pt x="46486" y="205056"/>
                    <a:pt x="55300" y="204752"/>
                    <a:pt x="63810" y="204752"/>
                  </a:cubicBezTo>
                  <a:cubicBezTo>
                    <a:pt x="72320" y="204752"/>
                    <a:pt x="80830" y="205056"/>
                    <a:pt x="89036" y="205056"/>
                  </a:cubicBezTo>
                  <a:cubicBezTo>
                    <a:pt x="97850" y="205056"/>
                    <a:pt x="106967" y="205663"/>
                    <a:pt x="115477" y="205663"/>
                  </a:cubicBezTo>
                  <a:cubicBezTo>
                    <a:pt x="118517" y="205663"/>
                    <a:pt x="122164" y="205663"/>
                    <a:pt x="122164" y="199590"/>
                  </a:cubicBezTo>
                  <a:cubicBezTo>
                    <a:pt x="122164" y="196250"/>
                    <a:pt x="119732" y="196250"/>
                    <a:pt x="111830" y="196250"/>
                  </a:cubicBezTo>
                  <a:cubicBezTo>
                    <a:pt x="104232" y="196250"/>
                    <a:pt x="100281" y="196250"/>
                    <a:pt x="92379" y="195643"/>
                  </a:cubicBezTo>
                  <a:cubicBezTo>
                    <a:pt x="83565" y="194732"/>
                    <a:pt x="81134" y="193821"/>
                    <a:pt x="81134" y="188962"/>
                  </a:cubicBezTo>
                  <a:cubicBezTo>
                    <a:pt x="81134" y="188658"/>
                    <a:pt x="81134" y="187140"/>
                    <a:pt x="82349" y="182585"/>
                  </a:cubicBezTo>
                  <a:lnTo>
                    <a:pt x="122772" y="21341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0CB5A69-B415-013C-BBAA-87084141F2E6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1576705" y="4859645"/>
              <a:ext cx="156584" cy="156658"/>
            </a:xfrm>
            <a:custGeom>
              <a:avLst/>
              <a:gdLst>
                <a:gd name="csX0" fmla="*/ 83907 w 156584"/>
                <a:gd name="csY0" fmla="*/ 83618 h 156658"/>
                <a:gd name="csX1" fmla="*/ 149008 w 156584"/>
                <a:gd name="csY1" fmla="*/ 83618 h 156658"/>
                <a:gd name="csX2" fmla="*/ 156880 w 156584"/>
                <a:gd name="csY2" fmla="*/ 78516 h 156658"/>
                <a:gd name="csX3" fmla="*/ 149008 w 156584"/>
                <a:gd name="csY3" fmla="*/ 73202 h 156658"/>
                <a:gd name="csX4" fmla="*/ 83907 w 156584"/>
                <a:gd name="csY4" fmla="*/ 73202 h 156658"/>
                <a:gd name="csX5" fmla="*/ 83907 w 156584"/>
                <a:gd name="csY5" fmla="*/ 7945 h 156658"/>
                <a:gd name="csX6" fmla="*/ 78800 w 156584"/>
                <a:gd name="csY6" fmla="*/ 80 h 156658"/>
                <a:gd name="csX7" fmla="*/ 73482 w 156584"/>
                <a:gd name="csY7" fmla="*/ 7945 h 156658"/>
                <a:gd name="csX8" fmla="*/ 73482 w 156584"/>
                <a:gd name="csY8" fmla="*/ 73202 h 156658"/>
                <a:gd name="csX9" fmla="*/ 8167 w 156584"/>
                <a:gd name="csY9" fmla="*/ 73202 h 156658"/>
                <a:gd name="csX10" fmla="*/ 296 w 156584"/>
                <a:gd name="csY10" fmla="*/ 78304 h 156658"/>
                <a:gd name="csX11" fmla="*/ 8167 w 156584"/>
                <a:gd name="csY11" fmla="*/ 83618 h 156658"/>
                <a:gd name="csX12" fmla="*/ 73482 w 156584"/>
                <a:gd name="csY12" fmla="*/ 83618 h 156658"/>
                <a:gd name="csX13" fmla="*/ 73482 w 156584"/>
                <a:gd name="csY13" fmla="*/ 148874 h 156658"/>
                <a:gd name="csX14" fmla="*/ 78588 w 156584"/>
                <a:gd name="csY14" fmla="*/ 156739 h 156658"/>
                <a:gd name="csX15" fmla="*/ 83907 w 156584"/>
                <a:gd name="csY15" fmla="*/ 148874 h 156658"/>
                <a:gd name="csX16" fmla="*/ 83907 w 156584"/>
                <a:gd name="csY16" fmla="*/ 83618 h 156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6584" h="156658">
                  <a:moveTo>
                    <a:pt x="83907" y="83618"/>
                  </a:moveTo>
                  <a:lnTo>
                    <a:pt x="149008" y="83618"/>
                  </a:lnTo>
                  <a:cubicBezTo>
                    <a:pt x="151774" y="83618"/>
                    <a:pt x="156880" y="83618"/>
                    <a:pt x="156880" y="78516"/>
                  </a:cubicBezTo>
                  <a:cubicBezTo>
                    <a:pt x="156880" y="73202"/>
                    <a:pt x="151987" y="73202"/>
                    <a:pt x="149008" y="73202"/>
                  </a:cubicBezTo>
                  <a:lnTo>
                    <a:pt x="83907" y="73202"/>
                  </a:lnTo>
                  <a:lnTo>
                    <a:pt x="83907" y="7945"/>
                  </a:lnTo>
                  <a:cubicBezTo>
                    <a:pt x="83907" y="5182"/>
                    <a:pt x="83907" y="80"/>
                    <a:pt x="78800" y="80"/>
                  </a:cubicBezTo>
                  <a:cubicBezTo>
                    <a:pt x="73482" y="80"/>
                    <a:pt x="73482" y="4969"/>
                    <a:pt x="73482" y="7945"/>
                  </a:cubicBezTo>
                  <a:lnTo>
                    <a:pt x="73482" y="73202"/>
                  </a:lnTo>
                  <a:lnTo>
                    <a:pt x="8167" y="73202"/>
                  </a:lnTo>
                  <a:cubicBezTo>
                    <a:pt x="5402" y="73202"/>
                    <a:pt x="296" y="73202"/>
                    <a:pt x="296" y="78304"/>
                  </a:cubicBezTo>
                  <a:cubicBezTo>
                    <a:pt x="296" y="83618"/>
                    <a:pt x="5189" y="83618"/>
                    <a:pt x="8167" y="83618"/>
                  </a:cubicBezTo>
                  <a:lnTo>
                    <a:pt x="73482" y="83618"/>
                  </a:lnTo>
                  <a:lnTo>
                    <a:pt x="73482" y="148874"/>
                  </a:lnTo>
                  <a:cubicBezTo>
                    <a:pt x="73482" y="151638"/>
                    <a:pt x="73482" y="156739"/>
                    <a:pt x="78588" y="156739"/>
                  </a:cubicBezTo>
                  <a:cubicBezTo>
                    <a:pt x="83907" y="156739"/>
                    <a:pt x="83907" y="151850"/>
                    <a:pt x="83907" y="148874"/>
                  </a:cubicBezTo>
                  <a:lnTo>
                    <a:pt x="83907" y="83618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F6CE85F4-5B17-7820-903F-3C63A3D6B22A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1534492" y="5060929"/>
              <a:ext cx="156584" cy="153682"/>
            </a:xfrm>
            <a:custGeom>
              <a:avLst/>
              <a:gdLst>
                <a:gd name="csX0" fmla="*/ 156878 w 156584"/>
                <a:gd name="csY0" fmla="*/ 77673 h 153682"/>
                <a:gd name="csX1" fmla="*/ 78586 w 156584"/>
                <a:gd name="csY1" fmla="*/ 88 h 153682"/>
                <a:gd name="csX2" fmla="*/ 294 w 156584"/>
                <a:gd name="csY2" fmla="*/ 77673 h 153682"/>
                <a:gd name="csX3" fmla="*/ 78586 w 156584"/>
                <a:gd name="csY3" fmla="*/ 153771 h 153682"/>
                <a:gd name="csX4" fmla="*/ 156878 w 156584"/>
                <a:gd name="csY4" fmla="*/ 77673 h 153682"/>
                <a:gd name="csX5" fmla="*/ 78586 w 156584"/>
                <a:gd name="csY5" fmla="*/ 147394 h 153682"/>
                <a:gd name="csX6" fmla="*/ 21569 w 156584"/>
                <a:gd name="csY6" fmla="*/ 77461 h 153682"/>
                <a:gd name="csX7" fmla="*/ 78586 w 156584"/>
                <a:gd name="csY7" fmla="*/ 6039 h 153682"/>
                <a:gd name="csX8" fmla="*/ 135603 w 156584"/>
                <a:gd name="csY8" fmla="*/ 77461 h 153682"/>
                <a:gd name="csX9" fmla="*/ 78586 w 156584"/>
                <a:gd name="csY9" fmla="*/ 147394 h 153682"/>
                <a:gd name="csX10" fmla="*/ 122200 w 156584"/>
                <a:gd name="csY10" fmla="*/ 60668 h 153682"/>
                <a:gd name="csX11" fmla="*/ 114967 w 156584"/>
                <a:gd name="csY11" fmla="*/ 60668 h 153682"/>
                <a:gd name="csX12" fmla="*/ 114967 w 156584"/>
                <a:gd name="csY12" fmla="*/ 67895 h 153682"/>
                <a:gd name="csX13" fmla="*/ 42206 w 156584"/>
                <a:gd name="csY13" fmla="*/ 67895 h 153682"/>
                <a:gd name="csX14" fmla="*/ 42206 w 156584"/>
                <a:gd name="csY14" fmla="*/ 60668 h 153682"/>
                <a:gd name="csX15" fmla="*/ 34973 w 156584"/>
                <a:gd name="csY15" fmla="*/ 60668 h 153682"/>
                <a:gd name="csX16" fmla="*/ 34973 w 156584"/>
                <a:gd name="csY16" fmla="*/ 92552 h 153682"/>
                <a:gd name="csX17" fmla="*/ 42206 w 156584"/>
                <a:gd name="csY17" fmla="*/ 92552 h 153682"/>
                <a:gd name="csX18" fmla="*/ 42206 w 156584"/>
                <a:gd name="csY18" fmla="*/ 85325 h 153682"/>
                <a:gd name="csX19" fmla="*/ 114967 w 156584"/>
                <a:gd name="csY19" fmla="*/ 85325 h 153682"/>
                <a:gd name="csX20" fmla="*/ 114967 w 156584"/>
                <a:gd name="csY20" fmla="*/ 92552 h 153682"/>
                <a:gd name="csX21" fmla="*/ 122200 w 156584"/>
                <a:gd name="csY21" fmla="*/ 92552 h 153682"/>
                <a:gd name="csX22" fmla="*/ 122200 w 156584"/>
                <a:gd name="csY22" fmla="*/ 60668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84" h="153682">
                  <a:moveTo>
                    <a:pt x="156878" y="77673"/>
                  </a:moveTo>
                  <a:cubicBezTo>
                    <a:pt x="156878" y="35160"/>
                    <a:pt x="121987" y="88"/>
                    <a:pt x="78586" y="88"/>
                  </a:cubicBezTo>
                  <a:cubicBezTo>
                    <a:pt x="34973" y="88"/>
                    <a:pt x="294" y="35160"/>
                    <a:pt x="294" y="77673"/>
                  </a:cubicBezTo>
                  <a:cubicBezTo>
                    <a:pt x="294" y="119335"/>
                    <a:pt x="34973" y="153771"/>
                    <a:pt x="78586" y="153771"/>
                  </a:cubicBezTo>
                  <a:cubicBezTo>
                    <a:pt x="122200" y="153771"/>
                    <a:pt x="156878" y="119335"/>
                    <a:pt x="156878" y="77673"/>
                  </a:cubicBezTo>
                  <a:close/>
                  <a:moveTo>
                    <a:pt x="78586" y="147394"/>
                  </a:moveTo>
                  <a:cubicBezTo>
                    <a:pt x="52844" y="147394"/>
                    <a:pt x="21569" y="127413"/>
                    <a:pt x="21569" y="77461"/>
                  </a:cubicBezTo>
                  <a:cubicBezTo>
                    <a:pt x="21569" y="27508"/>
                    <a:pt x="52205" y="6039"/>
                    <a:pt x="78586" y="6039"/>
                  </a:cubicBezTo>
                  <a:cubicBezTo>
                    <a:pt x="104967" y="6039"/>
                    <a:pt x="135603" y="27508"/>
                    <a:pt x="135603" y="77461"/>
                  </a:cubicBezTo>
                  <a:cubicBezTo>
                    <a:pt x="135603" y="127625"/>
                    <a:pt x="104116" y="147394"/>
                    <a:pt x="78586" y="147394"/>
                  </a:cubicBezTo>
                  <a:close/>
                  <a:moveTo>
                    <a:pt x="122200" y="60668"/>
                  </a:moveTo>
                  <a:lnTo>
                    <a:pt x="114967" y="60668"/>
                  </a:lnTo>
                  <a:lnTo>
                    <a:pt x="114967" y="67895"/>
                  </a:lnTo>
                  <a:lnTo>
                    <a:pt x="42206" y="67895"/>
                  </a:lnTo>
                  <a:lnTo>
                    <a:pt x="42206" y="60668"/>
                  </a:lnTo>
                  <a:lnTo>
                    <a:pt x="34973" y="60668"/>
                  </a:lnTo>
                  <a:lnTo>
                    <a:pt x="34973" y="92552"/>
                  </a:lnTo>
                  <a:lnTo>
                    <a:pt x="42206" y="92552"/>
                  </a:lnTo>
                  <a:lnTo>
                    <a:pt x="42206" y="85325"/>
                  </a:lnTo>
                  <a:lnTo>
                    <a:pt x="114967" y="85325"/>
                  </a:lnTo>
                  <a:lnTo>
                    <a:pt x="114967" y="92552"/>
                  </a:lnTo>
                  <a:lnTo>
                    <a:pt x="122200" y="92552"/>
                  </a:lnTo>
                  <a:lnTo>
                    <a:pt x="122200" y="60668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E156AD34-D64D-9A4E-D389-55E689D6D204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1780911" y="4893374"/>
              <a:ext cx="70511" cy="303661"/>
            </a:xfrm>
            <a:custGeom>
              <a:avLst/>
              <a:gdLst>
                <a:gd name="csX0" fmla="*/ 70814 w 70511"/>
                <a:gd name="csY0" fmla="*/ 151915 h 303661"/>
                <a:gd name="csX1" fmla="*/ 50755 w 70511"/>
                <a:gd name="csY1" fmla="*/ 57173 h 303661"/>
                <a:gd name="csX2" fmla="*/ 3342 w 70511"/>
                <a:gd name="csY2" fmla="*/ 85 h 303661"/>
                <a:gd name="csX3" fmla="*/ 302 w 70511"/>
                <a:gd name="csY3" fmla="*/ 3121 h 303661"/>
                <a:gd name="csX4" fmla="*/ 6077 w 70511"/>
                <a:gd name="csY4" fmla="*/ 10106 h 303661"/>
                <a:gd name="csX5" fmla="*/ 53186 w 70511"/>
                <a:gd name="csY5" fmla="*/ 151915 h 303661"/>
                <a:gd name="csX6" fmla="*/ 4253 w 70511"/>
                <a:gd name="csY6" fmla="*/ 295547 h 303661"/>
                <a:gd name="csX7" fmla="*/ 302 w 70511"/>
                <a:gd name="csY7" fmla="*/ 300709 h 303661"/>
                <a:gd name="csX8" fmla="*/ 3342 w 70511"/>
                <a:gd name="csY8" fmla="*/ 303746 h 303661"/>
                <a:gd name="csX9" fmla="*/ 51666 w 70511"/>
                <a:gd name="csY9" fmla="*/ 244532 h 303661"/>
                <a:gd name="csX10" fmla="*/ 70814 w 70511"/>
                <a:gd name="csY10" fmla="*/ 15191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11" h="303661">
                  <a:moveTo>
                    <a:pt x="70814" y="151915"/>
                  </a:moveTo>
                  <a:cubicBezTo>
                    <a:pt x="70814" y="128230"/>
                    <a:pt x="67471" y="91487"/>
                    <a:pt x="50755" y="57173"/>
                  </a:cubicBezTo>
                  <a:cubicBezTo>
                    <a:pt x="32519" y="19823"/>
                    <a:pt x="6381" y="85"/>
                    <a:pt x="3342" y="85"/>
                  </a:cubicBezTo>
                  <a:cubicBezTo>
                    <a:pt x="1518" y="85"/>
                    <a:pt x="302" y="1299"/>
                    <a:pt x="302" y="3121"/>
                  </a:cubicBezTo>
                  <a:cubicBezTo>
                    <a:pt x="302" y="4032"/>
                    <a:pt x="302" y="4640"/>
                    <a:pt x="6077" y="10106"/>
                  </a:cubicBezTo>
                  <a:cubicBezTo>
                    <a:pt x="35862" y="40168"/>
                    <a:pt x="53186" y="88450"/>
                    <a:pt x="53186" y="151915"/>
                  </a:cubicBezTo>
                  <a:cubicBezTo>
                    <a:pt x="53186" y="203841"/>
                    <a:pt x="41941" y="257286"/>
                    <a:pt x="4253" y="295547"/>
                  </a:cubicBezTo>
                  <a:cubicBezTo>
                    <a:pt x="302" y="299191"/>
                    <a:pt x="302" y="299798"/>
                    <a:pt x="302" y="300709"/>
                  </a:cubicBezTo>
                  <a:cubicBezTo>
                    <a:pt x="302" y="302531"/>
                    <a:pt x="1518" y="303746"/>
                    <a:pt x="3342" y="303746"/>
                  </a:cubicBezTo>
                  <a:cubicBezTo>
                    <a:pt x="6381" y="303746"/>
                    <a:pt x="33735" y="283097"/>
                    <a:pt x="51666" y="244532"/>
                  </a:cubicBezTo>
                  <a:cubicBezTo>
                    <a:pt x="67167" y="211129"/>
                    <a:pt x="70814" y="177423"/>
                    <a:pt x="70814" y="151915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49D938CE-31E1-D003-E367-0A5A2CF124A8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1966340" y="4944086"/>
              <a:ext cx="202112" cy="202238"/>
            </a:xfrm>
            <a:custGeom>
              <a:avLst/>
              <a:gdLst>
                <a:gd name="csX0" fmla="*/ 107595 w 202112"/>
                <a:gd name="csY0" fmla="*/ 107277 h 202238"/>
                <a:gd name="csX1" fmla="*/ 192391 w 202112"/>
                <a:gd name="csY1" fmla="*/ 107277 h 202238"/>
                <a:gd name="csX2" fmla="*/ 202421 w 202112"/>
                <a:gd name="csY2" fmla="*/ 101204 h 202238"/>
                <a:gd name="csX3" fmla="*/ 192391 w 202112"/>
                <a:gd name="csY3" fmla="*/ 95131 h 202238"/>
                <a:gd name="csX4" fmla="*/ 107595 w 202112"/>
                <a:gd name="csY4" fmla="*/ 95131 h 202238"/>
                <a:gd name="csX5" fmla="*/ 107595 w 202112"/>
                <a:gd name="csY5" fmla="*/ 10105 h 202238"/>
                <a:gd name="csX6" fmla="*/ 101517 w 202112"/>
                <a:gd name="csY6" fmla="*/ 85 h 202238"/>
                <a:gd name="csX7" fmla="*/ 95438 w 202112"/>
                <a:gd name="csY7" fmla="*/ 10105 h 202238"/>
                <a:gd name="csX8" fmla="*/ 95438 w 202112"/>
                <a:gd name="csY8" fmla="*/ 95131 h 202238"/>
                <a:gd name="csX9" fmla="*/ 10338 w 202112"/>
                <a:gd name="csY9" fmla="*/ 95131 h 202238"/>
                <a:gd name="csX10" fmla="*/ 308 w 202112"/>
                <a:gd name="csY10" fmla="*/ 101204 h 202238"/>
                <a:gd name="csX11" fmla="*/ 10338 w 202112"/>
                <a:gd name="csY11" fmla="*/ 107277 h 202238"/>
                <a:gd name="csX12" fmla="*/ 95438 w 202112"/>
                <a:gd name="csY12" fmla="*/ 107277 h 202238"/>
                <a:gd name="csX13" fmla="*/ 95438 w 202112"/>
                <a:gd name="csY13" fmla="*/ 192302 h 202238"/>
                <a:gd name="csX14" fmla="*/ 101517 w 202112"/>
                <a:gd name="csY14" fmla="*/ 202323 h 202238"/>
                <a:gd name="csX15" fmla="*/ 107595 w 202112"/>
                <a:gd name="csY15" fmla="*/ 192302 h 202238"/>
                <a:gd name="csX16" fmla="*/ 107595 w 202112"/>
                <a:gd name="csY16" fmla="*/ 107277 h 2022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02112" h="202238">
                  <a:moveTo>
                    <a:pt x="107595" y="107277"/>
                  </a:moveTo>
                  <a:lnTo>
                    <a:pt x="192391" y="107277"/>
                  </a:lnTo>
                  <a:cubicBezTo>
                    <a:pt x="196646" y="107277"/>
                    <a:pt x="202421" y="107277"/>
                    <a:pt x="202421" y="101204"/>
                  </a:cubicBezTo>
                  <a:cubicBezTo>
                    <a:pt x="202421" y="95131"/>
                    <a:pt x="196646" y="95131"/>
                    <a:pt x="192391" y="95131"/>
                  </a:cubicBezTo>
                  <a:lnTo>
                    <a:pt x="107595" y="95131"/>
                  </a:lnTo>
                  <a:lnTo>
                    <a:pt x="107595" y="10105"/>
                  </a:lnTo>
                  <a:cubicBezTo>
                    <a:pt x="107595" y="5854"/>
                    <a:pt x="107595" y="85"/>
                    <a:pt x="101517" y="85"/>
                  </a:cubicBezTo>
                  <a:cubicBezTo>
                    <a:pt x="95438" y="85"/>
                    <a:pt x="95438" y="5854"/>
                    <a:pt x="95438" y="10105"/>
                  </a:cubicBezTo>
                  <a:lnTo>
                    <a:pt x="95438" y="95131"/>
                  </a:lnTo>
                  <a:lnTo>
                    <a:pt x="10338" y="95131"/>
                  </a:lnTo>
                  <a:cubicBezTo>
                    <a:pt x="6083" y="95131"/>
                    <a:pt x="308" y="95131"/>
                    <a:pt x="308" y="101204"/>
                  </a:cubicBezTo>
                  <a:cubicBezTo>
                    <a:pt x="308" y="107277"/>
                    <a:pt x="6083" y="107277"/>
                    <a:pt x="10338" y="107277"/>
                  </a:cubicBezTo>
                  <a:lnTo>
                    <a:pt x="95438" y="107277"/>
                  </a:lnTo>
                  <a:lnTo>
                    <a:pt x="95438" y="192302"/>
                  </a:lnTo>
                  <a:cubicBezTo>
                    <a:pt x="95438" y="196554"/>
                    <a:pt x="95438" y="202323"/>
                    <a:pt x="101517" y="202323"/>
                  </a:cubicBezTo>
                  <a:cubicBezTo>
                    <a:pt x="107595" y="202323"/>
                    <a:pt x="107595" y="196554"/>
                    <a:pt x="107595" y="192302"/>
                  </a:cubicBezTo>
                  <a:lnTo>
                    <a:pt x="107595" y="107277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690B7D58-57B2-A27E-EB33-ED9E8A9C82EE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2267229" y="4970808"/>
              <a:ext cx="120486" cy="153045"/>
            </a:xfrm>
            <a:custGeom>
              <a:avLst/>
              <a:gdLst>
                <a:gd name="csX0" fmla="*/ 72046 w 120486"/>
                <a:gd name="csY0" fmla="*/ 153130 h 153045"/>
                <a:gd name="csX1" fmla="*/ 94536 w 120486"/>
                <a:gd name="csY1" fmla="*/ 149790 h 153045"/>
                <a:gd name="csX2" fmla="*/ 115811 w 120486"/>
                <a:gd name="csY2" fmla="*/ 138251 h 153045"/>
                <a:gd name="csX3" fmla="*/ 120066 w 120486"/>
                <a:gd name="csY3" fmla="*/ 129444 h 153045"/>
                <a:gd name="csX4" fmla="*/ 115507 w 120486"/>
                <a:gd name="csY4" fmla="*/ 121246 h 153045"/>
                <a:gd name="csX5" fmla="*/ 105478 w 120486"/>
                <a:gd name="csY5" fmla="*/ 122157 h 153045"/>
                <a:gd name="csX6" fmla="*/ 89066 w 120486"/>
                <a:gd name="csY6" fmla="*/ 130659 h 153045"/>
                <a:gd name="csX7" fmla="*/ 73565 w 120486"/>
                <a:gd name="csY7" fmla="*/ 133088 h 153045"/>
                <a:gd name="csX8" fmla="*/ 38006 w 120486"/>
                <a:gd name="csY8" fmla="*/ 117905 h 153045"/>
                <a:gd name="csX9" fmla="*/ 25544 w 120486"/>
                <a:gd name="csY9" fmla="*/ 76000 h 153045"/>
                <a:gd name="csX10" fmla="*/ 38006 w 120486"/>
                <a:gd name="csY10" fmla="*/ 34702 h 153045"/>
                <a:gd name="csX11" fmla="*/ 73565 w 120486"/>
                <a:gd name="csY11" fmla="*/ 20126 h 153045"/>
                <a:gd name="csX12" fmla="*/ 89066 w 120486"/>
                <a:gd name="csY12" fmla="*/ 22556 h 153045"/>
                <a:gd name="csX13" fmla="*/ 105478 w 120486"/>
                <a:gd name="csY13" fmla="*/ 31058 h 153045"/>
                <a:gd name="csX14" fmla="*/ 115507 w 120486"/>
                <a:gd name="csY14" fmla="*/ 32273 h 153045"/>
                <a:gd name="csX15" fmla="*/ 120674 w 120486"/>
                <a:gd name="csY15" fmla="*/ 24074 h 153045"/>
                <a:gd name="csX16" fmla="*/ 116419 w 120486"/>
                <a:gd name="csY16" fmla="*/ 14964 h 153045"/>
                <a:gd name="csX17" fmla="*/ 94840 w 120486"/>
                <a:gd name="csY17" fmla="*/ 3729 h 153045"/>
                <a:gd name="csX18" fmla="*/ 72046 w 120486"/>
                <a:gd name="csY18" fmla="*/ 85 h 153045"/>
                <a:gd name="csX19" fmla="*/ 19466 w 120486"/>
                <a:gd name="csY19" fmla="*/ 20430 h 153045"/>
                <a:gd name="csX20" fmla="*/ 318 w 120486"/>
                <a:gd name="csY20" fmla="*/ 75696 h 153045"/>
                <a:gd name="csX21" fmla="*/ 8828 w 120486"/>
                <a:gd name="csY21" fmla="*/ 116691 h 153045"/>
                <a:gd name="csX22" fmla="*/ 33751 w 120486"/>
                <a:gd name="csY22" fmla="*/ 143716 h 153045"/>
                <a:gd name="csX23" fmla="*/ 72046 w 120486"/>
                <a:gd name="csY23" fmla="*/ 15313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20486" h="153045">
                  <a:moveTo>
                    <a:pt x="72046" y="153130"/>
                  </a:moveTo>
                  <a:cubicBezTo>
                    <a:pt x="79340" y="153130"/>
                    <a:pt x="86634" y="152219"/>
                    <a:pt x="94536" y="149790"/>
                  </a:cubicBezTo>
                  <a:cubicBezTo>
                    <a:pt x="102134" y="147360"/>
                    <a:pt x="109125" y="143716"/>
                    <a:pt x="115811" y="138251"/>
                  </a:cubicBezTo>
                  <a:cubicBezTo>
                    <a:pt x="118851" y="136125"/>
                    <a:pt x="120370" y="133088"/>
                    <a:pt x="120066" y="129444"/>
                  </a:cubicBezTo>
                  <a:cubicBezTo>
                    <a:pt x="119762" y="125800"/>
                    <a:pt x="118243" y="123067"/>
                    <a:pt x="115507" y="121246"/>
                  </a:cubicBezTo>
                  <a:cubicBezTo>
                    <a:pt x="112468" y="119424"/>
                    <a:pt x="109125" y="119727"/>
                    <a:pt x="105478" y="122157"/>
                  </a:cubicBezTo>
                  <a:cubicBezTo>
                    <a:pt x="100007" y="126408"/>
                    <a:pt x="94536" y="129141"/>
                    <a:pt x="89066" y="130659"/>
                  </a:cubicBezTo>
                  <a:cubicBezTo>
                    <a:pt x="83595" y="132481"/>
                    <a:pt x="78428" y="133088"/>
                    <a:pt x="73565" y="133088"/>
                  </a:cubicBezTo>
                  <a:cubicBezTo>
                    <a:pt x="58065" y="133088"/>
                    <a:pt x="46212" y="128230"/>
                    <a:pt x="38006" y="117905"/>
                  </a:cubicBezTo>
                  <a:cubicBezTo>
                    <a:pt x="29496" y="107581"/>
                    <a:pt x="25544" y="93612"/>
                    <a:pt x="25544" y="76000"/>
                  </a:cubicBezTo>
                  <a:cubicBezTo>
                    <a:pt x="25544" y="58084"/>
                    <a:pt x="29496" y="44419"/>
                    <a:pt x="38006" y="34702"/>
                  </a:cubicBezTo>
                  <a:cubicBezTo>
                    <a:pt x="46212" y="24985"/>
                    <a:pt x="58065" y="20126"/>
                    <a:pt x="73565" y="20126"/>
                  </a:cubicBezTo>
                  <a:cubicBezTo>
                    <a:pt x="78428" y="20126"/>
                    <a:pt x="83595" y="21037"/>
                    <a:pt x="89066" y="22556"/>
                  </a:cubicBezTo>
                  <a:cubicBezTo>
                    <a:pt x="94536" y="24378"/>
                    <a:pt x="100007" y="27111"/>
                    <a:pt x="105478" y="31058"/>
                  </a:cubicBezTo>
                  <a:cubicBezTo>
                    <a:pt x="109125" y="33791"/>
                    <a:pt x="112468" y="34095"/>
                    <a:pt x="115507" y="32273"/>
                  </a:cubicBezTo>
                  <a:cubicBezTo>
                    <a:pt x="118547" y="30451"/>
                    <a:pt x="120066" y="27718"/>
                    <a:pt x="120674" y="24074"/>
                  </a:cubicBezTo>
                  <a:cubicBezTo>
                    <a:pt x="121282" y="20430"/>
                    <a:pt x="119762" y="17393"/>
                    <a:pt x="116419" y="14964"/>
                  </a:cubicBezTo>
                  <a:cubicBezTo>
                    <a:pt x="109733" y="9802"/>
                    <a:pt x="102742" y="6158"/>
                    <a:pt x="94840" y="3729"/>
                  </a:cubicBezTo>
                  <a:cubicBezTo>
                    <a:pt x="86938" y="1299"/>
                    <a:pt x="79340" y="85"/>
                    <a:pt x="72046" y="85"/>
                  </a:cubicBezTo>
                  <a:cubicBezTo>
                    <a:pt x="49555" y="85"/>
                    <a:pt x="32231" y="7069"/>
                    <a:pt x="19466" y="20430"/>
                  </a:cubicBezTo>
                  <a:cubicBezTo>
                    <a:pt x="6701" y="33791"/>
                    <a:pt x="318" y="52314"/>
                    <a:pt x="318" y="75696"/>
                  </a:cubicBezTo>
                  <a:cubicBezTo>
                    <a:pt x="318" y="91487"/>
                    <a:pt x="3054" y="105152"/>
                    <a:pt x="8828" y="116691"/>
                  </a:cubicBezTo>
                  <a:cubicBezTo>
                    <a:pt x="14603" y="128230"/>
                    <a:pt x="22809" y="137340"/>
                    <a:pt x="33751" y="143716"/>
                  </a:cubicBezTo>
                  <a:cubicBezTo>
                    <a:pt x="44388" y="150093"/>
                    <a:pt x="57153" y="153130"/>
                    <a:pt x="72046" y="15313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1F81ACD1-8B49-495D-5363-77D7F8418B2E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2404908" y="4970808"/>
              <a:ext cx="141022" cy="153045"/>
            </a:xfrm>
            <a:custGeom>
              <a:avLst/>
              <a:gdLst>
                <a:gd name="csX0" fmla="*/ 70834 w 141022"/>
                <a:gd name="csY0" fmla="*/ 153130 h 153045"/>
                <a:gd name="csX1" fmla="*/ 107914 w 141022"/>
                <a:gd name="csY1" fmla="*/ 143716 h 153045"/>
                <a:gd name="csX2" fmla="*/ 132532 w 141022"/>
                <a:gd name="csY2" fmla="*/ 117298 h 153045"/>
                <a:gd name="csX3" fmla="*/ 141346 w 141022"/>
                <a:gd name="csY3" fmla="*/ 76607 h 153045"/>
                <a:gd name="csX4" fmla="*/ 132532 w 141022"/>
                <a:gd name="csY4" fmla="*/ 36220 h 153045"/>
                <a:gd name="csX5" fmla="*/ 107914 w 141022"/>
                <a:gd name="csY5" fmla="*/ 9498 h 153045"/>
                <a:gd name="csX6" fmla="*/ 70834 w 141022"/>
                <a:gd name="csY6" fmla="*/ 85 h 153045"/>
                <a:gd name="csX7" fmla="*/ 33451 w 141022"/>
                <a:gd name="csY7" fmla="*/ 9498 h 153045"/>
                <a:gd name="csX8" fmla="*/ 8833 w 141022"/>
                <a:gd name="csY8" fmla="*/ 36220 h 153045"/>
                <a:gd name="csX9" fmla="*/ 323 w 141022"/>
                <a:gd name="csY9" fmla="*/ 76607 h 153045"/>
                <a:gd name="csX10" fmla="*/ 8833 w 141022"/>
                <a:gd name="csY10" fmla="*/ 117298 h 153045"/>
                <a:gd name="csX11" fmla="*/ 33451 w 141022"/>
                <a:gd name="csY11" fmla="*/ 143716 h 153045"/>
                <a:gd name="csX12" fmla="*/ 70834 w 141022"/>
                <a:gd name="csY12" fmla="*/ 153130 h 153045"/>
                <a:gd name="csX13" fmla="*/ 70834 w 141022"/>
                <a:gd name="csY13" fmla="*/ 133392 h 153045"/>
                <a:gd name="csX14" fmla="*/ 37402 w 141022"/>
                <a:gd name="csY14" fmla="*/ 118816 h 153045"/>
                <a:gd name="csX15" fmla="*/ 25245 w 141022"/>
                <a:gd name="csY15" fmla="*/ 76607 h 153045"/>
                <a:gd name="csX16" fmla="*/ 37402 w 141022"/>
                <a:gd name="csY16" fmla="*/ 34398 h 153045"/>
                <a:gd name="csX17" fmla="*/ 70834 w 141022"/>
                <a:gd name="csY17" fmla="*/ 19823 h 153045"/>
                <a:gd name="csX18" fmla="*/ 103963 w 141022"/>
                <a:gd name="csY18" fmla="*/ 34398 h 153045"/>
                <a:gd name="csX19" fmla="*/ 116424 w 141022"/>
                <a:gd name="csY19" fmla="*/ 76607 h 153045"/>
                <a:gd name="csX20" fmla="*/ 103963 w 141022"/>
                <a:gd name="csY20" fmla="*/ 118816 h 153045"/>
                <a:gd name="csX21" fmla="*/ 70834 w 141022"/>
                <a:gd name="csY21" fmla="*/ 133392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1022" h="153045">
                  <a:moveTo>
                    <a:pt x="70834" y="153130"/>
                  </a:moveTo>
                  <a:cubicBezTo>
                    <a:pt x="84815" y="153130"/>
                    <a:pt x="97276" y="150093"/>
                    <a:pt x="107914" y="143716"/>
                  </a:cubicBezTo>
                  <a:cubicBezTo>
                    <a:pt x="118551" y="137643"/>
                    <a:pt x="126757" y="128837"/>
                    <a:pt x="132532" y="117298"/>
                  </a:cubicBezTo>
                  <a:cubicBezTo>
                    <a:pt x="138306" y="105759"/>
                    <a:pt x="141346" y="92398"/>
                    <a:pt x="141346" y="76607"/>
                  </a:cubicBezTo>
                  <a:cubicBezTo>
                    <a:pt x="141346" y="61121"/>
                    <a:pt x="138306" y="47760"/>
                    <a:pt x="132532" y="36220"/>
                  </a:cubicBezTo>
                  <a:cubicBezTo>
                    <a:pt x="126757" y="24681"/>
                    <a:pt x="118551" y="15875"/>
                    <a:pt x="107914" y="9498"/>
                  </a:cubicBezTo>
                  <a:cubicBezTo>
                    <a:pt x="97276" y="3425"/>
                    <a:pt x="84815" y="85"/>
                    <a:pt x="70834" y="85"/>
                  </a:cubicBezTo>
                  <a:cubicBezTo>
                    <a:pt x="56246" y="85"/>
                    <a:pt x="43785" y="3425"/>
                    <a:pt x="33451" y="9498"/>
                  </a:cubicBezTo>
                  <a:cubicBezTo>
                    <a:pt x="22814" y="15875"/>
                    <a:pt x="14608" y="24681"/>
                    <a:pt x="8833" y="36220"/>
                  </a:cubicBezTo>
                  <a:cubicBezTo>
                    <a:pt x="3058" y="47759"/>
                    <a:pt x="323" y="61121"/>
                    <a:pt x="323" y="76607"/>
                  </a:cubicBezTo>
                  <a:cubicBezTo>
                    <a:pt x="323" y="92398"/>
                    <a:pt x="3058" y="105759"/>
                    <a:pt x="8833" y="117298"/>
                  </a:cubicBezTo>
                  <a:cubicBezTo>
                    <a:pt x="14608" y="128837"/>
                    <a:pt x="22814" y="137643"/>
                    <a:pt x="33451" y="143716"/>
                  </a:cubicBezTo>
                  <a:cubicBezTo>
                    <a:pt x="43785" y="150093"/>
                    <a:pt x="56246" y="153130"/>
                    <a:pt x="70834" y="153130"/>
                  </a:cubicBezTo>
                  <a:close/>
                  <a:moveTo>
                    <a:pt x="70834" y="133392"/>
                  </a:moveTo>
                  <a:cubicBezTo>
                    <a:pt x="56854" y="133392"/>
                    <a:pt x="45608" y="128533"/>
                    <a:pt x="37402" y="118816"/>
                  </a:cubicBezTo>
                  <a:cubicBezTo>
                    <a:pt x="29196" y="109099"/>
                    <a:pt x="25245" y="94827"/>
                    <a:pt x="25245" y="76607"/>
                  </a:cubicBezTo>
                  <a:cubicBezTo>
                    <a:pt x="25245" y="58388"/>
                    <a:pt x="29196" y="44116"/>
                    <a:pt x="37402" y="34398"/>
                  </a:cubicBezTo>
                  <a:cubicBezTo>
                    <a:pt x="45608" y="24681"/>
                    <a:pt x="56854" y="19823"/>
                    <a:pt x="70834" y="19823"/>
                  </a:cubicBezTo>
                  <a:cubicBezTo>
                    <a:pt x="84511" y="19823"/>
                    <a:pt x="95453" y="24681"/>
                    <a:pt x="103963" y="34398"/>
                  </a:cubicBezTo>
                  <a:cubicBezTo>
                    <a:pt x="112169" y="44116"/>
                    <a:pt x="116424" y="58388"/>
                    <a:pt x="116424" y="76607"/>
                  </a:cubicBezTo>
                  <a:cubicBezTo>
                    <a:pt x="116424" y="94827"/>
                    <a:pt x="112169" y="109099"/>
                    <a:pt x="103963" y="118816"/>
                  </a:cubicBezTo>
                  <a:cubicBezTo>
                    <a:pt x="95453" y="128533"/>
                    <a:pt x="84511" y="133392"/>
                    <a:pt x="70834" y="133392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27C87144-2F6A-3FC9-F4E2-573096CFA2D3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2574197" y="4970808"/>
              <a:ext cx="117620" cy="153045"/>
            </a:xfrm>
            <a:custGeom>
              <a:avLst/>
              <a:gdLst>
                <a:gd name="csX0" fmla="*/ 58987 w 117620"/>
                <a:gd name="csY0" fmla="*/ 153130 h 153045"/>
                <a:gd name="csX1" fmla="*/ 101841 w 117620"/>
                <a:gd name="csY1" fmla="*/ 141591 h 153045"/>
                <a:gd name="csX2" fmla="*/ 117949 w 117620"/>
                <a:gd name="csY2" fmla="*/ 109403 h 153045"/>
                <a:gd name="csX3" fmla="*/ 107919 w 117620"/>
                <a:gd name="csY3" fmla="*/ 84503 h 153045"/>
                <a:gd name="csX4" fmla="*/ 78438 w 117620"/>
                <a:gd name="csY4" fmla="*/ 70838 h 153045"/>
                <a:gd name="csX5" fmla="*/ 50781 w 117620"/>
                <a:gd name="csY5" fmla="*/ 65068 h 153045"/>
                <a:gd name="csX6" fmla="*/ 28290 w 117620"/>
                <a:gd name="csY6" fmla="*/ 43205 h 153045"/>
                <a:gd name="csX7" fmla="*/ 37104 w 117620"/>
                <a:gd name="csY7" fmla="*/ 25592 h 153045"/>
                <a:gd name="csX8" fmla="*/ 62938 w 117620"/>
                <a:gd name="csY8" fmla="*/ 18912 h 153045"/>
                <a:gd name="csX9" fmla="*/ 81477 w 117620"/>
                <a:gd name="csY9" fmla="*/ 21948 h 153045"/>
                <a:gd name="csX10" fmla="*/ 100017 w 117620"/>
                <a:gd name="csY10" fmla="*/ 30754 h 153045"/>
                <a:gd name="csX11" fmla="*/ 109743 w 117620"/>
                <a:gd name="csY11" fmla="*/ 31665 h 153045"/>
                <a:gd name="csX12" fmla="*/ 114606 w 117620"/>
                <a:gd name="csY12" fmla="*/ 23467 h 153045"/>
                <a:gd name="csX13" fmla="*/ 110047 w 117620"/>
                <a:gd name="csY13" fmla="*/ 14660 h 153045"/>
                <a:gd name="csX14" fmla="*/ 88164 w 117620"/>
                <a:gd name="csY14" fmla="*/ 3729 h 153045"/>
                <a:gd name="csX15" fmla="*/ 62938 w 117620"/>
                <a:gd name="csY15" fmla="*/ 85 h 153045"/>
                <a:gd name="csX16" fmla="*/ 20996 w 117620"/>
                <a:gd name="csY16" fmla="*/ 12231 h 153045"/>
                <a:gd name="csX17" fmla="*/ 5191 w 117620"/>
                <a:gd name="csY17" fmla="*/ 44419 h 153045"/>
                <a:gd name="csX18" fmla="*/ 42878 w 117620"/>
                <a:gd name="csY18" fmla="*/ 83288 h 153045"/>
                <a:gd name="csX19" fmla="*/ 70536 w 117620"/>
                <a:gd name="csY19" fmla="*/ 89361 h 153045"/>
                <a:gd name="csX20" fmla="*/ 88772 w 117620"/>
                <a:gd name="csY20" fmla="*/ 97256 h 153045"/>
                <a:gd name="csX21" fmla="*/ 94546 w 117620"/>
                <a:gd name="csY21" fmla="*/ 110617 h 153045"/>
                <a:gd name="csX22" fmla="*/ 85732 w 117620"/>
                <a:gd name="csY22" fmla="*/ 127926 h 153045"/>
                <a:gd name="csX23" fmla="*/ 59595 w 117620"/>
                <a:gd name="csY23" fmla="*/ 134303 h 153045"/>
                <a:gd name="csX24" fmla="*/ 37408 w 117620"/>
                <a:gd name="csY24" fmla="*/ 131570 h 153045"/>
                <a:gd name="csX25" fmla="*/ 14613 w 117620"/>
                <a:gd name="csY25" fmla="*/ 121246 h 153045"/>
                <a:gd name="csX26" fmla="*/ 4583 w 117620"/>
                <a:gd name="csY26" fmla="*/ 121246 h 153045"/>
                <a:gd name="csX27" fmla="*/ 328 w 117620"/>
                <a:gd name="csY27" fmla="*/ 129748 h 153045"/>
                <a:gd name="csX28" fmla="*/ 5799 w 117620"/>
                <a:gd name="csY28" fmla="*/ 138251 h 153045"/>
                <a:gd name="csX29" fmla="*/ 31329 w 117620"/>
                <a:gd name="csY29" fmla="*/ 149790 h 153045"/>
                <a:gd name="csX30" fmla="*/ 58987 w 117620"/>
                <a:gd name="csY30" fmla="*/ 15313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7620" h="153045">
                  <a:moveTo>
                    <a:pt x="58987" y="153130"/>
                  </a:moveTo>
                  <a:cubicBezTo>
                    <a:pt x="76615" y="153130"/>
                    <a:pt x="90899" y="149486"/>
                    <a:pt x="101841" y="141591"/>
                  </a:cubicBezTo>
                  <a:cubicBezTo>
                    <a:pt x="112478" y="133696"/>
                    <a:pt x="117949" y="123067"/>
                    <a:pt x="117949" y="109403"/>
                  </a:cubicBezTo>
                  <a:cubicBezTo>
                    <a:pt x="117949" y="99078"/>
                    <a:pt x="114606" y="90576"/>
                    <a:pt x="107919" y="84503"/>
                  </a:cubicBezTo>
                  <a:cubicBezTo>
                    <a:pt x="101233" y="78429"/>
                    <a:pt x="91203" y="73874"/>
                    <a:pt x="78438" y="70838"/>
                  </a:cubicBezTo>
                  <a:lnTo>
                    <a:pt x="50781" y="65068"/>
                  </a:lnTo>
                  <a:cubicBezTo>
                    <a:pt x="35584" y="62032"/>
                    <a:pt x="28290" y="54744"/>
                    <a:pt x="28290" y="43205"/>
                  </a:cubicBezTo>
                  <a:cubicBezTo>
                    <a:pt x="28290" y="35917"/>
                    <a:pt x="31025" y="30147"/>
                    <a:pt x="37104" y="25592"/>
                  </a:cubicBezTo>
                  <a:cubicBezTo>
                    <a:pt x="42878" y="21341"/>
                    <a:pt x="51388" y="18912"/>
                    <a:pt x="62938" y="18912"/>
                  </a:cubicBezTo>
                  <a:cubicBezTo>
                    <a:pt x="69016" y="18912"/>
                    <a:pt x="75095" y="20126"/>
                    <a:pt x="81477" y="21948"/>
                  </a:cubicBezTo>
                  <a:cubicBezTo>
                    <a:pt x="87556" y="23770"/>
                    <a:pt x="93938" y="26807"/>
                    <a:pt x="100017" y="30754"/>
                  </a:cubicBezTo>
                  <a:cubicBezTo>
                    <a:pt x="103664" y="33184"/>
                    <a:pt x="107007" y="33487"/>
                    <a:pt x="109743" y="31665"/>
                  </a:cubicBezTo>
                  <a:cubicBezTo>
                    <a:pt x="112478" y="29843"/>
                    <a:pt x="113998" y="27111"/>
                    <a:pt x="114606" y="23467"/>
                  </a:cubicBezTo>
                  <a:cubicBezTo>
                    <a:pt x="114910" y="20126"/>
                    <a:pt x="113390" y="17090"/>
                    <a:pt x="110047" y="14660"/>
                  </a:cubicBezTo>
                  <a:cubicBezTo>
                    <a:pt x="103360" y="9802"/>
                    <a:pt x="96066" y="6158"/>
                    <a:pt x="88164" y="3729"/>
                  </a:cubicBezTo>
                  <a:cubicBezTo>
                    <a:pt x="79958" y="1299"/>
                    <a:pt x="71448" y="85"/>
                    <a:pt x="62938" y="85"/>
                  </a:cubicBezTo>
                  <a:cubicBezTo>
                    <a:pt x="45614" y="85"/>
                    <a:pt x="31633" y="4336"/>
                    <a:pt x="20996" y="12231"/>
                  </a:cubicBezTo>
                  <a:cubicBezTo>
                    <a:pt x="10358" y="20430"/>
                    <a:pt x="5191" y="31058"/>
                    <a:pt x="5191" y="44419"/>
                  </a:cubicBezTo>
                  <a:cubicBezTo>
                    <a:pt x="5191" y="65068"/>
                    <a:pt x="17652" y="77822"/>
                    <a:pt x="42878" y="83288"/>
                  </a:cubicBezTo>
                  <a:lnTo>
                    <a:pt x="70536" y="89361"/>
                  </a:lnTo>
                  <a:cubicBezTo>
                    <a:pt x="78742" y="91183"/>
                    <a:pt x="84821" y="93916"/>
                    <a:pt x="88772" y="97256"/>
                  </a:cubicBezTo>
                  <a:cubicBezTo>
                    <a:pt x="92419" y="100597"/>
                    <a:pt x="94546" y="105152"/>
                    <a:pt x="94546" y="110617"/>
                  </a:cubicBezTo>
                  <a:cubicBezTo>
                    <a:pt x="94546" y="117905"/>
                    <a:pt x="91507" y="123675"/>
                    <a:pt x="85732" y="127926"/>
                  </a:cubicBezTo>
                  <a:cubicBezTo>
                    <a:pt x="79654" y="132177"/>
                    <a:pt x="71144" y="134303"/>
                    <a:pt x="59595" y="134303"/>
                  </a:cubicBezTo>
                  <a:cubicBezTo>
                    <a:pt x="52300" y="134303"/>
                    <a:pt x="44702" y="133392"/>
                    <a:pt x="37408" y="131570"/>
                  </a:cubicBezTo>
                  <a:cubicBezTo>
                    <a:pt x="30113" y="129748"/>
                    <a:pt x="22515" y="126104"/>
                    <a:pt x="14613" y="121246"/>
                  </a:cubicBezTo>
                  <a:cubicBezTo>
                    <a:pt x="10358" y="119424"/>
                    <a:pt x="7015" y="119424"/>
                    <a:pt x="4583" y="121246"/>
                  </a:cubicBezTo>
                  <a:cubicBezTo>
                    <a:pt x="1848" y="123371"/>
                    <a:pt x="328" y="126104"/>
                    <a:pt x="328" y="129748"/>
                  </a:cubicBezTo>
                  <a:cubicBezTo>
                    <a:pt x="328" y="133392"/>
                    <a:pt x="2152" y="136125"/>
                    <a:pt x="5799" y="138251"/>
                  </a:cubicBezTo>
                  <a:cubicBezTo>
                    <a:pt x="13701" y="143716"/>
                    <a:pt x="22211" y="147360"/>
                    <a:pt x="31329" y="149790"/>
                  </a:cubicBezTo>
                  <a:cubicBezTo>
                    <a:pt x="40447" y="152219"/>
                    <a:pt x="49869" y="153130"/>
                    <a:pt x="58987" y="15313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63DCB77D-70B2-B764-FCD5-E26561601416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2736190" y="4893374"/>
              <a:ext cx="70511" cy="303661"/>
            </a:xfrm>
            <a:custGeom>
              <a:avLst/>
              <a:gdLst>
                <a:gd name="csX0" fmla="*/ 70845 w 70511"/>
                <a:gd name="csY0" fmla="*/ 300709 h 303661"/>
                <a:gd name="csX1" fmla="*/ 65678 w 70511"/>
                <a:gd name="csY1" fmla="*/ 294029 h 303661"/>
                <a:gd name="csX2" fmla="*/ 17961 w 70511"/>
                <a:gd name="csY2" fmla="*/ 151915 h 303661"/>
                <a:gd name="csX3" fmla="*/ 66894 w 70511"/>
                <a:gd name="csY3" fmla="*/ 8284 h 303661"/>
                <a:gd name="csX4" fmla="*/ 70845 w 70511"/>
                <a:gd name="csY4" fmla="*/ 3121 h 303661"/>
                <a:gd name="csX5" fmla="*/ 67805 w 70511"/>
                <a:gd name="csY5" fmla="*/ 85 h 303661"/>
                <a:gd name="csX6" fmla="*/ 19481 w 70511"/>
                <a:gd name="csY6" fmla="*/ 59299 h 303661"/>
                <a:gd name="csX7" fmla="*/ 333 w 70511"/>
                <a:gd name="csY7" fmla="*/ 151915 h 303661"/>
                <a:gd name="csX8" fmla="*/ 20393 w 70511"/>
                <a:gd name="csY8" fmla="*/ 246658 h 303661"/>
                <a:gd name="csX9" fmla="*/ 67805 w 70511"/>
                <a:gd name="csY9" fmla="*/ 303746 h 303661"/>
                <a:gd name="csX10" fmla="*/ 70845 w 70511"/>
                <a:gd name="csY10" fmla="*/ 30070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11" h="303661">
                  <a:moveTo>
                    <a:pt x="70845" y="300709"/>
                  </a:moveTo>
                  <a:cubicBezTo>
                    <a:pt x="70845" y="299798"/>
                    <a:pt x="70845" y="299191"/>
                    <a:pt x="65678" y="294029"/>
                  </a:cubicBezTo>
                  <a:cubicBezTo>
                    <a:pt x="27687" y="255767"/>
                    <a:pt x="17961" y="198376"/>
                    <a:pt x="17961" y="151915"/>
                  </a:cubicBezTo>
                  <a:cubicBezTo>
                    <a:pt x="17961" y="99078"/>
                    <a:pt x="29510" y="46241"/>
                    <a:pt x="66894" y="8284"/>
                  </a:cubicBezTo>
                  <a:cubicBezTo>
                    <a:pt x="70845" y="4640"/>
                    <a:pt x="70845" y="4032"/>
                    <a:pt x="70845" y="3121"/>
                  </a:cubicBezTo>
                  <a:cubicBezTo>
                    <a:pt x="70845" y="996"/>
                    <a:pt x="69629" y="85"/>
                    <a:pt x="67805" y="85"/>
                  </a:cubicBezTo>
                  <a:cubicBezTo>
                    <a:pt x="64766" y="85"/>
                    <a:pt x="37413" y="20734"/>
                    <a:pt x="19481" y="59299"/>
                  </a:cubicBezTo>
                  <a:cubicBezTo>
                    <a:pt x="3980" y="92701"/>
                    <a:pt x="333" y="126408"/>
                    <a:pt x="333" y="151915"/>
                  </a:cubicBezTo>
                  <a:cubicBezTo>
                    <a:pt x="333" y="175601"/>
                    <a:pt x="3676" y="212344"/>
                    <a:pt x="20393" y="246658"/>
                  </a:cubicBezTo>
                  <a:cubicBezTo>
                    <a:pt x="38628" y="284008"/>
                    <a:pt x="64766" y="303746"/>
                    <a:pt x="67805" y="303746"/>
                  </a:cubicBezTo>
                  <a:cubicBezTo>
                    <a:pt x="69629" y="303746"/>
                    <a:pt x="70845" y="302835"/>
                    <a:pt x="70845" y="30070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ED2D99-3D19-9529-6C8E-A54022AFE53F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2834630" y="4913720"/>
              <a:ext cx="140718" cy="207400"/>
            </a:xfrm>
            <a:custGeom>
              <a:avLst/>
              <a:gdLst>
                <a:gd name="csX0" fmla="*/ 103673 w 140718"/>
                <a:gd name="csY0" fmla="*/ 23467 h 207400"/>
                <a:gd name="csX1" fmla="*/ 131330 w 140718"/>
                <a:gd name="csY1" fmla="*/ 9498 h 207400"/>
                <a:gd name="csX2" fmla="*/ 141056 w 140718"/>
                <a:gd name="csY2" fmla="*/ 3729 h 207400"/>
                <a:gd name="csX3" fmla="*/ 136497 w 140718"/>
                <a:gd name="csY3" fmla="*/ 85 h 207400"/>
                <a:gd name="csX4" fmla="*/ 96379 w 140718"/>
                <a:gd name="csY4" fmla="*/ 996 h 207400"/>
                <a:gd name="csX5" fmla="*/ 55956 w 140718"/>
                <a:gd name="csY5" fmla="*/ 85 h 207400"/>
                <a:gd name="csX6" fmla="*/ 49877 w 140718"/>
                <a:gd name="csY6" fmla="*/ 6158 h 207400"/>
                <a:gd name="csX7" fmla="*/ 58387 w 140718"/>
                <a:gd name="csY7" fmla="*/ 9498 h 207400"/>
                <a:gd name="csX8" fmla="*/ 79359 w 140718"/>
                <a:gd name="csY8" fmla="*/ 15268 h 207400"/>
                <a:gd name="csX9" fmla="*/ 78751 w 140718"/>
                <a:gd name="csY9" fmla="*/ 20126 h 207400"/>
                <a:gd name="csX10" fmla="*/ 37720 w 140718"/>
                <a:gd name="csY10" fmla="*/ 183800 h 207400"/>
                <a:gd name="csX11" fmla="*/ 10063 w 140718"/>
                <a:gd name="csY11" fmla="*/ 198072 h 207400"/>
                <a:gd name="csX12" fmla="*/ 337 w 140718"/>
                <a:gd name="csY12" fmla="*/ 204145 h 207400"/>
                <a:gd name="csX13" fmla="*/ 4896 w 140718"/>
                <a:gd name="csY13" fmla="*/ 207485 h 207400"/>
                <a:gd name="csX14" fmla="*/ 44711 w 140718"/>
                <a:gd name="csY14" fmla="*/ 206574 h 207400"/>
                <a:gd name="csX15" fmla="*/ 85437 w 140718"/>
                <a:gd name="csY15" fmla="*/ 207485 h 207400"/>
                <a:gd name="csX16" fmla="*/ 91516 w 140718"/>
                <a:gd name="csY16" fmla="*/ 201716 h 207400"/>
                <a:gd name="csX17" fmla="*/ 82398 w 140718"/>
                <a:gd name="csY17" fmla="*/ 198072 h 207400"/>
                <a:gd name="csX18" fmla="*/ 69329 w 140718"/>
                <a:gd name="csY18" fmla="*/ 197465 h 207400"/>
                <a:gd name="csX19" fmla="*/ 61731 w 140718"/>
                <a:gd name="csY19" fmla="*/ 192302 h 207400"/>
                <a:gd name="csX20" fmla="*/ 62946 w 140718"/>
                <a:gd name="csY20" fmla="*/ 185318 h 207400"/>
                <a:gd name="csX21" fmla="*/ 103673 w 140718"/>
                <a:gd name="csY21" fmla="*/ 23467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0718" h="207400">
                  <a:moveTo>
                    <a:pt x="103673" y="23467"/>
                  </a:moveTo>
                  <a:cubicBezTo>
                    <a:pt x="106408" y="12535"/>
                    <a:pt x="107320" y="9498"/>
                    <a:pt x="131330" y="9498"/>
                  </a:cubicBezTo>
                  <a:cubicBezTo>
                    <a:pt x="138625" y="9498"/>
                    <a:pt x="141056" y="9498"/>
                    <a:pt x="141056" y="3729"/>
                  </a:cubicBezTo>
                  <a:cubicBezTo>
                    <a:pt x="141056" y="85"/>
                    <a:pt x="137713" y="85"/>
                    <a:pt x="136497" y="85"/>
                  </a:cubicBezTo>
                  <a:cubicBezTo>
                    <a:pt x="127683" y="85"/>
                    <a:pt x="105192" y="996"/>
                    <a:pt x="96379" y="996"/>
                  </a:cubicBezTo>
                  <a:cubicBezTo>
                    <a:pt x="87261" y="996"/>
                    <a:pt x="65074" y="85"/>
                    <a:pt x="55956" y="85"/>
                  </a:cubicBezTo>
                  <a:cubicBezTo>
                    <a:pt x="53829" y="85"/>
                    <a:pt x="49877" y="85"/>
                    <a:pt x="49877" y="6158"/>
                  </a:cubicBezTo>
                  <a:cubicBezTo>
                    <a:pt x="49877" y="9498"/>
                    <a:pt x="52613" y="9498"/>
                    <a:pt x="58387" y="9498"/>
                  </a:cubicBezTo>
                  <a:cubicBezTo>
                    <a:pt x="71152" y="9498"/>
                    <a:pt x="79359" y="9498"/>
                    <a:pt x="79359" y="15268"/>
                  </a:cubicBezTo>
                  <a:cubicBezTo>
                    <a:pt x="79359" y="16786"/>
                    <a:pt x="79359" y="17393"/>
                    <a:pt x="78751" y="20126"/>
                  </a:cubicBezTo>
                  <a:lnTo>
                    <a:pt x="37720" y="183800"/>
                  </a:lnTo>
                  <a:cubicBezTo>
                    <a:pt x="34985" y="195035"/>
                    <a:pt x="34073" y="198072"/>
                    <a:pt x="10063" y="198072"/>
                  </a:cubicBezTo>
                  <a:cubicBezTo>
                    <a:pt x="3072" y="198072"/>
                    <a:pt x="337" y="198072"/>
                    <a:pt x="337" y="204145"/>
                  </a:cubicBezTo>
                  <a:cubicBezTo>
                    <a:pt x="337" y="207485"/>
                    <a:pt x="3984" y="207485"/>
                    <a:pt x="4896" y="207485"/>
                  </a:cubicBezTo>
                  <a:cubicBezTo>
                    <a:pt x="13710" y="207485"/>
                    <a:pt x="35897" y="206574"/>
                    <a:pt x="44711" y="206574"/>
                  </a:cubicBezTo>
                  <a:cubicBezTo>
                    <a:pt x="53829" y="206574"/>
                    <a:pt x="76319" y="207485"/>
                    <a:pt x="85437" y="207485"/>
                  </a:cubicBezTo>
                  <a:cubicBezTo>
                    <a:pt x="87869" y="207485"/>
                    <a:pt x="91516" y="207485"/>
                    <a:pt x="91516" y="201716"/>
                  </a:cubicBezTo>
                  <a:cubicBezTo>
                    <a:pt x="91516" y="198072"/>
                    <a:pt x="89084" y="198072"/>
                    <a:pt x="82398" y="198072"/>
                  </a:cubicBezTo>
                  <a:cubicBezTo>
                    <a:pt x="76927" y="198072"/>
                    <a:pt x="75407" y="198072"/>
                    <a:pt x="69329" y="197465"/>
                  </a:cubicBezTo>
                  <a:cubicBezTo>
                    <a:pt x="62946" y="196857"/>
                    <a:pt x="61731" y="195643"/>
                    <a:pt x="61731" y="192302"/>
                  </a:cubicBezTo>
                  <a:cubicBezTo>
                    <a:pt x="61731" y="189873"/>
                    <a:pt x="62339" y="187444"/>
                    <a:pt x="62946" y="185318"/>
                  </a:cubicBezTo>
                  <a:lnTo>
                    <a:pt x="103673" y="23467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E585BF0B-09CC-A64D-32E9-08DA1D8F1E4E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2996640" y="4859645"/>
              <a:ext cx="156584" cy="156658"/>
            </a:xfrm>
            <a:custGeom>
              <a:avLst/>
              <a:gdLst>
                <a:gd name="csX0" fmla="*/ 83953 w 156584"/>
                <a:gd name="csY0" fmla="*/ 83618 h 156658"/>
                <a:gd name="csX1" fmla="*/ 149055 w 156584"/>
                <a:gd name="csY1" fmla="*/ 83618 h 156658"/>
                <a:gd name="csX2" fmla="*/ 156926 w 156584"/>
                <a:gd name="csY2" fmla="*/ 78516 h 156658"/>
                <a:gd name="csX3" fmla="*/ 149055 w 156584"/>
                <a:gd name="csY3" fmla="*/ 73202 h 156658"/>
                <a:gd name="csX4" fmla="*/ 83953 w 156584"/>
                <a:gd name="csY4" fmla="*/ 73202 h 156658"/>
                <a:gd name="csX5" fmla="*/ 83953 w 156584"/>
                <a:gd name="csY5" fmla="*/ 7945 h 156658"/>
                <a:gd name="csX6" fmla="*/ 78847 w 156584"/>
                <a:gd name="csY6" fmla="*/ 80 h 156658"/>
                <a:gd name="csX7" fmla="*/ 73528 w 156584"/>
                <a:gd name="csY7" fmla="*/ 7945 h 156658"/>
                <a:gd name="csX8" fmla="*/ 73528 w 156584"/>
                <a:gd name="csY8" fmla="*/ 73202 h 156658"/>
                <a:gd name="csX9" fmla="*/ 8214 w 156584"/>
                <a:gd name="csY9" fmla="*/ 73202 h 156658"/>
                <a:gd name="csX10" fmla="*/ 342 w 156584"/>
                <a:gd name="csY10" fmla="*/ 78304 h 156658"/>
                <a:gd name="csX11" fmla="*/ 8214 w 156584"/>
                <a:gd name="csY11" fmla="*/ 83618 h 156658"/>
                <a:gd name="csX12" fmla="*/ 73528 w 156584"/>
                <a:gd name="csY12" fmla="*/ 83618 h 156658"/>
                <a:gd name="csX13" fmla="*/ 73528 w 156584"/>
                <a:gd name="csY13" fmla="*/ 148874 h 156658"/>
                <a:gd name="csX14" fmla="*/ 78634 w 156584"/>
                <a:gd name="csY14" fmla="*/ 156739 h 156658"/>
                <a:gd name="csX15" fmla="*/ 83953 w 156584"/>
                <a:gd name="csY15" fmla="*/ 148874 h 156658"/>
                <a:gd name="csX16" fmla="*/ 83953 w 156584"/>
                <a:gd name="csY16" fmla="*/ 83618 h 156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6584" h="156658">
                  <a:moveTo>
                    <a:pt x="83953" y="83618"/>
                  </a:moveTo>
                  <a:lnTo>
                    <a:pt x="149055" y="83618"/>
                  </a:lnTo>
                  <a:cubicBezTo>
                    <a:pt x="151820" y="83618"/>
                    <a:pt x="156926" y="83618"/>
                    <a:pt x="156926" y="78516"/>
                  </a:cubicBezTo>
                  <a:cubicBezTo>
                    <a:pt x="156926" y="73202"/>
                    <a:pt x="152033" y="73202"/>
                    <a:pt x="149055" y="73202"/>
                  </a:cubicBezTo>
                  <a:lnTo>
                    <a:pt x="83953" y="73202"/>
                  </a:lnTo>
                  <a:lnTo>
                    <a:pt x="83953" y="7945"/>
                  </a:lnTo>
                  <a:cubicBezTo>
                    <a:pt x="83953" y="5182"/>
                    <a:pt x="83953" y="80"/>
                    <a:pt x="78847" y="80"/>
                  </a:cubicBezTo>
                  <a:cubicBezTo>
                    <a:pt x="73528" y="80"/>
                    <a:pt x="73528" y="4969"/>
                    <a:pt x="73528" y="7945"/>
                  </a:cubicBezTo>
                  <a:lnTo>
                    <a:pt x="73528" y="73202"/>
                  </a:lnTo>
                  <a:lnTo>
                    <a:pt x="8214" y="73202"/>
                  </a:lnTo>
                  <a:cubicBezTo>
                    <a:pt x="5448" y="73202"/>
                    <a:pt x="342" y="73202"/>
                    <a:pt x="342" y="78304"/>
                  </a:cubicBezTo>
                  <a:cubicBezTo>
                    <a:pt x="342" y="83618"/>
                    <a:pt x="5236" y="83618"/>
                    <a:pt x="8214" y="83618"/>
                  </a:cubicBezTo>
                  <a:lnTo>
                    <a:pt x="73528" y="83618"/>
                  </a:lnTo>
                  <a:lnTo>
                    <a:pt x="73528" y="148874"/>
                  </a:lnTo>
                  <a:cubicBezTo>
                    <a:pt x="73528" y="151638"/>
                    <a:pt x="73528" y="156739"/>
                    <a:pt x="78634" y="156739"/>
                  </a:cubicBezTo>
                  <a:cubicBezTo>
                    <a:pt x="83953" y="156739"/>
                    <a:pt x="83953" y="151850"/>
                    <a:pt x="83953" y="148874"/>
                  </a:cubicBezTo>
                  <a:lnTo>
                    <a:pt x="83953" y="83618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EAB1A72D-8A8D-2B13-286B-0B732F51EDD0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2972791" y="5060929"/>
              <a:ext cx="156584" cy="153682"/>
            </a:xfrm>
            <a:custGeom>
              <a:avLst/>
              <a:gdLst>
                <a:gd name="csX0" fmla="*/ 156926 w 156584"/>
                <a:gd name="csY0" fmla="*/ 77673 h 153682"/>
                <a:gd name="csX1" fmla="*/ 78633 w 156584"/>
                <a:gd name="csY1" fmla="*/ 88 h 153682"/>
                <a:gd name="csX2" fmla="*/ 341 w 156584"/>
                <a:gd name="csY2" fmla="*/ 77673 h 153682"/>
                <a:gd name="csX3" fmla="*/ 78633 w 156584"/>
                <a:gd name="csY3" fmla="*/ 153771 h 153682"/>
                <a:gd name="csX4" fmla="*/ 156926 w 156584"/>
                <a:gd name="csY4" fmla="*/ 77673 h 153682"/>
                <a:gd name="csX5" fmla="*/ 78633 w 156584"/>
                <a:gd name="csY5" fmla="*/ 147394 h 153682"/>
                <a:gd name="csX6" fmla="*/ 21617 w 156584"/>
                <a:gd name="csY6" fmla="*/ 77461 h 153682"/>
                <a:gd name="csX7" fmla="*/ 78633 w 156584"/>
                <a:gd name="csY7" fmla="*/ 6039 h 153682"/>
                <a:gd name="csX8" fmla="*/ 135651 w 156584"/>
                <a:gd name="csY8" fmla="*/ 77461 h 153682"/>
                <a:gd name="csX9" fmla="*/ 78633 w 156584"/>
                <a:gd name="csY9" fmla="*/ 147394 h 153682"/>
                <a:gd name="csX10" fmla="*/ 122247 w 156584"/>
                <a:gd name="csY10" fmla="*/ 60668 h 153682"/>
                <a:gd name="csX11" fmla="*/ 115014 w 156584"/>
                <a:gd name="csY11" fmla="*/ 60668 h 153682"/>
                <a:gd name="csX12" fmla="*/ 115014 w 156584"/>
                <a:gd name="csY12" fmla="*/ 67895 h 153682"/>
                <a:gd name="csX13" fmla="*/ 42253 w 156584"/>
                <a:gd name="csY13" fmla="*/ 67895 h 153682"/>
                <a:gd name="csX14" fmla="*/ 42253 w 156584"/>
                <a:gd name="csY14" fmla="*/ 60668 h 153682"/>
                <a:gd name="csX15" fmla="*/ 35020 w 156584"/>
                <a:gd name="csY15" fmla="*/ 60668 h 153682"/>
                <a:gd name="csX16" fmla="*/ 35020 w 156584"/>
                <a:gd name="csY16" fmla="*/ 92552 h 153682"/>
                <a:gd name="csX17" fmla="*/ 42253 w 156584"/>
                <a:gd name="csY17" fmla="*/ 92552 h 153682"/>
                <a:gd name="csX18" fmla="*/ 42253 w 156584"/>
                <a:gd name="csY18" fmla="*/ 85325 h 153682"/>
                <a:gd name="csX19" fmla="*/ 115014 w 156584"/>
                <a:gd name="csY19" fmla="*/ 85325 h 153682"/>
                <a:gd name="csX20" fmla="*/ 115014 w 156584"/>
                <a:gd name="csY20" fmla="*/ 92552 h 153682"/>
                <a:gd name="csX21" fmla="*/ 122247 w 156584"/>
                <a:gd name="csY21" fmla="*/ 92552 h 153682"/>
                <a:gd name="csX22" fmla="*/ 122247 w 156584"/>
                <a:gd name="csY22" fmla="*/ 60668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84" h="153682">
                  <a:moveTo>
                    <a:pt x="156926" y="77673"/>
                  </a:moveTo>
                  <a:cubicBezTo>
                    <a:pt x="156926" y="35160"/>
                    <a:pt x="122034" y="88"/>
                    <a:pt x="78633" y="88"/>
                  </a:cubicBezTo>
                  <a:cubicBezTo>
                    <a:pt x="35020" y="88"/>
                    <a:pt x="341" y="35160"/>
                    <a:pt x="341" y="77673"/>
                  </a:cubicBezTo>
                  <a:cubicBezTo>
                    <a:pt x="341" y="119335"/>
                    <a:pt x="35020" y="153771"/>
                    <a:pt x="78633" y="153771"/>
                  </a:cubicBezTo>
                  <a:cubicBezTo>
                    <a:pt x="122247" y="153771"/>
                    <a:pt x="156926" y="119335"/>
                    <a:pt x="156926" y="77673"/>
                  </a:cubicBezTo>
                  <a:close/>
                  <a:moveTo>
                    <a:pt x="78633" y="147394"/>
                  </a:moveTo>
                  <a:cubicBezTo>
                    <a:pt x="52891" y="147394"/>
                    <a:pt x="21617" y="127413"/>
                    <a:pt x="21617" y="77461"/>
                  </a:cubicBezTo>
                  <a:cubicBezTo>
                    <a:pt x="21617" y="27508"/>
                    <a:pt x="52253" y="6039"/>
                    <a:pt x="78633" y="6039"/>
                  </a:cubicBezTo>
                  <a:cubicBezTo>
                    <a:pt x="105014" y="6039"/>
                    <a:pt x="135651" y="27508"/>
                    <a:pt x="135651" y="77461"/>
                  </a:cubicBezTo>
                  <a:cubicBezTo>
                    <a:pt x="135651" y="127625"/>
                    <a:pt x="104164" y="147394"/>
                    <a:pt x="78633" y="147394"/>
                  </a:cubicBezTo>
                  <a:close/>
                  <a:moveTo>
                    <a:pt x="122247" y="60668"/>
                  </a:moveTo>
                  <a:lnTo>
                    <a:pt x="115014" y="60668"/>
                  </a:lnTo>
                  <a:lnTo>
                    <a:pt x="115014" y="67895"/>
                  </a:lnTo>
                  <a:lnTo>
                    <a:pt x="42253" y="67895"/>
                  </a:lnTo>
                  <a:lnTo>
                    <a:pt x="42253" y="60668"/>
                  </a:lnTo>
                  <a:lnTo>
                    <a:pt x="35020" y="60668"/>
                  </a:lnTo>
                  <a:lnTo>
                    <a:pt x="35020" y="92552"/>
                  </a:lnTo>
                  <a:lnTo>
                    <a:pt x="42253" y="92552"/>
                  </a:lnTo>
                  <a:lnTo>
                    <a:pt x="42253" y="85325"/>
                  </a:lnTo>
                  <a:lnTo>
                    <a:pt x="115014" y="85325"/>
                  </a:lnTo>
                  <a:lnTo>
                    <a:pt x="115014" y="92552"/>
                  </a:lnTo>
                  <a:lnTo>
                    <a:pt x="122247" y="92552"/>
                  </a:lnTo>
                  <a:lnTo>
                    <a:pt x="122247" y="60668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95BCA5-DC96-7002-006D-926C3B90CE8B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3209661" y="5088932"/>
              <a:ext cx="35559" cy="90794"/>
            </a:xfrm>
            <a:custGeom>
              <a:avLst/>
              <a:gdLst>
                <a:gd name="csX0" fmla="*/ 35909 w 35559"/>
                <a:gd name="csY0" fmla="*/ 31969 h 90794"/>
                <a:gd name="csX1" fmla="*/ 16457 w 35559"/>
                <a:gd name="csY1" fmla="*/ 85 h 90794"/>
                <a:gd name="csX2" fmla="*/ 349 w 35559"/>
                <a:gd name="csY2" fmla="*/ 16179 h 90794"/>
                <a:gd name="csX3" fmla="*/ 16457 w 35559"/>
                <a:gd name="csY3" fmla="*/ 32273 h 90794"/>
                <a:gd name="csX4" fmla="*/ 27095 w 35559"/>
                <a:gd name="csY4" fmla="*/ 28325 h 90794"/>
                <a:gd name="csX5" fmla="*/ 28614 w 35559"/>
                <a:gd name="csY5" fmla="*/ 27414 h 90794"/>
                <a:gd name="csX6" fmla="*/ 29222 w 35559"/>
                <a:gd name="csY6" fmla="*/ 31969 h 90794"/>
                <a:gd name="csX7" fmla="*/ 8555 w 35559"/>
                <a:gd name="csY7" fmla="*/ 82681 h 90794"/>
                <a:gd name="csX8" fmla="*/ 5212 w 35559"/>
                <a:gd name="csY8" fmla="*/ 87539 h 90794"/>
                <a:gd name="csX9" fmla="*/ 8251 w 35559"/>
                <a:gd name="csY9" fmla="*/ 90879 h 90794"/>
                <a:gd name="csX10" fmla="*/ 35909 w 35559"/>
                <a:gd name="csY10" fmla="*/ 31969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59" h="90794">
                  <a:moveTo>
                    <a:pt x="35909" y="31969"/>
                  </a:moveTo>
                  <a:cubicBezTo>
                    <a:pt x="35909" y="11927"/>
                    <a:pt x="28310" y="85"/>
                    <a:pt x="16457" y="85"/>
                  </a:cubicBezTo>
                  <a:cubicBezTo>
                    <a:pt x="6427" y="85"/>
                    <a:pt x="349" y="7676"/>
                    <a:pt x="349" y="16179"/>
                  </a:cubicBezTo>
                  <a:cubicBezTo>
                    <a:pt x="349" y="24378"/>
                    <a:pt x="6427" y="32273"/>
                    <a:pt x="16457" y="32273"/>
                  </a:cubicBezTo>
                  <a:cubicBezTo>
                    <a:pt x="20104" y="32273"/>
                    <a:pt x="24055" y="31058"/>
                    <a:pt x="27095" y="28325"/>
                  </a:cubicBezTo>
                  <a:cubicBezTo>
                    <a:pt x="28006" y="27718"/>
                    <a:pt x="28310" y="27414"/>
                    <a:pt x="28614" y="27414"/>
                  </a:cubicBezTo>
                  <a:cubicBezTo>
                    <a:pt x="28918" y="27414"/>
                    <a:pt x="29222" y="27718"/>
                    <a:pt x="29222" y="31969"/>
                  </a:cubicBezTo>
                  <a:cubicBezTo>
                    <a:pt x="29222" y="54440"/>
                    <a:pt x="18585" y="72660"/>
                    <a:pt x="8555" y="82681"/>
                  </a:cubicBezTo>
                  <a:cubicBezTo>
                    <a:pt x="5212" y="86021"/>
                    <a:pt x="5212" y="86628"/>
                    <a:pt x="5212" y="87539"/>
                  </a:cubicBezTo>
                  <a:cubicBezTo>
                    <a:pt x="5212" y="89665"/>
                    <a:pt x="6731" y="90879"/>
                    <a:pt x="8251" y="90879"/>
                  </a:cubicBezTo>
                  <a:cubicBezTo>
                    <a:pt x="11594" y="90879"/>
                    <a:pt x="35909" y="67497"/>
                    <a:pt x="35909" y="3196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89F66A33-03B4-523A-9C4D-6F621C0D183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3325896" y="4915542"/>
              <a:ext cx="206671" cy="205578"/>
            </a:xfrm>
            <a:custGeom>
              <a:avLst/>
              <a:gdLst>
                <a:gd name="csX0" fmla="*/ 122837 w 206671"/>
                <a:gd name="csY0" fmla="*/ 21341 h 205578"/>
                <a:gd name="csX1" fmla="*/ 129827 w 206671"/>
                <a:gd name="csY1" fmla="*/ 10106 h 205578"/>
                <a:gd name="csX2" fmla="*/ 148974 w 206671"/>
                <a:gd name="csY2" fmla="*/ 9498 h 205578"/>
                <a:gd name="csX3" fmla="*/ 193348 w 206671"/>
                <a:gd name="csY3" fmla="*/ 34398 h 205578"/>
                <a:gd name="csX4" fmla="*/ 190917 w 206671"/>
                <a:gd name="csY4" fmla="*/ 58691 h 205578"/>
                <a:gd name="csX5" fmla="*/ 190005 w 206671"/>
                <a:gd name="csY5" fmla="*/ 64461 h 205578"/>
                <a:gd name="csX6" fmla="*/ 193652 w 206671"/>
                <a:gd name="csY6" fmla="*/ 68408 h 205578"/>
                <a:gd name="csX7" fmla="*/ 198211 w 206671"/>
                <a:gd name="csY7" fmla="*/ 61424 h 205578"/>
                <a:gd name="csX8" fmla="*/ 206417 w 206671"/>
                <a:gd name="csY8" fmla="*/ 8587 h 205578"/>
                <a:gd name="csX9" fmla="*/ 207025 w 206671"/>
                <a:gd name="csY9" fmla="*/ 3425 h 205578"/>
                <a:gd name="csX10" fmla="*/ 198819 w 206671"/>
                <a:gd name="csY10" fmla="*/ 85 h 205578"/>
                <a:gd name="csX11" fmla="*/ 30138 w 206671"/>
                <a:gd name="csY11" fmla="*/ 85 h 205578"/>
                <a:gd name="csX12" fmla="*/ 20413 w 206671"/>
                <a:gd name="csY12" fmla="*/ 6158 h 205578"/>
                <a:gd name="csX13" fmla="*/ 2177 w 206671"/>
                <a:gd name="csY13" fmla="*/ 59602 h 205578"/>
                <a:gd name="csX14" fmla="*/ 353 w 206671"/>
                <a:gd name="csY14" fmla="*/ 65068 h 205578"/>
                <a:gd name="csX15" fmla="*/ 4000 w 206671"/>
                <a:gd name="csY15" fmla="*/ 68408 h 205578"/>
                <a:gd name="csX16" fmla="*/ 9167 w 206671"/>
                <a:gd name="csY16" fmla="*/ 62032 h 205578"/>
                <a:gd name="csX17" fmla="*/ 78463 w 206671"/>
                <a:gd name="csY17" fmla="*/ 9498 h 205578"/>
                <a:gd name="csX18" fmla="*/ 90316 w 206671"/>
                <a:gd name="csY18" fmla="*/ 9498 h 205578"/>
                <a:gd name="csX19" fmla="*/ 98826 w 206671"/>
                <a:gd name="csY19" fmla="*/ 13142 h 205578"/>
                <a:gd name="csX20" fmla="*/ 97610 w 206671"/>
                <a:gd name="csY20" fmla="*/ 19519 h 205578"/>
                <a:gd name="csX21" fmla="*/ 56884 w 206671"/>
                <a:gd name="csY21" fmla="*/ 181674 h 205578"/>
                <a:gd name="csX22" fmla="*/ 20717 w 206671"/>
                <a:gd name="csY22" fmla="*/ 196250 h 205578"/>
                <a:gd name="csX23" fmla="*/ 7952 w 206671"/>
                <a:gd name="csY23" fmla="*/ 202019 h 205578"/>
                <a:gd name="csX24" fmla="*/ 13118 w 206671"/>
                <a:gd name="csY24" fmla="*/ 205663 h 205578"/>
                <a:gd name="csX25" fmla="*/ 38040 w 206671"/>
                <a:gd name="csY25" fmla="*/ 205056 h 205578"/>
                <a:gd name="csX26" fmla="*/ 63874 w 206671"/>
                <a:gd name="csY26" fmla="*/ 204752 h 205578"/>
                <a:gd name="csX27" fmla="*/ 89100 w 206671"/>
                <a:gd name="csY27" fmla="*/ 205056 h 205578"/>
                <a:gd name="csX28" fmla="*/ 115542 w 206671"/>
                <a:gd name="csY28" fmla="*/ 205663 h 205578"/>
                <a:gd name="csX29" fmla="*/ 122229 w 206671"/>
                <a:gd name="csY29" fmla="*/ 199590 h 205578"/>
                <a:gd name="csX30" fmla="*/ 111895 w 206671"/>
                <a:gd name="csY30" fmla="*/ 196250 h 205578"/>
                <a:gd name="csX31" fmla="*/ 92444 w 206671"/>
                <a:gd name="csY31" fmla="*/ 195643 h 205578"/>
                <a:gd name="csX32" fmla="*/ 81198 w 206671"/>
                <a:gd name="csY32" fmla="*/ 188962 h 205578"/>
                <a:gd name="csX33" fmla="*/ 82414 w 206671"/>
                <a:gd name="csY33" fmla="*/ 182585 h 205578"/>
                <a:gd name="csX34" fmla="*/ 122837 w 206671"/>
                <a:gd name="csY34" fmla="*/ 21341 h 2055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06671" h="205578">
                  <a:moveTo>
                    <a:pt x="122837" y="21341"/>
                  </a:moveTo>
                  <a:cubicBezTo>
                    <a:pt x="124964" y="12838"/>
                    <a:pt x="126180" y="11016"/>
                    <a:pt x="129827" y="10106"/>
                  </a:cubicBezTo>
                  <a:cubicBezTo>
                    <a:pt x="132562" y="9498"/>
                    <a:pt x="142592" y="9498"/>
                    <a:pt x="148974" y="9498"/>
                  </a:cubicBezTo>
                  <a:cubicBezTo>
                    <a:pt x="179671" y="9498"/>
                    <a:pt x="193348" y="10713"/>
                    <a:pt x="193348" y="34398"/>
                  </a:cubicBezTo>
                  <a:cubicBezTo>
                    <a:pt x="193348" y="38953"/>
                    <a:pt x="192132" y="50796"/>
                    <a:pt x="190917" y="58691"/>
                  </a:cubicBezTo>
                  <a:cubicBezTo>
                    <a:pt x="190613" y="59906"/>
                    <a:pt x="190005" y="63550"/>
                    <a:pt x="190005" y="64461"/>
                  </a:cubicBezTo>
                  <a:cubicBezTo>
                    <a:pt x="190005" y="66283"/>
                    <a:pt x="190917" y="68408"/>
                    <a:pt x="193652" y="68408"/>
                  </a:cubicBezTo>
                  <a:cubicBezTo>
                    <a:pt x="196995" y="68408"/>
                    <a:pt x="197603" y="65979"/>
                    <a:pt x="198211" y="61424"/>
                  </a:cubicBezTo>
                  <a:lnTo>
                    <a:pt x="206417" y="8587"/>
                  </a:lnTo>
                  <a:cubicBezTo>
                    <a:pt x="206721" y="7373"/>
                    <a:pt x="207025" y="4336"/>
                    <a:pt x="207025" y="3425"/>
                  </a:cubicBezTo>
                  <a:cubicBezTo>
                    <a:pt x="207025" y="85"/>
                    <a:pt x="203985" y="85"/>
                    <a:pt x="198819" y="85"/>
                  </a:cubicBezTo>
                  <a:lnTo>
                    <a:pt x="30138" y="85"/>
                  </a:lnTo>
                  <a:cubicBezTo>
                    <a:pt x="22844" y="85"/>
                    <a:pt x="22540" y="388"/>
                    <a:pt x="20413" y="6158"/>
                  </a:cubicBezTo>
                  <a:lnTo>
                    <a:pt x="2177" y="59602"/>
                  </a:lnTo>
                  <a:cubicBezTo>
                    <a:pt x="1873" y="60210"/>
                    <a:pt x="353" y="64461"/>
                    <a:pt x="353" y="65068"/>
                  </a:cubicBezTo>
                  <a:cubicBezTo>
                    <a:pt x="353" y="66890"/>
                    <a:pt x="1873" y="68408"/>
                    <a:pt x="4000" y="68408"/>
                  </a:cubicBezTo>
                  <a:cubicBezTo>
                    <a:pt x="7040" y="68408"/>
                    <a:pt x="7344" y="66890"/>
                    <a:pt x="9167" y="62032"/>
                  </a:cubicBezTo>
                  <a:cubicBezTo>
                    <a:pt x="25579" y="14964"/>
                    <a:pt x="33482" y="9498"/>
                    <a:pt x="78463" y="9498"/>
                  </a:cubicBezTo>
                  <a:lnTo>
                    <a:pt x="90316" y="9498"/>
                  </a:lnTo>
                  <a:cubicBezTo>
                    <a:pt x="98826" y="9498"/>
                    <a:pt x="98826" y="10713"/>
                    <a:pt x="98826" y="13142"/>
                  </a:cubicBezTo>
                  <a:cubicBezTo>
                    <a:pt x="98826" y="14964"/>
                    <a:pt x="97914" y="18608"/>
                    <a:pt x="97610" y="19519"/>
                  </a:cubicBezTo>
                  <a:lnTo>
                    <a:pt x="56884" y="181674"/>
                  </a:lnTo>
                  <a:cubicBezTo>
                    <a:pt x="54149" y="192910"/>
                    <a:pt x="53237" y="196250"/>
                    <a:pt x="20717" y="196250"/>
                  </a:cubicBezTo>
                  <a:cubicBezTo>
                    <a:pt x="9775" y="196250"/>
                    <a:pt x="7952" y="196250"/>
                    <a:pt x="7952" y="202019"/>
                  </a:cubicBezTo>
                  <a:cubicBezTo>
                    <a:pt x="7952" y="205663"/>
                    <a:pt x="11295" y="205663"/>
                    <a:pt x="13118" y="205663"/>
                  </a:cubicBezTo>
                  <a:cubicBezTo>
                    <a:pt x="21324" y="205663"/>
                    <a:pt x="29834" y="205056"/>
                    <a:pt x="38040" y="205056"/>
                  </a:cubicBezTo>
                  <a:cubicBezTo>
                    <a:pt x="46550" y="205056"/>
                    <a:pt x="55364" y="204752"/>
                    <a:pt x="63874" y="204752"/>
                  </a:cubicBezTo>
                  <a:cubicBezTo>
                    <a:pt x="72384" y="204752"/>
                    <a:pt x="80894" y="205056"/>
                    <a:pt x="89100" y="205056"/>
                  </a:cubicBezTo>
                  <a:cubicBezTo>
                    <a:pt x="97914" y="205056"/>
                    <a:pt x="107032" y="205663"/>
                    <a:pt x="115542" y="205663"/>
                  </a:cubicBezTo>
                  <a:cubicBezTo>
                    <a:pt x="118582" y="205663"/>
                    <a:pt x="122229" y="205663"/>
                    <a:pt x="122229" y="199590"/>
                  </a:cubicBezTo>
                  <a:cubicBezTo>
                    <a:pt x="122229" y="196250"/>
                    <a:pt x="119797" y="196250"/>
                    <a:pt x="111895" y="196250"/>
                  </a:cubicBezTo>
                  <a:cubicBezTo>
                    <a:pt x="104297" y="196250"/>
                    <a:pt x="100346" y="196250"/>
                    <a:pt x="92444" y="195643"/>
                  </a:cubicBezTo>
                  <a:cubicBezTo>
                    <a:pt x="83630" y="194732"/>
                    <a:pt x="81198" y="193821"/>
                    <a:pt x="81198" y="188962"/>
                  </a:cubicBezTo>
                  <a:cubicBezTo>
                    <a:pt x="81198" y="188658"/>
                    <a:pt x="81198" y="187140"/>
                    <a:pt x="82414" y="182585"/>
                  </a:cubicBezTo>
                  <a:lnTo>
                    <a:pt x="122837" y="21341"/>
                  </a:lnTo>
                  <a:close/>
                </a:path>
              </a:pathLst>
            </a:custGeom>
            <a:solidFill>
              <a:srgbClr val="FF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96A3C7DA-8671-9BE3-BD4F-A3CD0A7A720D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3561400" y="4932766"/>
              <a:ext cx="143818" cy="10415"/>
            </a:xfrm>
            <a:custGeom>
              <a:avLst/>
              <a:gdLst>
                <a:gd name="csX0" fmla="*/ 135670 w 143818"/>
                <a:gd name="csY0" fmla="*/ 10496 h 10415"/>
                <a:gd name="csX1" fmla="*/ 144180 w 143818"/>
                <a:gd name="csY1" fmla="*/ 5394 h 10415"/>
                <a:gd name="csX2" fmla="*/ 135670 w 143818"/>
                <a:gd name="csY2" fmla="*/ 80 h 10415"/>
                <a:gd name="csX3" fmla="*/ 8871 w 143818"/>
                <a:gd name="csY3" fmla="*/ 80 h 10415"/>
                <a:gd name="csX4" fmla="*/ 361 w 143818"/>
                <a:gd name="csY4" fmla="*/ 5182 h 10415"/>
                <a:gd name="csX5" fmla="*/ 8871 w 143818"/>
                <a:gd name="csY5" fmla="*/ 10496 h 10415"/>
                <a:gd name="csX6" fmla="*/ 135670 w 143818"/>
                <a:gd name="csY6" fmla="*/ 10496 h 10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818" h="10415">
                  <a:moveTo>
                    <a:pt x="135670" y="10496"/>
                  </a:moveTo>
                  <a:cubicBezTo>
                    <a:pt x="139074" y="10496"/>
                    <a:pt x="144180" y="10496"/>
                    <a:pt x="144180" y="5394"/>
                  </a:cubicBezTo>
                  <a:cubicBezTo>
                    <a:pt x="144180" y="80"/>
                    <a:pt x="139286" y="80"/>
                    <a:pt x="135670" y="80"/>
                  </a:cubicBezTo>
                  <a:lnTo>
                    <a:pt x="8871" y="80"/>
                  </a:lnTo>
                  <a:cubicBezTo>
                    <a:pt x="5467" y="80"/>
                    <a:pt x="361" y="80"/>
                    <a:pt x="361" y="5182"/>
                  </a:cubicBezTo>
                  <a:cubicBezTo>
                    <a:pt x="361" y="10496"/>
                    <a:pt x="5254" y="10496"/>
                    <a:pt x="8871" y="10496"/>
                  </a:cubicBezTo>
                  <a:lnTo>
                    <a:pt x="135670" y="10496"/>
                  </a:lnTo>
                  <a:close/>
                </a:path>
              </a:pathLst>
            </a:custGeom>
            <a:solidFill>
              <a:srgbClr val="FF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B9B4B392-FC1B-95C9-D89C-922F56FA64FE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3511103" y="5060929"/>
              <a:ext cx="156584" cy="153682"/>
            </a:xfrm>
            <a:custGeom>
              <a:avLst/>
              <a:gdLst>
                <a:gd name="csX0" fmla="*/ 156943 w 156584"/>
                <a:gd name="csY0" fmla="*/ 77673 h 153682"/>
                <a:gd name="csX1" fmla="*/ 78651 w 156584"/>
                <a:gd name="csY1" fmla="*/ 88 h 153682"/>
                <a:gd name="csX2" fmla="*/ 359 w 156584"/>
                <a:gd name="csY2" fmla="*/ 77673 h 153682"/>
                <a:gd name="csX3" fmla="*/ 78651 w 156584"/>
                <a:gd name="csY3" fmla="*/ 153771 h 153682"/>
                <a:gd name="csX4" fmla="*/ 156943 w 156584"/>
                <a:gd name="csY4" fmla="*/ 77673 h 153682"/>
                <a:gd name="csX5" fmla="*/ 78651 w 156584"/>
                <a:gd name="csY5" fmla="*/ 147394 h 153682"/>
                <a:gd name="csX6" fmla="*/ 21634 w 156584"/>
                <a:gd name="csY6" fmla="*/ 77461 h 153682"/>
                <a:gd name="csX7" fmla="*/ 78651 w 156584"/>
                <a:gd name="csY7" fmla="*/ 6039 h 153682"/>
                <a:gd name="csX8" fmla="*/ 135668 w 156584"/>
                <a:gd name="csY8" fmla="*/ 77461 h 153682"/>
                <a:gd name="csX9" fmla="*/ 78651 w 156584"/>
                <a:gd name="csY9" fmla="*/ 147394 h 153682"/>
                <a:gd name="csX10" fmla="*/ 122265 w 156584"/>
                <a:gd name="csY10" fmla="*/ 60668 h 153682"/>
                <a:gd name="csX11" fmla="*/ 115031 w 156584"/>
                <a:gd name="csY11" fmla="*/ 60668 h 153682"/>
                <a:gd name="csX12" fmla="*/ 115031 w 156584"/>
                <a:gd name="csY12" fmla="*/ 67895 h 153682"/>
                <a:gd name="csX13" fmla="*/ 42271 w 156584"/>
                <a:gd name="csY13" fmla="*/ 67895 h 153682"/>
                <a:gd name="csX14" fmla="*/ 42271 w 156584"/>
                <a:gd name="csY14" fmla="*/ 60668 h 153682"/>
                <a:gd name="csX15" fmla="*/ 35037 w 156584"/>
                <a:gd name="csY15" fmla="*/ 60668 h 153682"/>
                <a:gd name="csX16" fmla="*/ 35037 w 156584"/>
                <a:gd name="csY16" fmla="*/ 92552 h 153682"/>
                <a:gd name="csX17" fmla="*/ 42271 w 156584"/>
                <a:gd name="csY17" fmla="*/ 92552 h 153682"/>
                <a:gd name="csX18" fmla="*/ 42271 w 156584"/>
                <a:gd name="csY18" fmla="*/ 85325 h 153682"/>
                <a:gd name="csX19" fmla="*/ 115031 w 156584"/>
                <a:gd name="csY19" fmla="*/ 85325 h 153682"/>
                <a:gd name="csX20" fmla="*/ 115031 w 156584"/>
                <a:gd name="csY20" fmla="*/ 92552 h 153682"/>
                <a:gd name="csX21" fmla="*/ 122265 w 156584"/>
                <a:gd name="csY21" fmla="*/ 92552 h 153682"/>
                <a:gd name="csX22" fmla="*/ 122265 w 156584"/>
                <a:gd name="csY22" fmla="*/ 60668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84" h="153682">
                  <a:moveTo>
                    <a:pt x="156943" y="77673"/>
                  </a:moveTo>
                  <a:cubicBezTo>
                    <a:pt x="156943" y="35160"/>
                    <a:pt x="122052" y="88"/>
                    <a:pt x="78651" y="88"/>
                  </a:cubicBezTo>
                  <a:cubicBezTo>
                    <a:pt x="35037" y="88"/>
                    <a:pt x="359" y="35160"/>
                    <a:pt x="359" y="77673"/>
                  </a:cubicBezTo>
                  <a:cubicBezTo>
                    <a:pt x="359" y="119335"/>
                    <a:pt x="35037" y="153771"/>
                    <a:pt x="78651" y="153771"/>
                  </a:cubicBezTo>
                  <a:cubicBezTo>
                    <a:pt x="122265" y="153771"/>
                    <a:pt x="156943" y="119335"/>
                    <a:pt x="156943" y="77673"/>
                  </a:cubicBezTo>
                  <a:close/>
                  <a:moveTo>
                    <a:pt x="78651" y="147394"/>
                  </a:moveTo>
                  <a:cubicBezTo>
                    <a:pt x="52908" y="147394"/>
                    <a:pt x="21634" y="127413"/>
                    <a:pt x="21634" y="77461"/>
                  </a:cubicBezTo>
                  <a:cubicBezTo>
                    <a:pt x="21634" y="27508"/>
                    <a:pt x="52270" y="6039"/>
                    <a:pt x="78651" y="6039"/>
                  </a:cubicBezTo>
                  <a:cubicBezTo>
                    <a:pt x="105032" y="6039"/>
                    <a:pt x="135668" y="27508"/>
                    <a:pt x="135668" y="77461"/>
                  </a:cubicBezTo>
                  <a:cubicBezTo>
                    <a:pt x="135668" y="127625"/>
                    <a:pt x="104181" y="147394"/>
                    <a:pt x="78651" y="147394"/>
                  </a:cubicBezTo>
                  <a:close/>
                  <a:moveTo>
                    <a:pt x="122265" y="60668"/>
                  </a:moveTo>
                  <a:lnTo>
                    <a:pt x="115031" y="60668"/>
                  </a:lnTo>
                  <a:lnTo>
                    <a:pt x="115031" y="67895"/>
                  </a:lnTo>
                  <a:lnTo>
                    <a:pt x="42271" y="67895"/>
                  </a:lnTo>
                  <a:lnTo>
                    <a:pt x="42271" y="60668"/>
                  </a:lnTo>
                  <a:lnTo>
                    <a:pt x="35037" y="60668"/>
                  </a:lnTo>
                  <a:lnTo>
                    <a:pt x="35037" y="92552"/>
                  </a:lnTo>
                  <a:lnTo>
                    <a:pt x="42271" y="92552"/>
                  </a:lnTo>
                  <a:lnTo>
                    <a:pt x="42271" y="85325"/>
                  </a:lnTo>
                  <a:lnTo>
                    <a:pt x="115031" y="85325"/>
                  </a:lnTo>
                  <a:lnTo>
                    <a:pt x="115031" y="92552"/>
                  </a:lnTo>
                  <a:lnTo>
                    <a:pt x="122265" y="92552"/>
                  </a:lnTo>
                  <a:lnTo>
                    <a:pt x="122265" y="60668"/>
                  </a:lnTo>
                  <a:close/>
                </a:path>
              </a:pathLst>
            </a:custGeom>
            <a:solidFill>
              <a:srgbClr val="FF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EEC77477-EDF6-7F0F-8696-0F3A633DED89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3760899" y="4893374"/>
              <a:ext cx="70511" cy="303661"/>
            </a:xfrm>
            <a:custGeom>
              <a:avLst/>
              <a:gdLst>
                <a:gd name="csX0" fmla="*/ 70879 w 70511"/>
                <a:gd name="csY0" fmla="*/ 151915 h 303661"/>
                <a:gd name="csX1" fmla="*/ 50819 w 70511"/>
                <a:gd name="csY1" fmla="*/ 57173 h 303661"/>
                <a:gd name="csX2" fmla="*/ 3407 w 70511"/>
                <a:gd name="csY2" fmla="*/ 85 h 303661"/>
                <a:gd name="csX3" fmla="*/ 367 w 70511"/>
                <a:gd name="csY3" fmla="*/ 3121 h 303661"/>
                <a:gd name="csX4" fmla="*/ 6142 w 70511"/>
                <a:gd name="csY4" fmla="*/ 10106 h 303661"/>
                <a:gd name="csX5" fmla="*/ 53251 w 70511"/>
                <a:gd name="csY5" fmla="*/ 151915 h 303661"/>
                <a:gd name="csX6" fmla="*/ 4318 w 70511"/>
                <a:gd name="csY6" fmla="*/ 295547 h 303661"/>
                <a:gd name="csX7" fmla="*/ 367 w 70511"/>
                <a:gd name="csY7" fmla="*/ 300709 h 303661"/>
                <a:gd name="csX8" fmla="*/ 3407 w 70511"/>
                <a:gd name="csY8" fmla="*/ 303746 h 303661"/>
                <a:gd name="csX9" fmla="*/ 51731 w 70511"/>
                <a:gd name="csY9" fmla="*/ 244532 h 303661"/>
                <a:gd name="csX10" fmla="*/ 70879 w 70511"/>
                <a:gd name="csY10" fmla="*/ 15191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11" h="303661">
                  <a:moveTo>
                    <a:pt x="70879" y="151915"/>
                  </a:moveTo>
                  <a:cubicBezTo>
                    <a:pt x="70879" y="128230"/>
                    <a:pt x="67535" y="91487"/>
                    <a:pt x="50819" y="57173"/>
                  </a:cubicBezTo>
                  <a:cubicBezTo>
                    <a:pt x="32584" y="19823"/>
                    <a:pt x="6446" y="85"/>
                    <a:pt x="3407" y="85"/>
                  </a:cubicBezTo>
                  <a:cubicBezTo>
                    <a:pt x="1583" y="85"/>
                    <a:pt x="367" y="1299"/>
                    <a:pt x="367" y="3121"/>
                  </a:cubicBezTo>
                  <a:cubicBezTo>
                    <a:pt x="367" y="4032"/>
                    <a:pt x="367" y="4640"/>
                    <a:pt x="6142" y="10106"/>
                  </a:cubicBezTo>
                  <a:cubicBezTo>
                    <a:pt x="35927" y="40168"/>
                    <a:pt x="53251" y="88450"/>
                    <a:pt x="53251" y="151915"/>
                  </a:cubicBezTo>
                  <a:cubicBezTo>
                    <a:pt x="53251" y="203841"/>
                    <a:pt x="42005" y="257286"/>
                    <a:pt x="4318" y="295547"/>
                  </a:cubicBezTo>
                  <a:cubicBezTo>
                    <a:pt x="367" y="299191"/>
                    <a:pt x="367" y="299798"/>
                    <a:pt x="367" y="300709"/>
                  </a:cubicBezTo>
                  <a:cubicBezTo>
                    <a:pt x="367" y="302531"/>
                    <a:pt x="1583" y="303746"/>
                    <a:pt x="3407" y="303746"/>
                  </a:cubicBezTo>
                  <a:cubicBezTo>
                    <a:pt x="6446" y="303746"/>
                    <a:pt x="33799" y="283097"/>
                    <a:pt x="51731" y="244532"/>
                  </a:cubicBezTo>
                  <a:cubicBezTo>
                    <a:pt x="67232" y="211129"/>
                    <a:pt x="70879" y="177423"/>
                    <a:pt x="70879" y="151915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7F2EACDB-DD54-6088-A9A4-EF49A8940E35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3875142" y="4863006"/>
              <a:ext cx="79325" cy="364089"/>
            </a:xfrm>
            <a:custGeom>
              <a:avLst/>
              <a:gdLst>
                <a:gd name="csX0" fmla="*/ 79696 w 79325"/>
                <a:gd name="csY0" fmla="*/ 182273 h 364089"/>
                <a:gd name="csX1" fmla="*/ 32284 w 79325"/>
                <a:gd name="csY1" fmla="*/ 26799 h 364089"/>
                <a:gd name="csX2" fmla="*/ 4018 w 79325"/>
                <a:gd name="csY2" fmla="*/ 77 h 364089"/>
                <a:gd name="csX3" fmla="*/ 371 w 79325"/>
                <a:gd name="csY3" fmla="*/ 3113 h 364089"/>
                <a:gd name="csX4" fmla="*/ 2195 w 79325"/>
                <a:gd name="csY4" fmla="*/ 6150 h 364089"/>
                <a:gd name="csX5" fmla="*/ 49000 w 79325"/>
                <a:gd name="csY5" fmla="*/ 94819 h 364089"/>
                <a:gd name="csX6" fmla="*/ 58725 w 79325"/>
                <a:gd name="csY6" fmla="*/ 181970 h 364089"/>
                <a:gd name="csX7" fmla="*/ 48088 w 79325"/>
                <a:gd name="csY7" fmla="*/ 273372 h 364089"/>
                <a:gd name="csX8" fmla="*/ 3106 w 79325"/>
                <a:gd name="csY8" fmla="*/ 357182 h 364089"/>
                <a:gd name="csX9" fmla="*/ 371 w 79325"/>
                <a:gd name="csY9" fmla="*/ 361130 h 364089"/>
                <a:gd name="csX10" fmla="*/ 4018 w 79325"/>
                <a:gd name="csY10" fmla="*/ 364166 h 364089"/>
                <a:gd name="csX11" fmla="*/ 28940 w 79325"/>
                <a:gd name="csY11" fmla="*/ 341392 h 364089"/>
                <a:gd name="csX12" fmla="*/ 79696 w 79325"/>
                <a:gd name="csY12" fmla="*/ 182273 h 364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9325" h="364089">
                  <a:moveTo>
                    <a:pt x="79696" y="182273"/>
                  </a:moveTo>
                  <a:cubicBezTo>
                    <a:pt x="79696" y="139154"/>
                    <a:pt x="72098" y="78118"/>
                    <a:pt x="32284" y="26799"/>
                  </a:cubicBezTo>
                  <a:cubicBezTo>
                    <a:pt x="29244" y="23155"/>
                    <a:pt x="9489" y="77"/>
                    <a:pt x="4018" y="77"/>
                  </a:cubicBezTo>
                  <a:cubicBezTo>
                    <a:pt x="2499" y="77"/>
                    <a:pt x="371" y="684"/>
                    <a:pt x="371" y="3113"/>
                  </a:cubicBezTo>
                  <a:cubicBezTo>
                    <a:pt x="371" y="4328"/>
                    <a:pt x="979" y="5239"/>
                    <a:pt x="2195" y="6150"/>
                  </a:cubicBezTo>
                  <a:cubicBezTo>
                    <a:pt x="16783" y="21940"/>
                    <a:pt x="36539" y="46537"/>
                    <a:pt x="49000" y="94819"/>
                  </a:cubicBezTo>
                  <a:cubicBezTo>
                    <a:pt x="55990" y="122452"/>
                    <a:pt x="58725" y="153729"/>
                    <a:pt x="58725" y="181970"/>
                  </a:cubicBezTo>
                  <a:cubicBezTo>
                    <a:pt x="58725" y="212640"/>
                    <a:pt x="55990" y="243613"/>
                    <a:pt x="48088" y="273372"/>
                  </a:cubicBezTo>
                  <a:cubicBezTo>
                    <a:pt x="36539" y="315884"/>
                    <a:pt x="18607" y="340177"/>
                    <a:pt x="3106" y="357182"/>
                  </a:cubicBezTo>
                  <a:cubicBezTo>
                    <a:pt x="371" y="359915"/>
                    <a:pt x="371" y="360523"/>
                    <a:pt x="371" y="361130"/>
                  </a:cubicBezTo>
                  <a:cubicBezTo>
                    <a:pt x="371" y="363559"/>
                    <a:pt x="2499" y="364166"/>
                    <a:pt x="4018" y="364166"/>
                  </a:cubicBezTo>
                  <a:cubicBezTo>
                    <a:pt x="8577" y="364166"/>
                    <a:pt x="25293" y="345643"/>
                    <a:pt x="28940" y="341392"/>
                  </a:cubicBezTo>
                  <a:cubicBezTo>
                    <a:pt x="59941" y="304649"/>
                    <a:pt x="79696" y="249990"/>
                    <a:pt x="79696" y="182273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FA3A2D38-7D2D-BA38-8197-91707F5CD71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046402" y="5847482"/>
              <a:ext cx="202112" cy="202238"/>
            </a:xfrm>
            <a:custGeom>
              <a:avLst/>
              <a:gdLst>
                <a:gd name="csX0" fmla="*/ 107434 w 202112"/>
                <a:gd name="csY0" fmla="*/ 107307 h 202238"/>
                <a:gd name="csX1" fmla="*/ 192230 w 202112"/>
                <a:gd name="csY1" fmla="*/ 107307 h 202238"/>
                <a:gd name="csX2" fmla="*/ 202260 w 202112"/>
                <a:gd name="csY2" fmla="*/ 101234 h 202238"/>
                <a:gd name="csX3" fmla="*/ 192230 w 202112"/>
                <a:gd name="csY3" fmla="*/ 95160 h 202238"/>
                <a:gd name="csX4" fmla="*/ 107434 w 202112"/>
                <a:gd name="csY4" fmla="*/ 95160 h 202238"/>
                <a:gd name="csX5" fmla="*/ 107434 w 202112"/>
                <a:gd name="csY5" fmla="*/ 10135 h 202238"/>
                <a:gd name="csX6" fmla="*/ 101355 w 202112"/>
                <a:gd name="csY6" fmla="*/ 114 h 202238"/>
                <a:gd name="csX7" fmla="*/ 95277 w 202112"/>
                <a:gd name="csY7" fmla="*/ 10135 h 202238"/>
                <a:gd name="csX8" fmla="*/ 95277 w 202112"/>
                <a:gd name="csY8" fmla="*/ 95160 h 202238"/>
                <a:gd name="csX9" fmla="*/ 10177 w 202112"/>
                <a:gd name="csY9" fmla="*/ 95160 h 202238"/>
                <a:gd name="csX10" fmla="*/ 147 w 202112"/>
                <a:gd name="csY10" fmla="*/ 101234 h 202238"/>
                <a:gd name="csX11" fmla="*/ 10177 w 202112"/>
                <a:gd name="csY11" fmla="*/ 107307 h 202238"/>
                <a:gd name="csX12" fmla="*/ 95277 w 202112"/>
                <a:gd name="csY12" fmla="*/ 107307 h 202238"/>
                <a:gd name="csX13" fmla="*/ 95277 w 202112"/>
                <a:gd name="csY13" fmla="*/ 192332 h 202238"/>
                <a:gd name="csX14" fmla="*/ 101355 w 202112"/>
                <a:gd name="csY14" fmla="*/ 202353 h 202238"/>
                <a:gd name="csX15" fmla="*/ 107434 w 202112"/>
                <a:gd name="csY15" fmla="*/ 192332 h 202238"/>
                <a:gd name="csX16" fmla="*/ 107434 w 202112"/>
                <a:gd name="csY16" fmla="*/ 107307 h 2022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02112" h="202238">
                  <a:moveTo>
                    <a:pt x="107434" y="107307"/>
                  </a:moveTo>
                  <a:lnTo>
                    <a:pt x="192230" y="107307"/>
                  </a:lnTo>
                  <a:cubicBezTo>
                    <a:pt x="196485" y="107307"/>
                    <a:pt x="202260" y="107307"/>
                    <a:pt x="202260" y="101234"/>
                  </a:cubicBezTo>
                  <a:cubicBezTo>
                    <a:pt x="202260" y="95160"/>
                    <a:pt x="196485" y="95160"/>
                    <a:pt x="192230" y="95160"/>
                  </a:cubicBezTo>
                  <a:lnTo>
                    <a:pt x="107434" y="95160"/>
                  </a:lnTo>
                  <a:lnTo>
                    <a:pt x="107434" y="10135"/>
                  </a:lnTo>
                  <a:cubicBezTo>
                    <a:pt x="107434" y="5884"/>
                    <a:pt x="107434" y="114"/>
                    <a:pt x="101355" y="114"/>
                  </a:cubicBezTo>
                  <a:cubicBezTo>
                    <a:pt x="95277" y="114"/>
                    <a:pt x="95277" y="5884"/>
                    <a:pt x="95277" y="10135"/>
                  </a:cubicBezTo>
                  <a:lnTo>
                    <a:pt x="95277" y="95160"/>
                  </a:lnTo>
                  <a:lnTo>
                    <a:pt x="10177" y="95160"/>
                  </a:lnTo>
                  <a:cubicBezTo>
                    <a:pt x="5922" y="95160"/>
                    <a:pt x="147" y="95160"/>
                    <a:pt x="147" y="101234"/>
                  </a:cubicBezTo>
                  <a:cubicBezTo>
                    <a:pt x="147" y="107307"/>
                    <a:pt x="5922" y="107307"/>
                    <a:pt x="10177" y="107307"/>
                  </a:cubicBezTo>
                  <a:lnTo>
                    <a:pt x="95277" y="107307"/>
                  </a:lnTo>
                  <a:lnTo>
                    <a:pt x="95277" y="192332"/>
                  </a:lnTo>
                  <a:cubicBezTo>
                    <a:pt x="95277" y="196583"/>
                    <a:pt x="95277" y="202353"/>
                    <a:pt x="101355" y="202353"/>
                  </a:cubicBezTo>
                  <a:cubicBezTo>
                    <a:pt x="107434" y="202353"/>
                    <a:pt x="107434" y="196583"/>
                    <a:pt x="107434" y="192332"/>
                  </a:cubicBezTo>
                  <a:lnTo>
                    <a:pt x="107434" y="107307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3C1F7E3A-5395-0AE2-4BAA-4860078AB450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7754786" y="5736036"/>
              <a:ext cx="404528" cy="425125"/>
            </a:xfrm>
            <a:custGeom>
              <a:avLst/>
              <a:gdLst>
                <a:gd name="csX0" fmla="*/ 367924 w 404528"/>
                <a:gd name="csY0" fmla="*/ 425231 h 425125"/>
                <a:gd name="csX1" fmla="*/ 404699 w 404528"/>
                <a:gd name="csY1" fmla="*/ 328059 h 425125"/>
                <a:gd name="csX2" fmla="*/ 397101 w 404528"/>
                <a:gd name="csY2" fmla="*/ 328059 h 425125"/>
                <a:gd name="csX3" fmla="*/ 318080 w 404528"/>
                <a:gd name="csY3" fmla="*/ 389399 h 425125"/>
                <a:gd name="csX4" fmla="*/ 223558 w 404528"/>
                <a:gd name="csY4" fmla="*/ 398812 h 425125"/>
                <a:gd name="csX5" fmla="*/ 40289 w 404528"/>
                <a:gd name="csY5" fmla="*/ 398812 h 425125"/>
                <a:gd name="csX6" fmla="*/ 194989 w 404528"/>
                <a:gd name="csY6" fmla="*/ 217526 h 425125"/>
                <a:gd name="csX7" fmla="*/ 197724 w 404528"/>
                <a:gd name="csY7" fmla="*/ 212668 h 425125"/>
                <a:gd name="csX8" fmla="*/ 195596 w 404528"/>
                <a:gd name="csY8" fmla="*/ 208113 h 425125"/>
                <a:gd name="csX9" fmla="*/ 53966 w 404528"/>
                <a:gd name="csY9" fmla="*/ 14681 h 425125"/>
                <a:gd name="csX10" fmla="*/ 220519 w 404528"/>
                <a:gd name="csY10" fmla="*/ 14681 h 425125"/>
                <a:gd name="csX11" fmla="*/ 291638 w 404528"/>
                <a:gd name="csY11" fmla="*/ 19539 h 425125"/>
                <a:gd name="csX12" fmla="*/ 358502 w 404528"/>
                <a:gd name="csY12" fmla="*/ 42314 h 425125"/>
                <a:gd name="csX13" fmla="*/ 397101 w 404528"/>
                <a:gd name="csY13" fmla="*/ 85434 h 425125"/>
                <a:gd name="csX14" fmla="*/ 404699 w 404528"/>
                <a:gd name="csY14" fmla="*/ 85434 h 425125"/>
                <a:gd name="csX15" fmla="*/ 367924 w 404528"/>
                <a:gd name="csY15" fmla="*/ 105 h 425125"/>
                <a:gd name="csX16" fmla="*/ 8680 w 404528"/>
                <a:gd name="csY16" fmla="*/ 105 h 425125"/>
                <a:gd name="csX17" fmla="*/ 474 w 404528"/>
                <a:gd name="csY17" fmla="*/ 2230 h 425125"/>
                <a:gd name="csX18" fmla="*/ 170 w 404528"/>
                <a:gd name="csY18" fmla="*/ 12251 h 425125"/>
                <a:gd name="csX19" fmla="*/ 160949 w 404528"/>
                <a:gd name="csY19" fmla="*/ 232102 h 425125"/>
                <a:gd name="csX20" fmla="*/ 3514 w 404528"/>
                <a:gd name="csY20" fmla="*/ 416424 h 425125"/>
                <a:gd name="csX21" fmla="*/ 474 w 404528"/>
                <a:gd name="csY21" fmla="*/ 421890 h 425125"/>
                <a:gd name="csX22" fmla="*/ 8680 w 404528"/>
                <a:gd name="csY22" fmla="*/ 425231 h 425125"/>
                <a:gd name="csX23" fmla="*/ 367924 w 404528"/>
                <a:gd name="csY23" fmla="*/ 425231 h 425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4528" h="425125">
                  <a:moveTo>
                    <a:pt x="367924" y="425231"/>
                  </a:moveTo>
                  <a:lnTo>
                    <a:pt x="404699" y="328059"/>
                  </a:lnTo>
                  <a:lnTo>
                    <a:pt x="397101" y="328059"/>
                  </a:lnTo>
                  <a:cubicBezTo>
                    <a:pt x="385248" y="359640"/>
                    <a:pt x="353031" y="380289"/>
                    <a:pt x="318080" y="389399"/>
                  </a:cubicBezTo>
                  <a:cubicBezTo>
                    <a:pt x="311697" y="390917"/>
                    <a:pt x="281912" y="398812"/>
                    <a:pt x="223558" y="398812"/>
                  </a:cubicBezTo>
                  <a:lnTo>
                    <a:pt x="40289" y="398812"/>
                  </a:lnTo>
                  <a:lnTo>
                    <a:pt x="194989" y="217526"/>
                  </a:lnTo>
                  <a:cubicBezTo>
                    <a:pt x="197116" y="215097"/>
                    <a:pt x="197724" y="214186"/>
                    <a:pt x="197724" y="212668"/>
                  </a:cubicBezTo>
                  <a:cubicBezTo>
                    <a:pt x="197724" y="212060"/>
                    <a:pt x="197724" y="211149"/>
                    <a:pt x="195596" y="208113"/>
                  </a:cubicBezTo>
                  <a:lnTo>
                    <a:pt x="53966" y="14681"/>
                  </a:lnTo>
                  <a:lnTo>
                    <a:pt x="220519" y="14681"/>
                  </a:lnTo>
                  <a:cubicBezTo>
                    <a:pt x="261245" y="14681"/>
                    <a:pt x="288903" y="18932"/>
                    <a:pt x="291638" y="19539"/>
                  </a:cubicBezTo>
                  <a:cubicBezTo>
                    <a:pt x="308050" y="21968"/>
                    <a:pt x="334492" y="27131"/>
                    <a:pt x="358502" y="42314"/>
                  </a:cubicBezTo>
                  <a:cubicBezTo>
                    <a:pt x="366100" y="47172"/>
                    <a:pt x="386768" y="60837"/>
                    <a:pt x="397101" y="85434"/>
                  </a:cubicBezTo>
                  <a:lnTo>
                    <a:pt x="404699" y="85434"/>
                  </a:lnTo>
                  <a:lnTo>
                    <a:pt x="367924" y="105"/>
                  </a:lnTo>
                  <a:lnTo>
                    <a:pt x="8680" y="105"/>
                  </a:lnTo>
                  <a:cubicBezTo>
                    <a:pt x="1690" y="105"/>
                    <a:pt x="1386" y="409"/>
                    <a:pt x="474" y="2230"/>
                  </a:cubicBezTo>
                  <a:cubicBezTo>
                    <a:pt x="170" y="3141"/>
                    <a:pt x="170" y="8911"/>
                    <a:pt x="170" y="12251"/>
                  </a:cubicBezTo>
                  <a:lnTo>
                    <a:pt x="160949" y="232102"/>
                  </a:lnTo>
                  <a:lnTo>
                    <a:pt x="3514" y="416424"/>
                  </a:lnTo>
                  <a:cubicBezTo>
                    <a:pt x="474" y="420068"/>
                    <a:pt x="474" y="421587"/>
                    <a:pt x="474" y="421890"/>
                  </a:cubicBezTo>
                  <a:cubicBezTo>
                    <a:pt x="474" y="425231"/>
                    <a:pt x="3210" y="425231"/>
                    <a:pt x="8680" y="425231"/>
                  </a:cubicBezTo>
                  <a:lnTo>
                    <a:pt x="367924" y="425231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FE99603-4A04-95E9-389B-CD7460B209ED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7340891" y="6244673"/>
              <a:ext cx="55314" cy="212350"/>
            </a:xfrm>
            <a:custGeom>
              <a:avLst/>
              <a:gdLst>
                <a:gd name="csX0" fmla="*/ 51217 w 55314"/>
                <a:gd name="csY0" fmla="*/ 127 h 212350"/>
                <a:gd name="csX1" fmla="*/ 157 w 55314"/>
                <a:gd name="csY1" fmla="*/ 106196 h 212350"/>
                <a:gd name="csX2" fmla="*/ 51217 w 55314"/>
                <a:gd name="csY2" fmla="*/ 212477 h 212350"/>
                <a:gd name="csX3" fmla="*/ 55472 w 55314"/>
                <a:gd name="csY3" fmla="*/ 209926 h 212350"/>
                <a:gd name="csX4" fmla="*/ 53344 w 55314"/>
                <a:gd name="csY4" fmla="*/ 206738 h 212350"/>
                <a:gd name="csX5" fmla="*/ 14624 w 55314"/>
                <a:gd name="csY5" fmla="*/ 106408 h 212350"/>
                <a:gd name="csX6" fmla="*/ 53982 w 55314"/>
                <a:gd name="csY6" fmla="*/ 5228 h 212350"/>
                <a:gd name="csX7" fmla="*/ 55472 w 55314"/>
                <a:gd name="csY7" fmla="*/ 2678 h 212350"/>
                <a:gd name="csX8" fmla="*/ 51217 w 55314"/>
                <a:gd name="csY8" fmla="*/ 127 h 212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5314" h="212350">
                  <a:moveTo>
                    <a:pt x="51217" y="127"/>
                  </a:moveTo>
                  <a:cubicBezTo>
                    <a:pt x="10794" y="28610"/>
                    <a:pt x="157" y="73674"/>
                    <a:pt x="157" y="106196"/>
                  </a:cubicBezTo>
                  <a:cubicBezTo>
                    <a:pt x="157" y="136167"/>
                    <a:pt x="9092" y="182718"/>
                    <a:pt x="51217" y="212477"/>
                  </a:cubicBezTo>
                  <a:cubicBezTo>
                    <a:pt x="52919" y="212477"/>
                    <a:pt x="55472" y="212477"/>
                    <a:pt x="55472" y="209926"/>
                  </a:cubicBezTo>
                  <a:cubicBezTo>
                    <a:pt x="55472" y="208651"/>
                    <a:pt x="54833" y="208226"/>
                    <a:pt x="53344" y="206738"/>
                  </a:cubicBezTo>
                  <a:cubicBezTo>
                    <a:pt x="25048" y="181230"/>
                    <a:pt x="14624" y="145095"/>
                    <a:pt x="14624" y="106408"/>
                  </a:cubicBezTo>
                  <a:cubicBezTo>
                    <a:pt x="14624" y="49016"/>
                    <a:pt x="36537" y="20958"/>
                    <a:pt x="53982" y="5228"/>
                  </a:cubicBezTo>
                  <a:cubicBezTo>
                    <a:pt x="54833" y="4378"/>
                    <a:pt x="55472" y="3740"/>
                    <a:pt x="55472" y="2678"/>
                  </a:cubicBezTo>
                  <a:cubicBezTo>
                    <a:pt x="55472" y="127"/>
                    <a:pt x="52919" y="127"/>
                    <a:pt x="51217" y="127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9BDA9F45-7FA0-A236-4ED5-4D091AAC4501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7420552" y="6260402"/>
              <a:ext cx="158924" cy="143692"/>
            </a:xfrm>
            <a:custGeom>
              <a:avLst/>
              <a:gdLst>
                <a:gd name="csX0" fmla="*/ 94408 w 158924"/>
                <a:gd name="csY0" fmla="*/ 15219 h 143692"/>
                <a:gd name="csX1" fmla="*/ 101003 w 158924"/>
                <a:gd name="csY1" fmla="*/ 7992 h 143692"/>
                <a:gd name="csX2" fmla="*/ 113768 w 158924"/>
                <a:gd name="csY2" fmla="*/ 7779 h 143692"/>
                <a:gd name="csX3" fmla="*/ 137596 w 158924"/>
                <a:gd name="csY3" fmla="*/ 9480 h 143692"/>
                <a:gd name="csX4" fmla="*/ 147595 w 158924"/>
                <a:gd name="csY4" fmla="*/ 26272 h 143692"/>
                <a:gd name="csX5" fmla="*/ 146106 w 158924"/>
                <a:gd name="csY5" fmla="*/ 43490 h 143692"/>
                <a:gd name="csX6" fmla="*/ 145681 w 158924"/>
                <a:gd name="csY6" fmla="*/ 45828 h 143692"/>
                <a:gd name="csX7" fmla="*/ 149297 w 158924"/>
                <a:gd name="csY7" fmla="*/ 49016 h 143692"/>
                <a:gd name="csX8" fmla="*/ 153340 w 158924"/>
                <a:gd name="csY8" fmla="*/ 43702 h 143692"/>
                <a:gd name="csX9" fmla="*/ 159084 w 158924"/>
                <a:gd name="csY9" fmla="*/ 3103 h 143692"/>
                <a:gd name="csX10" fmla="*/ 152701 w 158924"/>
                <a:gd name="csY10" fmla="*/ 127 h 143692"/>
                <a:gd name="csX11" fmla="*/ 21860 w 158924"/>
                <a:gd name="csY11" fmla="*/ 127 h 143692"/>
                <a:gd name="csX12" fmla="*/ 14627 w 158924"/>
                <a:gd name="csY12" fmla="*/ 4591 h 143692"/>
                <a:gd name="csX13" fmla="*/ 1223 w 158924"/>
                <a:gd name="csY13" fmla="*/ 42214 h 143692"/>
                <a:gd name="csX14" fmla="*/ 160 w 158924"/>
                <a:gd name="csY14" fmla="*/ 46040 h 143692"/>
                <a:gd name="csX15" fmla="*/ 3776 w 158924"/>
                <a:gd name="csY15" fmla="*/ 49016 h 143692"/>
                <a:gd name="csX16" fmla="*/ 8244 w 158924"/>
                <a:gd name="csY16" fmla="*/ 43915 h 143692"/>
                <a:gd name="csX17" fmla="*/ 59942 w 158924"/>
                <a:gd name="csY17" fmla="*/ 7779 h 143692"/>
                <a:gd name="csX18" fmla="*/ 68878 w 158924"/>
                <a:gd name="csY18" fmla="*/ 7779 h 143692"/>
                <a:gd name="csX19" fmla="*/ 75473 w 158924"/>
                <a:gd name="csY19" fmla="*/ 9905 h 143692"/>
                <a:gd name="csX20" fmla="*/ 74622 w 158924"/>
                <a:gd name="csY20" fmla="*/ 14368 h 143692"/>
                <a:gd name="csX21" fmla="*/ 46539 w 158924"/>
                <a:gd name="csY21" fmla="*/ 126177 h 143692"/>
                <a:gd name="csX22" fmla="*/ 21647 w 158924"/>
                <a:gd name="csY22" fmla="*/ 136167 h 143692"/>
                <a:gd name="csX23" fmla="*/ 12074 w 158924"/>
                <a:gd name="csY23" fmla="*/ 140843 h 143692"/>
                <a:gd name="csX24" fmla="*/ 15690 w 158924"/>
                <a:gd name="csY24" fmla="*/ 143819 h 143692"/>
                <a:gd name="csX25" fmla="*/ 33987 w 158924"/>
                <a:gd name="csY25" fmla="*/ 143182 h 143692"/>
                <a:gd name="csX26" fmla="*/ 52283 w 158924"/>
                <a:gd name="csY26" fmla="*/ 142969 h 143692"/>
                <a:gd name="csX27" fmla="*/ 71431 w 158924"/>
                <a:gd name="csY27" fmla="*/ 143182 h 143692"/>
                <a:gd name="csX28" fmla="*/ 89302 w 158924"/>
                <a:gd name="csY28" fmla="*/ 143819 h 143692"/>
                <a:gd name="csX29" fmla="*/ 94195 w 158924"/>
                <a:gd name="csY29" fmla="*/ 139143 h 143692"/>
                <a:gd name="csX30" fmla="*/ 85472 w 158924"/>
                <a:gd name="csY30" fmla="*/ 136167 h 143692"/>
                <a:gd name="csX31" fmla="*/ 73133 w 158924"/>
                <a:gd name="csY31" fmla="*/ 135742 h 143692"/>
                <a:gd name="csX32" fmla="*/ 65474 w 158924"/>
                <a:gd name="csY32" fmla="*/ 131703 h 143692"/>
                <a:gd name="csX33" fmla="*/ 66325 w 158924"/>
                <a:gd name="csY33" fmla="*/ 126814 h 143692"/>
                <a:gd name="csX34" fmla="*/ 94408 w 158924"/>
                <a:gd name="csY34" fmla="*/ 15219 h 143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58924" h="143692">
                  <a:moveTo>
                    <a:pt x="94408" y="15219"/>
                  </a:moveTo>
                  <a:cubicBezTo>
                    <a:pt x="95897" y="9054"/>
                    <a:pt x="96323" y="8417"/>
                    <a:pt x="101003" y="7992"/>
                  </a:cubicBezTo>
                  <a:cubicBezTo>
                    <a:pt x="102067" y="7779"/>
                    <a:pt x="109513" y="7779"/>
                    <a:pt x="113768" y="7779"/>
                  </a:cubicBezTo>
                  <a:cubicBezTo>
                    <a:pt x="126746" y="7779"/>
                    <a:pt x="132277" y="7779"/>
                    <a:pt x="137596" y="9480"/>
                  </a:cubicBezTo>
                  <a:cubicBezTo>
                    <a:pt x="147170" y="12455"/>
                    <a:pt x="147595" y="18620"/>
                    <a:pt x="147595" y="26272"/>
                  </a:cubicBezTo>
                  <a:cubicBezTo>
                    <a:pt x="147595" y="29673"/>
                    <a:pt x="147595" y="32436"/>
                    <a:pt x="146106" y="43490"/>
                  </a:cubicBezTo>
                  <a:lnTo>
                    <a:pt x="145681" y="45828"/>
                  </a:lnTo>
                  <a:cubicBezTo>
                    <a:pt x="145681" y="47953"/>
                    <a:pt x="147170" y="49016"/>
                    <a:pt x="149297" y="49016"/>
                  </a:cubicBezTo>
                  <a:cubicBezTo>
                    <a:pt x="152489" y="49016"/>
                    <a:pt x="152914" y="47103"/>
                    <a:pt x="153340" y="43702"/>
                  </a:cubicBezTo>
                  <a:lnTo>
                    <a:pt x="159084" y="3103"/>
                  </a:lnTo>
                  <a:cubicBezTo>
                    <a:pt x="159084" y="127"/>
                    <a:pt x="156531" y="127"/>
                    <a:pt x="152701" y="127"/>
                  </a:cubicBezTo>
                  <a:lnTo>
                    <a:pt x="21860" y="127"/>
                  </a:lnTo>
                  <a:cubicBezTo>
                    <a:pt x="16541" y="127"/>
                    <a:pt x="16116" y="127"/>
                    <a:pt x="14627" y="4591"/>
                  </a:cubicBezTo>
                  <a:lnTo>
                    <a:pt x="1223" y="42214"/>
                  </a:lnTo>
                  <a:cubicBezTo>
                    <a:pt x="1011" y="43064"/>
                    <a:pt x="160" y="44978"/>
                    <a:pt x="160" y="46040"/>
                  </a:cubicBezTo>
                  <a:cubicBezTo>
                    <a:pt x="160" y="46891"/>
                    <a:pt x="585" y="49016"/>
                    <a:pt x="3776" y="49016"/>
                  </a:cubicBezTo>
                  <a:cubicBezTo>
                    <a:pt x="6542" y="49016"/>
                    <a:pt x="6968" y="47953"/>
                    <a:pt x="8244" y="43915"/>
                  </a:cubicBezTo>
                  <a:cubicBezTo>
                    <a:pt x="20584" y="9905"/>
                    <a:pt x="27604" y="7779"/>
                    <a:pt x="59942" y="7779"/>
                  </a:cubicBezTo>
                  <a:lnTo>
                    <a:pt x="68878" y="7779"/>
                  </a:lnTo>
                  <a:cubicBezTo>
                    <a:pt x="75260" y="7779"/>
                    <a:pt x="75473" y="7992"/>
                    <a:pt x="75473" y="9905"/>
                  </a:cubicBezTo>
                  <a:cubicBezTo>
                    <a:pt x="75473" y="10117"/>
                    <a:pt x="75473" y="11180"/>
                    <a:pt x="74622" y="14368"/>
                  </a:cubicBezTo>
                  <a:lnTo>
                    <a:pt x="46539" y="126177"/>
                  </a:lnTo>
                  <a:cubicBezTo>
                    <a:pt x="44624" y="134041"/>
                    <a:pt x="43986" y="136167"/>
                    <a:pt x="21647" y="136167"/>
                  </a:cubicBezTo>
                  <a:cubicBezTo>
                    <a:pt x="13988" y="136167"/>
                    <a:pt x="12074" y="136167"/>
                    <a:pt x="12074" y="140843"/>
                  </a:cubicBezTo>
                  <a:cubicBezTo>
                    <a:pt x="12074" y="141481"/>
                    <a:pt x="12499" y="143819"/>
                    <a:pt x="15690" y="143819"/>
                  </a:cubicBezTo>
                  <a:cubicBezTo>
                    <a:pt x="21647" y="143819"/>
                    <a:pt x="28030" y="143182"/>
                    <a:pt x="33987" y="143182"/>
                  </a:cubicBezTo>
                  <a:cubicBezTo>
                    <a:pt x="39944" y="143182"/>
                    <a:pt x="46326" y="142969"/>
                    <a:pt x="52283" y="142969"/>
                  </a:cubicBezTo>
                  <a:cubicBezTo>
                    <a:pt x="58240" y="142969"/>
                    <a:pt x="65474" y="142969"/>
                    <a:pt x="71431" y="143182"/>
                  </a:cubicBezTo>
                  <a:cubicBezTo>
                    <a:pt x="77175" y="143394"/>
                    <a:pt x="83558" y="143819"/>
                    <a:pt x="89302" y="143819"/>
                  </a:cubicBezTo>
                  <a:cubicBezTo>
                    <a:pt x="91004" y="143819"/>
                    <a:pt x="94195" y="143819"/>
                    <a:pt x="94195" y="139143"/>
                  </a:cubicBezTo>
                  <a:cubicBezTo>
                    <a:pt x="94195" y="136167"/>
                    <a:pt x="92068" y="136167"/>
                    <a:pt x="85472" y="136167"/>
                  </a:cubicBezTo>
                  <a:cubicBezTo>
                    <a:pt x="81430" y="136167"/>
                    <a:pt x="77175" y="135954"/>
                    <a:pt x="73133" y="135742"/>
                  </a:cubicBezTo>
                  <a:cubicBezTo>
                    <a:pt x="65899" y="135104"/>
                    <a:pt x="65474" y="134254"/>
                    <a:pt x="65474" y="131703"/>
                  </a:cubicBezTo>
                  <a:cubicBezTo>
                    <a:pt x="65474" y="130215"/>
                    <a:pt x="65474" y="129790"/>
                    <a:pt x="66325" y="126814"/>
                  </a:cubicBezTo>
                  <a:lnTo>
                    <a:pt x="94408" y="15219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5B0E1B00-6D57-DDE4-72CA-8EF012786141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7602412" y="6242092"/>
              <a:ext cx="126586" cy="126626"/>
            </a:xfrm>
            <a:custGeom>
              <a:avLst/>
              <a:gdLst>
                <a:gd name="csX0" fmla="*/ 67790 w 126586"/>
                <a:gd name="csY0" fmla="*/ 67689 h 126626"/>
                <a:gd name="csX1" fmla="*/ 120673 w 126586"/>
                <a:gd name="csY1" fmla="*/ 67689 h 126626"/>
                <a:gd name="csX2" fmla="*/ 126752 w 126586"/>
                <a:gd name="csY2" fmla="*/ 63438 h 126626"/>
                <a:gd name="csX3" fmla="*/ 120673 w 126586"/>
                <a:gd name="csY3" fmla="*/ 59187 h 126626"/>
                <a:gd name="csX4" fmla="*/ 67790 w 126586"/>
                <a:gd name="csY4" fmla="*/ 59187 h 126626"/>
                <a:gd name="csX5" fmla="*/ 67790 w 126586"/>
                <a:gd name="csY5" fmla="*/ 6350 h 126626"/>
                <a:gd name="csX6" fmla="*/ 63535 w 126586"/>
                <a:gd name="csY6" fmla="*/ 125 h 126626"/>
                <a:gd name="csX7" fmla="*/ 59280 w 126586"/>
                <a:gd name="csY7" fmla="*/ 6350 h 126626"/>
                <a:gd name="csX8" fmla="*/ 59280 w 126586"/>
                <a:gd name="csY8" fmla="*/ 59187 h 126626"/>
                <a:gd name="csX9" fmla="*/ 6244 w 126586"/>
                <a:gd name="csY9" fmla="*/ 59187 h 126626"/>
                <a:gd name="csX10" fmla="*/ 165 w 126586"/>
                <a:gd name="csY10" fmla="*/ 63438 h 126626"/>
                <a:gd name="csX11" fmla="*/ 6244 w 126586"/>
                <a:gd name="csY11" fmla="*/ 67689 h 126626"/>
                <a:gd name="csX12" fmla="*/ 59280 w 126586"/>
                <a:gd name="csY12" fmla="*/ 67689 h 126626"/>
                <a:gd name="csX13" fmla="*/ 59280 w 126586"/>
                <a:gd name="csY13" fmla="*/ 120526 h 126626"/>
                <a:gd name="csX14" fmla="*/ 63535 w 126586"/>
                <a:gd name="csY14" fmla="*/ 126752 h 126626"/>
                <a:gd name="csX15" fmla="*/ 67790 w 126586"/>
                <a:gd name="csY15" fmla="*/ 120526 h 126626"/>
                <a:gd name="csX16" fmla="*/ 67790 w 126586"/>
                <a:gd name="csY16" fmla="*/ 67689 h 126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6586" h="126626">
                  <a:moveTo>
                    <a:pt x="67790" y="67689"/>
                  </a:moveTo>
                  <a:lnTo>
                    <a:pt x="120673" y="67689"/>
                  </a:lnTo>
                  <a:cubicBezTo>
                    <a:pt x="122649" y="67689"/>
                    <a:pt x="126752" y="67689"/>
                    <a:pt x="126752" y="63438"/>
                  </a:cubicBezTo>
                  <a:cubicBezTo>
                    <a:pt x="126752" y="59187"/>
                    <a:pt x="122649" y="59187"/>
                    <a:pt x="120673" y="59187"/>
                  </a:cubicBezTo>
                  <a:lnTo>
                    <a:pt x="67790" y="59187"/>
                  </a:lnTo>
                  <a:lnTo>
                    <a:pt x="67790" y="6350"/>
                  </a:lnTo>
                  <a:cubicBezTo>
                    <a:pt x="67790" y="4224"/>
                    <a:pt x="67790" y="125"/>
                    <a:pt x="63535" y="125"/>
                  </a:cubicBezTo>
                  <a:cubicBezTo>
                    <a:pt x="59280" y="125"/>
                    <a:pt x="59280" y="4224"/>
                    <a:pt x="59280" y="6350"/>
                  </a:cubicBezTo>
                  <a:lnTo>
                    <a:pt x="59280" y="59187"/>
                  </a:lnTo>
                  <a:lnTo>
                    <a:pt x="6244" y="59187"/>
                  </a:lnTo>
                  <a:cubicBezTo>
                    <a:pt x="4269" y="59187"/>
                    <a:pt x="165" y="59187"/>
                    <a:pt x="165" y="63438"/>
                  </a:cubicBezTo>
                  <a:cubicBezTo>
                    <a:pt x="165" y="67689"/>
                    <a:pt x="4269" y="67689"/>
                    <a:pt x="6244" y="67689"/>
                  </a:cubicBezTo>
                  <a:lnTo>
                    <a:pt x="59280" y="67689"/>
                  </a:lnTo>
                  <a:lnTo>
                    <a:pt x="59280" y="120526"/>
                  </a:lnTo>
                  <a:cubicBezTo>
                    <a:pt x="59280" y="122652"/>
                    <a:pt x="59280" y="126752"/>
                    <a:pt x="63535" y="126752"/>
                  </a:cubicBezTo>
                  <a:cubicBezTo>
                    <a:pt x="67790" y="126752"/>
                    <a:pt x="67790" y="122652"/>
                    <a:pt x="67790" y="120526"/>
                  </a:cubicBezTo>
                  <a:lnTo>
                    <a:pt x="67790" y="67689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5AE0DB20-AFD5-6222-8BE3-A022CA09B746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7782884" y="6379650"/>
              <a:ext cx="27019" cy="65469"/>
            </a:xfrm>
            <a:custGeom>
              <a:avLst/>
              <a:gdLst>
                <a:gd name="csX0" fmla="*/ 21233 w 27019"/>
                <a:gd name="csY0" fmla="*/ 21171 h 65469"/>
                <a:gd name="csX1" fmla="*/ 4639 w 27019"/>
                <a:gd name="csY1" fmla="*/ 60070 h 65469"/>
                <a:gd name="csX2" fmla="*/ 3150 w 27019"/>
                <a:gd name="csY2" fmla="*/ 62620 h 65469"/>
                <a:gd name="csX3" fmla="*/ 6128 w 27019"/>
                <a:gd name="csY3" fmla="*/ 65596 h 65469"/>
                <a:gd name="csX4" fmla="*/ 27190 w 27019"/>
                <a:gd name="csY4" fmla="*/ 23296 h 65469"/>
                <a:gd name="csX5" fmla="*/ 12298 w 27019"/>
                <a:gd name="csY5" fmla="*/ 127 h 65469"/>
                <a:gd name="csX6" fmla="*/ 171 w 27019"/>
                <a:gd name="csY6" fmla="*/ 12243 h 65469"/>
                <a:gd name="csX7" fmla="*/ 12511 w 27019"/>
                <a:gd name="csY7" fmla="*/ 24572 h 65469"/>
                <a:gd name="csX8" fmla="*/ 21233 w 27019"/>
                <a:gd name="csY8" fmla="*/ 21171 h 65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019" h="65469">
                  <a:moveTo>
                    <a:pt x="21233" y="21171"/>
                  </a:moveTo>
                  <a:cubicBezTo>
                    <a:pt x="21233" y="32861"/>
                    <a:pt x="19106" y="46465"/>
                    <a:pt x="4639" y="60070"/>
                  </a:cubicBezTo>
                  <a:cubicBezTo>
                    <a:pt x="3788" y="60920"/>
                    <a:pt x="3150" y="61557"/>
                    <a:pt x="3150" y="62620"/>
                  </a:cubicBezTo>
                  <a:cubicBezTo>
                    <a:pt x="3150" y="64108"/>
                    <a:pt x="4852" y="65596"/>
                    <a:pt x="6128" y="65596"/>
                  </a:cubicBezTo>
                  <a:cubicBezTo>
                    <a:pt x="9107" y="65596"/>
                    <a:pt x="27190" y="48591"/>
                    <a:pt x="27190" y="23296"/>
                  </a:cubicBezTo>
                  <a:cubicBezTo>
                    <a:pt x="27190" y="10117"/>
                    <a:pt x="22084" y="127"/>
                    <a:pt x="12298" y="127"/>
                  </a:cubicBezTo>
                  <a:cubicBezTo>
                    <a:pt x="5277" y="127"/>
                    <a:pt x="171" y="5653"/>
                    <a:pt x="171" y="12243"/>
                  </a:cubicBezTo>
                  <a:cubicBezTo>
                    <a:pt x="171" y="19045"/>
                    <a:pt x="5064" y="24572"/>
                    <a:pt x="12511" y="24572"/>
                  </a:cubicBezTo>
                  <a:cubicBezTo>
                    <a:pt x="17617" y="24572"/>
                    <a:pt x="21021" y="21171"/>
                    <a:pt x="21233" y="21171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41AE5336-1156-9AF3-05DD-43E92B1DB501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7844855" y="6258914"/>
              <a:ext cx="100418" cy="145180"/>
            </a:xfrm>
            <a:custGeom>
              <a:avLst/>
              <a:gdLst>
                <a:gd name="csX0" fmla="*/ 74423 w 100418"/>
                <a:gd name="csY0" fmla="*/ 16919 h 145180"/>
                <a:gd name="csX1" fmla="*/ 92720 w 100418"/>
                <a:gd name="csY1" fmla="*/ 7779 h 145180"/>
                <a:gd name="csX2" fmla="*/ 100591 w 100418"/>
                <a:gd name="csY2" fmla="*/ 3315 h 145180"/>
                <a:gd name="csX3" fmla="*/ 97187 w 100418"/>
                <a:gd name="csY3" fmla="*/ 127 h 145180"/>
                <a:gd name="csX4" fmla="*/ 82933 w 100418"/>
                <a:gd name="csY4" fmla="*/ 764 h 145180"/>
                <a:gd name="csX5" fmla="*/ 68466 w 100418"/>
                <a:gd name="csY5" fmla="*/ 977 h 145180"/>
                <a:gd name="csX6" fmla="*/ 53786 w 100418"/>
                <a:gd name="csY6" fmla="*/ 764 h 145180"/>
                <a:gd name="csX7" fmla="*/ 39107 w 100418"/>
                <a:gd name="csY7" fmla="*/ 127 h 145180"/>
                <a:gd name="csX8" fmla="*/ 34639 w 100418"/>
                <a:gd name="csY8" fmla="*/ 4803 h 145180"/>
                <a:gd name="csX9" fmla="*/ 41660 w 100418"/>
                <a:gd name="csY9" fmla="*/ 7779 h 145180"/>
                <a:gd name="csX10" fmla="*/ 49744 w 100418"/>
                <a:gd name="csY10" fmla="*/ 8204 h 145180"/>
                <a:gd name="csX11" fmla="*/ 55488 w 100418"/>
                <a:gd name="csY11" fmla="*/ 11180 h 145180"/>
                <a:gd name="csX12" fmla="*/ 54637 w 100418"/>
                <a:gd name="csY12" fmla="*/ 15644 h 145180"/>
                <a:gd name="csX13" fmla="*/ 26342 w 100418"/>
                <a:gd name="csY13" fmla="*/ 128515 h 145180"/>
                <a:gd name="csX14" fmla="*/ 8045 w 100418"/>
                <a:gd name="csY14" fmla="*/ 137655 h 145180"/>
                <a:gd name="csX15" fmla="*/ 173 w 100418"/>
                <a:gd name="csY15" fmla="*/ 142331 h 145180"/>
                <a:gd name="csX16" fmla="*/ 3577 w 100418"/>
                <a:gd name="csY16" fmla="*/ 145307 h 145180"/>
                <a:gd name="csX17" fmla="*/ 32299 w 100418"/>
                <a:gd name="csY17" fmla="*/ 144457 h 145180"/>
                <a:gd name="csX18" fmla="*/ 46978 w 100418"/>
                <a:gd name="csY18" fmla="*/ 144670 h 145180"/>
                <a:gd name="csX19" fmla="*/ 61658 w 100418"/>
                <a:gd name="csY19" fmla="*/ 145307 h 145180"/>
                <a:gd name="csX20" fmla="*/ 66126 w 100418"/>
                <a:gd name="csY20" fmla="*/ 140631 h 145180"/>
                <a:gd name="csX21" fmla="*/ 59318 w 100418"/>
                <a:gd name="csY21" fmla="*/ 137655 h 145180"/>
                <a:gd name="csX22" fmla="*/ 50170 w 100418"/>
                <a:gd name="csY22" fmla="*/ 137230 h 145180"/>
                <a:gd name="csX23" fmla="*/ 45276 w 100418"/>
                <a:gd name="csY23" fmla="*/ 134041 h 145180"/>
                <a:gd name="csX24" fmla="*/ 46127 w 100418"/>
                <a:gd name="csY24" fmla="*/ 129365 h 145180"/>
                <a:gd name="csX25" fmla="*/ 74423 w 100418"/>
                <a:gd name="csY25" fmla="*/ 16919 h 1451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00418" h="145180">
                  <a:moveTo>
                    <a:pt x="74423" y="16919"/>
                  </a:moveTo>
                  <a:cubicBezTo>
                    <a:pt x="76338" y="9692"/>
                    <a:pt x="76763" y="7779"/>
                    <a:pt x="92720" y="7779"/>
                  </a:cubicBezTo>
                  <a:cubicBezTo>
                    <a:pt x="98038" y="7779"/>
                    <a:pt x="100591" y="7779"/>
                    <a:pt x="100591" y="3315"/>
                  </a:cubicBezTo>
                  <a:cubicBezTo>
                    <a:pt x="100591" y="1402"/>
                    <a:pt x="99102" y="127"/>
                    <a:pt x="97187" y="127"/>
                  </a:cubicBezTo>
                  <a:cubicBezTo>
                    <a:pt x="92720" y="127"/>
                    <a:pt x="87401" y="764"/>
                    <a:pt x="82933" y="764"/>
                  </a:cubicBezTo>
                  <a:cubicBezTo>
                    <a:pt x="78253" y="764"/>
                    <a:pt x="73147" y="977"/>
                    <a:pt x="68466" y="977"/>
                  </a:cubicBezTo>
                  <a:cubicBezTo>
                    <a:pt x="68466" y="977"/>
                    <a:pt x="53786" y="764"/>
                    <a:pt x="53786" y="764"/>
                  </a:cubicBezTo>
                  <a:cubicBezTo>
                    <a:pt x="49106" y="764"/>
                    <a:pt x="43787" y="127"/>
                    <a:pt x="39107" y="127"/>
                  </a:cubicBezTo>
                  <a:cubicBezTo>
                    <a:pt x="37830" y="127"/>
                    <a:pt x="34639" y="127"/>
                    <a:pt x="34639" y="4803"/>
                  </a:cubicBezTo>
                  <a:cubicBezTo>
                    <a:pt x="34639" y="7779"/>
                    <a:pt x="36979" y="7779"/>
                    <a:pt x="41660" y="7779"/>
                  </a:cubicBezTo>
                  <a:cubicBezTo>
                    <a:pt x="41872" y="7779"/>
                    <a:pt x="46127" y="7779"/>
                    <a:pt x="49744" y="8204"/>
                  </a:cubicBezTo>
                  <a:cubicBezTo>
                    <a:pt x="53999" y="8629"/>
                    <a:pt x="55488" y="8842"/>
                    <a:pt x="55488" y="11180"/>
                  </a:cubicBezTo>
                  <a:cubicBezTo>
                    <a:pt x="55488" y="12455"/>
                    <a:pt x="55063" y="13943"/>
                    <a:pt x="54637" y="15644"/>
                  </a:cubicBezTo>
                  <a:lnTo>
                    <a:pt x="26342" y="128515"/>
                  </a:lnTo>
                  <a:cubicBezTo>
                    <a:pt x="24640" y="135529"/>
                    <a:pt x="24001" y="137655"/>
                    <a:pt x="8045" y="137655"/>
                  </a:cubicBezTo>
                  <a:cubicBezTo>
                    <a:pt x="2301" y="137655"/>
                    <a:pt x="173" y="137655"/>
                    <a:pt x="173" y="142331"/>
                  </a:cubicBezTo>
                  <a:cubicBezTo>
                    <a:pt x="173" y="142544"/>
                    <a:pt x="173" y="145307"/>
                    <a:pt x="3577" y="145307"/>
                  </a:cubicBezTo>
                  <a:cubicBezTo>
                    <a:pt x="9960" y="145307"/>
                    <a:pt x="25916" y="144457"/>
                    <a:pt x="32299" y="144457"/>
                  </a:cubicBezTo>
                  <a:lnTo>
                    <a:pt x="46978" y="144670"/>
                  </a:lnTo>
                  <a:cubicBezTo>
                    <a:pt x="51659" y="144670"/>
                    <a:pt x="56978" y="145307"/>
                    <a:pt x="61658" y="145307"/>
                  </a:cubicBezTo>
                  <a:cubicBezTo>
                    <a:pt x="62935" y="145307"/>
                    <a:pt x="66126" y="145307"/>
                    <a:pt x="66126" y="140631"/>
                  </a:cubicBezTo>
                  <a:cubicBezTo>
                    <a:pt x="66126" y="137655"/>
                    <a:pt x="63573" y="137655"/>
                    <a:pt x="59318" y="137655"/>
                  </a:cubicBezTo>
                  <a:cubicBezTo>
                    <a:pt x="58892" y="137655"/>
                    <a:pt x="54425" y="137655"/>
                    <a:pt x="50170" y="137230"/>
                  </a:cubicBezTo>
                  <a:cubicBezTo>
                    <a:pt x="45276" y="136805"/>
                    <a:pt x="45276" y="135954"/>
                    <a:pt x="45276" y="134041"/>
                  </a:cubicBezTo>
                  <a:cubicBezTo>
                    <a:pt x="45276" y="133829"/>
                    <a:pt x="45276" y="132553"/>
                    <a:pt x="46127" y="129365"/>
                  </a:cubicBezTo>
                  <a:lnTo>
                    <a:pt x="74423" y="16919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055C49C1-A958-ABC5-A785-D5685B43AC90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7970233" y="6242092"/>
              <a:ext cx="126586" cy="126626"/>
            </a:xfrm>
            <a:custGeom>
              <a:avLst/>
              <a:gdLst>
                <a:gd name="csX0" fmla="*/ 67802 w 126586"/>
                <a:gd name="csY0" fmla="*/ 67689 h 126626"/>
                <a:gd name="csX1" fmla="*/ 120685 w 126586"/>
                <a:gd name="csY1" fmla="*/ 67689 h 126626"/>
                <a:gd name="csX2" fmla="*/ 126764 w 126586"/>
                <a:gd name="csY2" fmla="*/ 63438 h 126626"/>
                <a:gd name="csX3" fmla="*/ 120685 w 126586"/>
                <a:gd name="csY3" fmla="*/ 59187 h 126626"/>
                <a:gd name="csX4" fmla="*/ 67802 w 126586"/>
                <a:gd name="csY4" fmla="*/ 59187 h 126626"/>
                <a:gd name="csX5" fmla="*/ 67802 w 126586"/>
                <a:gd name="csY5" fmla="*/ 6350 h 126626"/>
                <a:gd name="csX6" fmla="*/ 63547 w 126586"/>
                <a:gd name="csY6" fmla="*/ 125 h 126626"/>
                <a:gd name="csX7" fmla="*/ 59292 w 126586"/>
                <a:gd name="csY7" fmla="*/ 6350 h 126626"/>
                <a:gd name="csX8" fmla="*/ 59292 w 126586"/>
                <a:gd name="csY8" fmla="*/ 59187 h 126626"/>
                <a:gd name="csX9" fmla="*/ 6256 w 126586"/>
                <a:gd name="csY9" fmla="*/ 59187 h 126626"/>
                <a:gd name="csX10" fmla="*/ 178 w 126586"/>
                <a:gd name="csY10" fmla="*/ 63438 h 126626"/>
                <a:gd name="csX11" fmla="*/ 6256 w 126586"/>
                <a:gd name="csY11" fmla="*/ 67689 h 126626"/>
                <a:gd name="csX12" fmla="*/ 59292 w 126586"/>
                <a:gd name="csY12" fmla="*/ 67689 h 126626"/>
                <a:gd name="csX13" fmla="*/ 59292 w 126586"/>
                <a:gd name="csY13" fmla="*/ 120526 h 126626"/>
                <a:gd name="csX14" fmla="*/ 63547 w 126586"/>
                <a:gd name="csY14" fmla="*/ 126752 h 126626"/>
                <a:gd name="csX15" fmla="*/ 67802 w 126586"/>
                <a:gd name="csY15" fmla="*/ 120526 h 126626"/>
                <a:gd name="csX16" fmla="*/ 67802 w 126586"/>
                <a:gd name="csY16" fmla="*/ 67689 h 126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6586" h="126626">
                  <a:moveTo>
                    <a:pt x="67802" y="67689"/>
                  </a:moveTo>
                  <a:lnTo>
                    <a:pt x="120685" y="67689"/>
                  </a:lnTo>
                  <a:cubicBezTo>
                    <a:pt x="122661" y="67689"/>
                    <a:pt x="126764" y="67689"/>
                    <a:pt x="126764" y="63438"/>
                  </a:cubicBezTo>
                  <a:cubicBezTo>
                    <a:pt x="126764" y="59187"/>
                    <a:pt x="122661" y="59187"/>
                    <a:pt x="120685" y="59187"/>
                  </a:cubicBezTo>
                  <a:lnTo>
                    <a:pt x="67802" y="59187"/>
                  </a:lnTo>
                  <a:lnTo>
                    <a:pt x="67802" y="6350"/>
                  </a:lnTo>
                  <a:cubicBezTo>
                    <a:pt x="67802" y="4224"/>
                    <a:pt x="67802" y="125"/>
                    <a:pt x="63547" y="125"/>
                  </a:cubicBezTo>
                  <a:cubicBezTo>
                    <a:pt x="59292" y="125"/>
                    <a:pt x="59292" y="4224"/>
                    <a:pt x="59292" y="6350"/>
                  </a:cubicBezTo>
                  <a:lnTo>
                    <a:pt x="59292" y="59187"/>
                  </a:lnTo>
                  <a:lnTo>
                    <a:pt x="6256" y="59187"/>
                  </a:lnTo>
                  <a:cubicBezTo>
                    <a:pt x="4281" y="59187"/>
                    <a:pt x="178" y="59187"/>
                    <a:pt x="178" y="63438"/>
                  </a:cubicBezTo>
                  <a:cubicBezTo>
                    <a:pt x="178" y="67689"/>
                    <a:pt x="4281" y="67689"/>
                    <a:pt x="6256" y="67689"/>
                  </a:cubicBezTo>
                  <a:lnTo>
                    <a:pt x="59292" y="67689"/>
                  </a:lnTo>
                  <a:lnTo>
                    <a:pt x="59292" y="120526"/>
                  </a:lnTo>
                  <a:cubicBezTo>
                    <a:pt x="59292" y="122652"/>
                    <a:pt x="59292" y="126752"/>
                    <a:pt x="63547" y="126752"/>
                  </a:cubicBezTo>
                  <a:cubicBezTo>
                    <a:pt x="67802" y="126752"/>
                    <a:pt x="67802" y="122652"/>
                    <a:pt x="67802" y="120526"/>
                  </a:cubicBezTo>
                  <a:lnTo>
                    <a:pt x="67802" y="67689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7A4E59D8-5F66-7AA4-CA15-0057A8D4EC35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8150705" y="6379650"/>
              <a:ext cx="27019" cy="65469"/>
            </a:xfrm>
            <a:custGeom>
              <a:avLst/>
              <a:gdLst>
                <a:gd name="csX0" fmla="*/ 21245 w 27019"/>
                <a:gd name="csY0" fmla="*/ 21171 h 65469"/>
                <a:gd name="csX1" fmla="*/ 4651 w 27019"/>
                <a:gd name="csY1" fmla="*/ 60070 h 65469"/>
                <a:gd name="csX2" fmla="*/ 3162 w 27019"/>
                <a:gd name="csY2" fmla="*/ 62620 h 65469"/>
                <a:gd name="csX3" fmla="*/ 6140 w 27019"/>
                <a:gd name="csY3" fmla="*/ 65596 h 65469"/>
                <a:gd name="csX4" fmla="*/ 27202 w 27019"/>
                <a:gd name="csY4" fmla="*/ 23296 h 65469"/>
                <a:gd name="csX5" fmla="*/ 12310 w 27019"/>
                <a:gd name="csY5" fmla="*/ 127 h 65469"/>
                <a:gd name="csX6" fmla="*/ 183 w 27019"/>
                <a:gd name="csY6" fmla="*/ 12243 h 65469"/>
                <a:gd name="csX7" fmla="*/ 12523 w 27019"/>
                <a:gd name="csY7" fmla="*/ 24572 h 65469"/>
                <a:gd name="csX8" fmla="*/ 21245 w 27019"/>
                <a:gd name="csY8" fmla="*/ 21171 h 65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019" h="65469">
                  <a:moveTo>
                    <a:pt x="21245" y="21171"/>
                  </a:moveTo>
                  <a:cubicBezTo>
                    <a:pt x="21245" y="32861"/>
                    <a:pt x="19118" y="46465"/>
                    <a:pt x="4651" y="60070"/>
                  </a:cubicBezTo>
                  <a:cubicBezTo>
                    <a:pt x="3800" y="60920"/>
                    <a:pt x="3162" y="61557"/>
                    <a:pt x="3162" y="62620"/>
                  </a:cubicBezTo>
                  <a:cubicBezTo>
                    <a:pt x="3162" y="64108"/>
                    <a:pt x="4864" y="65596"/>
                    <a:pt x="6140" y="65596"/>
                  </a:cubicBezTo>
                  <a:cubicBezTo>
                    <a:pt x="9119" y="65596"/>
                    <a:pt x="27202" y="48591"/>
                    <a:pt x="27202" y="23296"/>
                  </a:cubicBezTo>
                  <a:cubicBezTo>
                    <a:pt x="27202" y="10117"/>
                    <a:pt x="22096" y="127"/>
                    <a:pt x="12310" y="127"/>
                  </a:cubicBezTo>
                  <a:cubicBezTo>
                    <a:pt x="5289" y="127"/>
                    <a:pt x="183" y="5653"/>
                    <a:pt x="183" y="12243"/>
                  </a:cubicBezTo>
                  <a:cubicBezTo>
                    <a:pt x="183" y="19045"/>
                    <a:pt x="5076" y="24572"/>
                    <a:pt x="12523" y="24572"/>
                  </a:cubicBezTo>
                  <a:cubicBezTo>
                    <a:pt x="17629" y="24572"/>
                    <a:pt x="21033" y="21171"/>
                    <a:pt x="21245" y="21171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238E5A9A-836F-921E-4E39-C4EE7E3FC648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8212676" y="6258914"/>
              <a:ext cx="100418" cy="145180"/>
            </a:xfrm>
            <a:custGeom>
              <a:avLst/>
              <a:gdLst>
                <a:gd name="csX0" fmla="*/ 74435 w 100418"/>
                <a:gd name="csY0" fmla="*/ 16919 h 145180"/>
                <a:gd name="csX1" fmla="*/ 92732 w 100418"/>
                <a:gd name="csY1" fmla="*/ 7779 h 145180"/>
                <a:gd name="csX2" fmla="*/ 100604 w 100418"/>
                <a:gd name="csY2" fmla="*/ 3315 h 145180"/>
                <a:gd name="csX3" fmla="*/ 97200 w 100418"/>
                <a:gd name="csY3" fmla="*/ 127 h 145180"/>
                <a:gd name="csX4" fmla="*/ 82945 w 100418"/>
                <a:gd name="csY4" fmla="*/ 764 h 145180"/>
                <a:gd name="csX5" fmla="*/ 68478 w 100418"/>
                <a:gd name="csY5" fmla="*/ 977 h 145180"/>
                <a:gd name="csX6" fmla="*/ 53799 w 100418"/>
                <a:gd name="csY6" fmla="*/ 764 h 145180"/>
                <a:gd name="csX7" fmla="*/ 39119 w 100418"/>
                <a:gd name="csY7" fmla="*/ 127 h 145180"/>
                <a:gd name="csX8" fmla="*/ 34651 w 100418"/>
                <a:gd name="csY8" fmla="*/ 4803 h 145180"/>
                <a:gd name="csX9" fmla="*/ 41672 w 100418"/>
                <a:gd name="csY9" fmla="*/ 7779 h 145180"/>
                <a:gd name="csX10" fmla="*/ 49756 w 100418"/>
                <a:gd name="csY10" fmla="*/ 8204 h 145180"/>
                <a:gd name="csX11" fmla="*/ 55501 w 100418"/>
                <a:gd name="csY11" fmla="*/ 11180 h 145180"/>
                <a:gd name="csX12" fmla="*/ 54650 w 100418"/>
                <a:gd name="csY12" fmla="*/ 15644 h 145180"/>
                <a:gd name="csX13" fmla="*/ 26354 w 100418"/>
                <a:gd name="csY13" fmla="*/ 128515 h 145180"/>
                <a:gd name="csX14" fmla="*/ 8057 w 100418"/>
                <a:gd name="csY14" fmla="*/ 137655 h 145180"/>
                <a:gd name="csX15" fmla="*/ 186 w 100418"/>
                <a:gd name="csY15" fmla="*/ 142331 h 145180"/>
                <a:gd name="csX16" fmla="*/ 3590 w 100418"/>
                <a:gd name="csY16" fmla="*/ 145307 h 145180"/>
                <a:gd name="csX17" fmla="*/ 32311 w 100418"/>
                <a:gd name="csY17" fmla="*/ 144457 h 145180"/>
                <a:gd name="csX18" fmla="*/ 46991 w 100418"/>
                <a:gd name="csY18" fmla="*/ 144670 h 145180"/>
                <a:gd name="csX19" fmla="*/ 61670 w 100418"/>
                <a:gd name="csY19" fmla="*/ 145307 h 145180"/>
                <a:gd name="csX20" fmla="*/ 66138 w 100418"/>
                <a:gd name="csY20" fmla="*/ 140631 h 145180"/>
                <a:gd name="csX21" fmla="*/ 59330 w 100418"/>
                <a:gd name="csY21" fmla="*/ 137655 h 145180"/>
                <a:gd name="csX22" fmla="*/ 50182 w 100418"/>
                <a:gd name="csY22" fmla="*/ 137230 h 145180"/>
                <a:gd name="csX23" fmla="*/ 45289 w 100418"/>
                <a:gd name="csY23" fmla="*/ 134041 h 145180"/>
                <a:gd name="csX24" fmla="*/ 46139 w 100418"/>
                <a:gd name="csY24" fmla="*/ 129365 h 145180"/>
                <a:gd name="csX25" fmla="*/ 74435 w 100418"/>
                <a:gd name="csY25" fmla="*/ 16919 h 1451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00418" h="145180">
                  <a:moveTo>
                    <a:pt x="74435" y="16919"/>
                  </a:moveTo>
                  <a:cubicBezTo>
                    <a:pt x="76350" y="9692"/>
                    <a:pt x="76776" y="7779"/>
                    <a:pt x="92732" y="7779"/>
                  </a:cubicBezTo>
                  <a:cubicBezTo>
                    <a:pt x="98051" y="7779"/>
                    <a:pt x="100604" y="7779"/>
                    <a:pt x="100604" y="3315"/>
                  </a:cubicBezTo>
                  <a:cubicBezTo>
                    <a:pt x="100604" y="1402"/>
                    <a:pt x="99114" y="127"/>
                    <a:pt x="97200" y="127"/>
                  </a:cubicBezTo>
                  <a:cubicBezTo>
                    <a:pt x="92732" y="127"/>
                    <a:pt x="87413" y="764"/>
                    <a:pt x="82945" y="764"/>
                  </a:cubicBezTo>
                  <a:cubicBezTo>
                    <a:pt x="78265" y="764"/>
                    <a:pt x="73159" y="977"/>
                    <a:pt x="68478" y="977"/>
                  </a:cubicBezTo>
                  <a:cubicBezTo>
                    <a:pt x="68478" y="977"/>
                    <a:pt x="53799" y="764"/>
                    <a:pt x="53799" y="764"/>
                  </a:cubicBezTo>
                  <a:cubicBezTo>
                    <a:pt x="49118" y="764"/>
                    <a:pt x="43799" y="127"/>
                    <a:pt x="39119" y="127"/>
                  </a:cubicBezTo>
                  <a:cubicBezTo>
                    <a:pt x="37842" y="127"/>
                    <a:pt x="34651" y="127"/>
                    <a:pt x="34651" y="4803"/>
                  </a:cubicBezTo>
                  <a:cubicBezTo>
                    <a:pt x="34651" y="7779"/>
                    <a:pt x="36991" y="7779"/>
                    <a:pt x="41672" y="7779"/>
                  </a:cubicBezTo>
                  <a:cubicBezTo>
                    <a:pt x="41884" y="7779"/>
                    <a:pt x="46139" y="7779"/>
                    <a:pt x="49756" y="8204"/>
                  </a:cubicBezTo>
                  <a:cubicBezTo>
                    <a:pt x="54011" y="8629"/>
                    <a:pt x="55501" y="8842"/>
                    <a:pt x="55501" y="11180"/>
                  </a:cubicBezTo>
                  <a:cubicBezTo>
                    <a:pt x="55501" y="12455"/>
                    <a:pt x="55075" y="13943"/>
                    <a:pt x="54650" y="15644"/>
                  </a:cubicBezTo>
                  <a:lnTo>
                    <a:pt x="26354" y="128515"/>
                  </a:lnTo>
                  <a:cubicBezTo>
                    <a:pt x="24652" y="135529"/>
                    <a:pt x="24014" y="137655"/>
                    <a:pt x="8057" y="137655"/>
                  </a:cubicBezTo>
                  <a:cubicBezTo>
                    <a:pt x="2313" y="137655"/>
                    <a:pt x="186" y="137655"/>
                    <a:pt x="186" y="142331"/>
                  </a:cubicBezTo>
                  <a:cubicBezTo>
                    <a:pt x="186" y="142544"/>
                    <a:pt x="186" y="145307"/>
                    <a:pt x="3590" y="145307"/>
                  </a:cubicBezTo>
                  <a:cubicBezTo>
                    <a:pt x="9972" y="145307"/>
                    <a:pt x="25928" y="144457"/>
                    <a:pt x="32311" y="144457"/>
                  </a:cubicBezTo>
                  <a:lnTo>
                    <a:pt x="46991" y="144670"/>
                  </a:lnTo>
                  <a:cubicBezTo>
                    <a:pt x="51671" y="144670"/>
                    <a:pt x="56990" y="145307"/>
                    <a:pt x="61670" y="145307"/>
                  </a:cubicBezTo>
                  <a:cubicBezTo>
                    <a:pt x="62947" y="145307"/>
                    <a:pt x="66138" y="145307"/>
                    <a:pt x="66138" y="140631"/>
                  </a:cubicBezTo>
                  <a:cubicBezTo>
                    <a:pt x="66138" y="137655"/>
                    <a:pt x="63585" y="137655"/>
                    <a:pt x="59330" y="137655"/>
                  </a:cubicBezTo>
                  <a:cubicBezTo>
                    <a:pt x="58905" y="137655"/>
                    <a:pt x="54437" y="137655"/>
                    <a:pt x="50182" y="137230"/>
                  </a:cubicBezTo>
                  <a:cubicBezTo>
                    <a:pt x="45289" y="136805"/>
                    <a:pt x="45289" y="135954"/>
                    <a:pt x="45289" y="134041"/>
                  </a:cubicBezTo>
                  <a:cubicBezTo>
                    <a:pt x="45289" y="133829"/>
                    <a:pt x="45289" y="132553"/>
                    <a:pt x="46139" y="129365"/>
                  </a:cubicBezTo>
                  <a:lnTo>
                    <a:pt x="74435" y="16919"/>
                  </a:lnTo>
                  <a:close/>
                </a:path>
              </a:pathLst>
            </a:custGeom>
            <a:solidFill>
              <a:srgbClr val="FF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91542B86-B27C-6FCA-236A-406349693738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8347627" y="6301154"/>
              <a:ext cx="115948" cy="8502"/>
            </a:xfrm>
            <a:custGeom>
              <a:avLst/>
              <a:gdLst>
                <a:gd name="csX0" fmla="*/ 109604 w 115948"/>
                <a:gd name="csY0" fmla="*/ 8627 h 8502"/>
                <a:gd name="csX1" fmla="*/ 116138 w 115948"/>
                <a:gd name="csY1" fmla="*/ 4376 h 8502"/>
                <a:gd name="csX2" fmla="*/ 109604 w 115948"/>
                <a:gd name="csY2" fmla="*/ 125 h 8502"/>
                <a:gd name="csX3" fmla="*/ 6724 w 115948"/>
                <a:gd name="csY3" fmla="*/ 125 h 8502"/>
                <a:gd name="csX4" fmla="*/ 190 w 115948"/>
                <a:gd name="csY4" fmla="*/ 4376 h 8502"/>
                <a:gd name="csX5" fmla="*/ 6724 w 115948"/>
                <a:gd name="csY5" fmla="*/ 8627 h 8502"/>
                <a:gd name="csX6" fmla="*/ 109604 w 115948"/>
                <a:gd name="csY6" fmla="*/ 8627 h 8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5948" h="8502">
                  <a:moveTo>
                    <a:pt x="109604" y="8627"/>
                  </a:moveTo>
                  <a:cubicBezTo>
                    <a:pt x="112035" y="8627"/>
                    <a:pt x="116138" y="8627"/>
                    <a:pt x="116138" y="4376"/>
                  </a:cubicBezTo>
                  <a:cubicBezTo>
                    <a:pt x="116138" y="125"/>
                    <a:pt x="112035" y="125"/>
                    <a:pt x="109604" y="125"/>
                  </a:cubicBezTo>
                  <a:lnTo>
                    <a:pt x="6724" y="125"/>
                  </a:lnTo>
                  <a:cubicBezTo>
                    <a:pt x="4293" y="125"/>
                    <a:pt x="190" y="125"/>
                    <a:pt x="190" y="4376"/>
                  </a:cubicBezTo>
                  <a:cubicBezTo>
                    <a:pt x="190" y="8627"/>
                    <a:pt x="4293" y="8627"/>
                    <a:pt x="6724" y="8627"/>
                  </a:cubicBezTo>
                  <a:lnTo>
                    <a:pt x="109604" y="8627"/>
                  </a:lnTo>
                  <a:close/>
                </a:path>
              </a:pathLst>
            </a:custGeom>
            <a:solidFill>
              <a:srgbClr val="FF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3544901E-A993-88B1-C8B0-869215D8C54C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8518244" y="6244673"/>
              <a:ext cx="55102" cy="212350"/>
            </a:xfrm>
            <a:custGeom>
              <a:avLst/>
              <a:gdLst>
                <a:gd name="csX0" fmla="*/ 4238 w 55102"/>
                <a:gd name="csY0" fmla="*/ 127 h 212350"/>
                <a:gd name="csX1" fmla="*/ 195 w 55102"/>
                <a:gd name="csY1" fmla="*/ 2678 h 212350"/>
                <a:gd name="csX2" fmla="*/ 2110 w 55102"/>
                <a:gd name="csY2" fmla="*/ 5866 h 212350"/>
                <a:gd name="csX3" fmla="*/ 40831 w 55102"/>
                <a:gd name="csY3" fmla="*/ 106196 h 212350"/>
                <a:gd name="csX4" fmla="*/ 4025 w 55102"/>
                <a:gd name="csY4" fmla="*/ 205037 h 212350"/>
                <a:gd name="csX5" fmla="*/ 195 w 55102"/>
                <a:gd name="csY5" fmla="*/ 209926 h 212350"/>
                <a:gd name="csX6" fmla="*/ 2961 w 55102"/>
                <a:gd name="csY6" fmla="*/ 212477 h 212350"/>
                <a:gd name="csX7" fmla="*/ 39767 w 55102"/>
                <a:gd name="csY7" fmla="*/ 171878 h 212350"/>
                <a:gd name="csX8" fmla="*/ 55298 w 55102"/>
                <a:gd name="csY8" fmla="*/ 106408 h 212350"/>
                <a:gd name="csX9" fmla="*/ 4238 w 55102"/>
                <a:gd name="csY9" fmla="*/ 127 h 212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5102" h="212350">
                  <a:moveTo>
                    <a:pt x="4238" y="127"/>
                  </a:moveTo>
                  <a:cubicBezTo>
                    <a:pt x="2748" y="127"/>
                    <a:pt x="195" y="127"/>
                    <a:pt x="195" y="2678"/>
                  </a:cubicBezTo>
                  <a:cubicBezTo>
                    <a:pt x="195" y="3740"/>
                    <a:pt x="834" y="4378"/>
                    <a:pt x="2110" y="5866"/>
                  </a:cubicBezTo>
                  <a:cubicBezTo>
                    <a:pt x="20407" y="22658"/>
                    <a:pt x="40831" y="51354"/>
                    <a:pt x="40831" y="106196"/>
                  </a:cubicBezTo>
                  <a:cubicBezTo>
                    <a:pt x="40831" y="150621"/>
                    <a:pt x="27002" y="184206"/>
                    <a:pt x="4025" y="205037"/>
                  </a:cubicBezTo>
                  <a:cubicBezTo>
                    <a:pt x="408" y="208651"/>
                    <a:pt x="195" y="208864"/>
                    <a:pt x="195" y="209926"/>
                  </a:cubicBezTo>
                  <a:cubicBezTo>
                    <a:pt x="195" y="210989"/>
                    <a:pt x="834" y="212477"/>
                    <a:pt x="2961" y="212477"/>
                  </a:cubicBezTo>
                  <a:cubicBezTo>
                    <a:pt x="5514" y="212477"/>
                    <a:pt x="25725" y="198448"/>
                    <a:pt x="39767" y="171878"/>
                  </a:cubicBezTo>
                  <a:cubicBezTo>
                    <a:pt x="49128" y="154235"/>
                    <a:pt x="55298" y="131278"/>
                    <a:pt x="55298" y="106408"/>
                  </a:cubicBezTo>
                  <a:cubicBezTo>
                    <a:pt x="55298" y="76437"/>
                    <a:pt x="46362" y="29886"/>
                    <a:pt x="4238" y="127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69581831-5658-B5E0-D3FC-7B905349D932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8672476" y="5874204"/>
              <a:ext cx="213661" cy="152437"/>
            </a:xfrm>
            <a:custGeom>
              <a:avLst/>
              <a:gdLst>
                <a:gd name="csX0" fmla="*/ 12357 w 213661"/>
                <a:gd name="csY0" fmla="*/ 152552 h 152437"/>
                <a:gd name="csX1" fmla="*/ 24818 w 213661"/>
                <a:gd name="csY1" fmla="*/ 139799 h 152437"/>
                <a:gd name="csX2" fmla="*/ 24818 w 213661"/>
                <a:gd name="csY2" fmla="*/ 66920 h 152437"/>
                <a:gd name="csX3" fmla="*/ 35152 w 213661"/>
                <a:gd name="csY3" fmla="*/ 32910 h 152437"/>
                <a:gd name="csX4" fmla="*/ 64025 w 213661"/>
                <a:gd name="csY4" fmla="*/ 20156 h 152437"/>
                <a:gd name="csX5" fmla="*/ 87428 w 213661"/>
                <a:gd name="csY5" fmla="*/ 29873 h 152437"/>
                <a:gd name="csX6" fmla="*/ 94722 w 213661"/>
                <a:gd name="csY6" fmla="*/ 59632 h 152437"/>
                <a:gd name="csX7" fmla="*/ 94722 w 213661"/>
                <a:gd name="csY7" fmla="*/ 139799 h 152437"/>
                <a:gd name="csX8" fmla="*/ 106879 w 213661"/>
                <a:gd name="csY8" fmla="*/ 152552 h 152437"/>
                <a:gd name="csX9" fmla="*/ 119340 w 213661"/>
                <a:gd name="csY9" fmla="*/ 139799 h 152437"/>
                <a:gd name="csX10" fmla="*/ 119340 w 213661"/>
                <a:gd name="csY10" fmla="*/ 66920 h 152437"/>
                <a:gd name="csX11" fmla="*/ 129978 w 213661"/>
                <a:gd name="csY11" fmla="*/ 32910 h 152437"/>
                <a:gd name="csX12" fmla="*/ 158547 w 213661"/>
                <a:gd name="csY12" fmla="*/ 20156 h 152437"/>
                <a:gd name="csX13" fmla="*/ 181950 w 213661"/>
                <a:gd name="csY13" fmla="*/ 29873 h 152437"/>
                <a:gd name="csX14" fmla="*/ 189244 w 213661"/>
                <a:gd name="csY14" fmla="*/ 59632 h 152437"/>
                <a:gd name="csX15" fmla="*/ 189244 w 213661"/>
                <a:gd name="csY15" fmla="*/ 139799 h 152437"/>
                <a:gd name="csX16" fmla="*/ 201401 w 213661"/>
                <a:gd name="csY16" fmla="*/ 152552 h 152437"/>
                <a:gd name="csX17" fmla="*/ 213862 w 213661"/>
                <a:gd name="csY17" fmla="*/ 139799 h 152437"/>
                <a:gd name="csX18" fmla="*/ 213862 w 213661"/>
                <a:gd name="csY18" fmla="*/ 58417 h 152437"/>
                <a:gd name="csX19" fmla="*/ 164626 w 213661"/>
                <a:gd name="csY19" fmla="*/ 114 h 152437"/>
                <a:gd name="csX20" fmla="*/ 134537 w 213661"/>
                <a:gd name="csY20" fmla="*/ 8313 h 152437"/>
                <a:gd name="csX21" fmla="*/ 114781 w 213661"/>
                <a:gd name="csY21" fmla="*/ 30177 h 152437"/>
                <a:gd name="csX22" fmla="*/ 70408 w 213661"/>
                <a:gd name="csY22" fmla="*/ 114 h 152437"/>
                <a:gd name="csX23" fmla="*/ 42750 w 213661"/>
                <a:gd name="csY23" fmla="*/ 7402 h 152437"/>
                <a:gd name="csX24" fmla="*/ 24211 w 213661"/>
                <a:gd name="csY24" fmla="*/ 27747 h 152437"/>
                <a:gd name="csX25" fmla="*/ 24211 w 213661"/>
                <a:gd name="csY25" fmla="*/ 13172 h 152437"/>
                <a:gd name="csX26" fmla="*/ 12053 w 213661"/>
                <a:gd name="csY26" fmla="*/ 722 h 152437"/>
                <a:gd name="csX27" fmla="*/ 200 w 213661"/>
                <a:gd name="csY27" fmla="*/ 13172 h 152437"/>
                <a:gd name="csX28" fmla="*/ 200 w 213661"/>
                <a:gd name="csY28" fmla="*/ 139799 h 152437"/>
                <a:gd name="csX29" fmla="*/ 12357 w 213661"/>
                <a:gd name="csY29" fmla="*/ 152552 h 1524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3661" h="152437">
                  <a:moveTo>
                    <a:pt x="12357" y="152552"/>
                  </a:moveTo>
                  <a:cubicBezTo>
                    <a:pt x="20563" y="152552"/>
                    <a:pt x="24818" y="148301"/>
                    <a:pt x="24818" y="139799"/>
                  </a:cubicBezTo>
                  <a:lnTo>
                    <a:pt x="24818" y="66920"/>
                  </a:lnTo>
                  <a:cubicBezTo>
                    <a:pt x="24818" y="52951"/>
                    <a:pt x="28162" y="41412"/>
                    <a:pt x="35152" y="32910"/>
                  </a:cubicBezTo>
                  <a:cubicBezTo>
                    <a:pt x="42142" y="24407"/>
                    <a:pt x="51868" y="20156"/>
                    <a:pt x="64025" y="20156"/>
                  </a:cubicBezTo>
                  <a:cubicBezTo>
                    <a:pt x="74967" y="20156"/>
                    <a:pt x="82565" y="23496"/>
                    <a:pt x="87428" y="29873"/>
                  </a:cubicBezTo>
                  <a:cubicBezTo>
                    <a:pt x="92291" y="36250"/>
                    <a:pt x="94722" y="46271"/>
                    <a:pt x="94722" y="59632"/>
                  </a:cubicBezTo>
                  <a:lnTo>
                    <a:pt x="94722" y="139799"/>
                  </a:lnTo>
                  <a:cubicBezTo>
                    <a:pt x="94722" y="148301"/>
                    <a:pt x="98673" y="152552"/>
                    <a:pt x="106879" y="152552"/>
                  </a:cubicBezTo>
                  <a:cubicBezTo>
                    <a:pt x="115085" y="152552"/>
                    <a:pt x="119340" y="148301"/>
                    <a:pt x="119340" y="139799"/>
                  </a:cubicBezTo>
                  <a:lnTo>
                    <a:pt x="119340" y="66920"/>
                  </a:lnTo>
                  <a:cubicBezTo>
                    <a:pt x="119340" y="52951"/>
                    <a:pt x="122683" y="41412"/>
                    <a:pt x="129978" y="32910"/>
                  </a:cubicBezTo>
                  <a:cubicBezTo>
                    <a:pt x="136968" y="24407"/>
                    <a:pt x="146390" y="20156"/>
                    <a:pt x="158547" y="20156"/>
                  </a:cubicBezTo>
                  <a:cubicBezTo>
                    <a:pt x="169488" y="20156"/>
                    <a:pt x="177087" y="23496"/>
                    <a:pt x="181950" y="29873"/>
                  </a:cubicBezTo>
                  <a:cubicBezTo>
                    <a:pt x="186812" y="36250"/>
                    <a:pt x="189244" y="46271"/>
                    <a:pt x="189244" y="59632"/>
                  </a:cubicBezTo>
                  <a:lnTo>
                    <a:pt x="189244" y="139799"/>
                  </a:lnTo>
                  <a:cubicBezTo>
                    <a:pt x="189244" y="148301"/>
                    <a:pt x="193195" y="152552"/>
                    <a:pt x="201401" y="152552"/>
                  </a:cubicBezTo>
                  <a:cubicBezTo>
                    <a:pt x="209607" y="152552"/>
                    <a:pt x="213862" y="148301"/>
                    <a:pt x="213862" y="139799"/>
                  </a:cubicBezTo>
                  <a:lnTo>
                    <a:pt x="213862" y="58417"/>
                  </a:lnTo>
                  <a:cubicBezTo>
                    <a:pt x="213862" y="19549"/>
                    <a:pt x="197450" y="114"/>
                    <a:pt x="164626" y="114"/>
                  </a:cubicBezTo>
                  <a:cubicBezTo>
                    <a:pt x="153076" y="114"/>
                    <a:pt x="143047" y="2847"/>
                    <a:pt x="134537" y="8313"/>
                  </a:cubicBezTo>
                  <a:cubicBezTo>
                    <a:pt x="125723" y="13779"/>
                    <a:pt x="119036" y="21067"/>
                    <a:pt x="114781" y="30177"/>
                  </a:cubicBezTo>
                  <a:cubicBezTo>
                    <a:pt x="108095" y="10135"/>
                    <a:pt x="93506" y="114"/>
                    <a:pt x="70408" y="114"/>
                  </a:cubicBezTo>
                  <a:cubicBezTo>
                    <a:pt x="59770" y="114"/>
                    <a:pt x="50652" y="2544"/>
                    <a:pt x="42750" y="7402"/>
                  </a:cubicBezTo>
                  <a:cubicBezTo>
                    <a:pt x="34848" y="12261"/>
                    <a:pt x="28466" y="18941"/>
                    <a:pt x="24211" y="27747"/>
                  </a:cubicBezTo>
                  <a:lnTo>
                    <a:pt x="24211" y="13172"/>
                  </a:lnTo>
                  <a:cubicBezTo>
                    <a:pt x="24211" y="4973"/>
                    <a:pt x="19956" y="722"/>
                    <a:pt x="12053" y="722"/>
                  </a:cubicBezTo>
                  <a:cubicBezTo>
                    <a:pt x="4151" y="722"/>
                    <a:pt x="200" y="4973"/>
                    <a:pt x="200" y="13172"/>
                  </a:cubicBezTo>
                  <a:lnTo>
                    <a:pt x="200" y="139799"/>
                  </a:lnTo>
                  <a:cubicBezTo>
                    <a:pt x="200" y="148301"/>
                    <a:pt x="4151" y="152552"/>
                    <a:pt x="12357" y="152552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E555C05A-6C68-F0EC-ED6F-BB30D420D680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8925345" y="5874204"/>
              <a:ext cx="122179" cy="153045"/>
            </a:xfrm>
            <a:custGeom>
              <a:avLst/>
              <a:gdLst>
                <a:gd name="csX0" fmla="*/ 53396 w 122179"/>
                <a:gd name="csY0" fmla="*/ 153160 h 153045"/>
                <a:gd name="csX1" fmla="*/ 81358 w 122179"/>
                <a:gd name="csY1" fmla="*/ 145568 h 153045"/>
                <a:gd name="csX2" fmla="*/ 99289 w 122179"/>
                <a:gd name="csY2" fmla="*/ 124919 h 153045"/>
                <a:gd name="csX3" fmla="*/ 99289 w 122179"/>
                <a:gd name="csY3" fmla="*/ 139799 h 153045"/>
                <a:gd name="csX4" fmla="*/ 111143 w 122179"/>
                <a:gd name="csY4" fmla="*/ 152552 h 153045"/>
                <a:gd name="csX5" fmla="*/ 122388 w 122179"/>
                <a:gd name="csY5" fmla="*/ 139799 h 153045"/>
                <a:gd name="csX6" fmla="*/ 122388 w 122179"/>
                <a:gd name="csY6" fmla="*/ 57506 h 153045"/>
                <a:gd name="csX7" fmla="*/ 108407 w 122179"/>
                <a:gd name="csY7" fmla="*/ 14083 h 153045"/>
                <a:gd name="csX8" fmla="*/ 66161 w 122179"/>
                <a:gd name="csY8" fmla="*/ 114 h 153045"/>
                <a:gd name="csX9" fmla="*/ 40935 w 122179"/>
                <a:gd name="csY9" fmla="*/ 3151 h 153045"/>
                <a:gd name="csX10" fmla="*/ 14797 w 122179"/>
                <a:gd name="csY10" fmla="*/ 12868 h 153045"/>
                <a:gd name="csX11" fmla="*/ 8719 w 122179"/>
                <a:gd name="csY11" fmla="*/ 19245 h 153045"/>
                <a:gd name="csX12" fmla="*/ 8719 w 122179"/>
                <a:gd name="csY12" fmla="*/ 27140 h 153045"/>
                <a:gd name="csX13" fmla="*/ 13582 w 122179"/>
                <a:gd name="csY13" fmla="*/ 32606 h 153045"/>
                <a:gd name="csX14" fmla="*/ 22396 w 122179"/>
                <a:gd name="csY14" fmla="*/ 31391 h 153045"/>
                <a:gd name="csX15" fmla="*/ 44582 w 122179"/>
                <a:gd name="csY15" fmla="*/ 22585 h 153045"/>
                <a:gd name="csX16" fmla="*/ 66161 w 122179"/>
                <a:gd name="csY16" fmla="*/ 19852 h 153045"/>
                <a:gd name="csX17" fmla="*/ 90779 w 122179"/>
                <a:gd name="csY17" fmla="*/ 28355 h 153045"/>
                <a:gd name="csX18" fmla="*/ 98682 w 122179"/>
                <a:gd name="csY18" fmla="*/ 55381 h 153045"/>
                <a:gd name="csX19" fmla="*/ 98682 w 122179"/>
                <a:gd name="csY19" fmla="*/ 64794 h 153045"/>
                <a:gd name="csX20" fmla="*/ 88956 w 122179"/>
                <a:gd name="csY20" fmla="*/ 64794 h 153045"/>
                <a:gd name="csX21" fmla="*/ 36072 w 122179"/>
                <a:gd name="csY21" fmla="*/ 69045 h 153045"/>
                <a:gd name="csX22" fmla="*/ 8415 w 122179"/>
                <a:gd name="csY22" fmla="*/ 82407 h 153045"/>
                <a:gd name="csX23" fmla="*/ 209 w 122179"/>
                <a:gd name="csY23" fmla="*/ 107914 h 153045"/>
                <a:gd name="csX24" fmla="*/ 7199 w 122179"/>
                <a:gd name="csY24" fmla="*/ 130992 h 153045"/>
                <a:gd name="csX25" fmla="*/ 26043 w 122179"/>
                <a:gd name="csY25" fmla="*/ 147390 h 153045"/>
                <a:gd name="csX26" fmla="*/ 53396 w 122179"/>
                <a:gd name="csY26" fmla="*/ 153160 h 153045"/>
                <a:gd name="csX27" fmla="*/ 57347 w 122179"/>
                <a:gd name="csY27" fmla="*/ 134636 h 153045"/>
                <a:gd name="csX28" fmla="*/ 33641 w 122179"/>
                <a:gd name="csY28" fmla="*/ 126741 h 153045"/>
                <a:gd name="csX29" fmla="*/ 25131 w 122179"/>
                <a:gd name="csY29" fmla="*/ 106396 h 153045"/>
                <a:gd name="csX30" fmla="*/ 30602 w 122179"/>
                <a:gd name="csY30" fmla="*/ 91213 h 153045"/>
                <a:gd name="csX31" fmla="*/ 50357 w 122179"/>
                <a:gd name="csY31" fmla="*/ 83318 h 153045"/>
                <a:gd name="csX32" fmla="*/ 89260 w 122179"/>
                <a:gd name="csY32" fmla="*/ 80888 h 153045"/>
                <a:gd name="csX33" fmla="*/ 98682 w 122179"/>
                <a:gd name="csY33" fmla="*/ 80888 h 153045"/>
                <a:gd name="csX34" fmla="*/ 98682 w 122179"/>
                <a:gd name="csY34" fmla="*/ 89998 h 153045"/>
                <a:gd name="csX35" fmla="*/ 87132 w 122179"/>
                <a:gd name="csY35" fmla="*/ 122186 h 153045"/>
                <a:gd name="csX36" fmla="*/ 57347 w 122179"/>
                <a:gd name="csY36" fmla="*/ 134636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22179" h="153045">
                  <a:moveTo>
                    <a:pt x="53396" y="153160"/>
                  </a:moveTo>
                  <a:cubicBezTo>
                    <a:pt x="64034" y="153160"/>
                    <a:pt x="73456" y="150730"/>
                    <a:pt x="81358" y="145568"/>
                  </a:cubicBezTo>
                  <a:cubicBezTo>
                    <a:pt x="89260" y="140710"/>
                    <a:pt x="95338" y="133725"/>
                    <a:pt x="99289" y="124919"/>
                  </a:cubicBezTo>
                  <a:lnTo>
                    <a:pt x="99289" y="139799"/>
                  </a:lnTo>
                  <a:cubicBezTo>
                    <a:pt x="99289" y="148301"/>
                    <a:pt x="103241" y="152552"/>
                    <a:pt x="111143" y="152552"/>
                  </a:cubicBezTo>
                  <a:cubicBezTo>
                    <a:pt x="118437" y="152552"/>
                    <a:pt x="122388" y="148301"/>
                    <a:pt x="122388" y="139799"/>
                  </a:cubicBezTo>
                  <a:lnTo>
                    <a:pt x="122388" y="57506"/>
                  </a:lnTo>
                  <a:cubicBezTo>
                    <a:pt x="122388" y="38072"/>
                    <a:pt x="117525" y="23496"/>
                    <a:pt x="108407" y="14083"/>
                  </a:cubicBezTo>
                  <a:cubicBezTo>
                    <a:pt x="99289" y="4973"/>
                    <a:pt x="85005" y="114"/>
                    <a:pt x="66161" y="114"/>
                  </a:cubicBezTo>
                  <a:cubicBezTo>
                    <a:pt x="58259" y="114"/>
                    <a:pt x="49749" y="1329"/>
                    <a:pt x="40935" y="3151"/>
                  </a:cubicBezTo>
                  <a:cubicBezTo>
                    <a:pt x="32121" y="5277"/>
                    <a:pt x="23307" y="8617"/>
                    <a:pt x="14797" y="12868"/>
                  </a:cubicBezTo>
                  <a:cubicBezTo>
                    <a:pt x="11758" y="14386"/>
                    <a:pt x="9631" y="16512"/>
                    <a:pt x="8719" y="19245"/>
                  </a:cubicBezTo>
                  <a:cubicBezTo>
                    <a:pt x="7807" y="21978"/>
                    <a:pt x="7807" y="24711"/>
                    <a:pt x="8719" y="27140"/>
                  </a:cubicBezTo>
                  <a:cubicBezTo>
                    <a:pt x="9631" y="29569"/>
                    <a:pt x="11150" y="31391"/>
                    <a:pt x="13582" y="32606"/>
                  </a:cubicBezTo>
                  <a:cubicBezTo>
                    <a:pt x="16013" y="33821"/>
                    <a:pt x="18748" y="33213"/>
                    <a:pt x="22396" y="31391"/>
                  </a:cubicBezTo>
                  <a:cubicBezTo>
                    <a:pt x="29994" y="27444"/>
                    <a:pt x="37288" y="24407"/>
                    <a:pt x="44582" y="22585"/>
                  </a:cubicBezTo>
                  <a:cubicBezTo>
                    <a:pt x="51877" y="20763"/>
                    <a:pt x="58867" y="19852"/>
                    <a:pt x="66161" y="19852"/>
                  </a:cubicBezTo>
                  <a:cubicBezTo>
                    <a:pt x="77407" y="19852"/>
                    <a:pt x="85613" y="22889"/>
                    <a:pt x="90779" y="28355"/>
                  </a:cubicBezTo>
                  <a:cubicBezTo>
                    <a:pt x="95946" y="33821"/>
                    <a:pt x="98682" y="42931"/>
                    <a:pt x="98682" y="55381"/>
                  </a:cubicBezTo>
                  <a:lnTo>
                    <a:pt x="98682" y="64794"/>
                  </a:lnTo>
                  <a:lnTo>
                    <a:pt x="88956" y="64794"/>
                  </a:lnTo>
                  <a:cubicBezTo>
                    <a:pt x="66465" y="64794"/>
                    <a:pt x="48837" y="66313"/>
                    <a:pt x="36072" y="69045"/>
                  </a:cubicBezTo>
                  <a:cubicBezTo>
                    <a:pt x="23307" y="71778"/>
                    <a:pt x="13886" y="76333"/>
                    <a:pt x="8415" y="82407"/>
                  </a:cubicBezTo>
                  <a:cubicBezTo>
                    <a:pt x="2944" y="88783"/>
                    <a:pt x="209" y="97286"/>
                    <a:pt x="209" y="107914"/>
                  </a:cubicBezTo>
                  <a:cubicBezTo>
                    <a:pt x="209" y="116417"/>
                    <a:pt x="2336" y="124312"/>
                    <a:pt x="7199" y="130992"/>
                  </a:cubicBezTo>
                  <a:cubicBezTo>
                    <a:pt x="11758" y="137977"/>
                    <a:pt x="18141" y="143442"/>
                    <a:pt x="26043" y="147390"/>
                  </a:cubicBezTo>
                  <a:cubicBezTo>
                    <a:pt x="33945" y="151338"/>
                    <a:pt x="43063" y="153160"/>
                    <a:pt x="53396" y="153160"/>
                  </a:cubicBezTo>
                  <a:close/>
                  <a:moveTo>
                    <a:pt x="57347" y="134636"/>
                  </a:moveTo>
                  <a:cubicBezTo>
                    <a:pt x="47318" y="134636"/>
                    <a:pt x="39416" y="132207"/>
                    <a:pt x="33641" y="126741"/>
                  </a:cubicBezTo>
                  <a:cubicBezTo>
                    <a:pt x="27866" y="121579"/>
                    <a:pt x="25131" y="114898"/>
                    <a:pt x="25131" y="106396"/>
                  </a:cubicBezTo>
                  <a:cubicBezTo>
                    <a:pt x="25131" y="100019"/>
                    <a:pt x="26954" y="94857"/>
                    <a:pt x="30602" y="91213"/>
                  </a:cubicBezTo>
                  <a:cubicBezTo>
                    <a:pt x="34249" y="87569"/>
                    <a:pt x="40935" y="84836"/>
                    <a:pt x="50357" y="83318"/>
                  </a:cubicBezTo>
                  <a:cubicBezTo>
                    <a:pt x="59779" y="81799"/>
                    <a:pt x="72848" y="80888"/>
                    <a:pt x="89260" y="80888"/>
                  </a:cubicBezTo>
                  <a:lnTo>
                    <a:pt x="98682" y="80888"/>
                  </a:lnTo>
                  <a:lnTo>
                    <a:pt x="98682" y="89998"/>
                  </a:lnTo>
                  <a:cubicBezTo>
                    <a:pt x="98682" y="103055"/>
                    <a:pt x="94731" y="113684"/>
                    <a:pt x="87132" y="122186"/>
                  </a:cubicBezTo>
                  <a:cubicBezTo>
                    <a:pt x="79230" y="130689"/>
                    <a:pt x="69504" y="134636"/>
                    <a:pt x="57347" y="134636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673B8440-BF2C-B7C8-8E99-7258991F78AF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9083486" y="5874811"/>
              <a:ext cx="132802" cy="151526"/>
            </a:xfrm>
            <a:custGeom>
              <a:avLst/>
              <a:gdLst>
                <a:gd name="csX0" fmla="*/ 10449 w 132802"/>
                <a:gd name="csY0" fmla="*/ 151641 h 151526"/>
                <a:gd name="csX1" fmla="*/ 18351 w 132802"/>
                <a:gd name="csY1" fmla="*/ 149819 h 151526"/>
                <a:gd name="csX2" fmla="*/ 24126 w 132802"/>
                <a:gd name="csY2" fmla="*/ 144657 h 151526"/>
                <a:gd name="csX3" fmla="*/ 66372 w 132802"/>
                <a:gd name="csY3" fmla="*/ 91213 h 151526"/>
                <a:gd name="csX4" fmla="*/ 108922 w 132802"/>
                <a:gd name="csY4" fmla="*/ 144657 h 151526"/>
                <a:gd name="csX5" fmla="*/ 122598 w 132802"/>
                <a:gd name="csY5" fmla="*/ 151641 h 151526"/>
                <a:gd name="csX6" fmla="*/ 132020 w 132802"/>
                <a:gd name="csY6" fmla="*/ 146479 h 151526"/>
                <a:gd name="csX7" fmla="*/ 129589 w 132802"/>
                <a:gd name="csY7" fmla="*/ 134029 h 151526"/>
                <a:gd name="csX8" fmla="*/ 80960 w 132802"/>
                <a:gd name="csY8" fmla="*/ 73600 h 151526"/>
                <a:gd name="csX9" fmla="*/ 125942 w 132802"/>
                <a:gd name="csY9" fmla="*/ 18030 h 151526"/>
                <a:gd name="csX10" fmla="*/ 128677 w 132802"/>
                <a:gd name="csY10" fmla="*/ 5580 h 151526"/>
                <a:gd name="csX11" fmla="*/ 119559 w 132802"/>
                <a:gd name="csY11" fmla="*/ 114 h 151526"/>
                <a:gd name="csX12" fmla="*/ 111961 w 132802"/>
                <a:gd name="csY12" fmla="*/ 1936 h 151526"/>
                <a:gd name="csX13" fmla="*/ 106186 w 132802"/>
                <a:gd name="csY13" fmla="*/ 7099 h 151526"/>
                <a:gd name="csX14" fmla="*/ 66676 w 132802"/>
                <a:gd name="csY14" fmla="*/ 56595 h 151526"/>
                <a:gd name="csX15" fmla="*/ 27469 w 132802"/>
                <a:gd name="csY15" fmla="*/ 7099 h 151526"/>
                <a:gd name="csX16" fmla="*/ 21694 w 132802"/>
                <a:gd name="csY16" fmla="*/ 1936 h 151526"/>
                <a:gd name="csX17" fmla="*/ 13792 w 132802"/>
                <a:gd name="csY17" fmla="*/ 114 h 151526"/>
                <a:gd name="csX18" fmla="*/ 4674 w 132802"/>
                <a:gd name="csY18" fmla="*/ 5580 h 151526"/>
                <a:gd name="csX19" fmla="*/ 7410 w 132802"/>
                <a:gd name="csY19" fmla="*/ 17727 h 151526"/>
                <a:gd name="csX20" fmla="*/ 52391 w 132802"/>
                <a:gd name="csY20" fmla="*/ 73600 h 151526"/>
                <a:gd name="csX21" fmla="*/ 4066 w 132802"/>
                <a:gd name="csY21" fmla="*/ 134029 h 151526"/>
                <a:gd name="csX22" fmla="*/ 1331 w 132802"/>
                <a:gd name="csY22" fmla="*/ 146479 h 151526"/>
                <a:gd name="csX23" fmla="*/ 10449 w 132802"/>
                <a:gd name="csY23" fmla="*/ 151641 h 151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32802" h="151526">
                  <a:moveTo>
                    <a:pt x="10449" y="151641"/>
                  </a:moveTo>
                  <a:cubicBezTo>
                    <a:pt x="13488" y="151641"/>
                    <a:pt x="16223" y="151034"/>
                    <a:pt x="18351" y="149819"/>
                  </a:cubicBezTo>
                  <a:cubicBezTo>
                    <a:pt x="20175" y="148605"/>
                    <a:pt x="22302" y="147086"/>
                    <a:pt x="24126" y="144657"/>
                  </a:cubicBezTo>
                  <a:lnTo>
                    <a:pt x="66372" y="91213"/>
                  </a:lnTo>
                  <a:lnTo>
                    <a:pt x="108922" y="144657"/>
                  </a:lnTo>
                  <a:cubicBezTo>
                    <a:pt x="112569" y="149516"/>
                    <a:pt x="117128" y="151641"/>
                    <a:pt x="122598" y="151641"/>
                  </a:cubicBezTo>
                  <a:cubicBezTo>
                    <a:pt x="126853" y="151641"/>
                    <a:pt x="129893" y="150123"/>
                    <a:pt x="132020" y="146479"/>
                  </a:cubicBezTo>
                  <a:cubicBezTo>
                    <a:pt x="133844" y="142835"/>
                    <a:pt x="133236" y="138888"/>
                    <a:pt x="129589" y="134029"/>
                  </a:cubicBezTo>
                  <a:lnTo>
                    <a:pt x="80960" y="73600"/>
                  </a:lnTo>
                  <a:lnTo>
                    <a:pt x="125942" y="18030"/>
                  </a:lnTo>
                  <a:cubicBezTo>
                    <a:pt x="129589" y="13172"/>
                    <a:pt x="130501" y="9224"/>
                    <a:pt x="128677" y="5580"/>
                  </a:cubicBezTo>
                  <a:cubicBezTo>
                    <a:pt x="126853" y="1936"/>
                    <a:pt x="123814" y="114"/>
                    <a:pt x="119559" y="114"/>
                  </a:cubicBezTo>
                  <a:cubicBezTo>
                    <a:pt x="116520" y="114"/>
                    <a:pt x="113785" y="722"/>
                    <a:pt x="111961" y="1936"/>
                  </a:cubicBezTo>
                  <a:cubicBezTo>
                    <a:pt x="109833" y="3151"/>
                    <a:pt x="108010" y="4669"/>
                    <a:pt x="106186" y="7099"/>
                  </a:cubicBezTo>
                  <a:lnTo>
                    <a:pt x="66676" y="56595"/>
                  </a:lnTo>
                  <a:lnTo>
                    <a:pt x="27469" y="7099"/>
                  </a:lnTo>
                  <a:cubicBezTo>
                    <a:pt x="25645" y="4669"/>
                    <a:pt x="23518" y="3151"/>
                    <a:pt x="21694" y="1936"/>
                  </a:cubicBezTo>
                  <a:cubicBezTo>
                    <a:pt x="19567" y="722"/>
                    <a:pt x="16831" y="114"/>
                    <a:pt x="13792" y="114"/>
                  </a:cubicBezTo>
                  <a:cubicBezTo>
                    <a:pt x="9537" y="114"/>
                    <a:pt x="6498" y="1936"/>
                    <a:pt x="4674" y="5580"/>
                  </a:cubicBezTo>
                  <a:cubicBezTo>
                    <a:pt x="2547" y="9224"/>
                    <a:pt x="3458" y="13172"/>
                    <a:pt x="7410" y="17727"/>
                  </a:cubicBezTo>
                  <a:lnTo>
                    <a:pt x="52391" y="73600"/>
                  </a:lnTo>
                  <a:lnTo>
                    <a:pt x="4066" y="134029"/>
                  </a:lnTo>
                  <a:cubicBezTo>
                    <a:pt x="115" y="138888"/>
                    <a:pt x="-797" y="142835"/>
                    <a:pt x="1331" y="146479"/>
                  </a:cubicBezTo>
                  <a:cubicBezTo>
                    <a:pt x="3155" y="150123"/>
                    <a:pt x="6194" y="151641"/>
                    <a:pt x="10449" y="151641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6BEAB54E-09BB-D99E-64C5-88B95BD23925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9326427" y="5766402"/>
              <a:ext cx="79325" cy="364089"/>
            </a:xfrm>
            <a:custGeom>
              <a:avLst/>
              <a:gdLst>
                <a:gd name="csX0" fmla="*/ 79546 w 79325"/>
                <a:gd name="csY0" fmla="*/ 361160 h 364089"/>
                <a:gd name="csX1" fmla="*/ 78331 w 79325"/>
                <a:gd name="csY1" fmla="*/ 358427 h 364089"/>
                <a:gd name="csX2" fmla="*/ 30918 w 79325"/>
                <a:gd name="csY2" fmla="*/ 269454 h 364089"/>
                <a:gd name="csX3" fmla="*/ 21192 w 79325"/>
                <a:gd name="csY3" fmla="*/ 182303 h 364089"/>
                <a:gd name="csX4" fmla="*/ 76811 w 79325"/>
                <a:gd name="csY4" fmla="*/ 7090 h 364089"/>
                <a:gd name="csX5" fmla="*/ 79546 w 79325"/>
                <a:gd name="csY5" fmla="*/ 3143 h 364089"/>
                <a:gd name="csX6" fmla="*/ 75899 w 79325"/>
                <a:gd name="csY6" fmla="*/ 106 h 364089"/>
                <a:gd name="csX7" fmla="*/ 50977 w 79325"/>
                <a:gd name="csY7" fmla="*/ 22881 h 364089"/>
                <a:gd name="csX8" fmla="*/ 221 w 79325"/>
                <a:gd name="csY8" fmla="*/ 181999 h 364089"/>
                <a:gd name="csX9" fmla="*/ 47634 w 79325"/>
                <a:gd name="csY9" fmla="*/ 337474 h 364089"/>
                <a:gd name="csX10" fmla="*/ 75899 w 79325"/>
                <a:gd name="csY10" fmla="*/ 364196 h 364089"/>
                <a:gd name="csX11" fmla="*/ 79546 w 79325"/>
                <a:gd name="csY11" fmla="*/ 361160 h 364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9325" h="364089">
                  <a:moveTo>
                    <a:pt x="79546" y="361160"/>
                  </a:moveTo>
                  <a:cubicBezTo>
                    <a:pt x="79546" y="359945"/>
                    <a:pt x="78938" y="359338"/>
                    <a:pt x="78331" y="358427"/>
                  </a:cubicBezTo>
                  <a:cubicBezTo>
                    <a:pt x="64350" y="343547"/>
                    <a:pt x="43683" y="318951"/>
                    <a:pt x="30918" y="269454"/>
                  </a:cubicBezTo>
                  <a:cubicBezTo>
                    <a:pt x="23927" y="241821"/>
                    <a:pt x="21192" y="210544"/>
                    <a:pt x="21192" y="182303"/>
                  </a:cubicBezTo>
                  <a:cubicBezTo>
                    <a:pt x="21192" y="102440"/>
                    <a:pt x="40340" y="46566"/>
                    <a:pt x="76811" y="7090"/>
                  </a:cubicBezTo>
                  <a:cubicBezTo>
                    <a:pt x="79546" y="4358"/>
                    <a:pt x="79546" y="3750"/>
                    <a:pt x="79546" y="3143"/>
                  </a:cubicBezTo>
                  <a:cubicBezTo>
                    <a:pt x="79546" y="106"/>
                    <a:pt x="77115" y="106"/>
                    <a:pt x="75899" y="106"/>
                  </a:cubicBezTo>
                  <a:cubicBezTo>
                    <a:pt x="71340" y="106"/>
                    <a:pt x="54928" y="18326"/>
                    <a:pt x="50977" y="22881"/>
                  </a:cubicBezTo>
                  <a:cubicBezTo>
                    <a:pt x="19976" y="59624"/>
                    <a:pt x="221" y="114283"/>
                    <a:pt x="221" y="181999"/>
                  </a:cubicBezTo>
                  <a:cubicBezTo>
                    <a:pt x="221" y="225119"/>
                    <a:pt x="7819" y="286155"/>
                    <a:pt x="47634" y="337474"/>
                  </a:cubicBezTo>
                  <a:cubicBezTo>
                    <a:pt x="50673" y="341118"/>
                    <a:pt x="70428" y="364196"/>
                    <a:pt x="75899" y="364196"/>
                  </a:cubicBezTo>
                  <a:cubicBezTo>
                    <a:pt x="77115" y="364196"/>
                    <a:pt x="79546" y="364196"/>
                    <a:pt x="79546" y="36116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1921738C-E592-6F4A-E378-22C44354FE26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9431384" y="5822278"/>
              <a:ext cx="127953" cy="208918"/>
            </a:xfrm>
            <a:custGeom>
              <a:avLst/>
              <a:gdLst>
                <a:gd name="csX0" fmla="*/ 128179 w 127953"/>
                <a:gd name="csY0" fmla="*/ 105181 h 208918"/>
                <a:gd name="csX1" fmla="*/ 116022 w 127953"/>
                <a:gd name="csY1" fmla="*/ 34124 h 208918"/>
                <a:gd name="csX2" fmla="*/ 64354 w 127953"/>
                <a:gd name="csY2" fmla="*/ 114 h 208918"/>
                <a:gd name="csX3" fmla="*/ 11471 w 127953"/>
                <a:gd name="csY3" fmla="*/ 36250 h 208918"/>
                <a:gd name="csX4" fmla="*/ 226 w 127953"/>
                <a:gd name="csY4" fmla="*/ 105181 h 208918"/>
                <a:gd name="csX5" fmla="*/ 13902 w 127953"/>
                <a:gd name="csY5" fmla="*/ 178363 h 208918"/>
                <a:gd name="csX6" fmla="*/ 64050 w 127953"/>
                <a:gd name="csY6" fmla="*/ 209033 h 208918"/>
                <a:gd name="csX7" fmla="*/ 116934 w 127953"/>
                <a:gd name="csY7" fmla="*/ 173809 h 208918"/>
                <a:gd name="csX8" fmla="*/ 128179 w 127953"/>
                <a:gd name="csY8" fmla="*/ 105181 h 208918"/>
                <a:gd name="csX9" fmla="*/ 64050 w 127953"/>
                <a:gd name="csY9" fmla="*/ 202353 h 208918"/>
                <a:gd name="csX10" fmla="*/ 28795 w 127953"/>
                <a:gd name="csY10" fmla="*/ 165610 h 208918"/>
                <a:gd name="csX11" fmla="*/ 25452 w 127953"/>
                <a:gd name="csY11" fmla="*/ 101537 h 208918"/>
                <a:gd name="csX12" fmla="*/ 27883 w 127953"/>
                <a:gd name="csY12" fmla="*/ 45664 h 208918"/>
                <a:gd name="csX13" fmla="*/ 64050 w 127953"/>
                <a:gd name="csY13" fmla="*/ 6795 h 208918"/>
                <a:gd name="csX14" fmla="*/ 99914 w 127953"/>
                <a:gd name="csY14" fmla="*/ 42323 h 208918"/>
                <a:gd name="csX15" fmla="*/ 102953 w 127953"/>
                <a:gd name="csY15" fmla="*/ 101537 h 208918"/>
                <a:gd name="csX16" fmla="*/ 99610 w 127953"/>
                <a:gd name="csY16" fmla="*/ 164395 h 208918"/>
                <a:gd name="csX17" fmla="*/ 64050 w 127953"/>
                <a:gd name="csY17" fmla="*/ 202353 h 2089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7953" h="208918">
                  <a:moveTo>
                    <a:pt x="128179" y="105181"/>
                  </a:moveTo>
                  <a:cubicBezTo>
                    <a:pt x="128179" y="80888"/>
                    <a:pt x="126660" y="56595"/>
                    <a:pt x="116022" y="34124"/>
                  </a:cubicBezTo>
                  <a:cubicBezTo>
                    <a:pt x="102042" y="4973"/>
                    <a:pt x="77119" y="114"/>
                    <a:pt x="64354" y="114"/>
                  </a:cubicBezTo>
                  <a:cubicBezTo>
                    <a:pt x="46119" y="114"/>
                    <a:pt x="23932" y="8009"/>
                    <a:pt x="11471" y="36250"/>
                  </a:cubicBezTo>
                  <a:cubicBezTo>
                    <a:pt x="1745" y="57203"/>
                    <a:pt x="226" y="80888"/>
                    <a:pt x="226" y="105181"/>
                  </a:cubicBezTo>
                  <a:cubicBezTo>
                    <a:pt x="226" y="127956"/>
                    <a:pt x="1441" y="155285"/>
                    <a:pt x="13902" y="178363"/>
                  </a:cubicBezTo>
                  <a:cubicBezTo>
                    <a:pt x="26971" y="202960"/>
                    <a:pt x="49158" y="209033"/>
                    <a:pt x="64050" y="209033"/>
                  </a:cubicBezTo>
                  <a:cubicBezTo>
                    <a:pt x="80463" y="209033"/>
                    <a:pt x="103561" y="202656"/>
                    <a:pt x="116934" y="173809"/>
                  </a:cubicBezTo>
                  <a:cubicBezTo>
                    <a:pt x="126660" y="152856"/>
                    <a:pt x="128179" y="129170"/>
                    <a:pt x="128179" y="105181"/>
                  </a:cubicBezTo>
                  <a:close/>
                  <a:moveTo>
                    <a:pt x="64050" y="202353"/>
                  </a:moveTo>
                  <a:cubicBezTo>
                    <a:pt x="52197" y="202353"/>
                    <a:pt x="34266" y="194761"/>
                    <a:pt x="28795" y="165610"/>
                  </a:cubicBezTo>
                  <a:cubicBezTo>
                    <a:pt x="25452" y="147390"/>
                    <a:pt x="25452" y="119453"/>
                    <a:pt x="25452" y="101537"/>
                  </a:cubicBezTo>
                  <a:cubicBezTo>
                    <a:pt x="25452" y="82103"/>
                    <a:pt x="25452" y="62061"/>
                    <a:pt x="27883" y="45664"/>
                  </a:cubicBezTo>
                  <a:cubicBezTo>
                    <a:pt x="33658" y="9528"/>
                    <a:pt x="56452" y="6795"/>
                    <a:pt x="64050" y="6795"/>
                  </a:cubicBezTo>
                  <a:cubicBezTo>
                    <a:pt x="74080" y="6795"/>
                    <a:pt x="94139" y="12261"/>
                    <a:pt x="99914" y="42323"/>
                  </a:cubicBezTo>
                  <a:cubicBezTo>
                    <a:pt x="102953" y="59328"/>
                    <a:pt x="102953" y="82407"/>
                    <a:pt x="102953" y="101537"/>
                  </a:cubicBezTo>
                  <a:cubicBezTo>
                    <a:pt x="102953" y="124312"/>
                    <a:pt x="102953" y="144961"/>
                    <a:pt x="99610" y="164395"/>
                  </a:cubicBezTo>
                  <a:cubicBezTo>
                    <a:pt x="95051" y="193243"/>
                    <a:pt x="77727" y="202353"/>
                    <a:pt x="64050" y="202353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88C44CB0-45D6-2F8B-6B4E-6B647ACDCE53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9597634" y="5992328"/>
              <a:ext cx="35559" cy="90794"/>
            </a:xfrm>
            <a:custGeom>
              <a:avLst/>
              <a:gdLst>
                <a:gd name="csX0" fmla="*/ 35790 w 35559"/>
                <a:gd name="csY0" fmla="*/ 31999 h 90794"/>
                <a:gd name="csX1" fmla="*/ 16339 w 35559"/>
                <a:gd name="csY1" fmla="*/ 114 h 90794"/>
                <a:gd name="csX2" fmla="*/ 230 w 35559"/>
                <a:gd name="csY2" fmla="*/ 16208 h 90794"/>
                <a:gd name="csX3" fmla="*/ 16339 w 35559"/>
                <a:gd name="csY3" fmla="*/ 32302 h 90794"/>
                <a:gd name="csX4" fmla="*/ 26976 w 35559"/>
                <a:gd name="csY4" fmla="*/ 28355 h 90794"/>
                <a:gd name="csX5" fmla="*/ 28496 w 35559"/>
                <a:gd name="csY5" fmla="*/ 27444 h 90794"/>
                <a:gd name="csX6" fmla="*/ 29104 w 35559"/>
                <a:gd name="csY6" fmla="*/ 31999 h 90794"/>
                <a:gd name="csX7" fmla="*/ 8437 w 35559"/>
                <a:gd name="csY7" fmla="*/ 82710 h 90794"/>
                <a:gd name="csX8" fmla="*/ 5093 w 35559"/>
                <a:gd name="csY8" fmla="*/ 87569 h 90794"/>
                <a:gd name="csX9" fmla="*/ 8133 w 35559"/>
                <a:gd name="csY9" fmla="*/ 90909 h 90794"/>
                <a:gd name="csX10" fmla="*/ 35790 w 35559"/>
                <a:gd name="csY10" fmla="*/ 31999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59" h="90794">
                  <a:moveTo>
                    <a:pt x="35790" y="31999"/>
                  </a:moveTo>
                  <a:cubicBezTo>
                    <a:pt x="35790" y="11957"/>
                    <a:pt x="28192" y="114"/>
                    <a:pt x="16339" y="114"/>
                  </a:cubicBezTo>
                  <a:cubicBezTo>
                    <a:pt x="6309" y="114"/>
                    <a:pt x="230" y="7706"/>
                    <a:pt x="230" y="16208"/>
                  </a:cubicBezTo>
                  <a:cubicBezTo>
                    <a:pt x="230" y="24407"/>
                    <a:pt x="6309" y="32302"/>
                    <a:pt x="16339" y="32302"/>
                  </a:cubicBezTo>
                  <a:cubicBezTo>
                    <a:pt x="19986" y="32302"/>
                    <a:pt x="23937" y="31088"/>
                    <a:pt x="26976" y="28355"/>
                  </a:cubicBezTo>
                  <a:cubicBezTo>
                    <a:pt x="27888" y="27747"/>
                    <a:pt x="28192" y="27444"/>
                    <a:pt x="28496" y="27444"/>
                  </a:cubicBezTo>
                  <a:cubicBezTo>
                    <a:pt x="28800" y="27444"/>
                    <a:pt x="29104" y="27747"/>
                    <a:pt x="29104" y="31999"/>
                  </a:cubicBezTo>
                  <a:cubicBezTo>
                    <a:pt x="29104" y="54470"/>
                    <a:pt x="18466" y="72689"/>
                    <a:pt x="8437" y="82710"/>
                  </a:cubicBezTo>
                  <a:cubicBezTo>
                    <a:pt x="5093" y="86050"/>
                    <a:pt x="5093" y="86658"/>
                    <a:pt x="5093" y="87569"/>
                  </a:cubicBezTo>
                  <a:cubicBezTo>
                    <a:pt x="5093" y="89694"/>
                    <a:pt x="6613" y="90909"/>
                    <a:pt x="8133" y="90909"/>
                  </a:cubicBezTo>
                  <a:cubicBezTo>
                    <a:pt x="11476" y="90909"/>
                    <a:pt x="35790" y="67527"/>
                    <a:pt x="35790" y="3199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39FC63E1-F623-B0B7-C7D8-232E5FC450A8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9719339" y="5808613"/>
              <a:ext cx="124610" cy="219547"/>
            </a:xfrm>
            <a:custGeom>
              <a:avLst/>
              <a:gdLst>
                <a:gd name="csX0" fmla="*/ 67707 w 124610"/>
                <a:gd name="csY0" fmla="*/ 83318 h 219547"/>
                <a:gd name="csX1" fmla="*/ 235 w 124610"/>
                <a:gd name="csY1" fmla="*/ 168646 h 219547"/>
                <a:gd name="csX2" fmla="*/ 48256 w 124610"/>
                <a:gd name="csY2" fmla="*/ 219661 h 219547"/>
                <a:gd name="csX3" fmla="*/ 109041 w 124610"/>
                <a:gd name="csY3" fmla="*/ 130081 h 219547"/>
                <a:gd name="csX4" fmla="*/ 86551 w 124610"/>
                <a:gd name="csY4" fmla="*/ 73600 h 219547"/>
                <a:gd name="csX5" fmla="*/ 57677 w 124610"/>
                <a:gd name="csY5" fmla="*/ 23800 h 219547"/>
                <a:gd name="csX6" fmla="*/ 74393 w 124610"/>
                <a:gd name="csY6" fmla="*/ 9831 h 219547"/>
                <a:gd name="csX7" fmla="*/ 95972 w 124610"/>
                <a:gd name="csY7" fmla="*/ 18030 h 219547"/>
                <a:gd name="csX8" fmla="*/ 112689 w 124610"/>
                <a:gd name="csY8" fmla="*/ 25622 h 219547"/>
                <a:gd name="csX9" fmla="*/ 124846 w 124610"/>
                <a:gd name="csY9" fmla="*/ 13475 h 219547"/>
                <a:gd name="csX10" fmla="*/ 109041 w 124610"/>
                <a:gd name="csY10" fmla="*/ 3455 h 219547"/>
                <a:gd name="csX11" fmla="*/ 84119 w 124610"/>
                <a:gd name="csY11" fmla="*/ 114 h 219547"/>
                <a:gd name="csX12" fmla="*/ 49471 w 124610"/>
                <a:gd name="csY12" fmla="*/ 31391 h 219547"/>
                <a:gd name="csX13" fmla="*/ 67707 w 124610"/>
                <a:gd name="csY13" fmla="*/ 83318 h 219547"/>
                <a:gd name="csX14" fmla="*/ 71354 w 124610"/>
                <a:gd name="csY14" fmla="*/ 89998 h 219547"/>
                <a:gd name="csX15" fmla="*/ 88070 w 124610"/>
                <a:gd name="csY15" fmla="*/ 142228 h 219547"/>
                <a:gd name="csX16" fmla="*/ 48256 w 124610"/>
                <a:gd name="csY16" fmla="*/ 212981 h 219547"/>
                <a:gd name="csX17" fmla="*/ 19079 w 124610"/>
                <a:gd name="csY17" fmla="*/ 177149 h 219547"/>
                <a:gd name="csX18" fmla="*/ 71354 w 124610"/>
                <a:gd name="csY18" fmla="*/ 89998 h 219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24610" h="219547">
                  <a:moveTo>
                    <a:pt x="67707" y="83318"/>
                  </a:moveTo>
                  <a:cubicBezTo>
                    <a:pt x="29716" y="92427"/>
                    <a:pt x="235" y="131903"/>
                    <a:pt x="235" y="168646"/>
                  </a:cubicBezTo>
                  <a:cubicBezTo>
                    <a:pt x="235" y="197798"/>
                    <a:pt x="19686" y="219661"/>
                    <a:pt x="48256" y="219661"/>
                  </a:cubicBezTo>
                  <a:cubicBezTo>
                    <a:pt x="83815" y="219661"/>
                    <a:pt x="109041" y="171987"/>
                    <a:pt x="109041" y="130081"/>
                  </a:cubicBezTo>
                  <a:cubicBezTo>
                    <a:pt x="109041" y="102448"/>
                    <a:pt x="96884" y="87265"/>
                    <a:pt x="86551" y="73600"/>
                  </a:cubicBezTo>
                  <a:cubicBezTo>
                    <a:pt x="75609" y="59936"/>
                    <a:pt x="57677" y="37161"/>
                    <a:pt x="57677" y="23800"/>
                  </a:cubicBezTo>
                  <a:cubicBezTo>
                    <a:pt x="57677" y="17119"/>
                    <a:pt x="63756" y="9831"/>
                    <a:pt x="74393" y="9831"/>
                  </a:cubicBezTo>
                  <a:cubicBezTo>
                    <a:pt x="83511" y="9831"/>
                    <a:pt x="89590" y="13779"/>
                    <a:pt x="95972" y="18030"/>
                  </a:cubicBezTo>
                  <a:cubicBezTo>
                    <a:pt x="102051" y="21674"/>
                    <a:pt x="108130" y="25622"/>
                    <a:pt x="112689" y="25622"/>
                  </a:cubicBezTo>
                  <a:cubicBezTo>
                    <a:pt x="120287" y="25622"/>
                    <a:pt x="124846" y="18334"/>
                    <a:pt x="124846" y="13475"/>
                  </a:cubicBezTo>
                  <a:cubicBezTo>
                    <a:pt x="124846" y="6795"/>
                    <a:pt x="119983" y="5884"/>
                    <a:pt x="109041" y="3455"/>
                  </a:cubicBezTo>
                  <a:cubicBezTo>
                    <a:pt x="93237" y="114"/>
                    <a:pt x="88982" y="114"/>
                    <a:pt x="84119" y="114"/>
                  </a:cubicBezTo>
                  <a:cubicBezTo>
                    <a:pt x="60413" y="114"/>
                    <a:pt x="49471" y="13172"/>
                    <a:pt x="49471" y="31391"/>
                  </a:cubicBezTo>
                  <a:cubicBezTo>
                    <a:pt x="49471" y="47789"/>
                    <a:pt x="58285" y="64794"/>
                    <a:pt x="67707" y="83318"/>
                  </a:cubicBezTo>
                  <a:close/>
                  <a:moveTo>
                    <a:pt x="71354" y="89998"/>
                  </a:moveTo>
                  <a:cubicBezTo>
                    <a:pt x="78952" y="103966"/>
                    <a:pt x="88070" y="120364"/>
                    <a:pt x="88070" y="142228"/>
                  </a:cubicBezTo>
                  <a:cubicBezTo>
                    <a:pt x="88070" y="162269"/>
                    <a:pt x="76521" y="212981"/>
                    <a:pt x="48256" y="212981"/>
                  </a:cubicBezTo>
                  <a:cubicBezTo>
                    <a:pt x="31540" y="212981"/>
                    <a:pt x="19079" y="200227"/>
                    <a:pt x="19079" y="177149"/>
                  </a:cubicBezTo>
                  <a:cubicBezTo>
                    <a:pt x="19079" y="158018"/>
                    <a:pt x="30324" y="100930"/>
                    <a:pt x="71354" y="89998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DC842A3F-9504-4769-D3C9-1A0777B6344D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9945920" y="5942528"/>
              <a:ext cx="185700" cy="12146"/>
            </a:xfrm>
            <a:custGeom>
              <a:avLst/>
              <a:gdLst>
                <a:gd name="csX0" fmla="*/ 175305 w 185700"/>
                <a:gd name="csY0" fmla="*/ 12261 h 12146"/>
                <a:gd name="csX1" fmla="*/ 185942 w 185700"/>
                <a:gd name="csY1" fmla="*/ 6188 h 12146"/>
                <a:gd name="csX2" fmla="*/ 175305 w 185700"/>
                <a:gd name="csY2" fmla="*/ 114 h 12146"/>
                <a:gd name="csX3" fmla="*/ 10879 w 185700"/>
                <a:gd name="csY3" fmla="*/ 114 h 12146"/>
                <a:gd name="csX4" fmla="*/ 242 w 185700"/>
                <a:gd name="csY4" fmla="*/ 6188 h 12146"/>
                <a:gd name="csX5" fmla="*/ 10879 w 185700"/>
                <a:gd name="csY5" fmla="*/ 12261 h 12146"/>
                <a:gd name="csX6" fmla="*/ 175305 w 185700"/>
                <a:gd name="csY6" fmla="*/ 12261 h 12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5700" h="12146">
                  <a:moveTo>
                    <a:pt x="175305" y="12261"/>
                  </a:moveTo>
                  <a:cubicBezTo>
                    <a:pt x="180472" y="12261"/>
                    <a:pt x="185942" y="12261"/>
                    <a:pt x="185942" y="6188"/>
                  </a:cubicBezTo>
                  <a:cubicBezTo>
                    <a:pt x="185942" y="114"/>
                    <a:pt x="180472" y="114"/>
                    <a:pt x="175305" y="114"/>
                  </a:cubicBezTo>
                  <a:lnTo>
                    <a:pt x="10879" y="114"/>
                  </a:lnTo>
                  <a:cubicBezTo>
                    <a:pt x="5713" y="114"/>
                    <a:pt x="242" y="114"/>
                    <a:pt x="242" y="6188"/>
                  </a:cubicBezTo>
                  <a:cubicBezTo>
                    <a:pt x="242" y="12261"/>
                    <a:pt x="5713" y="12261"/>
                    <a:pt x="10879" y="12261"/>
                  </a:cubicBezTo>
                  <a:lnTo>
                    <a:pt x="175305" y="12261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F573606E-113B-456D-11DE-3606D7FA2AEE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0238603" y="5874204"/>
              <a:ext cx="120486" cy="153045"/>
            </a:xfrm>
            <a:custGeom>
              <a:avLst/>
              <a:gdLst>
                <a:gd name="csX0" fmla="*/ 71979 w 120486"/>
                <a:gd name="csY0" fmla="*/ 153160 h 153045"/>
                <a:gd name="csX1" fmla="*/ 94470 w 120486"/>
                <a:gd name="csY1" fmla="*/ 149819 h 153045"/>
                <a:gd name="csX2" fmla="*/ 115745 w 120486"/>
                <a:gd name="csY2" fmla="*/ 138280 h 153045"/>
                <a:gd name="csX3" fmla="*/ 120000 w 120486"/>
                <a:gd name="csY3" fmla="*/ 129474 h 153045"/>
                <a:gd name="csX4" fmla="*/ 115441 w 120486"/>
                <a:gd name="csY4" fmla="*/ 121275 h 153045"/>
                <a:gd name="csX5" fmla="*/ 105411 w 120486"/>
                <a:gd name="csY5" fmla="*/ 122186 h 153045"/>
                <a:gd name="csX6" fmla="*/ 88999 w 120486"/>
                <a:gd name="csY6" fmla="*/ 130689 h 153045"/>
                <a:gd name="csX7" fmla="*/ 73499 w 120486"/>
                <a:gd name="csY7" fmla="*/ 133118 h 153045"/>
                <a:gd name="csX8" fmla="*/ 37939 w 120486"/>
                <a:gd name="csY8" fmla="*/ 117935 h 153045"/>
                <a:gd name="csX9" fmla="*/ 25478 w 120486"/>
                <a:gd name="csY9" fmla="*/ 76030 h 153045"/>
                <a:gd name="csX10" fmla="*/ 37939 w 120486"/>
                <a:gd name="csY10" fmla="*/ 34732 h 153045"/>
                <a:gd name="csX11" fmla="*/ 73499 w 120486"/>
                <a:gd name="csY11" fmla="*/ 20156 h 153045"/>
                <a:gd name="csX12" fmla="*/ 88999 w 120486"/>
                <a:gd name="csY12" fmla="*/ 22585 h 153045"/>
                <a:gd name="csX13" fmla="*/ 105411 w 120486"/>
                <a:gd name="csY13" fmla="*/ 31088 h 153045"/>
                <a:gd name="csX14" fmla="*/ 115441 w 120486"/>
                <a:gd name="csY14" fmla="*/ 32302 h 153045"/>
                <a:gd name="csX15" fmla="*/ 120608 w 120486"/>
                <a:gd name="csY15" fmla="*/ 24104 h 153045"/>
                <a:gd name="csX16" fmla="*/ 116353 w 120486"/>
                <a:gd name="csY16" fmla="*/ 14994 h 153045"/>
                <a:gd name="csX17" fmla="*/ 94774 w 120486"/>
                <a:gd name="csY17" fmla="*/ 3758 h 153045"/>
                <a:gd name="csX18" fmla="*/ 71979 w 120486"/>
                <a:gd name="csY18" fmla="*/ 114 h 153045"/>
                <a:gd name="csX19" fmla="*/ 19399 w 120486"/>
                <a:gd name="csY19" fmla="*/ 20460 h 153045"/>
                <a:gd name="csX20" fmla="*/ 252 w 120486"/>
                <a:gd name="csY20" fmla="*/ 75726 h 153045"/>
                <a:gd name="csX21" fmla="*/ 8762 w 120486"/>
                <a:gd name="csY21" fmla="*/ 116720 h 153045"/>
                <a:gd name="csX22" fmla="*/ 33684 w 120486"/>
                <a:gd name="csY22" fmla="*/ 143746 h 153045"/>
                <a:gd name="csX23" fmla="*/ 71979 w 120486"/>
                <a:gd name="csY23" fmla="*/ 15316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20486" h="153045">
                  <a:moveTo>
                    <a:pt x="71979" y="153160"/>
                  </a:moveTo>
                  <a:cubicBezTo>
                    <a:pt x="79273" y="153160"/>
                    <a:pt x="86568" y="152249"/>
                    <a:pt x="94470" y="149819"/>
                  </a:cubicBezTo>
                  <a:cubicBezTo>
                    <a:pt x="102068" y="147390"/>
                    <a:pt x="109058" y="143746"/>
                    <a:pt x="115745" y="138280"/>
                  </a:cubicBezTo>
                  <a:cubicBezTo>
                    <a:pt x="118784" y="136155"/>
                    <a:pt x="120304" y="133118"/>
                    <a:pt x="120000" y="129474"/>
                  </a:cubicBezTo>
                  <a:cubicBezTo>
                    <a:pt x="119696" y="125830"/>
                    <a:pt x="118176" y="123097"/>
                    <a:pt x="115441" y="121275"/>
                  </a:cubicBezTo>
                  <a:cubicBezTo>
                    <a:pt x="112402" y="119453"/>
                    <a:pt x="109058" y="119757"/>
                    <a:pt x="105411" y="122186"/>
                  </a:cubicBezTo>
                  <a:cubicBezTo>
                    <a:pt x="99940" y="126437"/>
                    <a:pt x="94470" y="129170"/>
                    <a:pt x="88999" y="130689"/>
                  </a:cubicBezTo>
                  <a:cubicBezTo>
                    <a:pt x="83528" y="132511"/>
                    <a:pt x="78362" y="133118"/>
                    <a:pt x="73499" y="133118"/>
                  </a:cubicBezTo>
                  <a:cubicBezTo>
                    <a:pt x="57998" y="133118"/>
                    <a:pt x="46145" y="128259"/>
                    <a:pt x="37939" y="117935"/>
                  </a:cubicBezTo>
                  <a:cubicBezTo>
                    <a:pt x="29429" y="107610"/>
                    <a:pt x="25478" y="93642"/>
                    <a:pt x="25478" y="76030"/>
                  </a:cubicBezTo>
                  <a:cubicBezTo>
                    <a:pt x="25478" y="58114"/>
                    <a:pt x="29429" y="44449"/>
                    <a:pt x="37939" y="34732"/>
                  </a:cubicBezTo>
                  <a:cubicBezTo>
                    <a:pt x="46145" y="25015"/>
                    <a:pt x="57998" y="20156"/>
                    <a:pt x="73499" y="20156"/>
                  </a:cubicBezTo>
                  <a:cubicBezTo>
                    <a:pt x="78362" y="20156"/>
                    <a:pt x="83528" y="21067"/>
                    <a:pt x="88999" y="22585"/>
                  </a:cubicBezTo>
                  <a:cubicBezTo>
                    <a:pt x="94470" y="24407"/>
                    <a:pt x="99940" y="27140"/>
                    <a:pt x="105411" y="31088"/>
                  </a:cubicBezTo>
                  <a:cubicBezTo>
                    <a:pt x="109058" y="33821"/>
                    <a:pt x="112402" y="34124"/>
                    <a:pt x="115441" y="32302"/>
                  </a:cubicBezTo>
                  <a:cubicBezTo>
                    <a:pt x="118480" y="30480"/>
                    <a:pt x="120000" y="27747"/>
                    <a:pt x="120608" y="24104"/>
                  </a:cubicBezTo>
                  <a:cubicBezTo>
                    <a:pt x="121215" y="20460"/>
                    <a:pt x="119696" y="17423"/>
                    <a:pt x="116353" y="14994"/>
                  </a:cubicBezTo>
                  <a:cubicBezTo>
                    <a:pt x="109666" y="9832"/>
                    <a:pt x="102676" y="6188"/>
                    <a:pt x="94774" y="3758"/>
                  </a:cubicBezTo>
                  <a:cubicBezTo>
                    <a:pt x="86872" y="1329"/>
                    <a:pt x="79273" y="114"/>
                    <a:pt x="71979" y="114"/>
                  </a:cubicBezTo>
                  <a:cubicBezTo>
                    <a:pt x="49488" y="114"/>
                    <a:pt x="32164" y="7099"/>
                    <a:pt x="19399" y="20460"/>
                  </a:cubicBezTo>
                  <a:cubicBezTo>
                    <a:pt x="6634" y="33821"/>
                    <a:pt x="252" y="52344"/>
                    <a:pt x="252" y="75726"/>
                  </a:cubicBezTo>
                  <a:cubicBezTo>
                    <a:pt x="252" y="91516"/>
                    <a:pt x="2987" y="105181"/>
                    <a:pt x="8762" y="116720"/>
                  </a:cubicBezTo>
                  <a:cubicBezTo>
                    <a:pt x="14537" y="128259"/>
                    <a:pt x="22743" y="137369"/>
                    <a:pt x="33684" y="143746"/>
                  </a:cubicBezTo>
                  <a:cubicBezTo>
                    <a:pt x="44322" y="150123"/>
                    <a:pt x="57087" y="153160"/>
                    <a:pt x="71979" y="15316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8D0AF85D-1A9D-BCD8-004A-8D7515D99F75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0376282" y="5874204"/>
              <a:ext cx="141022" cy="153045"/>
            </a:xfrm>
            <a:custGeom>
              <a:avLst/>
              <a:gdLst>
                <a:gd name="csX0" fmla="*/ 70768 w 141022"/>
                <a:gd name="csY0" fmla="*/ 153160 h 153045"/>
                <a:gd name="csX1" fmla="*/ 107847 w 141022"/>
                <a:gd name="csY1" fmla="*/ 143746 h 153045"/>
                <a:gd name="csX2" fmla="*/ 132465 w 141022"/>
                <a:gd name="csY2" fmla="*/ 117328 h 153045"/>
                <a:gd name="csX3" fmla="*/ 141279 w 141022"/>
                <a:gd name="csY3" fmla="*/ 76637 h 153045"/>
                <a:gd name="csX4" fmla="*/ 132465 w 141022"/>
                <a:gd name="csY4" fmla="*/ 36250 h 153045"/>
                <a:gd name="csX5" fmla="*/ 107847 w 141022"/>
                <a:gd name="csY5" fmla="*/ 9528 h 153045"/>
                <a:gd name="csX6" fmla="*/ 70768 w 141022"/>
                <a:gd name="csY6" fmla="*/ 114 h 153045"/>
                <a:gd name="csX7" fmla="*/ 33385 w 141022"/>
                <a:gd name="csY7" fmla="*/ 9528 h 153045"/>
                <a:gd name="csX8" fmla="*/ 8766 w 141022"/>
                <a:gd name="csY8" fmla="*/ 36250 h 153045"/>
                <a:gd name="csX9" fmla="*/ 256 w 141022"/>
                <a:gd name="csY9" fmla="*/ 76637 h 153045"/>
                <a:gd name="csX10" fmla="*/ 8766 w 141022"/>
                <a:gd name="csY10" fmla="*/ 117328 h 153045"/>
                <a:gd name="csX11" fmla="*/ 33385 w 141022"/>
                <a:gd name="csY11" fmla="*/ 143746 h 153045"/>
                <a:gd name="csX12" fmla="*/ 70768 w 141022"/>
                <a:gd name="csY12" fmla="*/ 153160 h 153045"/>
                <a:gd name="csX13" fmla="*/ 70768 w 141022"/>
                <a:gd name="csY13" fmla="*/ 133422 h 153045"/>
                <a:gd name="csX14" fmla="*/ 37336 w 141022"/>
                <a:gd name="csY14" fmla="*/ 118846 h 153045"/>
                <a:gd name="csX15" fmla="*/ 25179 w 141022"/>
                <a:gd name="csY15" fmla="*/ 76637 h 153045"/>
                <a:gd name="csX16" fmla="*/ 37336 w 141022"/>
                <a:gd name="csY16" fmla="*/ 34428 h 153045"/>
                <a:gd name="csX17" fmla="*/ 70768 w 141022"/>
                <a:gd name="csY17" fmla="*/ 19852 h 153045"/>
                <a:gd name="csX18" fmla="*/ 103896 w 141022"/>
                <a:gd name="csY18" fmla="*/ 34428 h 153045"/>
                <a:gd name="csX19" fmla="*/ 116357 w 141022"/>
                <a:gd name="csY19" fmla="*/ 76637 h 153045"/>
                <a:gd name="csX20" fmla="*/ 103896 w 141022"/>
                <a:gd name="csY20" fmla="*/ 118846 h 153045"/>
                <a:gd name="csX21" fmla="*/ 70768 w 141022"/>
                <a:gd name="csY21" fmla="*/ 133422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1022" h="153045">
                  <a:moveTo>
                    <a:pt x="70768" y="153160"/>
                  </a:moveTo>
                  <a:cubicBezTo>
                    <a:pt x="84749" y="153160"/>
                    <a:pt x="97210" y="150123"/>
                    <a:pt x="107847" y="143746"/>
                  </a:cubicBezTo>
                  <a:cubicBezTo>
                    <a:pt x="118485" y="137673"/>
                    <a:pt x="126691" y="128867"/>
                    <a:pt x="132465" y="117328"/>
                  </a:cubicBezTo>
                  <a:cubicBezTo>
                    <a:pt x="138240" y="105788"/>
                    <a:pt x="141279" y="92427"/>
                    <a:pt x="141279" y="76637"/>
                  </a:cubicBezTo>
                  <a:cubicBezTo>
                    <a:pt x="141279" y="61150"/>
                    <a:pt x="138240" y="47789"/>
                    <a:pt x="132465" y="36250"/>
                  </a:cubicBezTo>
                  <a:cubicBezTo>
                    <a:pt x="126691" y="24711"/>
                    <a:pt x="118485" y="15905"/>
                    <a:pt x="107847" y="9528"/>
                  </a:cubicBezTo>
                  <a:cubicBezTo>
                    <a:pt x="97210" y="3455"/>
                    <a:pt x="84749" y="114"/>
                    <a:pt x="70768" y="114"/>
                  </a:cubicBezTo>
                  <a:cubicBezTo>
                    <a:pt x="56179" y="114"/>
                    <a:pt x="43718" y="3455"/>
                    <a:pt x="33385" y="9528"/>
                  </a:cubicBezTo>
                  <a:cubicBezTo>
                    <a:pt x="22747" y="15905"/>
                    <a:pt x="14541" y="24711"/>
                    <a:pt x="8766" y="36250"/>
                  </a:cubicBezTo>
                  <a:cubicBezTo>
                    <a:pt x="2992" y="47789"/>
                    <a:pt x="256" y="61150"/>
                    <a:pt x="256" y="76637"/>
                  </a:cubicBezTo>
                  <a:cubicBezTo>
                    <a:pt x="256" y="92427"/>
                    <a:pt x="2992" y="105788"/>
                    <a:pt x="8766" y="117328"/>
                  </a:cubicBezTo>
                  <a:cubicBezTo>
                    <a:pt x="14541" y="128867"/>
                    <a:pt x="22747" y="137673"/>
                    <a:pt x="33385" y="143746"/>
                  </a:cubicBezTo>
                  <a:cubicBezTo>
                    <a:pt x="43718" y="150123"/>
                    <a:pt x="56179" y="153160"/>
                    <a:pt x="70768" y="153160"/>
                  </a:cubicBezTo>
                  <a:close/>
                  <a:moveTo>
                    <a:pt x="70768" y="133422"/>
                  </a:moveTo>
                  <a:cubicBezTo>
                    <a:pt x="56787" y="133422"/>
                    <a:pt x="45542" y="128563"/>
                    <a:pt x="37336" y="118846"/>
                  </a:cubicBezTo>
                  <a:cubicBezTo>
                    <a:pt x="29130" y="109129"/>
                    <a:pt x="25179" y="94857"/>
                    <a:pt x="25179" y="76637"/>
                  </a:cubicBezTo>
                  <a:cubicBezTo>
                    <a:pt x="25179" y="58417"/>
                    <a:pt x="29130" y="44145"/>
                    <a:pt x="37336" y="34428"/>
                  </a:cubicBezTo>
                  <a:cubicBezTo>
                    <a:pt x="45542" y="24711"/>
                    <a:pt x="56787" y="19852"/>
                    <a:pt x="70768" y="19852"/>
                  </a:cubicBezTo>
                  <a:cubicBezTo>
                    <a:pt x="84445" y="19852"/>
                    <a:pt x="95386" y="24711"/>
                    <a:pt x="103896" y="34428"/>
                  </a:cubicBezTo>
                  <a:cubicBezTo>
                    <a:pt x="112102" y="44145"/>
                    <a:pt x="116357" y="58417"/>
                    <a:pt x="116357" y="76637"/>
                  </a:cubicBezTo>
                  <a:cubicBezTo>
                    <a:pt x="116357" y="94857"/>
                    <a:pt x="112102" y="109129"/>
                    <a:pt x="103896" y="118846"/>
                  </a:cubicBezTo>
                  <a:cubicBezTo>
                    <a:pt x="95386" y="128563"/>
                    <a:pt x="84445" y="133422"/>
                    <a:pt x="70768" y="133422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0BA749FE-F743-D748-D1DE-ED789886E66D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0545571" y="5874204"/>
              <a:ext cx="117620" cy="153045"/>
            </a:xfrm>
            <a:custGeom>
              <a:avLst/>
              <a:gdLst>
                <a:gd name="csX0" fmla="*/ 58920 w 117620"/>
                <a:gd name="csY0" fmla="*/ 153160 h 153045"/>
                <a:gd name="csX1" fmla="*/ 101774 w 117620"/>
                <a:gd name="csY1" fmla="*/ 141620 h 153045"/>
                <a:gd name="csX2" fmla="*/ 117882 w 117620"/>
                <a:gd name="csY2" fmla="*/ 109432 h 153045"/>
                <a:gd name="csX3" fmla="*/ 107853 w 117620"/>
                <a:gd name="csY3" fmla="*/ 84532 h 153045"/>
                <a:gd name="csX4" fmla="*/ 78372 w 117620"/>
                <a:gd name="csY4" fmla="*/ 70867 h 153045"/>
                <a:gd name="csX5" fmla="*/ 50714 w 117620"/>
                <a:gd name="csY5" fmla="*/ 65098 h 153045"/>
                <a:gd name="csX6" fmla="*/ 28223 w 117620"/>
                <a:gd name="csY6" fmla="*/ 43234 h 153045"/>
                <a:gd name="csX7" fmla="*/ 37037 w 117620"/>
                <a:gd name="csY7" fmla="*/ 25622 h 153045"/>
                <a:gd name="csX8" fmla="*/ 62871 w 117620"/>
                <a:gd name="csY8" fmla="*/ 18941 h 153045"/>
                <a:gd name="csX9" fmla="*/ 81411 w 117620"/>
                <a:gd name="csY9" fmla="*/ 21978 h 153045"/>
                <a:gd name="csX10" fmla="*/ 99951 w 117620"/>
                <a:gd name="csY10" fmla="*/ 30784 h 153045"/>
                <a:gd name="csX11" fmla="*/ 109676 w 117620"/>
                <a:gd name="csY11" fmla="*/ 31695 h 153045"/>
                <a:gd name="csX12" fmla="*/ 114539 w 117620"/>
                <a:gd name="csY12" fmla="*/ 23496 h 153045"/>
                <a:gd name="csX13" fmla="*/ 109980 w 117620"/>
                <a:gd name="csY13" fmla="*/ 14690 h 153045"/>
                <a:gd name="csX14" fmla="*/ 88097 w 117620"/>
                <a:gd name="csY14" fmla="*/ 3758 h 153045"/>
                <a:gd name="csX15" fmla="*/ 62871 w 117620"/>
                <a:gd name="csY15" fmla="*/ 114 h 153045"/>
                <a:gd name="csX16" fmla="*/ 20929 w 117620"/>
                <a:gd name="csY16" fmla="*/ 12261 h 153045"/>
                <a:gd name="csX17" fmla="*/ 5125 w 117620"/>
                <a:gd name="csY17" fmla="*/ 44449 h 153045"/>
                <a:gd name="csX18" fmla="*/ 42812 w 117620"/>
                <a:gd name="csY18" fmla="*/ 83318 h 153045"/>
                <a:gd name="csX19" fmla="*/ 70469 w 117620"/>
                <a:gd name="csY19" fmla="*/ 89391 h 153045"/>
                <a:gd name="csX20" fmla="*/ 88705 w 117620"/>
                <a:gd name="csY20" fmla="*/ 97286 h 153045"/>
                <a:gd name="csX21" fmla="*/ 94480 w 117620"/>
                <a:gd name="csY21" fmla="*/ 110647 h 153045"/>
                <a:gd name="csX22" fmla="*/ 85666 w 117620"/>
                <a:gd name="csY22" fmla="*/ 127956 h 153045"/>
                <a:gd name="csX23" fmla="*/ 59528 w 117620"/>
                <a:gd name="csY23" fmla="*/ 134333 h 153045"/>
                <a:gd name="csX24" fmla="*/ 37341 w 117620"/>
                <a:gd name="csY24" fmla="*/ 131600 h 153045"/>
                <a:gd name="csX25" fmla="*/ 14547 w 117620"/>
                <a:gd name="csY25" fmla="*/ 121275 h 153045"/>
                <a:gd name="csX26" fmla="*/ 4517 w 117620"/>
                <a:gd name="csY26" fmla="*/ 121275 h 153045"/>
                <a:gd name="csX27" fmla="*/ 262 w 117620"/>
                <a:gd name="csY27" fmla="*/ 129778 h 153045"/>
                <a:gd name="csX28" fmla="*/ 5733 w 117620"/>
                <a:gd name="csY28" fmla="*/ 138280 h 153045"/>
                <a:gd name="csX29" fmla="*/ 31263 w 117620"/>
                <a:gd name="csY29" fmla="*/ 149819 h 153045"/>
                <a:gd name="csX30" fmla="*/ 58920 w 117620"/>
                <a:gd name="csY30" fmla="*/ 15316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7620" h="153045">
                  <a:moveTo>
                    <a:pt x="58920" y="153160"/>
                  </a:moveTo>
                  <a:cubicBezTo>
                    <a:pt x="76548" y="153160"/>
                    <a:pt x="90833" y="149516"/>
                    <a:pt x="101774" y="141620"/>
                  </a:cubicBezTo>
                  <a:cubicBezTo>
                    <a:pt x="112412" y="133725"/>
                    <a:pt x="117882" y="123097"/>
                    <a:pt x="117882" y="109432"/>
                  </a:cubicBezTo>
                  <a:cubicBezTo>
                    <a:pt x="117882" y="99108"/>
                    <a:pt x="114539" y="90605"/>
                    <a:pt x="107853" y="84532"/>
                  </a:cubicBezTo>
                  <a:cubicBezTo>
                    <a:pt x="101166" y="78459"/>
                    <a:pt x="91137" y="73904"/>
                    <a:pt x="78372" y="70867"/>
                  </a:cubicBezTo>
                  <a:lnTo>
                    <a:pt x="50714" y="65098"/>
                  </a:lnTo>
                  <a:cubicBezTo>
                    <a:pt x="35518" y="62061"/>
                    <a:pt x="28223" y="54773"/>
                    <a:pt x="28223" y="43234"/>
                  </a:cubicBezTo>
                  <a:cubicBezTo>
                    <a:pt x="28223" y="35946"/>
                    <a:pt x="30959" y="30177"/>
                    <a:pt x="37037" y="25622"/>
                  </a:cubicBezTo>
                  <a:cubicBezTo>
                    <a:pt x="42812" y="21371"/>
                    <a:pt x="51322" y="18941"/>
                    <a:pt x="62871" y="18941"/>
                  </a:cubicBezTo>
                  <a:cubicBezTo>
                    <a:pt x="68950" y="18941"/>
                    <a:pt x="75028" y="20156"/>
                    <a:pt x="81411" y="21978"/>
                  </a:cubicBezTo>
                  <a:cubicBezTo>
                    <a:pt x="87489" y="23800"/>
                    <a:pt x="93872" y="26837"/>
                    <a:pt x="99951" y="30784"/>
                  </a:cubicBezTo>
                  <a:cubicBezTo>
                    <a:pt x="103598" y="33213"/>
                    <a:pt x="106941" y="33517"/>
                    <a:pt x="109676" y="31695"/>
                  </a:cubicBezTo>
                  <a:cubicBezTo>
                    <a:pt x="112412" y="29873"/>
                    <a:pt x="113931" y="27140"/>
                    <a:pt x="114539" y="23496"/>
                  </a:cubicBezTo>
                  <a:cubicBezTo>
                    <a:pt x="114843" y="20156"/>
                    <a:pt x="113323" y="17119"/>
                    <a:pt x="109980" y="14690"/>
                  </a:cubicBezTo>
                  <a:cubicBezTo>
                    <a:pt x="103294" y="9832"/>
                    <a:pt x="95999" y="6188"/>
                    <a:pt x="88097" y="3758"/>
                  </a:cubicBezTo>
                  <a:cubicBezTo>
                    <a:pt x="79891" y="1329"/>
                    <a:pt x="71381" y="114"/>
                    <a:pt x="62871" y="114"/>
                  </a:cubicBezTo>
                  <a:cubicBezTo>
                    <a:pt x="45547" y="114"/>
                    <a:pt x="31567" y="4366"/>
                    <a:pt x="20929" y="12261"/>
                  </a:cubicBezTo>
                  <a:cubicBezTo>
                    <a:pt x="10292" y="20460"/>
                    <a:pt x="5125" y="31088"/>
                    <a:pt x="5125" y="44449"/>
                  </a:cubicBezTo>
                  <a:cubicBezTo>
                    <a:pt x="5125" y="65098"/>
                    <a:pt x="17586" y="77852"/>
                    <a:pt x="42812" y="83318"/>
                  </a:cubicBezTo>
                  <a:lnTo>
                    <a:pt x="70469" y="89391"/>
                  </a:lnTo>
                  <a:cubicBezTo>
                    <a:pt x="78676" y="91213"/>
                    <a:pt x="84754" y="93946"/>
                    <a:pt x="88705" y="97286"/>
                  </a:cubicBezTo>
                  <a:cubicBezTo>
                    <a:pt x="92352" y="100626"/>
                    <a:pt x="94480" y="105181"/>
                    <a:pt x="94480" y="110647"/>
                  </a:cubicBezTo>
                  <a:cubicBezTo>
                    <a:pt x="94480" y="117935"/>
                    <a:pt x="91441" y="123704"/>
                    <a:pt x="85666" y="127956"/>
                  </a:cubicBezTo>
                  <a:cubicBezTo>
                    <a:pt x="79587" y="132207"/>
                    <a:pt x="71077" y="134333"/>
                    <a:pt x="59528" y="134333"/>
                  </a:cubicBezTo>
                  <a:cubicBezTo>
                    <a:pt x="52234" y="134333"/>
                    <a:pt x="44636" y="133422"/>
                    <a:pt x="37341" y="131600"/>
                  </a:cubicBezTo>
                  <a:cubicBezTo>
                    <a:pt x="30047" y="129778"/>
                    <a:pt x="22449" y="126134"/>
                    <a:pt x="14547" y="121275"/>
                  </a:cubicBezTo>
                  <a:cubicBezTo>
                    <a:pt x="10292" y="119453"/>
                    <a:pt x="6948" y="119453"/>
                    <a:pt x="4517" y="121275"/>
                  </a:cubicBezTo>
                  <a:cubicBezTo>
                    <a:pt x="1782" y="123401"/>
                    <a:pt x="262" y="126134"/>
                    <a:pt x="262" y="129778"/>
                  </a:cubicBezTo>
                  <a:cubicBezTo>
                    <a:pt x="262" y="133422"/>
                    <a:pt x="2086" y="136155"/>
                    <a:pt x="5733" y="138280"/>
                  </a:cubicBezTo>
                  <a:cubicBezTo>
                    <a:pt x="13635" y="143746"/>
                    <a:pt x="22145" y="147390"/>
                    <a:pt x="31263" y="149819"/>
                  </a:cubicBezTo>
                  <a:cubicBezTo>
                    <a:pt x="40381" y="152249"/>
                    <a:pt x="49802" y="153160"/>
                    <a:pt x="58920" y="15316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EF792D4D-4EB3-10E2-2B3C-92FCBC18E90D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0707564" y="5796770"/>
              <a:ext cx="70511" cy="303661"/>
            </a:xfrm>
            <a:custGeom>
              <a:avLst/>
              <a:gdLst>
                <a:gd name="csX0" fmla="*/ 70778 w 70511"/>
                <a:gd name="csY0" fmla="*/ 300739 h 303661"/>
                <a:gd name="csX1" fmla="*/ 65611 w 70511"/>
                <a:gd name="csY1" fmla="*/ 294058 h 303661"/>
                <a:gd name="csX2" fmla="*/ 17895 w 70511"/>
                <a:gd name="csY2" fmla="*/ 151945 h 303661"/>
                <a:gd name="csX3" fmla="*/ 66827 w 70511"/>
                <a:gd name="csY3" fmla="*/ 8313 h 303661"/>
                <a:gd name="csX4" fmla="*/ 70778 w 70511"/>
                <a:gd name="csY4" fmla="*/ 3151 h 303661"/>
                <a:gd name="csX5" fmla="*/ 67739 w 70511"/>
                <a:gd name="csY5" fmla="*/ 114 h 303661"/>
                <a:gd name="csX6" fmla="*/ 19414 w 70511"/>
                <a:gd name="csY6" fmla="*/ 59328 h 303661"/>
                <a:gd name="csX7" fmla="*/ 267 w 70511"/>
                <a:gd name="csY7" fmla="*/ 151945 h 303661"/>
                <a:gd name="csX8" fmla="*/ 20326 w 70511"/>
                <a:gd name="csY8" fmla="*/ 246687 h 303661"/>
                <a:gd name="csX9" fmla="*/ 67739 w 70511"/>
                <a:gd name="csY9" fmla="*/ 303776 h 303661"/>
                <a:gd name="csX10" fmla="*/ 70778 w 70511"/>
                <a:gd name="csY10" fmla="*/ 30073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11" h="303661">
                  <a:moveTo>
                    <a:pt x="70778" y="300739"/>
                  </a:moveTo>
                  <a:cubicBezTo>
                    <a:pt x="70778" y="299828"/>
                    <a:pt x="70778" y="299221"/>
                    <a:pt x="65611" y="294058"/>
                  </a:cubicBezTo>
                  <a:cubicBezTo>
                    <a:pt x="27620" y="255797"/>
                    <a:pt x="17895" y="198405"/>
                    <a:pt x="17895" y="151945"/>
                  </a:cubicBezTo>
                  <a:cubicBezTo>
                    <a:pt x="17895" y="99108"/>
                    <a:pt x="29444" y="46271"/>
                    <a:pt x="66827" y="8313"/>
                  </a:cubicBezTo>
                  <a:cubicBezTo>
                    <a:pt x="70778" y="4669"/>
                    <a:pt x="70778" y="4062"/>
                    <a:pt x="70778" y="3151"/>
                  </a:cubicBezTo>
                  <a:cubicBezTo>
                    <a:pt x="70778" y="1025"/>
                    <a:pt x="69562" y="114"/>
                    <a:pt x="67739" y="114"/>
                  </a:cubicBezTo>
                  <a:cubicBezTo>
                    <a:pt x="64700" y="114"/>
                    <a:pt x="37346" y="20763"/>
                    <a:pt x="19414" y="59328"/>
                  </a:cubicBezTo>
                  <a:cubicBezTo>
                    <a:pt x="3914" y="92731"/>
                    <a:pt x="267" y="126437"/>
                    <a:pt x="267" y="151945"/>
                  </a:cubicBezTo>
                  <a:cubicBezTo>
                    <a:pt x="267" y="175631"/>
                    <a:pt x="3610" y="212374"/>
                    <a:pt x="20326" y="246687"/>
                  </a:cubicBezTo>
                  <a:cubicBezTo>
                    <a:pt x="38562" y="284038"/>
                    <a:pt x="64700" y="303776"/>
                    <a:pt x="67739" y="303776"/>
                  </a:cubicBezTo>
                  <a:cubicBezTo>
                    <a:pt x="69562" y="303776"/>
                    <a:pt x="70778" y="302865"/>
                    <a:pt x="70778" y="30073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5DD66290-A539-5EAE-157E-2E0E42461198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0802964" y="5818938"/>
              <a:ext cx="206671" cy="205578"/>
            </a:xfrm>
            <a:custGeom>
              <a:avLst/>
              <a:gdLst>
                <a:gd name="csX0" fmla="*/ 122754 w 206671"/>
                <a:gd name="csY0" fmla="*/ 21371 h 205578"/>
                <a:gd name="csX1" fmla="*/ 129744 w 206671"/>
                <a:gd name="csY1" fmla="*/ 10135 h 205578"/>
                <a:gd name="csX2" fmla="*/ 148892 w 206671"/>
                <a:gd name="csY2" fmla="*/ 9528 h 205578"/>
                <a:gd name="csX3" fmla="*/ 193265 w 206671"/>
                <a:gd name="csY3" fmla="*/ 34428 h 205578"/>
                <a:gd name="csX4" fmla="*/ 190834 w 206671"/>
                <a:gd name="csY4" fmla="*/ 58721 h 205578"/>
                <a:gd name="csX5" fmla="*/ 189922 w 206671"/>
                <a:gd name="csY5" fmla="*/ 64490 h 205578"/>
                <a:gd name="csX6" fmla="*/ 193569 w 206671"/>
                <a:gd name="csY6" fmla="*/ 68438 h 205578"/>
                <a:gd name="csX7" fmla="*/ 198128 w 206671"/>
                <a:gd name="csY7" fmla="*/ 61454 h 205578"/>
                <a:gd name="csX8" fmla="*/ 206334 w 206671"/>
                <a:gd name="csY8" fmla="*/ 8617 h 205578"/>
                <a:gd name="csX9" fmla="*/ 206942 w 206671"/>
                <a:gd name="csY9" fmla="*/ 3455 h 205578"/>
                <a:gd name="csX10" fmla="*/ 198736 w 206671"/>
                <a:gd name="csY10" fmla="*/ 114 h 205578"/>
                <a:gd name="csX11" fmla="*/ 30056 w 206671"/>
                <a:gd name="csY11" fmla="*/ 114 h 205578"/>
                <a:gd name="csX12" fmla="*/ 20330 w 206671"/>
                <a:gd name="csY12" fmla="*/ 6188 h 205578"/>
                <a:gd name="csX13" fmla="*/ 2094 w 206671"/>
                <a:gd name="csY13" fmla="*/ 59632 h 205578"/>
                <a:gd name="csX14" fmla="*/ 271 w 206671"/>
                <a:gd name="csY14" fmla="*/ 65098 h 205578"/>
                <a:gd name="csX15" fmla="*/ 3918 w 206671"/>
                <a:gd name="csY15" fmla="*/ 68438 h 205578"/>
                <a:gd name="csX16" fmla="*/ 9085 w 206671"/>
                <a:gd name="csY16" fmla="*/ 62061 h 205578"/>
                <a:gd name="csX17" fmla="*/ 78380 w 206671"/>
                <a:gd name="csY17" fmla="*/ 9528 h 205578"/>
                <a:gd name="csX18" fmla="*/ 90233 w 206671"/>
                <a:gd name="csY18" fmla="*/ 9528 h 205578"/>
                <a:gd name="csX19" fmla="*/ 98744 w 206671"/>
                <a:gd name="csY19" fmla="*/ 13172 h 205578"/>
                <a:gd name="csX20" fmla="*/ 97528 w 206671"/>
                <a:gd name="csY20" fmla="*/ 19549 h 205578"/>
                <a:gd name="csX21" fmla="*/ 56801 w 206671"/>
                <a:gd name="csY21" fmla="*/ 181704 h 205578"/>
                <a:gd name="csX22" fmla="*/ 20634 w 206671"/>
                <a:gd name="csY22" fmla="*/ 196279 h 205578"/>
                <a:gd name="csX23" fmla="*/ 7869 w 206671"/>
                <a:gd name="csY23" fmla="*/ 202049 h 205578"/>
                <a:gd name="csX24" fmla="*/ 13036 w 206671"/>
                <a:gd name="csY24" fmla="*/ 205693 h 205578"/>
                <a:gd name="csX25" fmla="*/ 37958 w 206671"/>
                <a:gd name="csY25" fmla="*/ 205086 h 205578"/>
                <a:gd name="csX26" fmla="*/ 63792 w 206671"/>
                <a:gd name="csY26" fmla="*/ 204782 h 205578"/>
                <a:gd name="csX27" fmla="*/ 89018 w 206671"/>
                <a:gd name="csY27" fmla="*/ 205086 h 205578"/>
                <a:gd name="csX28" fmla="*/ 115460 w 206671"/>
                <a:gd name="csY28" fmla="*/ 205693 h 205578"/>
                <a:gd name="csX29" fmla="*/ 122146 w 206671"/>
                <a:gd name="csY29" fmla="*/ 199620 h 205578"/>
                <a:gd name="csX30" fmla="*/ 111812 w 206671"/>
                <a:gd name="csY30" fmla="*/ 196279 h 205578"/>
                <a:gd name="csX31" fmla="*/ 92361 w 206671"/>
                <a:gd name="csY31" fmla="*/ 195672 h 205578"/>
                <a:gd name="csX32" fmla="*/ 81116 w 206671"/>
                <a:gd name="csY32" fmla="*/ 188992 h 205578"/>
                <a:gd name="csX33" fmla="*/ 82331 w 206671"/>
                <a:gd name="csY33" fmla="*/ 182615 h 205578"/>
                <a:gd name="csX34" fmla="*/ 122754 w 206671"/>
                <a:gd name="csY34" fmla="*/ 21371 h 2055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06671" h="205578">
                  <a:moveTo>
                    <a:pt x="122754" y="21371"/>
                  </a:moveTo>
                  <a:cubicBezTo>
                    <a:pt x="124881" y="12868"/>
                    <a:pt x="126097" y="11046"/>
                    <a:pt x="129744" y="10135"/>
                  </a:cubicBezTo>
                  <a:cubicBezTo>
                    <a:pt x="132480" y="9528"/>
                    <a:pt x="142509" y="9528"/>
                    <a:pt x="148892" y="9528"/>
                  </a:cubicBezTo>
                  <a:cubicBezTo>
                    <a:pt x="179589" y="9528"/>
                    <a:pt x="193265" y="10742"/>
                    <a:pt x="193265" y="34428"/>
                  </a:cubicBezTo>
                  <a:cubicBezTo>
                    <a:pt x="193265" y="38983"/>
                    <a:pt x="192050" y="50826"/>
                    <a:pt x="190834" y="58721"/>
                  </a:cubicBezTo>
                  <a:cubicBezTo>
                    <a:pt x="190530" y="59936"/>
                    <a:pt x="189922" y="63580"/>
                    <a:pt x="189922" y="64490"/>
                  </a:cubicBezTo>
                  <a:cubicBezTo>
                    <a:pt x="189922" y="66312"/>
                    <a:pt x="190834" y="68438"/>
                    <a:pt x="193569" y="68438"/>
                  </a:cubicBezTo>
                  <a:cubicBezTo>
                    <a:pt x="196912" y="68438"/>
                    <a:pt x="197520" y="66009"/>
                    <a:pt x="198128" y="61454"/>
                  </a:cubicBezTo>
                  <a:lnTo>
                    <a:pt x="206334" y="8617"/>
                  </a:lnTo>
                  <a:cubicBezTo>
                    <a:pt x="206638" y="7402"/>
                    <a:pt x="206942" y="4366"/>
                    <a:pt x="206942" y="3455"/>
                  </a:cubicBezTo>
                  <a:cubicBezTo>
                    <a:pt x="206942" y="114"/>
                    <a:pt x="203903" y="114"/>
                    <a:pt x="198736" y="114"/>
                  </a:cubicBezTo>
                  <a:lnTo>
                    <a:pt x="30056" y="114"/>
                  </a:lnTo>
                  <a:cubicBezTo>
                    <a:pt x="22761" y="114"/>
                    <a:pt x="22457" y="418"/>
                    <a:pt x="20330" y="6188"/>
                  </a:cubicBezTo>
                  <a:lnTo>
                    <a:pt x="2094" y="59632"/>
                  </a:lnTo>
                  <a:cubicBezTo>
                    <a:pt x="1790" y="60239"/>
                    <a:pt x="271" y="64490"/>
                    <a:pt x="271" y="65098"/>
                  </a:cubicBezTo>
                  <a:cubicBezTo>
                    <a:pt x="271" y="66920"/>
                    <a:pt x="1790" y="68438"/>
                    <a:pt x="3918" y="68438"/>
                  </a:cubicBezTo>
                  <a:cubicBezTo>
                    <a:pt x="6957" y="68438"/>
                    <a:pt x="7261" y="66920"/>
                    <a:pt x="9085" y="62061"/>
                  </a:cubicBezTo>
                  <a:cubicBezTo>
                    <a:pt x="25497" y="14994"/>
                    <a:pt x="33399" y="9528"/>
                    <a:pt x="78380" y="9528"/>
                  </a:cubicBezTo>
                  <a:lnTo>
                    <a:pt x="90233" y="9528"/>
                  </a:lnTo>
                  <a:cubicBezTo>
                    <a:pt x="98744" y="9528"/>
                    <a:pt x="98744" y="10742"/>
                    <a:pt x="98744" y="13172"/>
                  </a:cubicBezTo>
                  <a:cubicBezTo>
                    <a:pt x="98744" y="14994"/>
                    <a:pt x="97832" y="18638"/>
                    <a:pt x="97528" y="19549"/>
                  </a:cubicBezTo>
                  <a:lnTo>
                    <a:pt x="56801" y="181704"/>
                  </a:lnTo>
                  <a:cubicBezTo>
                    <a:pt x="54066" y="192939"/>
                    <a:pt x="53154" y="196279"/>
                    <a:pt x="20634" y="196279"/>
                  </a:cubicBezTo>
                  <a:cubicBezTo>
                    <a:pt x="9692" y="196279"/>
                    <a:pt x="7869" y="196279"/>
                    <a:pt x="7869" y="202049"/>
                  </a:cubicBezTo>
                  <a:cubicBezTo>
                    <a:pt x="7869" y="205693"/>
                    <a:pt x="11212" y="205693"/>
                    <a:pt x="13036" y="205693"/>
                  </a:cubicBezTo>
                  <a:cubicBezTo>
                    <a:pt x="21242" y="205693"/>
                    <a:pt x="29752" y="205086"/>
                    <a:pt x="37958" y="205086"/>
                  </a:cubicBezTo>
                  <a:cubicBezTo>
                    <a:pt x="46468" y="205086"/>
                    <a:pt x="55282" y="204782"/>
                    <a:pt x="63792" y="204782"/>
                  </a:cubicBezTo>
                  <a:cubicBezTo>
                    <a:pt x="72302" y="204782"/>
                    <a:pt x="80812" y="205086"/>
                    <a:pt x="89018" y="205086"/>
                  </a:cubicBezTo>
                  <a:cubicBezTo>
                    <a:pt x="97832" y="205086"/>
                    <a:pt x="106950" y="205693"/>
                    <a:pt x="115460" y="205693"/>
                  </a:cubicBezTo>
                  <a:cubicBezTo>
                    <a:pt x="118499" y="205693"/>
                    <a:pt x="122146" y="205693"/>
                    <a:pt x="122146" y="199620"/>
                  </a:cubicBezTo>
                  <a:cubicBezTo>
                    <a:pt x="122146" y="196279"/>
                    <a:pt x="119715" y="196279"/>
                    <a:pt x="111812" y="196279"/>
                  </a:cubicBezTo>
                  <a:cubicBezTo>
                    <a:pt x="104214" y="196279"/>
                    <a:pt x="100263" y="196279"/>
                    <a:pt x="92361" y="195672"/>
                  </a:cubicBezTo>
                  <a:cubicBezTo>
                    <a:pt x="83547" y="194761"/>
                    <a:pt x="81116" y="193850"/>
                    <a:pt x="81116" y="188992"/>
                  </a:cubicBezTo>
                  <a:cubicBezTo>
                    <a:pt x="81116" y="188688"/>
                    <a:pt x="81116" y="187170"/>
                    <a:pt x="82331" y="182615"/>
                  </a:cubicBezTo>
                  <a:lnTo>
                    <a:pt x="122754" y="21371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82F8D1F4-1758-8BBC-4EC0-3E48CFF6FDDF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1030384" y="5763041"/>
              <a:ext cx="156584" cy="156658"/>
            </a:xfrm>
            <a:custGeom>
              <a:avLst/>
              <a:gdLst>
                <a:gd name="csX0" fmla="*/ 83889 w 156584"/>
                <a:gd name="csY0" fmla="*/ 83647 h 156658"/>
                <a:gd name="csX1" fmla="*/ 148990 w 156584"/>
                <a:gd name="csY1" fmla="*/ 83647 h 156658"/>
                <a:gd name="csX2" fmla="*/ 156862 w 156584"/>
                <a:gd name="csY2" fmla="*/ 78546 h 156658"/>
                <a:gd name="csX3" fmla="*/ 148990 w 156584"/>
                <a:gd name="csY3" fmla="*/ 73232 h 156658"/>
                <a:gd name="csX4" fmla="*/ 83889 w 156584"/>
                <a:gd name="csY4" fmla="*/ 73232 h 156658"/>
                <a:gd name="csX5" fmla="*/ 83889 w 156584"/>
                <a:gd name="csY5" fmla="*/ 7975 h 156658"/>
                <a:gd name="csX6" fmla="*/ 78783 w 156584"/>
                <a:gd name="csY6" fmla="*/ 110 h 156658"/>
                <a:gd name="csX7" fmla="*/ 73464 w 156584"/>
                <a:gd name="csY7" fmla="*/ 7975 h 156658"/>
                <a:gd name="csX8" fmla="*/ 73464 w 156584"/>
                <a:gd name="csY8" fmla="*/ 73232 h 156658"/>
                <a:gd name="csX9" fmla="*/ 8150 w 156584"/>
                <a:gd name="csY9" fmla="*/ 73232 h 156658"/>
                <a:gd name="csX10" fmla="*/ 278 w 156584"/>
                <a:gd name="csY10" fmla="*/ 78333 h 156658"/>
                <a:gd name="csX11" fmla="*/ 8150 w 156584"/>
                <a:gd name="csY11" fmla="*/ 83647 h 156658"/>
                <a:gd name="csX12" fmla="*/ 73464 w 156584"/>
                <a:gd name="csY12" fmla="*/ 83647 h 156658"/>
                <a:gd name="csX13" fmla="*/ 73464 w 156584"/>
                <a:gd name="csY13" fmla="*/ 148904 h 156658"/>
                <a:gd name="csX14" fmla="*/ 78570 w 156584"/>
                <a:gd name="csY14" fmla="*/ 156769 h 156658"/>
                <a:gd name="csX15" fmla="*/ 83889 w 156584"/>
                <a:gd name="csY15" fmla="*/ 148904 h 156658"/>
                <a:gd name="csX16" fmla="*/ 83889 w 156584"/>
                <a:gd name="csY16" fmla="*/ 83647 h 156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6584" h="156658">
                  <a:moveTo>
                    <a:pt x="83889" y="83647"/>
                  </a:moveTo>
                  <a:lnTo>
                    <a:pt x="148990" y="83647"/>
                  </a:lnTo>
                  <a:cubicBezTo>
                    <a:pt x="151756" y="83647"/>
                    <a:pt x="156862" y="83647"/>
                    <a:pt x="156862" y="78546"/>
                  </a:cubicBezTo>
                  <a:cubicBezTo>
                    <a:pt x="156862" y="73232"/>
                    <a:pt x="151969" y="73232"/>
                    <a:pt x="148990" y="73232"/>
                  </a:cubicBezTo>
                  <a:lnTo>
                    <a:pt x="83889" y="73232"/>
                  </a:lnTo>
                  <a:lnTo>
                    <a:pt x="83889" y="7975"/>
                  </a:lnTo>
                  <a:cubicBezTo>
                    <a:pt x="83889" y="5212"/>
                    <a:pt x="83889" y="110"/>
                    <a:pt x="78783" y="110"/>
                  </a:cubicBezTo>
                  <a:cubicBezTo>
                    <a:pt x="73464" y="110"/>
                    <a:pt x="73464" y="4999"/>
                    <a:pt x="73464" y="7975"/>
                  </a:cubicBezTo>
                  <a:lnTo>
                    <a:pt x="73464" y="73232"/>
                  </a:lnTo>
                  <a:lnTo>
                    <a:pt x="8150" y="73232"/>
                  </a:lnTo>
                  <a:cubicBezTo>
                    <a:pt x="5384" y="73232"/>
                    <a:pt x="278" y="73232"/>
                    <a:pt x="278" y="78333"/>
                  </a:cubicBezTo>
                  <a:cubicBezTo>
                    <a:pt x="278" y="83647"/>
                    <a:pt x="5171" y="83647"/>
                    <a:pt x="8150" y="83647"/>
                  </a:cubicBezTo>
                  <a:lnTo>
                    <a:pt x="73464" y="83647"/>
                  </a:lnTo>
                  <a:lnTo>
                    <a:pt x="73464" y="148904"/>
                  </a:lnTo>
                  <a:cubicBezTo>
                    <a:pt x="73464" y="151667"/>
                    <a:pt x="73464" y="156769"/>
                    <a:pt x="78570" y="156769"/>
                  </a:cubicBezTo>
                  <a:cubicBezTo>
                    <a:pt x="83889" y="156769"/>
                    <a:pt x="83889" y="151880"/>
                    <a:pt x="83889" y="148904"/>
                  </a:cubicBezTo>
                  <a:lnTo>
                    <a:pt x="83889" y="83647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D2D7F365-8DE5-0A87-D6B1-5361A03DA0FE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0988171" y="5964325"/>
              <a:ext cx="156584" cy="153682"/>
            </a:xfrm>
            <a:custGeom>
              <a:avLst/>
              <a:gdLst>
                <a:gd name="csX0" fmla="*/ 156860 w 156584"/>
                <a:gd name="csY0" fmla="*/ 77703 h 153682"/>
                <a:gd name="csX1" fmla="*/ 78568 w 156584"/>
                <a:gd name="csY1" fmla="*/ 117 h 153682"/>
                <a:gd name="csX2" fmla="*/ 276 w 156584"/>
                <a:gd name="csY2" fmla="*/ 77703 h 153682"/>
                <a:gd name="csX3" fmla="*/ 78568 w 156584"/>
                <a:gd name="csY3" fmla="*/ 153800 h 153682"/>
                <a:gd name="csX4" fmla="*/ 156860 w 156584"/>
                <a:gd name="csY4" fmla="*/ 77703 h 153682"/>
                <a:gd name="csX5" fmla="*/ 78568 w 156584"/>
                <a:gd name="csY5" fmla="*/ 147423 h 153682"/>
                <a:gd name="csX6" fmla="*/ 21551 w 156584"/>
                <a:gd name="csY6" fmla="*/ 77490 h 153682"/>
                <a:gd name="csX7" fmla="*/ 78568 w 156584"/>
                <a:gd name="csY7" fmla="*/ 6069 h 153682"/>
                <a:gd name="csX8" fmla="*/ 135585 w 156584"/>
                <a:gd name="csY8" fmla="*/ 77490 h 153682"/>
                <a:gd name="csX9" fmla="*/ 78568 w 156584"/>
                <a:gd name="csY9" fmla="*/ 147423 h 153682"/>
                <a:gd name="csX10" fmla="*/ 122182 w 156584"/>
                <a:gd name="csY10" fmla="*/ 60698 h 153682"/>
                <a:gd name="csX11" fmla="*/ 114949 w 156584"/>
                <a:gd name="csY11" fmla="*/ 60698 h 153682"/>
                <a:gd name="csX12" fmla="*/ 114949 w 156584"/>
                <a:gd name="csY12" fmla="*/ 67925 h 153682"/>
                <a:gd name="csX13" fmla="*/ 42188 w 156584"/>
                <a:gd name="csY13" fmla="*/ 67925 h 153682"/>
                <a:gd name="csX14" fmla="*/ 42188 w 156584"/>
                <a:gd name="csY14" fmla="*/ 60698 h 153682"/>
                <a:gd name="csX15" fmla="*/ 34955 w 156584"/>
                <a:gd name="csY15" fmla="*/ 60698 h 153682"/>
                <a:gd name="csX16" fmla="*/ 34955 w 156584"/>
                <a:gd name="csY16" fmla="*/ 92582 h 153682"/>
                <a:gd name="csX17" fmla="*/ 42188 w 156584"/>
                <a:gd name="csY17" fmla="*/ 92582 h 153682"/>
                <a:gd name="csX18" fmla="*/ 42188 w 156584"/>
                <a:gd name="csY18" fmla="*/ 85355 h 153682"/>
                <a:gd name="csX19" fmla="*/ 114949 w 156584"/>
                <a:gd name="csY19" fmla="*/ 85355 h 153682"/>
                <a:gd name="csX20" fmla="*/ 114949 w 156584"/>
                <a:gd name="csY20" fmla="*/ 92582 h 153682"/>
                <a:gd name="csX21" fmla="*/ 122182 w 156584"/>
                <a:gd name="csY21" fmla="*/ 92582 h 153682"/>
                <a:gd name="csX22" fmla="*/ 122182 w 156584"/>
                <a:gd name="csY22" fmla="*/ 60698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84" h="153682">
                  <a:moveTo>
                    <a:pt x="156860" y="77703"/>
                  </a:moveTo>
                  <a:cubicBezTo>
                    <a:pt x="156860" y="35190"/>
                    <a:pt x="121969" y="117"/>
                    <a:pt x="78568" y="117"/>
                  </a:cubicBezTo>
                  <a:cubicBezTo>
                    <a:pt x="34955" y="117"/>
                    <a:pt x="276" y="35190"/>
                    <a:pt x="276" y="77703"/>
                  </a:cubicBezTo>
                  <a:cubicBezTo>
                    <a:pt x="276" y="119365"/>
                    <a:pt x="34955" y="153800"/>
                    <a:pt x="78568" y="153800"/>
                  </a:cubicBezTo>
                  <a:cubicBezTo>
                    <a:pt x="122182" y="153800"/>
                    <a:pt x="156860" y="119365"/>
                    <a:pt x="156860" y="77703"/>
                  </a:cubicBezTo>
                  <a:close/>
                  <a:moveTo>
                    <a:pt x="78568" y="147423"/>
                  </a:moveTo>
                  <a:cubicBezTo>
                    <a:pt x="52826" y="147423"/>
                    <a:pt x="21551" y="127442"/>
                    <a:pt x="21551" y="77490"/>
                  </a:cubicBezTo>
                  <a:cubicBezTo>
                    <a:pt x="21551" y="27538"/>
                    <a:pt x="52187" y="6069"/>
                    <a:pt x="78568" y="6069"/>
                  </a:cubicBezTo>
                  <a:cubicBezTo>
                    <a:pt x="104949" y="6069"/>
                    <a:pt x="135585" y="27538"/>
                    <a:pt x="135585" y="77490"/>
                  </a:cubicBezTo>
                  <a:cubicBezTo>
                    <a:pt x="135585" y="127655"/>
                    <a:pt x="104098" y="147423"/>
                    <a:pt x="78568" y="147423"/>
                  </a:cubicBezTo>
                  <a:close/>
                  <a:moveTo>
                    <a:pt x="122182" y="60698"/>
                  </a:moveTo>
                  <a:lnTo>
                    <a:pt x="114949" y="60698"/>
                  </a:lnTo>
                  <a:lnTo>
                    <a:pt x="114949" y="67925"/>
                  </a:lnTo>
                  <a:lnTo>
                    <a:pt x="42188" y="67925"/>
                  </a:lnTo>
                  <a:lnTo>
                    <a:pt x="42188" y="60698"/>
                  </a:lnTo>
                  <a:lnTo>
                    <a:pt x="34955" y="60698"/>
                  </a:lnTo>
                  <a:lnTo>
                    <a:pt x="34955" y="92582"/>
                  </a:lnTo>
                  <a:lnTo>
                    <a:pt x="42188" y="92582"/>
                  </a:lnTo>
                  <a:lnTo>
                    <a:pt x="42188" y="85355"/>
                  </a:lnTo>
                  <a:lnTo>
                    <a:pt x="114949" y="85355"/>
                  </a:lnTo>
                  <a:lnTo>
                    <a:pt x="114949" y="92582"/>
                  </a:lnTo>
                  <a:lnTo>
                    <a:pt x="122182" y="92582"/>
                  </a:lnTo>
                  <a:lnTo>
                    <a:pt x="122182" y="60698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FD1E9762-5857-22D1-2CFB-1D393AEA8CBC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1243404" y="5992328"/>
              <a:ext cx="35559" cy="90794"/>
            </a:xfrm>
            <a:custGeom>
              <a:avLst/>
              <a:gdLst>
                <a:gd name="csX0" fmla="*/ 35844 w 35559"/>
                <a:gd name="csY0" fmla="*/ 31999 h 90794"/>
                <a:gd name="csX1" fmla="*/ 16393 w 35559"/>
                <a:gd name="csY1" fmla="*/ 114 h 90794"/>
                <a:gd name="csX2" fmla="*/ 284 w 35559"/>
                <a:gd name="csY2" fmla="*/ 16208 h 90794"/>
                <a:gd name="csX3" fmla="*/ 16393 w 35559"/>
                <a:gd name="csY3" fmla="*/ 32302 h 90794"/>
                <a:gd name="csX4" fmla="*/ 27030 w 35559"/>
                <a:gd name="csY4" fmla="*/ 28355 h 90794"/>
                <a:gd name="csX5" fmla="*/ 28550 w 35559"/>
                <a:gd name="csY5" fmla="*/ 27444 h 90794"/>
                <a:gd name="csX6" fmla="*/ 29158 w 35559"/>
                <a:gd name="csY6" fmla="*/ 31999 h 90794"/>
                <a:gd name="csX7" fmla="*/ 8490 w 35559"/>
                <a:gd name="csY7" fmla="*/ 82710 h 90794"/>
                <a:gd name="csX8" fmla="*/ 5147 w 35559"/>
                <a:gd name="csY8" fmla="*/ 87569 h 90794"/>
                <a:gd name="csX9" fmla="*/ 8187 w 35559"/>
                <a:gd name="csY9" fmla="*/ 90909 h 90794"/>
                <a:gd name="csX10" fmla="*/ 35844 w 35559"/>
                <a:gd name="csY10" fmla="*/ 31999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59" h="90794">
                  <a:moveTo>
                    <a:pt x="35844" y="31999"/>
                  </a:moveTo>
                  <a:cubicBezTo>
                    <a:pt x="35844" y="11957"/>
                    <a:pt x="28246" y="114"/>
                    <a:pt x="16393" y="114"/>
                  </a:cubicBezTo>
                  <a:cubicBezTo>
                    <a:pt x="6363" y="114"/>
                    <a:pt x="284" y="7706"/>
                    <a:pt x="284" y="16208"/>
                  </a:cubicBezTo>
                  <a:cubicBezTo>
                    <a:pt x="284" y="24407"/>
                    <a:pt x="6363" y="32302"/>
                    <a:pt x="16393" y="32302"/>
                  </a:cubicBezTo>
                  <a:cubicBezTo>
                    <a:pt x="20040" y="32302"/>
                    <a:pt x="23991" y="31088"/>
                    <a:pt x="27030" y="28355"/>
                  </a:cubicBezTo>
                  <a:cubicBezTo>
                    <a:pt x="27942" y="27747"/>
                    <a:pt x="28246" y="27444"/>
                    <a:pt x="28550" y="27444"/>
                  </a:cubicBezTo>
                  <a:cubicBezTo>
                    <a:pt x="28854" y="27444"/>
                    <a:pt x="29158" y="27747"/>
                    <a:pt x="29158" y="31999"/>
                  </a:cubicBezTo>
                  <a:cubicBezTo>
                    <a:pt x="29158" y="54470"/>
                    <a:pt x="18520" y="72689"/>
                    <a:pt x="8490" y="82710"/>
                  </a:cubicBezTo>
                  <a:cubicBezTo>
                    <a:pt x="5147" y="86050"/>
                    <a:pt x="5147" y="86658"/>
                    <a:pt x="5147" y="87569"/>
                  </a:cubicBezTo>
                  <a:cubicBezTo>
                    <a:pt x="5147" y="89694"/>
                    <a:pt x="6667" y="90909"/>
                    <a:pt x="8187" y="90909"/>
                  </a:cubicBezTo>
                  <a:cubicBezTo>
                    <a:pt x="11530" y="90909"/>
                    <a:pt x="35844" y="67527"/>
                    <a:pt x="35844" y="3199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8FBE7C42-8B55-7D24-F2D4-732D5075467E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1362678" y="5817116"/>
              <a:ext cx="140718" cy="207400"/>
            </a:xfrm>
            <a:custGeom>
              <a:avLst/>
              <a:gdLst>
                <a:gd name="csX0" fmla="*/ 103625 w 140718"/>
                <a:gd name="csY0" fmla="*/ 23496 h 207400"/>
                <a:gd name="csX1" fmla="*/ 131282 w 140718"/>
                <a:gd name="csY1" fmla="*/ 9528 h 207400"/>
                <a:gd name="csX2" fmla="*/ 141008 w 140718"/>
                <a:gd name="csY2" fmla="*/ 3758 h 207400"/>
                <a:gd name="csX3" fmla="*/ 136449 w 140718"/>
                <a:gd name="csY3" fmla="*/ 114 h 207400"/>
                <a:gd name="csX4" fmla="*/ 96330 w 140718"/>
                <a:gd name="csY4" fmla="*/ 1025 h 207400"/>
                <a:gd name="csX5" fmla="*/ 55908 w 140718"/>
                <a:gd name="csY5" fmla="*/ 114 h 207400"/>
                <a:gd name="csX6" fmla="*/ 49829 w 140718"/>
                <a:gd name="csY6" fmla="*/ 6188 h 207400"/>
                <a:gd name="csX7" fmla="*/ 58339 w 140718"/>
                <a:gd name="csY7" fmla="*/ 9528 h 207400"/>
                <a:gd name="csX8" fmla="*/ 79310 w 140718"/>
                <a:gd name="csY8" fmla="*/ 15297 h 207400"/>
                <a:gd name="csX9" fmla="*/ 78702 w 140718"/>
                <a:gd name="csY9" fmla="*/ 20156 h 207400"/>
                <a:gd name="csX10" fmla="*/ 37672 w 140718"/>
                <a:gd name="csY10" fmla="*/ 183829 h 207400"/>
                <a:gd name="csX11" fmla="*/ 10015 w 140718"/>
                <a:gd name="csY11" fmla="*/ 198101 h 207400"/>
                <a:gd name="csX12" fmla="*/ 289 w 140718"/>
                <a:gd name="csY12" fmla="*/ 204175 h 207400"/>
                <a:gd name="csX13" fmla="*/ 4848 w 140718"/>
                <a:gd name="csY13" fmla="*/ 207515 h 207400"/>
                <a:gd name="csX14" fmla="*/ 44662 w 140718"/>
                <a:gd name="csY14" fmla="*/ 206604 h 207400"/>
                <a:gd name="csX15" fmla="*/ 85389 w 140718"/>
                <a:gd name="csY15" fmla="*/ 207515 h 207400"/>
                <a:gd name="csX16" fmla="*/ 91467 w 140718"/>
                <a:gd name="csY16" fmla="*/ 201745 h 207400"/>
                <a:gd name="csX17" fmla="*/ 82350 w 140718"/>
                <a:gd name="csY17" fmla="*/ 198101 h 207400"/>
                <a:gd name="csX18" fmla="*/ 69281 w 140718"/>
                <a:gd name="csY18" fmla="*/ 197494 h 207400"/>
                <a:gd name="csX19" fmla="*/ 61682 w 140718"/>
                <a:gd name="csY19" fmla="*/ 192332 h 207400"/>
                <a:gd name="csX20" fmla="*/ 62898 w 140718"/>
                <a:gd name="csY20" fmla="*/ 185348 h 207400"/>
                <a:gd name="csX21" fmla="*/ 103625 w 140718"/>
                <a:gd name="csY21" fmla="*/ 23496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0718" h="207400">
                  <a:moveTo>
                    <a:pt x="103625" y="23496"/>
                  </a:moveTo>
                  <a:cubicBezTo>
                    <a:pt x="106360" y="12564"/>
                    <a:pt x="107272" y="9528"/>
                    <a:pt x="131282" y="9528"/>
                  </a:cubicBezTo>
                  <a:cubicBezTo>
                    <a:pt x="138576" y="9528"/>
                    <a:pt x="141008" y="9528"/>
                    <a:pt x="141008" y="3758"/>
                  </a:cubicBezTo>
                  <a:cubicBezTo>
                    <a:pt x="141008" y="114"/>
                    <a:pt x="137665" y="114"/>
                    <a:pt x="136449" y="114"/>
                  </a:cubicBezTo>
                  <a:cubicBezTo>
                    <a:pt x="127635" y="114"/>
                    <a:pt x="105144" y="1025"/>
                    <a:pt x="96330" y="1025"/>
                  </a:cubicBezTo>
                  <a:cubicBezTo>
                    <a:pt x="87212" y="1025"/>
                    <a:pt x="65026" y="114"/>
                    <a:pt x="55908" y="114"/>
                  </a:cubicBezTo>
                  <a:cubicBezTo>
                    <a:pt x="53780" y="114"/>
                    <a:pt x="49829" y="114"/>
                    <a:pt x="49829" y="6188"/>
                  </a:cubicBezTo>
                  <a:cubicBezTo>
                    <a:pt x="49829" y="9528"/>
                    <a:pt x="52565" y="9528"/>
                    <a:pt x="58339" y="9528"/>
                  </a:cubicBezTo>
                  <a:cubicBezTo>
                    <a:pt x="71104" y="9528"/>
                    <a:pt x="79310" y="9528"/>
                    <a:pt x="79310" y="15297"/>
                  </a:cubicBezTo>
                  <a:cubicBezTo>
                    <a:pt x="79310" y="16816"/>
                    <a:pt x="79310" y="17423"/>
                    <a:pt x="78702" y="20156"/>
                  </a:cubicBezTo>
                  <a:lnTo>
                    <a:pt x="37672" y="183829"/>
                  </a:lnTo>
                  <a:cubicBezTo>
                    <a:pt x="34937" y="195065"/>
                    <a:pt x="34025" y="198101"/>
                    <a:pt x="10015" y="198101"/>
                  </a:cubicBezTo>
                  <a:cubicBezTo>
                    <a:pt x="3024" y="198101"/>
                    <a:pt x="289" y="198101"/>
                    <a:pt x="289" y="204175"/>
                  </a:cubicBezTo>
                  <a:cubicBezTo>
                    <a:pt x="289" y="207515"/>
                    <a:pt x="3936" y="207515"/>
                    <a:pt x="4848" y="207515"/>
                  </a:cubicBezTo>
                  <a:cubicBezTo>
                    <a:pt x="13662" y="207515"/>
                    <a:pt x="35849" y="206604"/>
                    <a:pt x="44662" y="206604"/>
                  </a:cubicBezTo>
                  <a:cubicBezTo>
                    <a:pt x="53780" y="206604"/>
                    <a:pt x="76271" y="207515"/>
                    <a:pt x="85389" y="207515"/>
                  </a:cubicBezTo>
                  <a:cubicBezTo>
                    <a:pt x="87820" y="207515"/>
                    <a:pt x="91467" y="207515"/>
                    <a:pt x="91467" y="201745"/>
                  </a:cubicBezTo>
                  <a:cubicBezTo>
                    <a:pt x="91467" y="198101"/>
                    <a:pt x="89036" y="198101"/>
                    <a:pt x="82350" y="198101"/>
                  </a:cubicBezTo>
                  <a:cubicBezTo>
                    <a:pt x="76879" y="198101"/>
                    <a:pt x="75359" y="198101"/>
                    <a:pt x="69281" y="197494"/>
                  </a:cubicBezTo>
                  <a:cubicBezTo>
                    <a:pt x="62898" y="196887"/>
                    <a:pt x="61682" y="195672"/>
                    <a:pt x="61682" y="192332"/>
                  </a:cubicBezTo>
                  <a:cubicBezTo>
                    <a:pt x="61682" y="189903"/>
                    <a:pt x="62290" y="187473"/>
                    <a:pt x="62898" y="185348"/>
                  </a:cubicBezTo>
                  <a:lnTo>
                    <a:pt x="103625" y="23496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1608B31-5366-645C-7D97-335A0D674300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1524689" y="5763041"/>
              <a:ext cx="156584" cy="156658"/>
            </a:xfrm>
            <a:custGeom>
              <a:avLst/>
              <a:gdLst>
                <a:gd name="csX0" fmla="*/ 83905 w 156584"/>
                <a:gd name="csY0" fmla="*/ 83647 h 156658"/>
                <a:gd name="csX1" fmla="*/ 149006 w 156584"/>
                <a:gd name="csY1" fmla="*/ 83647 h 156658"/>
                <a:gd name="csX2" fmla="*/ 156878 w 156584"/>
                <a:gd name="csY2" fmla="*/ 78546 h 156658"/>
                <a:gd name="csX3" fmla="*/ 149006 w 156584"/>
                <a:gd name="csY3" fmla="*/ 73232 h 156658"/>
                <a:gd name="csX4" fmla="*/ 83905 w 156584"/>
                <a:gd name="csY4" fmla="*/ 73232 h 156658"/>
                <a:gd name="csX5" fmla="*/ 83905 w 156584"/>
                <a:gd name="csY5" fmla="*/ 7975 h 156658"/>
                <a:gd name="csX6" fmla="*/ 78799 w 156584"/>
                <a:gd name="csY6" fmla="*/ 110 h 156658"/>
                <a:gd name="csX7" fmla="*/ 73480 w 156584"/>
                <a:gd name="csY7" fmla="*/ 7975 h 156658"/>
                <a:gd name="csX8" fmla="*/ 73480 w 156584"/>
                <a:gd name="csY8" fmla="*/ 73232 h 156658"/>
                <a:gd name="csX9" fmla="*/ 8166 w 156584"/>
                <a:gd name="csY9" fmla="*/ 73232 h 156658"/>
                <a:gd name="csX10" fmla="*/ 294 w 156584"/>
                <a:gd name="csY10" fmla="*/ 78333 h 156658"/>
                <a:gd name="csX11" fmla="*/ 8166 w 156584"/>
                <a:gd name="csY11" fmla="*/ 83647 h 156658"/>
                <a:gd name="csX12" fmla="*/ 73480 w 156584"/>
                <a:gd name="csY12" fmla="*/ 83647 h 156658"/>
                <a:gd name="csX13" fmla="*/ 73480 w 156584"/>
                <a:gd name="csY13" fmla="*/ 148904 h 156658"/>
                <a:gd name="csX14" fmla="*/ 78586 w 156584"/>
                <a:gd name="csY14" fmla="*/ 156769 h 156658"/>
                <a:gd name="csX15" fmla="*/ 83905 w 156584"/>
                <a:gd name="csY15" fmla="*/ 148904 h 156658"/>
                <a:gd name="csX16" fmla="*/ 83905 w 156584"/>
                <a:gd name="csY16" fmla="*/ 83647 h 156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6584" h="156658">
                  <a:moveTo>
                    <a:pt x="83905" y="83647"/>
                  </a:moveTo>
                  <a:lnTo>
                    <a:pt x="149006" y="83647"/>
                  </a:lnTo>
                  <a:cubicBezTo>
                    <a:pt x="151772" y="83647"/>
                    <a:pt x="156878" y="83647"/>
                    <a:pt x="156878" y="78546"/>
                  </a:cubicBezTo>
                  <a:cubicBezTo>
                    <a:pt x="156878" y="73232"/>
                    <a:pt x="151985" y="73232"/>
                    <a:pt x="149006" y="73232"/>
                  </a:cubicBezTo>
                  <a:lnTo>
                    <a:pt x="83905" y="73232"/>
                  </a:lnTo>
                  <a:lnTo>
                    <a:pt x="83905" y="7975"/>
                  </a:lnTo>
                  <a:cubicBezTo>
                    <a:pt x="83905" y="5212"/>
                    <a:pt x="83905" y="110"/>
                    <a:pt x="78799" y="110"/>
                  </a:cubicBezTo>
                  <a:cubicBezTo>
                    <a:pt x="73480" y="110"/>
                    <a:pt x="73480" y="4999"/>
                    <a:pt x="73480" y="7975"/>
                  </a:cubicBezTo>
                  <a:lnTo>
                    <a:pt x="73480" y="73232"/>
                  </a:lnTo>
                  <a:lnTo>
                    <a:pt x="8166" y="73232"/>
                  </a:lnTo>
                  <a:cubicBezTo>
                    <a:pt x="5400" y="73232"/>
                    <a:pt x="294" y="73232"/>
                    <a:pt x="294" y="78333"/>
                  </a:cubicBezTo>
                  <a:cubicBezTo>
                    <a:pt x="294" y="83647"/>
                    <a:pt x="5187" y="83647"/>
                    <a:pt x="8166" y="83647"/>
                  </a:cubicBezTo>
                  <a:lnTo>
                    <a:pt x="73480" y="83647"/>
                  </a:lnTo>
                  <a:lnTo>
                    <a:pt x="73480" y="148904"/>
                  </a:lnTo>
                  <a:cubicBezTo>
                    <a:pt x="73480" y="151667"/>
                    <a:pt x="73480" y="156769"/>
                    <a:pt x="78586" y="156769"/>
                  </a:cubicBezTo>
                  <a:cubicBezTo>
                    <a:pt x="83905" y="156769"/>
                    <a:pt x="83905" y="151880"/>
                    <a:pt x="83905" y="148904"/>
                  </a:cubicBezTo>
                  <a:lnTo>
                    <a:pt x="83905" y="83647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79172459-2D85-8347-FDCD-B118E173F37C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1500840" y="5964325"/>
              <a:ext cx="156584" cy="153682"/>
            </a:xfrm>
            <a:custGeom>
              <a:avLst/>
              <a:gdLst>
                <a:gd name="csX0" fmla="*/ 156877 w 156584"/>
                <a:gd name="csY0" fmla="*/ 77703 h 153682"/>
                <a:gd name="csX1" fmla="*/ 78585 w 156584"/>
                <a:gd name="csY1" fmla="*/ 117 h 153682"/>
                <a:gd name="csX2" fmla="*/ 293 w 156584"/>
                <a:gd name="csY2" fmla="*/ 77703 h 153682"/>
                <a:gd name="csX3" fmla="*/ 78585 w 156584"/>
                <a:gd name="csY3" fmla="*/ 153800 h 153682"/>
                <a:gd name="csX4" fmla="*/ 156877 w 156584"/>
                <a:gd name="csY4" fmla="*/ 77703 h 153682"/>
                <a:gd name="csX5" fmla="*/ 78585 w 156584"/>
                <a:gd name="csY5" fmla="*/ 147423 h 153682"/>
                <a:gd name="csX6" fmla="*/ 21568 w 156584"/>
                <a:gd name="csY6" fmla="*/ 77490 h 153682"/>
                <a:gd name="csX7" fmla="*/ 78585 w 156584"/>
                <a:gd name="csY7" fmla="*/ 6069 h 153682"/>
                <a:gd name="csX8" fmla="*/ 135602 w 156584"/>
                <a:gd name="csY8" fmla="*/ 77490 h 153682"/>
                <a:gd name="csX9" fmla="*/ 78585 w 156584"/>
                <a:gd name="csY9" fmla="*/ 147423 h 153682"/>
                <a:gd name="csX10" fmla="*/ 122199 w 156584"/>
                <a:gd name="csY10" fmla="*/ 60698 h 153682"/>
                <a:gd name="csX11" fmla="*/ 114966 w 156584"/>
                <a:gd name="csY11" fmla="*/ 60698 h 153682"/>
                <a:gd name="csX12" fmla="*/ 114966 w 156584"/>
                <a:gd name="csY12" fmla="*/ 67925 h 153682"/>
                <a:gd name="csX13" fmla="*/ 42205 w 156584"/>
                <a:gd name="csY13" fmla="*/ 67925 h 153682"/>
                <a:gd name="csX14" fmla="*/ 42205 w 156584"/>
                <a:gd name="csY14" fmla="*/ 60698 h 153682"/>
                <a:gd name="csX15" fmla="*/ 34972 w 156584"/>
                <a:gd name="csY15" fmla="*/ 60698 h 153682"/>
                <a:gd name="csX16" fmla="*/ 34972 w 156584"/>
                <a:gd name="csY16" fmla="*/ 92582 h 153682"/>
                <a:gd name="csX17" fmla="*/ 42205 w 156584"/>
                <a:gd name="csY17" fmla="*/ 92582 h 153682"/>
                <a:gd name="csX18" fmla="*/ 42205 w 156584"/>
                <a:gd name="csY18" fmla="*/ 85355 h 153682"/>
                <a:gd name="csX19" fmla="*/ 114966 w 156584"/>
                <a:gd name="csY19" fmla="*/ 85355 h 153682"/>
                <a:gd name="csX20" fmla="*/ 114966 w 156584"/>
                <a:gd name="csY20" fmla="*/ 92582 h 153682"/>
                <a:gd name="csX21" fmla="*/ 122199 w 156584"/>
                <a:gd name="csY21" fmla="*/ 92582 h 153682"/>
                <a:gd name="csX22" fmla="*/ 122199 w 156584"/>
                <a:gd name="csY22" fmla="*/ 60698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84" h="153682">
                  <a:moveTo>
                    <a:pt x="156877" y="77703"/>
                  </a:moveTo>
                  <a:cubicBezTo>
                    <a:pt x="156877" y="35190"/>
                    <a:pt x="121986" y="117"/>
                    <a:pt x="78585" y="117"/>
                  </a:cubicBezTo>
                  <a:cubicBezTo>
                    <a:pt x="34972" y="117"/>
                    <a:pt x="293" y="35190"/>
                    <a:pt x="293" y="77703"/>
                  </a:cubicBezTo>
                  <a:cubicBezTo>
                    <a:pt x="293" y="119365"/>
                    <a:pt x="34972" y="153800"/>
                    <a:pt x="78585" y="153800"/>
                  </a:cubicBezTo>
                  <a:cubicBezTo>
                    <a:pt x="122199" y="153800"/>
                    <a:pt x="156877" y="119365"/>
                    <a:pt x="156877" y="77703"/>
                  </a:cubicBezTo>
                  <a:close/>
                  <a:moveTo>
                    <a:pt x="78585" y="147423"/>
                  </a:moveTo>
                  <a:cubicBezTo>
                    <a:pt x="52843" y="147423"/>
                    <a:pt x="21568" y="127442"/>
                    <a:pt x="21568" y="77490"/>
                  </a:cubicBezTo>
                  <a:cubicBezTo>
                    <a:pt x="21568" y="27538"/>
                    <a:pt x="52204" y="6069"/>
                    <a:pt x="78585" y="6069"/>
                  </a:cubicBezTo>
                  <a:cubicBezTo>
                    <a:pt x="104966" y="6069"/>
                    <a:pt x="135602" y="27538"/>
                    <a:pt x="135602" y="77490"/>
                  </a:cubicBezTo>
                  <a:cubicBezTo>
                    <a:pt x="135602" y="127655"/>
                    <a:pt x="104115" y="147423"/>
                    <a:pt x="78585" y="147423"/>
                  </a:cubicBezTo>
                  <a:close/>
                  <a:moveTo>
                    <a:pt x="122199" y="60698"/>
                  </a:moveTo>
                  <a:lnTo>
                    <a:pt x="114966" y="60698"/>
                  </a:lnTo>
                  <a:lnTo>
                    <a:pt x="114966" y="67925"/>
                  </a:lnTo>
                  <a:lnTo>
                    <a:pt x="42205" y="67925"/>
                  </a:lnTo>
                  <a:lnTo>
                    <a:pt x="42205" y="60698"/>
                  </a:lnTo>
                  <a:lnTo>
                    <a:pt x="34972" y="60698"/>
                  </a:lnTo>
                  <a:lnTo>
                    <a:pt x="34972" y="92582"/>
                  </a:lnTo>
                  <a:lnTo>
                    <a:pt x="42205" y="92582"/>
                  </a:lnTo>
                  <a:lnTo>
                    <a:pt x="42205" y="85355"/>
                  </a:lnTo>
                  <a:lnTo>
                    <a:pt x="114966" y="85355"/>
                  </a:lnTo>
                  <a:lnTo>
                    <a:pt x="114966" y="92582"/>
                  </a:lnTo>
                  <a:lnTo>
                    <a:pt x="122199" y="92582"/>
                  </a:lnTo>
                  <a:lnTo>
                    <a:pt x="122199" y="60698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05514477-AFF7-30FD-ABFA-BBFED0E419F9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1728896" y="5796770"/>
              <a:ext cx="70511" cy="303661"/>
            </a:xfrm>
            <a:custGeom>
              <a:avLst/>
              <a:gdLst>
                <a:gd name="csX0" fmla="*/ 70812 w 70511"/>
                <a:gd name="csY0" fmla="*/ 151945 h 303661"/>
                <a:gd name="csX1" fmla="*/ 50753 w 70511"/>
                <a:gd name="csY1" fmla="*/ 57203 h 303661"/>
                <a:gd name="csX2" fmla="*/ 3340 w 70511"/>
                <a:gd name="csY2" fmla="*/ 114 h 303661"/>
                <a:gd name="csX3" fmla="*/ 301 w 70511"/>
                <a:gd name="csY3" fmla="*/ 3151 h 303661"/>
                <a:gd name="csX4" fmla="*/ 6075 w 70511"/>
                <a:gd name="csY4" fmla="*/ 10135 h 303661"/>
                <a:gd name="csX5" fmla="*/ 53184 w 70511"/>
                <a:gd name="csY5" fmla="*/ 151945 h 303661"/>
                <a:gd name="csX6" fmla="*/ 4252 w 70511"/>
                <a:gd name="csY6" fmla="*/ 295577 h 303661"/>
                <a:gd name="csX7" fmla="*/ 301 w 70511"/>
                <a:gd name="csY7" fmla="*/ 300739 h 303661"/>
                <a:gd name="csX8" fmla="*/ 3340 w 70511"/>
                <a:gd name="csY8" fmla="*/ 303776 h 303661"/>
                <a:gd name="csX9" fmla="*/ 51665 w 70511"/>
                <a:gd name="csY9" fmla="*/ 244562 h 303661"/>
                <a:gd name="csX10" fmla="*/ 70812 w 70511"/>
                <a:gd name="csY10" fmla="*/ 15194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11" h="303661">
                  <a:moveTo>
                    <a:pt x="70812" y="151945"/>
                  </a:moveTo>
                  <a:cubicBezTo>
                    <a:pt x="70812" y="128259"/>
                    <a:pt x="67469" y="91516"/>
                    <a:pt x="50753" y="57203"/>
                  </a:cubicBezTo>
                  <a:cubicBezTo>
                    <a:pt x="32517" y="19852"/>
                    <a:pt x="6379" y="114"/>
                    <a:pt x="3340" y="114"/>
                  </a:cubicBezTo>
                  <a:cubicBezTo>
                    <a:pt x="1516" y="114"/>
                    <a:pt x="301" y="1329"/>
                    <a:pt x="301" y="3151"/>
                  </a:cubicBezTo>
                  <a:cubicBezTo>
                    <a:pt x="301" y="4062"/>
                    <a:pt x="301" y="4669"/>
                    <a:pt x="6075" y="10135"/>
                  </a:cubicBezTo>
                  <a:cubicBezTo>
                    <a:pt x="35860" y="40198"/>
                    <a:pt x="53184" y="88480"/>
                    <a:pt x="53184" y="151945"/>
                  </a:cubicBezTo>
                  <a:cubicBezTo>
                    <a:pt x="53184" y="203871"/>
                    <a:pt x="41939" y="257315"/>
                    <a:pt x="4252" y="295577"/>
                  </a:cubicBezTo>
                  <a:cubicBezTo>
                    <a:pt x="301" y="299221"/>
                    <a:pt x="301" y="299828"/>
                    <a:pt x="301" y="300739"/>
                  </a:cubicBezTo>
                  <a:cubicBezTo>
                    <a:pt x="301" y="302561"/>
                    <a:pt x="1516" y="303776"/>
                    <a:pt x="3340" y="303776"/>
                  </a:cubicBezTo>
                  <a:cubicBezTo>
                    <a:pt x="6379" y="303776"/>
                    <a:pt x="33733" y="283127"/>
                    <a:pt x="51665" y="244562"/>
                  </a:cubicBezTo>
                  <a:cubicBezTo>
                    <a:pt x="67165" y="211159"/>
                    <a:pt x="70812" y="177453"/>
                    <a:pt x="70812" y="151945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A0A84CD8-8529-A9CF-F7E1-C89F95846D9F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11914325" y="5847482"/>
              <a:ext cx="202112" cy="202238"/>
            </a:xfrm>
            <a:custGeom>
              <a:avLst/>
              <a:gdLst>
                <a:gd name="csX0" fmla="*/ 107594 w 202112"/>
                <a:gd name="csY0" fmla="*/ 107307 h 202238"/>
                <a:gd name="csX1" fmla="*/ 192390 w 202112"/>
                <a:gd name="csY1" fmla="*/ 107307 h 202238"/>
                <a:gd name="csX2" fmla="*/ 202419 w 202112"/>
                <a:gd name="csY2" fmla="*/ 101234 h 202238"/>
                <a:gd name="csX3" fmla="*/ 192390 w 202112"/>
                <a:gd name="csY3" fmla="*/ 95160 h 202238"/>
                <a:gd name="csX4" fmla="*/ 107594 w 202112"/>
                <a:gd name="csY4" fmla="*/ 95160 h 202238"/>
                <a:gd name="csX5" fmla="*/ 107594 w 202112"/>
                <a:gd name="csY5" fmla="*/ 10135 h 202238"/>
                <a:gd name="csX6" fmla="*/ 101515 w 202112"/>
                <a:gd name="csY6" fmla="*/ 114 h 202238"/>
                <a:gd name="csX7" fmla="*/ 95436 w 202112"/>
                <a:gd name="csY7" fmla="*/ 10135 h 202238"/>
                <a:gd name="csX8" fmla="*/ 95436 w 202112"/>
                <a:gd name="csY8" fmla="*/ 95160 h 202238"/>
                <a:gd name="csX9" fmla="*/ 10336 w 202112"/>
                <a:gd name="csY9" fmla="*/ 95160 h 202238"/>
                <a:gd name="csX10" fmla="*/ 307 w 202112"/>
                <a:gd name="csY10" fmla="*/ 101234 h 202238"/>
                <a:gd name="csX11" fmla="*/ 10336 w 202112"/>
                <a:gd name="csY11" fmla="*/ 107307 h 202238"/>
                <a:gd name="csX12" fmla="*/ 95436 w 202112"/>
                <a:gd name="csY12" fmla="*/ 107307 h 202238"/>
                <a:gd name="csX13" fmla="*/ 95436 w 202112"/>
                <a:gd name="csY13" fmla="*/ 192332 h 202238"/>
                <a:gd name="csX14" fmla="*/ 101515 w 202112"/>
                <a:gd name="csY14" fmla="*/ 202353 h 202238"/>
                <a:gd name="csX15" fmla="*/ 107594 w 202112"/>
                <a:gd name="csY15" fmla="*/ 192332 h 202238"/>
                <a:gd name="csX16" fmla="*/ 107594 w 202112"/>
                <a:gd name="csY16" fmla="*/ 107307 h 2022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02112" h="202238">
                  <a:moveTo>
                    <a:pt x="107594" y="107307"/>
                  </a:moveTo>
                  <a:lnTo>
                    <a:pt x="192390" y="107307"/>
                  </a:lnTo>
                  <a:cubicBezTo>
                    <a:pt x="196645" y="107307"/>
                    <a:pt x="202419" y="107307"/>
                    <a:pt x="202419" y="101234"/>
                  </a:cubicBezTo>
                  <a:cubicBezTo>
                    <a:pt x="202419" y="95160"/>
                    <a:pt x="196645" y="95160"/>
                    <a:pt x="192390" y="95160"/>
                  </a:cubicBezTo>
                  <a:lnTo>
                    <a:pt x="107594" y="95160"/>
                  </a:lnTo>
                  <a:lnTo>
                    <a:pt x="107594" y="10135"/>
                  </a:lnTo>
                  <a:cubicBezTo>
                    <a:pt x="107594" y="5884"/>
                    <a:pt x="107594" y="114"/>
                    <a:pt x="101515" y="114"/>
                  </a:cubicBezTo>
                  <a:cubicBezTo>
                    <a:pt x="95436" y="114"/>
                    <a:pt x="95436" y="5884"/>
                    <a:pt x="95436" y="10135"/>
                  </a:cubicBezTo>
                  <a:lnTo>
                    <a:pt x="95436" y="95160"/>
                  </a:lnTo>
                  <a:lnTo>
                    <a:pt x="10336" y="95160"/>
                  </a:lnTo>
                  <a:cubicBezTo>
                    <a:pt x="6081" y="95160"/>
                    <a:pt x="307" y="95160"/>
                    <a:pt x="307" y="101234"/>
                  </a:cubicBezTo>
                  <a:cubicBezTo>
                    <a:pt x="307" y="107307"/>
                    <a:pt x="6081" y="107307"/>
                    <a:pt x="10336" y="107307"/>
                  </a:cubicBezTo>
                  <a:lnTo>
                    <a:pt x="95436" y="107307"/>
                  </a:lnTo>
                  <a:lnTo>
                    <a:pt x="95436" y="192332"/>
                  </a:lnTo>
                  <a:cubicBezTo>
                    <a:pt x="95436" y="196583"/>
                    <a:pt x="95436" y="202353"/>
                    <a:pt x="101515" y="202353"/>
                  </a:cubicBezTo>
                  <a:cubicBezTo>
                    <a:pt x="107594" y="202353"/>
                    <a:pt x="107594" y="196583"/>
                    <a:pt x="107594" y="192332"/>
                  </a:cubicBezTo>
                  <a:lnTo>
                    <a:pt x="107594" y="107307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4F76640A-FCC4-B57D-993B-ACDBA9D08B69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12215213" y="5874204"/>
              <a:ext cx="120486" cy="153045"/>
            </a:xfrm>
            <a:custGeom>
              <a:avLst/>
              <a:gdLst>
                <a:gd name="csX0" fmla="*/ 72044 w 120486"/>
                <a:gd name="csY0" fmla="*/ 153160 h 153045"/>
                <a:gd name="csX1" fmla="*/ 94535 w 120486"/>
                <a:gd name="csY1" fmla="*/ 149819 h 153045"/>
                <a:gd name="csX2" fmla="*/ 115810 w 120486"/>
                <a:gd name="csY2" fmla="*/ 138280 h 153045"/>
                <a:gd name="csX3" fmla="*/ 120065 w 120486"/>
                <a:gd name="csY3" fmla="*/ 129474 h 153045"/>
                <a:gd name="csX4" fmla="*/ 115506 w 120486"/>
                <a:gd name="csY4" fmla="*/ 121275 h 153045"/>
                <a:gd name="csX5" fmla="*/ 105476 w 120486"/>
                <a:gd name="csY5" fmla="*/ 122186 h 153045"/>
                <a:gd name="csX6" fmla="*/ 89064 w 120486"/>
                <a:gd name="csY6" fmla="*/ 130689 h 153045"/>
                <a:gd name="csX7" fmla="*/ 73564 w 120486"/>
                <a:gd name="csY7" fmla="*/ 133118 h 153045"/>
                <a:gd name="csX8" fmla="*/ 38004 w 120486"/>
                <a:gd name="csY8" fmla="*/ 117935 h 153045"/>
                <a:gd name="csX9" fmla="*/ 25543 w 120486"/>
                <a:gd name="csY9" fmla="*/ 76030 h 153045"/>
                <a:gd name="csX10" fmla="*/ 38004 w 120486"/>
                <a:gd name="csY10" fmla="*/ 34732 h 153045"/>
                <a:gd name="csX11" fmla="*/ 73564 w 120486"/>
                <a:gd name="csY11" fmla="*/ 20156 h 153045"/>
                <a:gd name="csX12" fmla="*/ 89064 w 120486"/>
                <a:gd name="csY12" fmla="*/ 22585 h 153045"/>
                <a:gd name="csX13" fmla="*/ 105476 w 120486"/>
                <a:gd name="csY13" fmla="*/ 31088 h 153045"/>
                <a:gd name="csX14" fmla="*/ 115506 w 120486"/>
                <a:gd name="csY14" fmla="*/ 32302 h 153045"/>
                <a:gd name="csX15" fmla="*/ 120672 w 120486"/>
                <a:gd name="csY15" fmla="*/ 24104 h 153045"/>
                <a:gd name="csX16" fmla="*/ 116417 w 120486"/>
                <a:gd name="csY16" fmla="*/ 14994 h 153045"/>
                <a:gd name="csX17" fmla="*/ 94839 w 120486"/>
                <a:gd name="csY17" fmla="*/ 3758 h 153045"/>
                <a:gd name="csX18" fmla="*/ 72044 w 120486"/>
                <a:gd name="csY18" fmla="*/ 114 h 153045"/>
                <a:gd name="csX19" fmla="*/ 19464 w 120486"/>
                <a:gd name="csY19" fmla="*/ 20460 h 153045"/>
                <a:gd name="csX20" fmla="*/ 317 w 120486"/>
                <a:gd name="csY20" fmla="*/ 75726 h 153045"/>
                <a:gd name="csX21" fmla="*/ 8827 w 120486"/>
                <a:gd name="csY21" fmla="*/ 116720 h 153045"/>
                <a:gd name="csX22" fmla="*/ 33749 w 120486"/>
                <a:gd name="csY22" fmla="*/ 143746 h 153045"/>
                <a:gd name="csX23" fmla="*/ 72044 w 120486"/>
                <a:gd name="csY23" fmla="*/ 15316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20486" h="153045">
                  <a:moveTo>
                    <a:pt x="72044" y="153160"/>
                  </a:moveTo>
                  <a:cubicBezTo>
                    <a:pt x="79338" y="153160"/>
                    <a:pt x="86632" y="152249"/>
                    <a:pt x="94535" y="149819"/>
                  </a:cubicBezTo>
                  <a:cubicBezTo>
                    <a:pt x="102133" y="147390"/>
                    <a:pt x="109123" y="143746"/>
                    <a:pt x="115810" y="138280"/>
                  </a:cubicBezTo>
                  <a:cubicBezTo>
                    <a:pt x="118849" y="136155"/>
                    <a:pt x="120368" y="133118"/>
                    <a:pt x="120065" y="129474"/>
                  </a:cubicBezTo>
                  <a:cubicBezTo>
                    <a:pt x="119761" y="125830"/>
                    <a:pt x="118241" y="123097"/>
                    <a:pt x="115506" y="121275"/>
                  </a:cubicBezTo>
                  <a:cubicBezTo>
                    <a:pt x="112466" y="119453"/>
                    <a:pt x="109123" y="119757"/>
                    <a:pt x="105476" y="122186"/>
                  </a:cubicBezTo>
                  <a:cubicBezTo>
                    <a:pt x="100005" y="126437"/>
                    <a:pt x="94535" y="129170"/>
                    <a:pt x="89064" y="130689"/>
                  </a:cubicBezTo>
                  <a:cubicBezTo>
                    <a:pt x="83593" y="132511"/>
                    <a:pt x="78426" y="133118"/>
                    <a:pt x="73564" y="133118"/>
                  </a:cubicBezTo>
                  <a:cubicBezTo>
                    <a:pt x="58063" y="133118"/>
                    <a:pt x="46210" y="128259"/>
                    <a:pt x="38004" y="117935"/>
                  </a:cubicBezTo>
                  <a:cubicBezTo>
                    <a:pt x="29494" y="107610"/>
                    <a:pt x="25543" y="93642"/>
                    <a:pt x="25543" y="76030"/>
                  </a:cubicBezTo>
                  <a:cubicBezTo>
                    <a:pt x="25543" y="58114"/>
                    <a:pt x="29494" y="44449"/>
                    <a:pt x="38004" y="34732"/>
                  </a:cubicBezTo>
                  <a:cubicBezTo>
                    <a:pt x="46210" y="25015"/>
                    <a:pt x="58063" y="20156"/>
                    <a:pt x="73564" y="20156"/>
                  </a:cubicBezTo>
                  <a:cubicBezTo>
                    <a:pt x="78426" y="20156"/>
                    <a:pt x="83593" y="21067"/>
                    <a:pt x="89064" y="22585"/>
                  </a:cubicBezTo>
                  <a:cubicBezTo>
                    <a:pt x="94535" y="24407"/>
                    <a:pt x="100005" y="27140"/>
                    <a:pt x="105476" y="31088"/>
                  </a:cubicBezTo>
                  <a:cubicBezTo>
                    <a:pt x="109123" y="33821"/>
                    <a:pt x="112466" y="34124"/>
                    <a:pt x="115506" y="32302"/>
                  </a:cubicBezTo>
                  <a:cubicBezTo>
                    <a:pt x="118545" y="30480"/>
                    <a:pt x="120065" y="27747"/>
                    <a:pt x="120672" y="24104"/>
                  </a:cubicBezTo>
                  <a:cubicBezTo>
                    <a:pt x="121280" y="20460"/>
                    <a:pt x="119761" y="17423"/>
                    <a:pt x="116417" y="14994"/>
                  </a:cubicBezTo>
                  <a:cubicBezTo>
                    <a:pt x="109731" y="9832"/>
                    <a:pt x="102741" y="6188"/>
                    <a:pt x="94839" y="3758"/>
                  </a:cubicBezTo>
                  <a:cubicBezTo>
                    <a:pt x="86936" y="1329"/>
                    <a:pt x="79338" y="114"/>
                    <a:pt x="72044" y="114"/>
                  </a:cubicBezTo>
                  <a:cubicBezTo>
                    <a:pt x="49553" y="114"/>
                    <a:pt x="32229" y="7099"/>
                    <a:pt x="19464" y="20460"/>
                  </a:cubicBezTo>
                  <a:cubicBezTo>
                    <a:pt x="6699" y="33821"/>
                    <a:pt x="317" y="52344"/>
                    <a:pt x="317" y="75726"/>
                  </a:cubicBezTo>
                  <a:cubicBezTo>
                    <a:pt x="317" y="91516"/>
                    <a:pt x="3052" y="105181"/>
                    <a:pt x="8827" y="116720"/>
                  </a:cubicBezTo>
                  <a:cubicBezTo>
                    <a:pt x="14601" y="128259"/>
                    <a:pt x="22807" y="137369"/>
                    <a:pt x="33749" y="143746"/>
                  </a:cubicBezTo>
                  <a:cubicBezTo>
                    <a:pt x="44386" y="150123"/>
                    <a:pt x="57151" y="153160"/>
                    <a:pt x="72044" y="15316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70667C7B-BB13-44A3-B57A-6EDF495CD83E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12352893" y="5874204"/>
              <a:ext cx="141022" cy="153045"/>
            </a:xfrm>
            <a:custGeom>
              <a:avLst/>
              <a:gdLst>
                <a:gd name="csX0" fmla="*/ 70833 w 141022"/>
                <a:gd name="csY0" fmla="*/ 153160 h 153045"/>
                <a:gd name="csX1" fmla="*/ 107912 w 141022"/>
                <a:gd name="csY1" fmla="*/ 143746 h 153045"/>
                <a:gd name="csX2" fmla="*/ 132530 w 141022"/>
                <a:gd name="csY2" fmla="*/ 117328 h 153045"/>
                <a:gd name="csX3" fmla="*/ 141344 w 141022"/>
                <a:gd name="csY3" fmla="*/ 76637 h 153045"/>
                <a:gd name="csX4" fmla="*/ 132530 w 141022"/>
                <a:gd name="csY4" fmla="*/ 36250 h 153045"/>
                <a:gd name="csX5" fmla="*/ 107912 w 141022"/>
                <a:gd name="csY5" fmla="*/ 9528 h 153045"/>
                <a:gd name="csX6" fmla="*/ 70833 w 141022"/>
                <a:gd name="csY6" fmla="*/ 114 h 153045"/>
                <a:gd name="csX7" fmla="*/ 33449 w 141022"/>
                <a:gd name="csY7" fmla="*/ 9528 h 153045"/>
                <a:gd name="csX8" fmla="*/ 8831 w 141022"/>
                <a:gd name="csY8" fmla="*/ 36250 h 153045"/>
                <a:gd name="csX9" fmla="*/ 321 w 141022"/>
                <a:gd name="csY9" fmla="*/ 76637 h 153045"/>
                <a:gd name="csX10" fmla="*/ 8831 w 141022"/>
                <a:gd name="csY10" fmla="*/ 117328 h 153045"/>
                <a:gd name="csX11" fmla="*/ 33449 w 141022"/>
                <a:gd name="csY11" fmla="*/ 143746 h 153045"/>
                <a:gd name="csX12" fmla="*/ 70833 w 141022"/>
                <a:gd name="csY12" fmla="*/ 153160 h 153045"/>
                <a:gd name="csX13" fmla="*/ 70833 w 141022"/>
                <a:gd name="csY13" fmla="*/ 133422 h 153045"/>
                <a:gd name="csX14" fmla="*/ 37401 w 141022"/>
                <a:gd name="csY14" fmla="*/ 118846 h 153045"/>
                <a:gd name="csX15" fmla="*/ 25243 w 141022"/>
                <a:gd name="csY15" fmla="*/ 76637 h 153045"/>
                <a:gd name="csX16" fmla="*/ 37401 w 141022"/>
                <a:gd name="csY16" fmla="*/ 34428 h 153045"/>
                <a:gd name="csX17" fmla="*/ 70833 w 141022"/>
                <a:gd name="csY17" fmla="*/ 19852 h 153045"/>
                <a:gd name="csX18" fmla="*/ 103961 w 141022"/>
                <a:gd name="csY18" fmla="*/ 34428 h 153045"/>
                <a:gd name="csX19" fmla="*/ 116422 w 141022"/>
                <a:gd name="csY19" fmla="*/ 76637 h 153045"/>
                <a:gd name="csX20" fmla="*/ 103961 w 141022"/>
                <a:gd name="csY20" fmla="*/ 118846 h 153045"/>
                <a:gd name="csX21" fmla="*/ 70833 w 141022"/>
                <a:gd name="csY21" fmla="*/ 133422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1022" h="153045">
                  <a:moveTo>
                    <a:pt x="70833" y="153160"/>
                  </a:moveTo>
                  <a:cubicBezTo>
                    <a:pt x="84813" y="153160"/>
                    <a:pt x="97274" y="150123"/>
                    <a:pt x="107912" y="143746"/>
                  </a:cubicBezTo>
                  <a:cubicBezTo>
                    <a:pt x="118549" y="137673"/>
                    <a:pt x="126756" y="128867"/>
                    <a:pt x="132530" y="117328"/>
                  </a:cubicBezTo>
                  <a:cubicBezTo>
                    <a:pt x="138305" y="105788"/>
                    <a:pt x="141344" y="92427"/>
                    <a:pt x="141344" y="76637"/>
                  </a:cubicBezTo>
                  <a:cubicBezTo>
                    <a:pt x="141344" y="61150"/>
                    <a:pt x="138305" y="47789"/>
                    <a:pt x="132530" y="36250"/>
                  </a:cubicBezTo>
                  <a:cubicBezTo>
                    <a:pt x="126756" y="24711"/>
                    <a:pt x="118549" y="15905"/>
                    <a:pt x="107912" y="9528"/>
                  </a:cubicBezTo>
                  <a:cubicBezTo>
                    <a:pt x="97274" y="3455"/>
                    <a:pt x="84813" y="114"/>
                    <a:pt x="70833" y="114"/>
                  </a:cubicBezTo>
                  <a:cubicBezTo>
                    <a:pt x="56244" y="114"/>
                    <a:pt x="43783" y="3455"/>
                    <a:pt x="33449" y="9528"/>
                  </a:cubicBezTo>
                  <a:cubicBezTo>
                    <a:pt x="22812" y="15905"/>
                    <a:pt x="14606" y="24711"/>
                    <a:pt x="8831" y="36250"/>
                  </a:cubicBezTo>
                  <a:cubicBezTo>
                    <a:pt x="3057" y="47789"/>
                    <a:pt x="321" y="61150"/>
                    <a:pt x="321" y="76637"/>
                  </a:cubicBezTo>
                  <a:cubicBezTo>
                    <a:pt x="321" y="92427"/>
                    <a:pt x="3057" y="105788"/>
                    <a:pt x="8831" y="117328"/>
                  </a:cubicBezTo>
                  <a:cubicBezTo>
                    <a:pt x="14606" y="128867"/>
                    <a:pt x="22812" y="137673"/>
                    <a:pt x="33449" y="143746"/>
                  </a:cubicBezTo>
                  <a:cubicBezTo>
                    <a:pt x="43783" y="150123"/>
                    <a:pt x="56244" y="153160"/>
                    <a:pt x="70833" y="153160"/>
                  </a:cubicBezTo>
                  <a:close/>
                  <a:moveTo>
                    <a:pt x="70833" y="133422"/>
                  </a:moveTo>
                  <a:cubicBezTo>
                    <a:pt x="56852" y="133422"/>
                    <a:pt x="45607" y="128563"/>
                    <a:pt x="37401" y="118846"/>
                  </a:cubicBezTo>
                  <a:cubicBezTo>
                    <a:pt x="29194" y="109129"/>
                    <a:pt x="25243" y="94857"/>
                    <a:pt x="25243" y="76637"/>
                  </a:cubicBezTo>
                  <a:cubicBezTo>
                    <a:pt x="25243" y="58417"/>
                    <a:pt x="29194" y="44145"/>
                    <a:pt x="37401" y="34428"/>
                  </a:cubicBezTo>
                  <a:cubicBezTo>
                    <a:pt x="45607" y="24711"/>
                    <a:pt x="56852" y="19852"/>
                    <a:pt x="70833" y="19852"/>
                  </a:cubicBezTo>
                  <a:cubicBezTo>
                    <a:pt x="84509" y="19852"/>
                    <a:pt x="95451" y="24711"/>
                    <a:pt x="103961" y="34428"/>
                  </a:cubicBezTo>
                  <a:cubicBezTo>
                    <a:pt x="112167" y="44145"/>
                    <a:pt x="116422" y="58417"/>
                    <a:pt x="116422" y="76637"/>
                  </a:cubicBezTo>
                  <a:cubicBezTo>
                    <a:pt x="116422" y="94857"/>
                    <a:pt x="112167" y="109129"/>
                    <a:pt x="103961" y="118846"/>
                  </a:cubicBezTo>
                  <a:cubicBezTo>
                    <a:pt x="95451" y="128563"/>
                    <a:pt x="84509" y="133422"/>
                    <a:pt x="70833" y="133422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0B81831D-A64A-DCF0-6749-54BEDB6B0540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12522181" y="5874204"/>
              <a:ext cx="117620" cy="153045"/>
            </a:xfrm>
            <a:custGeom>
              <a:avLst/>
              <a:gdLst>
                <a:gd name="csX0" fmla="*/ 58985 w 117620"/>
                <a:gd name="csY0" fmla="*/ 153160 h 153045"/>
                <a:gd name="csX1" fmla="*/ 101839 w 117620"/>
                <a:gd name="csY1" fmla="*/ 141620 h 153045"/>
                <a:gd name="csX2" fmla="*/ 117947 w 117620"/>
                <a:gd name="csY2" fmla="*/ 109432 h 153045"/>
                <a:gd name="csX3" fmla="*/ 107917 w 117620"/>
                <a:gd name="csY3" fmla="*/ 84532 h 153045"/>
                <a:gd name="csX4" fmla="*/ 78436 w 117620"/>
                <a:gd name="csY4" fmla="*/ 70867 h 153045"/>
                <a:gd name="csX5" fmla="*/ 50779 w 117620"/>
                <a:gd name="csY5" fmla="*/ 65098 h 153045"/>
                <a:gd name="csX6" fmla="*/ 28288 w 117620"/>
                <a:gd name="csY6" fmla="*/ 43234 h 153045"/>
                <a:gd name="csX7" fmla="*/ 37102 w 117620"/>
                <a:gd name="csY7" fmla="*/ 25622 h 153045"/>
                <a:gd name="csX8" fmla="*/ 62936 w 117620"/>
                <a:gd name="csY8" fmla="*/ 18941 h 153045"/>
                <a:gd name="csX9" fmla="*/ 81476 w 117620"/>
                <a:gd name="csY9" fmla="*/ 21978 h 153045"/>
                <a:gd name="csX10" fmla="*/ 100015 w 117620"/>
                <a:gd name="csY10" fmla="*/ 30784 h 153045"/>
                <a:gd name="csX11" fmla="*/ 109741 w 117620"/>
                <a:gd name="csY11" fmla="*/ 31695 h 153045"/>
                <a:gd name="csX12" fmla="*/ 114604 w 117620"/>
                <a:gd name="csY12" fmla="*/ 23496 h 153045"/>
                <a:gd name="csX13" fmla="*/ 110045 w 117620"/>
                <a:gd name="csY13" fmla="*/ 14690 h 153045"/>
                <a:gd name="csX14" fmla="*/ 88162 w 117620"/>
                <a:gd name="csY14" fmla="*/ 3758 h 153045"/>
                <a:gd name="csX15" fmla="*/ 62936 w 117620"/>
                <a:gd name="csY15" fmla="*/ 114 h 153045"/>
                <a:gd name="csX16" fmla="*/ 20994 w 117620"/>
                <a:gd name="csY16" fmla="*/ 12261 h 153045"/>
                <a:gd name="csX17" fmla="*/ 5190 w 117620"/>
                <a:gd name="csY17" fmla="*/ 44449 h 153045"/>
                <a:gd name="csX18" fmla="*/ 42877 w 117620"/>
                <a:gd name="csY18" fmla="*/ 83318 h 153045"/>
                <a:gd name="csX19" fmla="*/ 70534 w 117620"/>
                <a:gd name="csY19" fmla="*/ 89391 h 153045"/>
                <a:gd name="csX20" fmla="*/ 88770 w 117620"/>
                <a:gd name="csY20" fmla="*/ 97286 h 153045"/>
                <a:gd name="csX21" fmla="*/ 94545 w 117620"/>
                <a:gd name="csY21" fmla="*/ 110647 h 153045"/>
                <a:gd name="csX22" fmla="*/ 85731 w 117620"/>
                <a:gd name="csY22" fmla="*/ 127956 h 153045"/>
                <a:gd name="csX23" fmla="*/ 59593 w 117620"/>
                <a:gd name="csY23" fmla="*/ 134333 h 153045"/>
                <a:gd name="csX24" fmla="*/ 37406 w 117620"/>
                <a:gd name="csY24" fmla="*/ 131600 h 153045"/>
                <a:gd name="csX25" fmla="*/ 14611 w 117620"/>
                <a:gd name="csY25" fmla="*/ 121275 h 153045"/>
                <a:gd name="csX26" fmla="*/ 4582 w 117620"/>
                <a:gd name="csY26" fmla="*/ 121275 h 153045"/>
                <a:gd name="csX27" fmla="*/ 327 w 117620"/>
                <a:gd name="csY27" fmla="*/ 129778 h 153045"/>
                <a:gd name="csX28" fmla="*/ 5797 w 117620"/>
                <a:gd name="csY28" fmla="*/ 138280 h 153045"/>
                <a:gd name="csX29" fmla="*/ 31327 w 117620"/>
                <a:gd name="csY29" fmla="*/ 149819 h 153045"/>
                <a:gd name="csX30" fmla="*/ 58985 w 117620"/>
                <a:gd name="csY30" fmla="*/ 15316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7620" h="153045">
                  <a:moveTo>
                    <a:pt x="58985" y="153160"/>
                  </a:moveTo>
                  <a:cubicBezTo>
                    <a:pt x="76613" y="153160"/>
                    <a:pt x="90897" y="149516"/>
                    <a:pt x="101839" y="141620"/>
                  </a:cubicBezTo>
                  <a:cubicBezTo>
                    <a:pt x="112476" y="133725"/>
                    <a:pt x="117947" y="123097"/>
                    <a:pt x="117947" y="109432"/>
                  </a:cubicBezTo>
                  <a:cubicBezTo>
                    <a:pt x="117947" y="99108"/>
                    <a:pt x="114604" y="90605"/>
                    <a:pt x="107917" y="84532"/>
                  </a:cubicBezTo>
                  <a:cubicBezTo>
                    <a:pt x="101231" y="78459"/>
                    <a:pt x="91201" y="73904"/>
                    <a:pt x="78436" y="70867"/>
                  </a:cubicBezTo>
                  <a:lnTo>
                    <a:pt x="50779" y="65098"/>
                  </a:lnTo>
                  <a:cubicBezTo>
                    <a:pt x="35582" y="62061"/>
                    <a:pt x="28288" y="54773"/>
                    <a:pt x="28288" y="43234"/>
                  </a:cubicBezTo>
                  <a:cubicBezTo>
                    <a:pt x="28288" y="35946"/>
                    <a:pt x="31024" y="30177"/>
                    <a:pt x="37102" y="25622"/>
                  </a:cubicBezTo>
                  <a:cubicBezTo>
                    <a:pt x="42877" y="21371"/>
                    <a:pt x="51387" y="18941"/>
                    <a:pt x="62936" y="18941"/>
                  </a:cubicBezTo>
                  <a:cubicBezTo>
                    <a:pt x="69015" y="18941"/>
                    <a:pt x="75093" y="20156"/>
                    <a:pt x="81476" y="21978"/>
                  </a:cubicBezTo>
                  <a:cubicBezTo>
                    <a:pt x="87554" y="23800"/>
                    <a:pt x="93937" y="26837"/>
                    <a:pt x="100015" y="30784"/>
                  </a:cubicBezTo>
                  <a:cubicBezTo>
                    <a:pt x="103662" y="33213"/>
                    <a:pt x="107006" y="33517"/>
                    <a:pt x="109741" y="31695"/>
                  </a:cubicBezTo>
                  <a:cubicBezTo>
                    <a:pt x="112476" y="29873"/>
                    <a:pt x="113996" y="27140"/>
                    <a:pt x="114604" y="23496"/>
                  </a:cubicBezTo>
                  <a:cubicBezTo>
                    <a:pt x="114908" y="20156"/>
                    <a:pt x="113388" y="17119"/>
                    <a:pt x="110045" y="14690"/>
                  </a:cubicBezTo>
                  <a:cubicBezTo>
                    <a:pt x="103359" y="9832"/>
                    <a:pt x="96064" y="6188"/>
                    <a:pt x="88162" y="3758"/>
                  </a:cubicBezTo>
                  <a:cubicBezTo>
                    <a:pt x="79956" y="1329"/>
                    <a:pt x="71446" y="114"/>
                    <a:pt x="62936" y="114"/>
                  </a:cubicBezTo>
                  <a:cubicBezTo>
                    <a:pt x="45612" y="114"/>
                    <a:pt x="31631" y="4366"/>
                    <a:pt x="20994" y="12261"/>
                  </a:cubicBezTo>
                  <a:cubicBezTo>
                    <a:pt x="10356" y="20460"/>
                    <a:pt x="5190" y="31088"/>
                    <a:pt x="5190" y="44449"/>
                  </a:cubicBezTo>
                  <a:cubicBezTo>
                    <a:pt x="5190" y="65098"/>
                    <a:pt x="17651" y="77852"/>
                    <a:pt x="42877" y="83318"/>
                  </a:cubicBezTo>
                  <a:lnTo>
                    <a:pt x="70534" y="89391"/>
                  </a:lnTo>
                  <a:cubicBezTo>
                    <a:pt x="78740" y="91213"/>
                    <a:pt x="84819" y="93946"/>
                    <a:pt x="88770" y="97286"/>
                  </a:cubicBezTo>
                  <a:cubicBezTo>
                    <a:pt x="92417" y="100626"/>
                    <a:pt x="94545" y="105181"/>
                    <a:pt x="94545" y="110647"/>
                  </a:cubicBezTo>
                  <a:cubicBezTo>
                    <a:pt x="94545" y="117935"/>
                    <a:pt x="91505" y="123704"/>
                    <a:pt x="85731" y="127956"/>
                  </a:cubicBezTo>
                  <a:cubicBezTo>
                    <a:pt x="79652" y="132207"/>
                    <a:pt x="71142" y="134333"/>
                    <a:pt x="59593" y="134333"/>
                  </a:cubicBezTo>
                  <a:cubicBezTo>
                    <a:pt x="52299" y="134333"/>
                    <a:pt x="44700" y="133422"/>
                    <a:pt x="37406" y="131600"/>
                  </a:cubicBezTo>
                  <a:cubicBezTo>
                    <a:pt x="30112" y="129778"/>
                    <a:pt x="22514" y="126134"/>
                    <a:pt x="14611" y="121275"/>
                  </a:cubicBezTo>
                  <a:cubicBezTo>
                    <a:pt x="10356" y="119453"/>
                    <a:pt x="7013" y="119453"/>
                    <a:pt x="4582" y="121275"/>
                  </a:cubicBezTo>
                  <a:cubicBezTo>
                    <a:pt x="1846" y="123401"/>
                    <a:pt x="327" y="126134"/>
                    <a:pt x="327" y="129778"/>
                  </a:cubicBezTo>
                  <a:cubicBezTo>
                    <a:pt x="327" y="133422"/>
                    <a:pt x="2150" y="136155"/>
                    <a:pt x="5797" y="138280"/>
                  </a:cubicBezTo>
                  <a:cubicBezTo>
                    <a:pt x="13700" y="143746"/>
                    <a:pt x="22210" y="147390"/>
                    <a:pt x="31327" y="149819"/>
                  </a:cubicBezTo>
                  <a:cubicBezTo>
                    <a:pt x="40445" y="152249"/>
                    <a:pt x="49867" y="153160"/>
                    <a:pt x="58985" y="15316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E72E0B3E-B19D-E4A4-A422-02A79D0D69BF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12684174" y="5796770"/>
              <a:ext cx="70511" cy="303661"/>
            </a:xfrm>
            <a:custGeom>
              <a:avLst/>
              <a:gdLst>
                <a:gd name="csX0" fmla="*/ 70843 w 70511"/>
                <a:gd name="csY0" fmla="*/ 300739 h 303661"/>
                <a:gd name="csX1" fmla="*/ 65676 w 70511"/>
                <a:gd name="csY1" fmla="*/ 294058 h 303661"/>
                <a:gd name="csX2" fmla="*/ 17959 w 70511"/>
                <a:gd name="csY2" fmla="*/ 151945 h 303661"/>
                <a:gd name="csX3" fmla="*/ 66892 w 70511"/>
                <a:gd name="csY3" fmla="*/ 8313 h 303661"/>
                <a:gd name="csX4" fmla="*/ 70843 w 70511"/>
                <a:gd name="csY4" fmla="*/ 3151 h 303661"/>
                <a:gd name="csX5" fmla="*/ 67804 w 70511"/>
                <a:gd name="csY5" fmla="*/ 114 h 303661"/>
                <a:gd name="csX6" fmla="*/ 19479 w 70511"/>
                <a:gd name="csY6" fmla="*/ 59328 h 303661"/>
                <a:gd name="csX7" fmla="*/ 332 w 70511"/>
                <a:gd name="csY7" fmla="*/ 151945 h 303661"/>
                <a:gd name="csX8" fmla="*/ 20391 w 70511"/>
                <a:gd name="csY8" fmla="*/ 246687 h 303661"/>
                <a:gd name="csX9" fmla="*/ 67804 w 70511"/>
                <a:gd name="csY9" fmla="*/ 303776 h 303661"/>
                <a:gd name="csX10" fmla="*/ 70843 w 70511"/>
                <a:gd name="csY10" fmla="*/ 30073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11" h="303661">
                  <a:moveTo>
                    <a:pt x="70843" y="300739"/>
                  </a:moveTo>
                  <a:cubicBezTo>
                    <a:pt x="70843" y="299828"/>
                    <a:pt x="70843" y="299221"/>
                    <a:pt x="65676" y="294058"/>
                  </a:cubicBezTo>
                  <a:cubicBezTo>
                    <a:pt x="27685" y="255797"/>
                    <a:pt x="17959" y="198405"/>
                    <a:pt x="17959" y="151945"/>
                  </a:cubicBezTo>
                  <a:cubicBezTo>
                    <a:pt x="17959" y="99108"/>
                    <a:pt x="29509" y="46271"/>
                    <a:pt x="66892" y="8313"/>
                  </a:cubicBezTo>
                  <a:cubicBezTo>
                    <a:pt x="70843" y="4669"/>
                    <a:pt x="70843" y="4062"/>
                    <a:pt x="70843" y="3151"/>
                  </a:cubicBezTo>
                  <a:cubicBezTo>
                    <a:pt x="70843" y="1025"/>
                    <a:pt x="69627" y="114"/>
                    <a:pt x="67804" y="114"/>
                  </a:cubicBezTo>
                  <a:cubicBezTo>
                    <a:pt x="64764" y="114"/>
                    <a:pt x="37411" y="20763"/>
                    <a:pt x="19479" y="59328"/>
                  </a:cubicBezTo>
                  <a:cubicBezTo>
                    <a:pt x="3979" y="92731"/>
                    <a:pt x="332" y="126437"/>
                    <a:pt x="332" y="151945"/>
                  </a:cubicBezTo>
                  <a:cubicBezTo>
                    <a:pt x="332" y="175631"/>
                    <a:pt x="3675" y="212374"/>
                    <a:pt x="20391" y="246687"/>
                  </a:cubicBezTo>
                  <a:cubicBezTo>
                    <a:pt x="38627" y="284038"/>
                    <a:pt x="64764" y="303776"/>
                    <a:pt x="67804" y="303776"/>
                  </a:cubicBezTo>
                  <a:cubicBezTo>
                    <a:pt x="69627" y="303776"/>
                    <a:pt x="70843" y="302865"/>
                    <a:pt x="70843" y="30073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343670C3-8DB0-0C63-1E2F-FCF94B16A642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2779575" y="5818938"/>
              <a:ext cx="206671" cy="205578"/>
            </a:xfrm>
            <a:custGeom>
              <a:avLst/>
              <a:gdLst>
                <a:gd name="csX0" fmla="*/ 122819 w 206671"/>
                <a:gd name="csY0" fmla="*/ 21371 h 205578"/>
                <a:gd name="csX1" fmla="*/ 129809 w 206671"/>
                <a:gd name="csY1" fmla="*/ 10135 h 205578"/>
                <a:gd name="csX2" fmla="*/ 148956 w 206671"/>
                <a:gd name="csY2" fmla="*/ 9528 h 205578"/>
                <a:gd name="csX3" fmla="*/ 193330 w 206671"/>
                <a:gd name="csY3" fmla="*/ 34428 h 205578"/>
                <a:gd name="csX4" fmla="*/ 190899 w 206671"/>
                <a:gd name="csY4" fmla="*/ 58721 h 205578"/>
                <a:gd name="csX5" fmla="*/ 189987 w 206671"/>
                <a:gd name="csY5" fmla="*/ 64490 h 205578"/>
                <a:gd name="csX6" fmla="*/ 193634 w 206671"/>
                <a:gd name="csY6" fmla="*/ 68438 h 205578"/>
                <a:gd name="csX7" fmla="*/ 198193 w 206671"/>
                <a:gd name="csY7" fmla="*/ 61454 h 205578"/>
                <a:gd name="csX8" fmla="*/ 206399 w 206671"/>
                <a:gd name="csY8" fmla="*/ 8617 h 205578"/>
                <a:gd name="csX9" fmla="*/ 207007 w 206671"/>
                <a:gd name="csY9" fmla="*/ 3455 h 205578"/>
                <a:gd name="csX10" fmla="*/ 198801 w 206671"/>
                <a:gd name="csY10" fmla="*/ 114 h 205578"/>
                <a:gd name="csX11" fmla="*/ 30120 w 206671"/>
                <a:gd name="csY11" fmla="*/ 114 h 205578"/>
                <a:gd name="csX12" fmla="*/ 20395 w 206671"/>
                <a:gd name="csY12" fmla="*/ 6188 h 205578"/>
                <a:gd name="csX13" fmla="*/ 2159 w 206671"/>
                <a:gd name="csY13" fmla="*/ 59632 h 205578"/>
                <a:gd name="csX14" fmla="*/ 335 w 206671"/>
                <a:gd name="csY14" fmla="*/ 65098 h 205578"/>
                <a:gd name="csX15" fmla="*/ 3983 w 206671"/>
                <a:gd name="csY15" fmla="*/ 68438 h 205578"/>
                <a:gd name="csX16" fmla="*/ 9149 w 206671"/>
                <a:gd name="csY16" fmla="*/ 62061 h 205578"/>
                <a:gd name="csX17" fmla="*/ 78445 w 206671"/>
                <a:gd name="csY17" fmla="*/ 9528 h 205578"/>
                <a:gd name="csX18" fmla="*/ 90298 w 206671"/>
                <a:gd name="csY18" fmla="*/ 9528 h 205578"/>
                <a:gd name="csX19" fmla="*/ 98808 w 206671"/>
                <a:gd name="csY19" fmla="*/ 13172 h 205578"/>
                <a:gd name="csX20" fmla="*/ 97593 w 206671"/>
                <a:gd name="csY20" fmla="*/ 19549 h 205578"/>
                <a:gd name="csX21" fmla="*/ 56866 w 206671"/>
                <a:gd name="csY21" fmla="*/ 181704 h 205578"/>
                <a:gd name="csX22" fmla="*/ 20699 w 206671"/>
                <a:gd name="csY22" fmla="*/ 196279 h 205578"/>
                <a:gd name="csX23" fmla="*/ 7934 w 206671"/>
                <a:gd name="csY23" fmla="*/ 202049 h 205578"/>
                <a:gd name="csX24" fmla="*/ 13100 w 206671"/>
                <a:gd name="csY24" fmla="*/ 205693 h 205578"/>
                <a:gd name="csX25" fmla="*/ 38023 w 206671"/>
                <a:gd name="csY25" fmla="*/ 205086 h 205578"/>
                <a:gd name="csX26" fmla="*/ 63856 w 206671"/>
                <a:gd name="csY26" fmla="*/ 204782 h 205578"/>
                <a:gd name="csX27" fmla="*/ 89083 w 206671"/>
                <a:gd name="csY27" fmla="*/ 205086 h 205578"/>
                <a:gd name="csX28" fmla="*/ 115524 w 206671"/>
                <a:gd name="csY28" fmla="*/ 205693 h 205578"/>
                <a:gd name="csX29" fmla="*/ 122211 w 206671"/>
                <a:gd name="csY29" fmla="*/ 199620 h 205578"/>
                <a:gd name="csX30" fmla="*/ 111877 w 206671"/>
                <a:gd name="csY30" fmla="*/ 196279 h 205578"/>
                <a:gd name="csX31" fmla="*/ 92426 w 206671"/>
                <a:gd name="csY31" fmla="*/ 195672 h 205578"/>
                <a:gd name="csX32" fmla="*/ 81180 w 206671"/>
                <a:gd name="csY32" fmla="*/ 188992 h 205578"/>
                <a:gd name="csX33" fmla="*/ 82396 w 206671"/>
                <a:gd name="csY33" fmla="*/ 182615 h 205578"/>
                <a:gd name="csX34" fmla="*/ 122819 w 206671"/>
                <a:gd name="csY34" fmla="*/ 21371 h 2055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06671" h="205578">
                  <a:moveTo>
                    <a:pt x="122819" y="21371"/>
                  </a:moveTo>
                  <a:cubicBezTo>
                    <a:pt x="124946" y="12868"/>
                    <a:pt x="126162" y="11046"/>
                    <a:pt x="129809" y="10135"/>
                  </a:cubicBezTo>
                  <a:cubicBezTo>
                    <a:pt x="132544" y="9528"/>
                    <a:pt x="142574" y="9528"/>
                    <a:pt x="148956" y="9528"/>
                  </a:cubicBezTo>
                  <a:cubicBezTo>
                    <a:pt x="179653" y="9528"/>
                    <a:pt x="193330" y="10742"/>
                    <a:pt x="193330" y="34428"/>
                  </a:cubicBezTo>
                  <a:cubicBezTo>
                    <a:pt x="193330" y="38983"/>
                    <a:pt x="192114" y="50826"/>
                    <a:pt x="190899" y="58721"/>
                  </a:cubicBezTo>
                  <a:cubicBezTo>
                    <a:pt x="190595" y="59936"/>
                    <a:pt x="189987" y="63580"/>
                    <a:pt x="189987" y="64490"/>
                  </a:cubicBezTo>
                  <a:cubicBezTo>
                    <a:pt x="189987" y="66312"/>
                    <a:pt x="190899" y="68438"/>
                    <a:pt x="193634" y="68438"/>
                  </a:cubicBezTo>
                  <a:cubicBezTo>
                    <a:pt x="196977" y="68438"/>
                    <a:pt x="197585" y="66009"/>
                    <a:pt x="198193" y="61454"/>
                  </a:cubicBezTo>
                  <a:lnTo>
                    <a:pt x="206399" y="8617"/>
                  </a:lnTo>
                  <a:cubicBezTo>
                    <a:pt x="206703" y="7402"/>
                    <a:pt x="207007" y="4366"/>
                    <a:pt x="207007" y="3455"/>
                  </a:cubicBezTo>
                  <a:cubicBezTo>
                    <a:pt x="207007" y="114"/>
                    <a:pt x="203968" y="114"/>
                    <a:pt x="198801" y="114"/>
                  </a:cubicBezTo>
                  <a:lnTo>
                    <a:pt x="30120" y="114"/>
                  </a:lnTo>
                  <a:cubicBezTo>
                    <a:pt x="22826" y="114"/>
                    <a:pt x="22522" y="418"/>
                    <a:pt x="20395" y="6188"/>
                  </a:cubicBezTo>
                  <a:lnTo>
                    <a:pt x="2159" y="59632"/>
                  </a:lnTo>
                  <a:cubicBezTo>
                    <a:pt x="1855" y="60239"/>
                    <a:pt x="335" y="64490"/>
                    <a:pt x="335" y="65098"/>
                  </a:cubicBezTo>
                  <a:cubicBezTo>
                    <a:pt x="335" y="66920"/>
                    <a:pt x="1855" y="68438"/>
                    <a:pt x="3983" y="68438"/>
                  </a:cubicBezTo>
                  <a:cubicBezTo>
                    <a:pt x="7022" y="68438"/>
                    <a:pt x="7326" y="66920"/>
                    <a:pt x="9149" y="62061"/>
                  </a:cubicBezTo>
                  <a:cubicBezTo>
                    <a:pt x="25561" y="14994"/>
                    <a:pt x="33464" y="9528"/>
                    <a:pt x="78445" y="9528"/>
                  </a:cubicBezTo>
                  <a:lnTo>
                    <a:pt x="90298" y="9528"/>
                  </a:lnTo>
                  <a:cubicBezTo>
                    <a:pt x="98808" y="9528"/>
                    <a:pt x="98808" y="10742"/>
                    <a:pt x="98808" y="13172"/>
                  </a:cubicBezTo>
                  <a:cubicBezTo>
                    <a:pt x="98808" y="14994"/>
                    <a:pt x="97896" y="18638"/>
                    <a:pt x="97593" y="19549"/>
                  </a:cubicBezTo>
                  <a:lnTo>
                    <a:pt x="56866" y="181704"/>
                  </a:lnTo>
                  <a:cubicBezTo>
                    <a:pt x="54131" y="192939"/>
                    <a:pt x="53219" y="196279"/>
                    <a:pt x="20699" y="196279"/>
                  </a:cubicBezTo>
                  <a:cubicBezTo>
                    <a:pt x="9757" y="196279"/>
                    <a:pt x="7934" y="196279"/>
                    <a:pt x="7934" y="202049"/>
                  </a:cubicBezTo>
                  <a:cubicBezTo>
                    <a:pt x="7934" y="205693"/>
                    <a:pt x="11277" y="205693"/>
                    <a:pt x="13100" y="205693"/>
                  </a:cubicBezTo>
                  <a:cubicBezTo>
                    <a:pt x="21307" y="205693"/>
                    <a:pt x="29816" y="205086"/>
                    <a:pt x="38023" y="205086"/>
                  </a:cubicBezTo>
                  <a:cubicBezTo>
                    <a:pt x="46533" y="205086"/>
                    <a:pt x="55346" y="204782"/>
                    <a:pt x="63856" y="204782"/>
                  </a:cubicBezTo>
                  <a:cubicBezTo>
                    <a:pt x="72366" y="204782"/>
                    <a:pt x="80877" y="205086"/>
                    <a:pt x="89083" y="205086"/>
                  </a:cubicBezTo>
                  <a:cubicBezTo>
                    <a:pt x="97896" y="205086"/>
                    <a:pt x="107014" y="205693"/>
                    <a:pt x="115524" y="205693"/>
                  </a:cubicBezTo>
                  <a:cubicBezTo>
                    <a:pt x="118564" y="205693"/>
                    <a:pt x="122211" y="205693"/>
                    <a:pt x="122211" y="199620"/>
                  </a:cubicBezTo>
                  <a:cubicBezTo>
                    <a:pt x="122211" y="196279"/>
                    <a:pt x="119779" y="196279"/>
                    <a:pt x="111877" y="196279"/>
                  </a:cubicBezTo>
                  <a:cubicBezTo>
                    <a:pt x="104279" y="196279"/>
                    <a:pt x="100328" y="196279"/>
                    <a:pt x="92426" y="195672"/>
                  </a:cubicBezTo>
                  <a:cubicBezTo>
                    <a:pt x="83612" y="194761"/>
                    <a:pt x="81180" y="193850"/>
                    <a:pt x="81180" y="188992"/>
                  </a:cubicBezTo>
                  <a:cubicBezTo>
                    <a:pt x="81180" y="188688"/>
                    <a:pt x="81180" y="187170"/>
                    <a:pt x="82396" y="182615"/>
                  </a:cubicBezTo>
                  <a:lnTo>
                    <a:pt x="122819" y="21371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F7D734AE-2725-1D06-F66E-656DE701FEC8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3006994" y="5763041"/>
              <a:ext cx="156584" cy="156658"/>
            </a:xfrm>
            <a:custGeom>
              <a:avLst/>
              <a:gdLst>
                <a:gd name="csX0" fmla="*/ 83953 w 156584"/>
                <a:gd name="csY0" fmla="*/ 83647 h 156658"/>
                <a:gd name="csX1" fmla="*/ 149055 w 156584"/>
                <a:gd name="csY1" fmla="*/ 83647 h 156658"/>
                <a:gd name="csX2" fmla="*/ 156927 w 156584"/>
                <a:gd name="csY2" fmla="*/ 78546 h 156658"/>
                <a:gd name="csX3" fmla="*/ 149055 w 156584"/>
                <a:gd name="csY3" fmla="*/ 73232 h 156658"/>
                <a:gd name="csX4" fmla="*/ 83953 w 156584"/>
                <a:gd name="csY4" fmla="*/ 73232 h 156658"/>
                <a:gd name="csX5" fmla="*/ 83953 w 156584"/>
                <a:gd name="csY5" fmla="*/ 7975 h 156658"/>
                <a:gd name="csX6" fmla="*/ 78847 w 156584"/>
                <a:gd name="csY6" fmla="*/ 110 h 156658"/>
                <a:gd name="csX7" fmla="*/ 73529 w 156584"/>
                <a:gd name="csY7" fmla="*/ 7975 h 156658"/>
                <a:gd name="csX8" fmla="*/ 73529 w 156584"/>
                <a:gd name="csY8" fmla="*/ 73232 h 156658"/>
                <a:gd name="csX9" fmla="*/ 8214 w 156584"/>
                <a:gd name="csY9" fmla="*/ 73232 h 156658"/>
                <a:gd name="csX10" fmla="*/ 343 w 156584"/>
                <a:gd name="csY10" fmla="*/ 78333 h 156658"/>
                <a:gd name="csX11" fmla="*/ 8214 w 156584"/>
                <a:gd name="csY11" fmla="*/ 83647 h 156658"/>
                <a:gd name="csX12" fmla="*/ 73529 w 156584"/>
                <a:gd name="csY12" fmla="*/ 83647 h 156658"/>
                <a:gd name="csX13" fmla="*/ 73529 w 156584"/>
                <a:gd name="csY13" fmla="*/ 148904 h 156658"/>
                <a:gd name="csX14" fmla="*/ 78635 w 156584"/>
                <a:gd name="csY14" fmla="*/ 156769 h 156658"/>
                <a:gd name="csX15" fmla="*/ 83953 w 156584"/>
                <a:gd name="csY15" fmla="*/ 148904 h 156658"/>
                <a:gd name="csX16" fmla="*/ 83953 w 156584"/>
                <a:gd name="csY16" fmla="*/ 83647 h 156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6584" h="156658">
                  <a:moveTo>
                    <a:pt x="83953" y="83647"/>
                  </a:moveTo>
                  <a:lnTo>
                    <a:pt x="149055" y="83647"/>
                  </a:lnTo>
                  <a:cubicBezTo>
                    <a:pt x="151821" y="83647"/>
                    <a:pt x="156927" y="83647"/>
                    <a:pt x="156927" y="78546"/>
                  </a:cubicBezTo>
                  <a:cubicBezTo>
                    <a:pt x="156927" y="73232"/>
                    <a:pt x="152033" y="73232"/>
                    <a:pt x="149055" y="73232"/>
                  </a:cubicBezTo>
                  <a:lnTo>
                    <a:pt x="83953" y="73232"/>
                  </a:lnTo>
                  <a:lnTo>
                    <a:pt x="83953" y="7975"/>
                  </a:lnTo>
                  <a:cubicBezTo>
                    <a:pt x="83953" y="5212"/>
                    <a:pt x="83953" y="110"/>
                    <a:pt x="78847" y="110"/>
                  </a:cubicBezTo>
                  <a:cubicBezTo>
                    <a:pt x="73529" y="110"/>
                    <a:pt x="73529" y="4999"/>
                    <a:pt x="73529" y="7975"/>
                  </a:cubicBezTo>
                  <a:lnTo>
                    <a:pt x="73529" y="73232"/>
                  </a:lnTo>
                  <a:lnTo>
                    <a:pt x="8214" y="73232"/>
                  </a:lnTo>
                  <a:cubicBezTo>
                    <a:pt x="5449" y="73232"/>
                    <a:pt x="343" y="73232"/>
                    <a:pt x="343" y="78333"/>
                  </a:cubicBezTo>
                  <a:cubicBezTo>
                    <a:pt x="343" y="83647"/>
                    <a:pt x="5236" y="83647"/>
                    <a:pt x="8214" y="83647"/>
                  </a:cubicBezTo>
                  <a:lnTo>
                    <a:pt x="73529" y="83647"/>
                  </a:lnTo>
                  <a:lnTo>
                    <a:pt x="73529" y="148904"/>
                  </a:lnTo>
                  <a:cubicBezTo>
                    <a:pt x="73529" y="151667"/>
                    <a:pt x="73529" y="156769"/>
                    <a:pt x="78635" y="156769"/>
                  </a:cubicBezTo>
                  <a:cubicBezTo>
                    <a:pt x="83953" y="156769"/>
                    <a:pt x="83953" y="151880"/>
                    <a:pt x="83953" y="148904"/>
                  </a:cubicBezTo>
                  <a:lnTo>
                    <a:pt x="83953" y="83647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477BD0C7-E691-9DCC-0DAC-B743A3192105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2964782" y="5964325"/>
              <a:ext cx="156584" cy="153682"/>
            </a:xfrm>
            <a:custGeom>
              <a:avLst/>
              <a:gdLst>
                <a:gd name="csX0" fmla="*/ 156925 w 156584"/>
                <a:gd name="csY0" fmla="*/ 77703 h 153682"/>
                <a:gd name="csX1" fmla="*/ 78633 w 156584"/>
                <a:gd name="csY1" fmla="*/ 117 h 153682"/>
                <a:gd name="csX2" fmla="*/ 341 w 156584"/>
                <a:gd name="csY2" fmla="*/ 77703 h 153682"/>
                <a:gd name="csX3" fmla="*/ 78633 w 156584"/>
                <a:gd name="csY3" fmla="*/ 153800 h 153682"/>
                <a:gd name="csX4" fmla="*/ 156925 w 156584"/>
                <a:gd name="csY4" fmla="*/ 77703 h 153682"/>
                <a:gd name="csX5" fmla="*/ 78633 w 156584"/>
                <a:gd name="csY5" fmla="*/ 147423 h 153682"/>
                <a:gd name="csX6" fmla="*/ 21616 w 156584"/>
                <a:gd name="csY6" fmla="*/ 77490 h 153682"/>
                <a:gd name="csX7" fmla="*/ 78633 w 156584"/>
                <a:gd name="csY7" fmla="*/ 6069 h 153682"/>
                <a:gd name="csX8" fmla="*/ 135650 w 156584"/>
                <a:gd name="csY8" fmla="*/ 77490 h 153682"/>
                <a:gd name="csX9" fmla="*/ 78633 w 156584"/>
                <a:gd name="csY9" fmla="*/ 147423 h 153682"/>
                <a:gd name="csX10" fmla="*/ 122247 w 156584"/>
                <a:gd name="csY10" fmla="*/ 60698 h 153682"/>
                <a:gd name="csX11" fmla="*/ 115013 w 156584"/>
                <a:gd name="csY11" fmla="*/ 60698 h 153682"/>
                <a:gd name="csX12" fmla="*/ 115013 w 156584"/>
                <a:gd name="csY12" fmla="*/ 67925 h 153682"/>
                <a:gd name="csX13" fmla="*/ 42253 w 156584"/>
                <a:gd name="csY13" fmla="*/ 67925 h 153682"/>
                <a:gd name="csX14" fmla="*/ 42253 w 156584"/>
                <a:gd name="csY14" fmla="*/ 60698 h 153682"/>
                <a:gd name="csX15" fmla="*/ 35020 w 156584"/>
                <a:gd name="csY15" fmla="*/ 60698 h 153682"/>
                <a:gd name="csX16" fmla="*/ 35020 w 156584"/>
                <a:gd name="csY16" fmla="*/ 92582 h 153682"/>
                <a:gd name="csX17" fmla="*/ 42253 w 156584"/>
                <a:gd name="csY17" fmla="*/ 92582 h 153682"/>
                <a:gd name="csX18" fmla="*/ 42253 w 156584"/>
                <a:gd name="csY18" fmla="*/ 85355 h 153682"/>
                <a:gd name="csX19" fmla="*/ 115013 w 156584"/>
                <a:gd name="csY19" fmla="*/ 85355 h 153682"/>
                <a:gd name="csX20" fmla="*/ 115013 w 156584"/>
                <a:gd name="csY20" fmla="*/ 92582 h 153682"/>
                <a:gd name="csX21" fmla="*/ 122247 w 156584"/>
                <a:gd name="csY21" fmla="*/ 92582 h 153682"/>
                <a:gd name="csX22" fmla="*/ 122247 w 156584"/>
                <a:gd name="csY22" fmla="*/ 60698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84" h="153682">
                  <a:moveTo>
                    <a:pt x="156925" y="77703"/>
                  </a:moveTo>
                  <a:cubicBezTo>
                    <a:pt x="156925" y="35190"/>
                    <a:pt x="122034" y="117"/>
                    <a:pt x="78633" y="117"/>
                  </a:cubicBezTo>
                  <a:cubicBezTo>
                    <a:pt x="35020" y="117"/>
                    <a:pt x="341" y="35190"/>
                    <a:pt x="341" y="77703"/>
                  </a:cubicBezTo>
                  <a:cubicBezTo>
                    <a:pt x="341" y="119365"/>
                    <a:pt x="35020" y="153800"/>
                    <a:pt x="78633" y="153800"/>
                  </a:cubicBezTo>
                  <a:cubicBezTo>
                    <a:pt x="122247" y="153800"/>
                    <a:pt x="156925" y="119365"/>
                    <a:pt x="156925" y="77703"/>
                  </a:cubicBezTo>
                  <a:close/>
                  <a:moveTo>
                    <a:pt x="78633" y="147423"/>
                  </a:moveTo>
                  <a:cubicBezTo>
                    <a:pt x="52891" y="147423"/>
                    <a:pt x="21616" y="127442"/>
                    <a:pt x="21616" y="77490"/>
                  </a:cubicBezTo>
                  <a:cubicBezTo>
                    <a:pt x="21616" y="27538"/>
                    <a:pt x="52252" y="6069"/>
                    <a:pt x="78633" y="6069"/>
                  </a:cubicBezTo>
                  <a:cubicBezTo>
                    <a:pt x="105014" y="6069"/>
                    <a:pt x="135650" y="27538"/>
                    <a:pt x="135650" y="77490"/>
                  </a:cubicBezTo>
                  <a:cubicBezTo>
                    <a:pt x="135650" y="127655"/>
                    <a:pt x="104163" y="147423"/>
                    <a:pt x="78633" y="147423"/>
                  </a:cubicBezTo>
                  <a:close/>
                  <a:moveTo>
                    <a:pt x="122247" y="60698"/>
                  </a:moveTo>
                  <a:lnTo>
                    <a:pt x="115013" y="60698"/>
                  </a:lnTo>
                  <a:lnTo>
                    <a:pt x="115013" y="67925"/>
                  </a:lnTo>
                  <a:lnTo>
                    <a:pt x="42253" y="67925"/>
                  </a:lnTo>
                  <a:lnTo>
                    <a:pt x="42253" y="60698"/>
                  </a:lnTo>
                  <a:lnTo>
                    <a:pt x="35020" y="60698"/>
                  </a:lnTo>
                  <a:lnTo>
                    <a:pt x="35020" y="92582"/>
                  </a:lnTo>
                  <a:lnTo>
                    <a:pt x="42253" y="92582"/>
                  </a:lnTo>
                  <a:lnTo>
                    <a:pt x="42253" y="85355"/>
                  </a:lnTo>
                  <a:lnTo>
                    <a:pt x="115013" y="85355"/>
                  </a:lnTo>
                  <a:lnTo>
                    <a:pt x="115013" y="92582"/>
                  </a:lnTo>
                  <a:lnTo>
                    <a:pt x="122247" y="92582"/>
                  </a:lnTo>
                  <a:lnTo>
                    <a:pt x="122247" y="60698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179B3278-980C-5650-8F30-5C13F49BDEE2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3220015" y="5992328"/>
              <a:ext cx="35559" cy="90794"/>
            </a:xfrm>
            <a:custGeom>
              <a:avLst/>
              <a:gdLst>
                <a:gd name="csX0" fmla="*/ 35909 w 35559"/>
                <a:gd name="csY0" fmla="*/ 31999 h 90794"/>
                <a:gd name="csX1" fmla="*/ 16457 w 35559"/>
                <a:gd name="csY1" fmla="*/ 114 h 90794"/>
                <a:gd name="csX2" fmla="*/ 349 w 35559"/>
                <a:gd name="csY2" fmla="*/ 16208 h 90794"/>
                <a:gd name="csX3" fmla="*/ 16457 w 35559"/>
                <a:gd name="csY3" fmla="*/ 32302 h 90794"/>
                <a:gd name="csX4" fmla="*/ 27095 w 35559"/>
                <a:gd name="csY4" fmla="*/ 28355 h 90794"/>
                <a:gd name="csX5" fmla="*/ 28615 w 35559"/>
                <a:gd name="csY5" fmla="*/ 27444 h 90794"/>
                <a:gd name="csX6" fmla="*/ 29222 w 35559"/>
                <a:gd name="csY6" fmla="*/ 31999 h 90794"/>
                <a:gd name="csX7" fmla="*/ 8555 w 35559"/>
                <a:gd name="csY7" fmla="*/ 82710 h 90794"/>
                <a:gd name="csX8" fmla="*/ 5212 w 35559"/>
                <a:gd name="csY8" fmla="*/ 87569 h 90794"/>
                <a:gd name="csX9" fmla="*/ 8251 w 35559"/>
                <a:gd name="csY9" fmla="*/ 90909 h 90794"/>
                <a:gd name="csX10" fmla="*/ 35909 w 35559"/>
                <a:gd name="csY10" fmla="*/ 31999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59" h="90794">
                  <a:moveTo>
                    <a:pt x="35909" y="31999"/>
                  </a:moveTo>
                  <a:cubicBezTo>
                    <a:pt x="35909" y="11957"/>
                    <a:pt x="28311" y="114"/>
                    <a:pt x="16457" y="114"/>
                  </a:cubicBezTo>
                  <a:cubicBezTo>
                    <a:pt x="6428" y="114"/>
                    <a:pt x="349" y="7706"/>
                    <a:pt x="349" y="16208"/>
                  </a:cubicBezTo>
                  <a:cubicBezTo>
                    <a:pt x="349" y="24407"/>
                    <a:pt x="6428" y="32302"/>
                    <a:pt x="16457" y="32302"/>
                  </a:cubicBezTo>
                  <a:cubicBezTo>
                    <a:pt x="20105" y="32302"/>
                    <a:pt x="24056" y="31088"/>
                    <a:pt x="27095" y="28355"/>
                  </a:cubicBezTo>
                  <a:cubicBezTo>
                    <a:pt x="28007" y="27747"/>
                    <a:pt x="28311" y="27444"/>
                    <a:pt x="28615" y="27444"/>
                  </a:cubicBezTo>
                  <a:cubicBezTo>
                    <a:pt x="28919" y="27444"/>
                    <a:pt x="29222" y="27747"/>
                    <a:pt x="29222" y="31999"/>
                  </a:cubicBezTo>
                  <a:cubicBezTo>
                    <a:pt x="29222" y="54470"/>
                    <a:pt x="18585" y="72689"/>
                    <a:pt x="8555" y="82710"/>
                  </a:cubicBezTo>
                  <a:cubicBezTo>
                    <a:pt x="5212" y="86050"/>
                    <a:pt x="5212" y="86658"/>
                    <a:pt x="5212" y="87569"/>
                  </a:cubicBezTo>
                  <a:cubicBezTo>
                    <a:pt x="5212" y="89694"/>
                    <a:pt x="6732" y="90909"/>
                    <a:pt x="8251" y="90909"/>
                  </a:cubicBezTo>
                  <a:cubicBezTo>
                    <a:pt x="11595" y="90909"/>
                    <a:pt x="35909" y="67527"/>
                    <a:pt x="35909" y="3199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FB9209F5-B8A0-2B02-19CF-B6112CBF6910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3339289" y="5817116"/>
              <a:ext cx="140718" cy="207400"/>
            </a:xfrm>
            <a:custGeom>
              <a:avLst/>
              <a:gdLst>
                <a:gd name="csX0" fmla="*/ 103689 w 140718"/>
                <a:gd name="csY0" fmla="*/ 23496 h 207400"/>
                <a:gd name="csX1" fmla="*/ 131347 w 140718"/>
                <a:gd name="csY1" fmla="*/ 9528 h 207400"/>
                <a:gd name="csX2" fmla="*/ 141073 w 140718"/>
                <a:gd name="csY2" fmla="*/ 3758 h 207400"/>
                <a:gd name="csX3" fmla="*/ 136514 w 140718"/>
                <a:gd name="csY3" fmla="*/ 114 h 207400"/>
                <a:gd name="csX4" fmla="*/ 96395 w 140718"/>
                <a:gd name="csY4" fmla="*/ 1025 h 207400"/>
                <a:gd name="csX5" fmla="*/ 55973 w 140718"/>
                <a:gd name="csY5" fmla="*/ 114 h 207400"/>
                <a:gd name="csX6" fmla="*/ 49894 w 140718"/>
                <a:gd name="csY6" fmla="*/ 6188 h 207400"/>
                <a:gd name="csX7" fmla="*/ 58404 w 140718"/>
                <a:gd name="csY7" fmla="*/ 9528 h 207400"/>
                <a:gd name="csX8" fmla="*/ 79375 w 140718"/>
                <a:gd name="csY8" fmla="*/ 15297 h 207400"/>
                <a:gd name="csX9" fmla="*/ 78767 w 140718"/>
                <a:gd name="csY9" fmla="*/ 20156 h 207400"/>
                <a:gd name="csX10" fmla="*/ 37737 w 140718"/>
                <a:gd name="csY10" fmla="*/ 183829 h 207400"/>
                <a:gd name="csX11" fmla="*/ 10079 w 140718"/>
                <a:gd name="csY11" fmla="*/ 198101 h 207400"/>
                <a:gd name="csX12" fmla="*/ 354 w 140718"/>
                <a:gd name="csY12" fmla="*/ 204175 h 207400"/>
                <a:gd name="csX13" fmla="*/ 4913 w 140718"/>
                <a:gd name="csY13" fmla="*/ 207515 h 207400"/>
                <a:gd name="csX14" fmla="*/ 44727 w 140718"/>
                <a:gd name="csY14" fmla="*/ 206604 h 207400"/>
                <a:gd name="csX15" fmla="*/ 85454 w 140718"/>
                <a:gd name="csY15" fmla="*/ 207515 h 207400"/>
                <a:gd name="csX16" fmla="*/ 91532 w 140718"/>
                <a:gd name="csY16" fmla="*/ 201745 h 207400"/>
                <a:gd name="csX17" fmla="*/ 82414 w 140718"/>
                <a:gd name="csY17" fmla="*/ 198101 h 207400"/>
                <a:gd name="csX18" fmla="*/ 69345 w 140718"/>
                <a:gd name="csY18" fmla="*/ 197494 h 207400"/>
                <a:gd name="csX19" fmla="*/ 61747 w 140718"/>
                <a:gd name="csY19" fmla="*/ 192332 h 207400"/>
                <a:gd name="csX20" fmla="*/ 62963 w 140718"/>
                <a:gd name="csY20" fmla="*/ 185348 h 207400"/>
                <a:gd name="csX21" fmla="*/ 103689 w 140718"/>
                <a:gd name="csY21" fmla="*/ 23496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0718" h="207400">
                  <a:moveTo>
                    <a:pt x="103689" y="23496"/>
                  </a:moveTo>
                  <a:cubicBezTo>
                    <a:pt x="106425" y="12564"/>
                    <a:pt x="107337" y="9528"/>
                    <a:pt x="131347" y="9528"/>
                  </a:cubicBezTo>
                  <a:cubicBezTo>
                    <a:pt x="138641" y="9528"/>
                    <a:pt x="141073" y="9528"/>
                    <a:pt x="141073" y="3758"/>
                  </a:cubicBezTo>
                  <a:cubicBezTo>
                    <a:pt x="141073" y="114"/>
                    <a:pt x="137729" y="114"/>
                    <a:pt x="136514" y="114"/>
                  </a:cubicBezTo>
                  <a:cubicBezTo>
                    <a:pt x="127700" y="114"/>
                    <a:pt x="105209" y="1025"/>
                    <a:pt x="96395" y="1025"/>
                  </a:cubicBezTo>
                  <a:cubicBezTo>
                    <a:pt x="87277" y="1025"/>
                    <a:pt x="65090" y="114"/>
                    <a:pt x="55973" y="114"/>
                  </a:cubicBezTo>
                  <a:cubicBezTo>
                    <a:pt x="53845" y="114"/>
                    <a:pt x="49894" y="114"/>
                    <a:pt x="49894" y="6188"/>
                  </a:cubicBezTo>
                  <a:cubicBezTo>
                    <a:pt x="49894" y="9528"/>
                    <a:pt x="52629" y="9528"/>
                    <a:pt x="58404" y="9528"/>
                  </a:cubicBezTo>
                  <a:cubicBezTo>
                    <a:pt x="71169" y="9528"/>
                    <a:pt x="79375" y="9528"/>
                    <a:pt x="79375" y="15297"/>
                  </a:cubicBezTo>
                  <a:cubicBezTo>
                    <a:pt x="79375" y="16816"/>
                    <a:pt x="79375" y="17423"/>
                    <a:pt x="78767" y="20156"/>
                  </a:cubicBezTo>
                  <a:lnTo>
                    <a:pt x="37737" y="183829"/>
                  </a:lnTo>
                  <a:cubicBezTo>
                    <a:pt x="35002" y="195065"/>
                    <a:pt x="34090" y="198101"/>
                    <a:pt x="10079" y="198101"/>
                  </a:cubicBezTo>
                  <a:cubicBezTo>
                    <a:pt x="3089" y="198101"/>
                    <a:pt x="354" y="198101"/>
                    <a:pt x="354" y="204175"/>
                  </a:cubicBezTo>
                  <a:cubicBezTo>
                    <a:pt x="354" y="207515"/>
                    <a:pt x="4001" y="207515"/>
                    <a:pt x="4913" y="207515"/>
                  </a:cubicBezTo>
                  <a:cubicBezTo>
                    <a:pt x="13727" y="207515"/>
                    <a:pt x="35913" y="206604"/>
                    <a:pt x="44727" y="206604"/>
                  </a:cubicBezTo>
                  <a:cubicBezTo>
                    <a:pt x="53845" y="206604"/>
                    <a:pt x="76336" y="207515"/>
                    <a:pt x="85454" y="207515"/>
                  </a:cubicBezTo>
                  <a:cubicBezTo>
                    <a:pt x="87885" y="207515"/>
                    <a:pt x="91532" y="207515"/>
                    <a:pt x="91532" y="201745"/>
                  </a:cubicBezTo>
                  <a:cubicBezTo>
                    <a:pt x="91532" y="198101"/>
                    <a:pt x="89101" y="198101"/>
                    <a:pt x="82414" y="198101"/>
                  </a:cubicBezTo>
                  <a:cubicBezTo>
                    <a:pt x="76944" y="198101"/>
                    <a:pt x="75424" y="198101"/>
                    <a:pt x="69345" y="197494"/>
                  </a:cubicBezTo>
                  <a:cubicBezTo>
                    <a:pt x="62963" y="196887"/>
                    <a:pt x="61747" y="195672"/>
                    <a:pt x="61747" y="192332"/>
                  </a:cubicBezTo>
                  <a:cubicBezTo>
                    <a:pt x="61747" y="189903"/>
                    <a:pt x="62355" y="187473"/>
                    <a:pt x="62963" y="185348"/>
                  </a:cubicBezTo>
                  <a:lnTo>
                    <a:pt x="103689" y="23496"/>
                  </a:lnTo>
                  <a:close/>
                </a:path>
              </a:pathLst>
            </a:custGeom>
            <a:solidFill>
              <a:srgbClr val="FF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0F523C07-5E2C-98A0-7A48-CE88E376483B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3509384" y="5836162"/>
              <a:ext cx="143818" cy="10415"/>
            </a:xfrm>
            <a:custGeom>
              <a:avLst/>
              <a:gdLst>
                <a:gd name="csX0" fmla="*/ 135668 w 143818"/>
                <a:gd name="csY0" fmla="*/ 10526 h 10415"/>
                <a:gd name="csX1" fmla="*/ 144178 w 143818"/>
                <a:gd name="csY1" fmla="*/ 5424 h 10415"/>
                <a:gd name="csX2" fmla="*/ 135668 w 143818"/>
                <a:gd name="csY2" fmla="*/ 110 h 10415"/>
                <a:gd name="csX3" fmla="*/ 8869 w 143818"/>
                <a:gd name="csY3" fmla="*/ 110 h 10415"/>
                <a:gd name="csX4" fmla="*/ 359 w 143818"/>
                <a:gd name="csY4" fmla="*/ 5212 h 10415"/>
                <a:gd name="csX5" fmla="*/ 8869 w 143818"/>
                <a:gd name="csY5" fmla="*/ 10526 h 10415"/>
                <a:gd name="csX6" fmla="*/ 135668 w 143818"/>
                <a:gd name="csY6" fmla="*/ 10526 h 10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818" h="10415">
                  <a:moveTo>
                    <a:pt x="135668" y="10526"/>
                  </a:moveTo>
                  <a:cubicBezTo>
                    <a:pt x="139072" y="10526"/>
                    <a:pt x="144178" y="10526"/>
                    <a:pt x="144178" y="5424"/>
                  </a:cubicBezTo>
                  <a:cubicBezTo>
                    <a:pt x="144178" y="110"/>
                    <a:pt x="139285" y="110"/>
                    <a:pt x="135668" y="110"/>
                  </a:cubicBezTo>
                  <a:lnTo>
                    <a:pt x="8869" y="110"/>
                  </a:lnTo>
                  <a:cubicBezTo>
                    <a:pt x="5465" y="110"/>
                    <a:pt x="359" y="110"/>
                    <a:pt x="359" y="5212"/>
                  </a:cubicBezTo>
                  <a:cubicBezTo>
                    <a:pt x="359" y="10526"/>
                    <a:pt x="5252" y="10526"/>
                    <a:pt x="8869" y="10526"/>
                  </a:cubicBezTo>
                  <a:lnTo>
                    <a:pt x="135668" y="10526"/>
                  </a:lnTo>
                  <a:close/>
                </a:path>
              </a:pathLst>
            </a:custGeom>
            <a:solidFill>
              <a:srgbClr val="FF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2F16E2F2-C326-65D3-DF88-2D833C253FEE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3477450" y="5964325"/>
              <a:ext cx="156584" cy="153682"/>
            </a:xfrm>
            <a:custGeom>
              <a:avLst/>
              <a:gdLst>
                <a:gd name="csX0" fmla="*/ 156942 w 156584"/>
                <a:gd name="csY0" fmla="*/ 77703 h 153682"/>
                <a:gd name="csX1" fmla="*/ 78650 w 156584"/>
                <a:gd name="csY1" fmla="*/ 117 h 153682"/>
                <a:gd name="csX2" fmla="*/ 358 w 156584"/>
                <a:gd name="csY2" fmla="*/ 77703 h 153682"/>
                <a:gd name="csX3" fmla="*/ 78650 w 156584"/>
                <a:gd name="csY3" fmla="*/ 153800 h 153682"/>
                <a:gd name="csX4" fmla="*/ 156942 w 156584"/>
                <a:gd name="csY4" fmla="*/ 77703 h 153682"/>
                <a:gd name="csX5" fmla="*/ 78650 w 156584"/>
                <a:gd name="csY5" fmla="*/ 147423 h 153682"/>
                <a:gd name="csX6" fmla="*/ 21633 w 156584"/>
                <a:gd name="csY6" fmla="*/ 77490 h 153682"/>
                <a:gd name="csX7" fmla="*/ 78650 w 156584"/>
                <a:gd name="csY7" fmla="*/ 6069 h 153682"/>
                <a:gd name="csX8" fmla="*/ 135667 w 156584"/>
                <a:gd name="csY8" fmla="*/ 77490 h 153682"/>
                <a:gd name="csX9" fmla="*/ 78650 w 156584"/>
                <a:gd name="csY9" fmla="*/ 147423 h 153682"/>
                <a:gd name="csX10" fmla="*/ 122264 w 156584"/>
                <a:gd name="csY10" fmla="*/ 60698 h 153682"/>
                <a:gd name="csX11" fmla="*/ 115030 w 156584"/>
                <a:gd name="csY11" fmla="*/ 60698 h 153682"/>
                <a:gd name="csX12" fmla="*/ 115030 w 156584"/>
                <a:gd name="csY12" fmla="*/ 67925 h 153682"/>
                <a:gd name="csX13" fmla="*/ 42270 w 156584"/>
                <a:gd name="csY13" fmla="*/ 67925 h 153682"/>
                <a:gd name="csX14" fmla="*/ 42270 w 156584"/>
                <a:gd name="csY14" fmla="*/ 60698 h 153682"/>
                <a:gd name="csX15" fmla="*/ 35036 w 156584"/>
                <a:gd name="csY15" fmla="*/ 60698 h 153682"/>
                <a:gd name="csX16" fmla="*/ 35036 w 156584"/>
                <a:gd name="csY16" fmla="*/ 92582 h 153682"/>
                <a:gd name="csX17" fmla="*/ 42270 w 156584"/>
                <a:gd name="csY17" fmla="*/ 92582 h 153682"/>
                <a:gd name="csX18" fmla="*/ 42270 w 156584"/>
                <a:gd name="csY18" fmla="*/ 85355 h 153682"/>
                <a:gd name="csX19" fmla="*/ 115030 w 156584"/>
                <a:gd name="csY19" fmla="*/ 85355 h 153682"/>
                <a:gd name="csX20" fmla="*/ 115030 w 156584"/>
                <a:gd name="csY20" fmla="*/ 92582 h 153682"/>
                <a:gd name="csX21" fmla="*/ 122264 w 156584"/>
                <a:gd name="csY21" fmla="*/ 92582 h 153682"/>
                <a:gd name="csX22" fmla="*/ 122264 w 156584"/>
                <a:gd name="csY22" fmla="*/ 60698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84" h="153682">
                  <a:moveTo>
                    <a:pt x="156942" y="77703"/>
                  </a:moveTo>
                  <a:cubicBezTo>
                    <a:pt x="156942" y="35190"/>
                    <a:pt x="122051" y="117"/>
                    <a:pt x="78650" y="117"/>
                  </a:cubicBezTo>
                  <a:cubicBezTo>
                    <a:pt x="35036" y="117"/>
                    <a:pt x="358" y="35190"/>
                    <a:pt x="358" y="77703"/>
                  </a:cubicBezTo>
                  <a:cubicBezTo>
                    <a:pt x="358" y="119365"/>
                    <a:pt x="35036" y="153800"/>
                    <a:pt x="78650" y="153800"/>
                  </a:cubicBezTo>
                  <a:cubicBezTo>
                    <a:pt x="122264" y="153800"/>
                    <a:pt x="156942" y="119365"/>
                    <a:pt x="156942" y="77703"/>
                  </a:cubicBezTo>
                  <a:close/>
                  <a:moveTo>
                    <a:pt x="78650" y="147423"/>
                  </a:moveTo>
                  <a:cubicBezTo>
                    <a:pt x="52907" y="147423"/>
                    <a:pt x="21633" y="127442"/>
                    <a:pt x="21633" y="77490"/>
                  </a:cubicBezTo>
                  <a:cubicBezTo>
                    <a:pt x="21633" y="27538"/>
                    <a:pt x="52269" y="6069"/>
                    <a:pt x="78650" y="6069"/>
                  </a:cubicBezTo>
                  <a:cubicBezTo>
                    <a:pt x="105031" y="6069"/>
                    <a:pt x="135667" y="27538"/>
                    <a:pt x="135667" y="77490"/>
                  </a:cubicBezTo>
                  <a:cubicBezTo>
                    <a:pt x="135667" y="127655"/>
                    <a:pt x="104180" y="147423"/>
                    <a:pt x="78650" y="147423"/>
                  </a:cubicBezTo>
                  <a:close/>
                  <a:moveTo>
                    <a:pt x="122264" y="60698"/>
                  </a:moveTo>
                  <a:lnTo>
                    <a:pt x="115030" y="60698"/>
                  </a:lnTo>
                  <a:lnTo>
                    <a:pt x="115030" y="67925"/>
                  </a:lnTo>
                  <a:lnTo>
                    <a:pt x="42270" y="67925"/>
                  </a:lnTo>
                  <a:lnTo>
                    <a:pt x="42270" y="60698"/>
                  </a:lnTo>
                  <a:lnTo>
                    <a:pt x="35036" y="60698"/>
                  </a:lnTo>
                  <a:lnTo>
                    <a:pt x="35036" y="92582"/>
                  </a:lnTo>
                  <a:lnTo>
                    <a:pt x="42270" y="92582"/>
                  </a:lnTo>
                  <a:lnTo>
                    <a:pt x="42270" y="85355"/>
                  </a:lnTo>
                  <a:lnTo>
                    <a:pt x="115030" y="85355"/>
                  </a:lnTo>
                  <a:lnTo>
                    <a:pt x="115030" y="92582"/>
                  </a:lnTo>
                  <a:lnTo>
                    <a:pt x="122264" y="92582"/>
                  </a:lnTo>
                  <a:lnTo>
                    <a:pt x="122264" y="60698"/>
                  </a:lnTo>
                  <a:close/>
                </a:path>
              </a:pathLst>
            </a:custGeom>
            <a:solidFill>
              <a:srgbClr val="FF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9C846D40-2CE1-A42E-72FC-E03AF5590FF5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3708883" y="5796770"/>
              <a:ext cx="70511" cy="303661"/>
            </a:xfrm>
            <a:custGeom>
              <a:avLst/>
              <a:gdLst>
                <a:gd name="csX0" fmla="*/ 70877 w 70511"/>
                <a:gd name="csY0" fmla="*/ 151945 h 303661"/>
                <a:gd name="csX1" fmla="*/ 50818 w 70511"/>
                <a:gd name="csY1" fmla="*/ 57203 h 303661"/>
                <a:gd name="csX2" fmla="*/ 3405 w 70511"/>
                <a:gd name="csY2" fmla="*/ 114 h 303661"/>
                <a:gd name="csX3" fmla="*/ 366 w 70511"/>
                <a:gd name="csY3" fmla="*/ 3151 h 303661"/>
                <a:gd name="csX4" fmla="*/ 6140 w 70511"/>
                <a:gd name="csY4" fmla="*/ 10135 h 303661"/>
                <a:gd name="csX5" fmla="*/ 53249 w 70511"/>
                <a:gd name="csY5" fmla="*/ 151945 h 303661"/>
                <a:gd name="csX6" fmla="*/ 4317 w 70511"/>
                <a:gd name="csY6" fmla="*/ 295577 h 303661"/>
                <a:gd name="csX7" fmla="*/ 366 w 70511"/>
                <a:gd name="csY7" fmla="*/ 300739 h 303661"/>
                <a:gd name="csX8" fmla="*/ 3405 w 70511"/>
                <a:gd name="csY8" fmla="*/ 303776 h 303661"/>
                <a:gd name="csX9" fmla="*/ 51730 w 70511"/>
                <a:gd name="csY9" fmla="*/ 244562 h 303661"/>
                <a:gd name="csX10" fmla="*/ 70877 w 70511"/>
                <a:gd name="csY10" fmla="*/ 15194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11" h="303661">
                  <a:moveTo>
                    <a:pt x="70877" y="151945"/>
                  </a:moveTo>
                  <a:cubicBezTo>
                    <a:pt x="70877" y="128259"/>
                    <a:pt x="67534" y="91516"/>
                    <a:pt x="50818" y="57203"/>
                  </a:cubicBezTo>
                  <a:cubicBezTo>
                    <a:pt x="32582" y="19852"/>
                    <a:pt x="6444" y="114"/>
                    <a:pt x="3405" y="114"/>
                  </a:cubicBezTo>
                  <a:cubicBezTo>
                    <a:pt x="1581" y="114"/>
                    <a:pt x="366" y="1329"/>
                    <a:pt x="366" y="3151"/>
                  </a:cubicBezTo>
                  <a:cubicBezTo>
                    <a:pt x="366" y="4062"/>
                    <a:pt x="366" y="4669"/>
                    <a:pt x="6140" y="10135"/>
                  </a:cubicBezTo>
                  <a:cubicBezTo>
                    <a:pt x="35925" y="40198"/>
                    <a:pt x="53249" y="88480"/>
                    <a:pt x="53249" y="151945"/>
                  </a:cubicBezTo>
                  <a:cubicBezTo>
                    <a:pt x="53249" y="203871"/>
                    <a:pt x="42004" y="257315"/>
                    <a:pt x="4317" y="295577"/>
                  </a:cubicBezTo>
                  <a:cubicBezTo>
                    <a:pt x="366" y="299221"/>
                    <a:pt x="366" y="299828"/>
                    <a:pt x="366" y="300739"/>
                  </a:cubicBezTo>
                  <a:cubicBezTo>
                    <a:pt x="366" y="302561"/>
                    <a:pt x="1581" y="303776"/>
                    <a:pt x="3405" y="303776"/>
                  </a:cubicBezTo>
                  <a:cubicBezTo>
                    <a:pt x="6444" y="303776"/>
                    <a:pt x="33798" y="283127"/>
                    <a:pt x="51730" y="244562"/>
                  </a:cubicBezTo>
                  <a:cubicBezTo>
                    <a:pt x="67230" y="211159"/>
                    <a:pt x="70877" y="177453"/>
                    <a:pt x="70877" y="151945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BF970CB2-F739-91BA-3E74-43346ACDECDF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3823127" y="5766402"/>
              <a:ext cx="79325" cy="364089"/>
            </a:xfrm>
            <a:custGeom>
              <a:avLst/>
              <a:gdLst>
                <a:gd name="csX0" fmla="*/ 79695 w 79325"/>
                <a:gd name="csY0" fmla="*/ 182303 h 364089"/>
                <a:gd name="csX1" fmla="*/ 32282 w 79325"/>
                <a:gd name="csY1" fmla="*/ 26828 h 364089"/>
                <a:gd name="csX2" fmla="*/ 4017 w 79325"/>
                <a:gd name="csY2" fmla="*/ 106 h 364089"/>
                <a:gd name="csX3" fmla="*/ 369 w 79325"/>
                <a:gd name="csY3" fmla="*/ 3143 h 364089"/>
                <a:gd name="csX4" fmla="*/ 2193 w 79325"/>
                <a:gd name="csY4" fmla="*/ 6179 h 364089"/>
                <a:gd name="csX5" fmla="*/ 48998 w 79325"/>
                <a:gd name="csY5" fmla="*/ 94849 h 364089"/>
                <a:gd name="csX6" fmla="*/ 58724 w 79325"/>
                <a:gd name="csY6" fmla="*/ 181999 h 364089"/>
                <a:gd name="csX7" fmla="*/ 48086 w 79325"/>
                <a:gd name="csY7" fmla="*/ 273401 h 364089"/>
                <a:gd name="csX8" fmla="*/ 3105 w 79325"/>
                <a:gd name="csY8" fmla="*/ 357212 h 364089"/>
                <a:gd name="csX9" fmla="*/ 369 w 79325"/>
                <a:gd name="csY9" fmla="*/ 361160 h 364089"/>
                <a:gd name="csX10" fmla="*/ 4017 w 79325"/>
                <a:gd name="csY10" fmla="*/ 364196 h 364089"/>
                <a:gd name="csX11" fmla="*/ 28939 w 79325"/>
                <a:gd name="csY11" fmla="*/ 341422 h 364089"/>
                <a:gd name="csX12" fmla="*/ 79695 w 79325"/>
                <a:gd name="csY12" fmla="*/ 182303 h 364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9325" h="364089">
                  <a:moveTo>
                    <a:pt x="79695" y="182303"/>
                  </a:moveTo>
                  <a:cubicBezTo>
                    <a:pt x="79695" y="139183"/>
                    <a:pt x="72097" y="78147"/>
                    <a:pt x="32282" y="26828"/>
                  </a:cubicBezTo>
                  <a:cubicBezTo>
                    <a:pt x="29243" y="23185"/>
                    <a:pt x="9487" y="106"/>
                    <a:pt x="4017" y="106"/>
                  </a:cubicBezTo>
                  <a:cubicBezTo>
                    <a:pt x="2497" y="106"/>
                    <a:pt x="369" y="714"/>
                    <a:pt x="369" y="3143"/>
                  </a:cubicBezTo>
                  <a:cubicBezTo>
                    <a:pt x="369" y="4358"/>
                    <a:pt x="977" y="5268"/>
                    <a:pt x="2193" y="6179"/>
                  </a:cubicBezTo>
                  <a:cubicBezTo>
                    <a:pt x="16782" y="21970"/>
                    <a:pt x="36537" y="46566"/>
                    <a:pt x="48998" y="94849"/>
                  </a:cubicBezTo>
                  <a:cubicBezTo>
                    <a:pt x="55988" y="122482"/>
                    <a:pt x="58724" y="153759"/>
                    <a:pt x="58724" y="181999"/>
                  </a:cubicBezTo>
                  <a:cubicBezTo>
                    <a:pt x="58724" y="212669"/>
                    <a:pt x="55988" y="243643"/>
                    <a:pt x="48086" y="273401"/>
                  </a:cubicBezTo>
                  <a:cubicBezTo>
                    <a:pt x="36537" y="315914"/>
                    <a:pt x="18605" y="340207"/>
                    <a:pt x="3105" y="357212"/>
                  </a:cubicBezTo>
                  <a:cubicBezTo>
                    <a:pt x="369" y="359945"/>
                    <a:pt x="369" y="360552"/>
                    <a:pt x="369" y="361160"/>
                  </a:cubicBezTo>
                  <a:cubicBezTo>
                    <a:pt x="369" y="363589"/>
                    <a:pt x="2497" y="364196"/>
                    <a:pt x="4017" y="364196"/>
                  </a:cubicBezTo>
                  <a:cubicBezTo>
                    <a:pt x="8575" y="364196"/>
                    <a:pt x="25292" y="345673"/>
                    <a:pt x="28939" y="341422"/>
                  </a:cubicBezTo>
                  <a:cubicBezTo>
                    <a:pt x="59939" y="304679"/>
                    <a:pt x="79695" y="250019"/>
                    <a:pt x="79695" y="182303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947" name="TextBox 946">
            <a:extLst>
              <a:ext uri="{FF2B5EF4-FFF2-40B4-BE49-F238E27FC236}">
                <a16:creationId xmlns:a16="http://schemas.microsoft.com/office/drawing/2014/main" id="{FEAC543A-1937-CF10-532B-8B0E0A1F1EA7}"/>
              </a:ext>
            </a:extLst>
          </p:cNvPr>
          <p:cNvSpPr txBox="1"/>
          <p:nvPr/>
        </p:nvSpPr>
        <p:spPr>
          <a:xfrm>
            <a:off x="8808720" y="5474018"/>
            <a:ext cx="2251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latin typeface="Nunito" pitchFamily="2" charset="0"/>
              </a:rPr>
              <a:t>There is an apple.</a:t>
            </a:r>
          </a:p>
        </p:txBody>
      </p:sp>
      <p:cxnSp>
        <p:nvCxnSpPr>
          <p:cNvPr id="948" name="Straight Arrow Connector 947">
            <a:extLst>
              <a:ext uri="{FF2B5EF4-FFF2-40B4-BE49-F238E27FC236}">
                <a16:creationId xmlns:a16="http://schemas.microsoft.com/office/drawing/2014/main" id="{4E13FEB6-9B8B-31EA-D280-71892A630272}"/>
              </a:ext>
            </a:extLst>
          </p:cNvPr>
          <p:cNvCxnSpPr>
            <a:cxnSpLocks/>
            <a:stCxn id="947" idx="0"/>
          </p:cNvCxnSpPr>
          <p:nvPr/>
        </p:nvCxnSpPr>
        <p:spPr>
          <a:xfrm flipH="1" flipV="1">
            <a:off x="9912898" y="4963160"/>
            <a:ext cx="21821" cy="510858"/>
          </a:xfrm>
          <a:prstGeom prst="straightConnector1">
            <a:avLst/>
          </a:prstGeom>
          <a:ln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3" name="TextBox 952">
            <a:extLst>
              <a:ext uri="{FF2B5EF4-FFF2-40B4-BE49-F238E27FC236}">
                <a16:creationId xmlns:a16="http://schemas.microsoft.com/office/drawing/2014/main" id="{1A096C2F-3091-5503-6560-527A8E5C0A48}"/>
              </a:ext>
            </a:extLst>
          </p:cNvPr>
          <p:cNvSpPr txBox="1"/>
          <p:nvPr/>
        </p:nvSpPr>
        <p:spPr>
          <a:xfrm>
            <a:off x="5110277" y="2805500"/>
            <a:ext cx="1179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dirty="0">
                <a:latin typeface="Nunito" pitchFamily="2" charset="0"/>
              </a:rPr>
              <a:t>“margin”</a:t>
            </a:r>
          </a:p>
        </p:txBody>
      </p:sp>
      <p:cxnSp>
        <p:nvCxnSpPr>
          <p:cNvPr id="954" name="Straight Arrow Connector 953">
            <a:extLst>
              <a:ext uri="{FF2B5EF4-FFF2-40B4-BE49-F238E27FC236}">
                <a16:creationId xmlns:a16="http://schemas.microsoft.com/office/drawing/2014/main" id="{197483CD-4806-E861-A229-911464ED9E33}"/>
              </a:ext>
            </a:extLst>
          </p:cNvPr>
          <p:cNvCxnSpPr>
            <a:cxnSpLocks/>
          </p:cNvCxnSpPr>
          <p:nvPr/>
        </p:nvCxnSpPr>
        <p:spPr>
          <a:xfrm>
            <a:off x="5914159" y="3174832"/>
            <a:ext cx="293746" cy="195748"/>
          </a:xfrm>
          <a:prstGeom prst="straightConnector1">
            <a:avLst/>
          </a:prstGeom>
          <a:ln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9" name="TextBox 958">
            <a:extLst>
              <a:ext uri="{FF2B5EF4-FFF2-40B4-BE49-F238E27FC236}">
                <a16:creationId xmlns:a16="http://schemas.microsoft.com/office/drawing/2014/main" id="{FD121084-6569-4020-ADD5-5EC27E1B7EB9}"/>
              </a:ext>
            </a:extLst>
          </p:cNvPr>
          <p:cNvSpPr txBox="1"/>
          <p:nvPr/>
        </p:nvSpPr>
        <p:spPr>
          <a:xfrm>
            <a:off x="2450897" y="2868135"/>
            <a:ext cx="1965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dirty="0">
                <a:latin typeface="Nunito" pitchFamily="2" charset="0"/>
              </a:rPr>
              <a:t>model parameter</a:t>
            </a:r>
          </a:p>
        </p:txBody>
      </p:sp>
      <p:cxnSp>
        <p:nvCxnSpPr>
          <p:cNvPr id="960" name="Straight Arrow Connector 959">
            <a:extLst>
              <a:ext uri="{FF2B5EF4-FFF2-40B4-BE49-F238E27FC236}">
                <a16:creationId xmlns:a16="http://schemas.microsoft.com/office/drawing/2014/main" id="{D1EF646B-2126-BBD8-67A2-D6E644D2658C}"/>
              </a:ext>
            </a:extLst>
          </p:cNvPr>
          <p:cNvCxnSpPr>
            <a:cxnSpLocks/>
            <a:stCxn id="959" idx="2"/>
          </p:cNvCxnSpPr>
          <p:nvPr/>
        </p:nvCxnSpPr>
        <p:spPr>
          <a:xfrm>
            <a:off x="3433690" y="3237467"/>
            <a:ext cx="132470" cy="270273"/>
          </a:xfrm>
          <a:prstGeom prst="straightConnector1">
            <a:avLst/>
          </a:prstGeom>
          <a:ln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4" name="TextBox 963">
            <a:extLst>
              <a:ext uri="{FF2B5EF4-FFF2-40B4-BE49-F238E27FC236}">
                <a16:creationId xmlns:a16="http://schemas.microsoft.com/office/drawing/2014/main" id="{42376A0F-6D26-C86A-9070-6D47A5FC6C58}"/>
              </a:ext>
            </a:extLst>
          </p:cNvPr>
          <p:cNvSpPr txBox="1"/>
          <p:nvPr/>
        </p:nvSpPr>
        <p:spPr>
          <a:xfrm>
            <a:off x="404750" y="6394549"/>
            <a:ext cx="11126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Nunito" pitchFamily="2" charset="0"/>
              </a:rPr>
              <a:t>[Kiros et al. </a:t>
            </a:r>
            <a:r>
              <a:rPr lang="en-US" dirty="0">
                <a:solidFill>
                  <a:srgbClr val="202122"/>
                </a:solidFill>
                <a:latin typeface="Nunito" pitchFamily="2" charset="0"/>
              </a:rPr>
              <a:t>2014. Unifying visual-semantic embeddings with multimodal neural language models.]</a:t>
            </a:r>
            <a:endParaRPr lang="en-CA" dirty="0">
              <a:latin typeface="Nunito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BFE5D0-31FB-66D5-AF1E-D71F01C8DFA2}"/>
              </a:ext>
            </a:extLst>
          </p:cNvPr>
          <p:cNvSpPr txBox="1"/>
          <p:nvPr/>
        </p:nvSpPr>
        <p:spPr>
          <a:xfrm>
            <a:off x="882447" y="4410707"/>
            <a:ext cx="1965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dirty="0">
                <a:latin typeface="Nunito" pitchFamily="2" charset="0"/>
              </a:rPr>
              <a:t>enumerate over dataset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7579DD-F2F4-6D6F-E222-C4196CB3A025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848033" y="4171950"/>
            <a:ext cx="851623" cy="561923"/>
          </a:xfrm>
          <a:prstGeom prst="straightConnector1">
            <a:avLst/>
          </a:prstGeom>
          <a:ln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807D5B8-1983-46E5-798D-B634848DD38A}"/>
              </a:ext>
            </a:extLst>
          </p:cNvPr>
          <p:cNvCxnSpPr>
            <a:cxnSpLocks/>
          </p:cNvCxnSpPr>
          <p:nvPr/>
        </p:nvCxnSpPr>
        <p:spPr>
          <a:xfrm>
            <a:off x="2848033" y="4733873"/>
            <a:ext cx="851623" cy="229287"/>
          </a:xfrm>
          <a:prstGeom prst="straightConnector1">
            <a:avLst/>
          </a:prstGeom>
          <a:ln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055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0" grpId="0"/>
      <p:bldP spid="947" grpId="0"/>
      <p:bldP spid="953" grpId="0"/>
      <p:bldP spid="959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E2346-0B95-BF6E-3162-0D3FE6FEB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“Hinge”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730E0-DE38-4FA9-92F4-F9660C2C0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14</a:t>
            </a:fld>
            <a:endParaRPr lang="en-CA"/>
          </a:p>
        </p:txBody>
      </p:sp>
      <p:pic>
        <p:nvPicPr>
          <p:cNvPr id="1026" name="Picture 2" descr="Antique Brass Fire Rated Door Hinges - 102mm">
            <a:extLst>
              <a:ext uri="{FF2B5EF4-FFF2-40B4-BE49-F238E27FC236}">
                <a16:creationId xmlns:a16="http://schemas.microsoft.com/office/drawing/2014/main" id="{91ADD05A-F2EB-72B5-973E-DCEC33FB6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0400" y="352603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 descr="\documentclass{article}&#10;\usepackage{nunito}&#10;\usepackage[linguistics]{forest}&#10;\usepackage{amsmath,amssymb,xcolor}&#10;\pagestyle{empty}&#10;\begin{document}&#10;\definecolor{midgreen}{RGB}{0,150,0}&#10;&#10;\begin{align*}&#10;            \Theta^* = \text{argmin}_\Theta &amp; \sum_{(\textcolor{midgreen}{I^+}, \textcolor{midgreen}{T^+}, \textcolor{red}{T^-})} \text{max}\left(0, \delta - \text{cos}(\textcolor{midgreen}{I^+_\Theta}, \textcolor{midgreen}{T^+_\Theta}) + \text{cos}(\textcolor{midgreen}{I^+_\Theta}, \textcolor{red}{T^-_\Theta})\right) \\&#10;            +                          &amp; \sum_{(\textcolor{midgreen}{T^+}, \textcolor{midgreen}{I^+}, \textcolor{red}{I^-})} \text{max}\left(0, \delta - \text{cos}(\textcolor{midgreen}{T^+_\Theta}, \textcolor{midgreen}{I^+_\Theta}) + \text{cos}(\textcolor{midgreen}{T^+_\Theta}, \textcolor{red}{I^-_\Theta})\right)&#10;        \end{align*}&#10;&#10;&#10;\end{document}" title="IguanaTex Shape Display">
            <a:extLst>
              <a:ext uri="{FF2B5EF4-FFF2-40B4-BE49-F238E27FC236}">
                <a16:creationId xmlns:a16="http://schemas.microsoft.com/office/drawing/2014/main" id="{4416AABA-8934-A8DF-C8BF-F3A53A78A346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96929" y="1400176"/>
            <a:ext cx="8604270" cy="1624383"/>
            <a:chOff x="5350197" y="4832640"/>
            <a:chExt cx="8604270" cy="162438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CDF0F9A-390E-18A8-4CBE-907A11875A5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350197" y="4907039"/>
              <a:ext cx="202112" cy="220761"/>
            </a:xfrm>
            <a:custGeom>
              <a:avLst/>
              <a:gdLst>
                <a:gd name="csX0" fmla="*/ 202204 w 202112"/>
                <a:gd name="csY0" fmla="*/ 111225 h 220761"/>
                <a:gd name="csX1" fmla="*/ 100996 w 202112"/>
                <a:gd name="csY1" fmla="*/ 85 h 220761"/>
                <a:gd name="csX2" fmla="*/ 92 w 202112"/>
                <a:gd name="csY2" fmla="*/ 111225 h 220761"/>
                <a:gd name="csX3" fmla="*/ 100996 w 202112"/>
                <a:gd name="csY3" fmla="*/ 220846 h 220761"/>
                <a:gd name="csX4" fmla="*/ 202204 w 202112"/>
                <a:gd name="csY4" fmla="*/ 111225 h 220761"/>
                <a:gd name="csX5" fmla="*/ 101300 w 202112"/>
                <a:gd name="csY5" fmla="*/ 213862 h 220761"/>
                <a:gd name="csX6" fmla="*/ 29573 w 202112"/>
                <a:gd name="csY6" fmla="*/ 111225 h 220761"/>
                <a:gd name="csX7" fmla="*/ 100996 w 202112"/>
                <a:gd name="csY7" fmla="*/ 6765 h 220761"/>
                <a:gd name="csX8" fmla="*/ 172723 w 202112"/>
                <a:gd name="csY8" fmla="*/ 111225 h 220761"/>
                <a:gd name="csX9" fmla="*/ 101300 w 202112"/>
                <a:gd name="csY9" fmla="*/ 213862 h 220761"/>
                <a:gd name="csX10" fmla="*/ 155399 w 202112"/>
                <a:gd name="csY10" fmla="*/ 88450 h 220761"/>
                <a:gd name="csX11" fmla="*/ 147801 w 202112"/>
                <a:gd name="csY11" fmla="*/ 88450 h 220761"/>
                <a:gd name="csX12" fmla="*/ 147801 w 202112"/>
                <a:gd name="csY12" fmla="*/ 98775 h 220761"/>
                <a:gd name="csX13" fmla="*/ 54495 w 202112"/>
                <a:gd name="csY13" fmla="*/ 98775 h 220761"/>
                <a:gd name="csX14" fmla="*/ 54495 w 202112"/>
                <a:gd name="csY14" fmla="*/ 88450 h 220761"/>
                <a:gd name="csX15" fmla="*/ 46897 w 202112"/>
                <a:gd name="csY15" fmla="*/ 88450 h 220761"/>
                <a:gd name="csX16" fmla="*/ 46897 w 202112"/>
                <a:gd name="csY16" fmla="*/ 132177 h 220761"/>
                <a:gd name="csX17" fmla="*/ 54495 w 202112"/>
                <a:gd name="csY17" fmla="*/ 132177 h 220761"/>
                <a:gd name="csX18" fmla="*/ 54495 w 202112"/>
                <a:gd name="csY18" fmla="*/ 121853 h 220761"/>
                <a:gd name="csX19" fmla="*/ 147801 w 202112"/>
                <a:gd name="csY19" fmla="*/ 121853 h 220761"/>
                <a:gd name="csX20" fmla="*/ 147801 w 202112"/>
                <a:gd name="csY20" fmla="*/ 132177 h 220761"/>
                <a:gd name="csX21" fmla="*/ 155399 w 202112"/>
                <a:gd name="csY21" fmla="*/ 132177 h 220761"/>
                <a:gd name="csX22" fmla="*/ 155399 w 202112"/>
                <a:gd name="csY22" fmla="*/ 88450 h 220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2112" h="220761">
                  <a:moveTo>
                    <a:pt x="202204" y="111225"/>
                  </a:moveTo>
                  <a:cubicBezTo>
                    <a:pt x="202204" y="49278"/>
                    <a:pt x="156311" y="85"/>
                    <a:pt x="100996" y="85"/>
                  </a:cubicBezTo>
                  <a:cubicBezTo>
                    <a:pt x="46593" y="85"/>
                    <a:pt x="92" y="48670"/>
                    <a:pt x="92" y="111225"/>
                  </a:cubicBezTo>
                  <a:cubicBezTo>
                    <a:pt x="92" y="173475"/>
                    <a:pt x="46897" y="220846"/>
                    <a:pt x="100996" y="220846"/>
                  </a:cubicBezTo>
                  <a:cubicBezTo>
                    <a:pt x="156311" y="220846"/>
                    <a:pt x="202204" y="172564"/>
                    <a:pt x="202204" y="111225"/>
                  </a:cubicBezTo>
                  <a:close/>
                  <a:moveTo>
                    <a:pt x="101300" y="213862"/>
                  </a:moveTo>
                  <a:cubicBezTo>
                    <a:pt x="71211" y="213862"/>
                    <a:pt x="29573" y="187747"/>
                    <a:pt x="29573" y="111225"/>
                  </a:cubicBezTo>
                  <a:cubicBezTo>
                    <a:pt x="29573" y="33184"/>
                    <a:pt x="71819" y="6765"/>
                    <a:pt x="100996" y="6765"/>
                  </a:cubicBezTo>
                  <a:cubicBezTo>
                    <a:pt x="131693" y="6765"/>
                    <a:pt x="172723" y="34398"/>
                    <a:pt x="172723" y="111225"/>
                  </a:cubicBezTo>
                  <a:cubicBezTo>
                    <a:pt x="172723" y="188658"/>
                    <a:pt x="129869" y="213862"/>
                    <a:pt x="101300" y="213862"/>
                  </a:cubicBezTo>
                  <a:close/>
                  <a:moveTo>
                    <a:pt x="155399" y="88450"/>
                  </a:moveTo>
                  <a:lnTo>
                    <a:pt x="147801" y="88450"/>
                  </a:lnTo>
                  <a:lnTo>
                    <a:pt x="147801" y="98775"/>
                  </a:lnTo>
                  <a:lnTo>
                    <a:pt x="54495" y="98775"/>
                  </a:lnTo>
                  <a:lnTo>
                    <a:pt x="54495" y="88450"/>
                  </a:lnTo>
                  <a:lnTo>
                    <a:pt x="46897" y="88450"/>
                  </a:lnTo>
                  <a:lnTo>
                    <a:pt x="46897" y="132177"/>
                  </a:lnTo>
                  <a:lnTo>
                    <a:pt x="54495" y="132177"/>
                  </a:lnTo>
                  <a:lnTo>
                    <a:pt x="54495" y="121853"/>
                  </a:lnTo>
                  <a:lnTo>
                    <a:pt x="147801" y="121853"/>
                  </a:lnTo>
                  <a:lnTo>
                    <a:pt x="147801" y="132177"/>
                  </a:lnTo>
                  <a:lnTo>
                    <a:pt x="155399" y="132177"/>
                  </a:lnTo>
                  <a:lnTo>
                    <a:pt x="155399" y="88450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E039739-E2D1-AEAD-6B9C-2D1A3E9F9F4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588502" y="4896899"/>
              <a:ext cx="86376" cy="91614"/>
            </a:xfrm>
            <a:custGeom>
              <a:avLst/>
              <a:gdLst>
                <a:gd name="csX0" fmla="*/ 49883 w 86376"/>
                <a:gd name="csY0" fmla="*/ 45994 h 91614"/>
                <a:gd name="csX1" fmla="*/ 80519 w 86376"/>
                <a:gd name="csY1" fmla="*/ 32815 h 91614"/>
                <a:gd name="csX2" fmla="*/ 86476 w 86376"/>
                <a:gd name="csY2" fmla="*/ 26226 h 91614"/>
                <a:gd name="csX3" fmla="*/ 79881 w 86376"/>
                <a:gd name="csY3" fmla="*/ 19424 h 91614"/>
                <a:gd name="csX4" fmla="*/ 75413 w 86376"/>
                <a:gd name="csY4" fmla="*/ 21337 h 91614"/>
                <a:gd name="csX5" fmla="*/ 46479 w 86376"/>
                <a:gd name="csY5" fmla="*/ 40680 h 91614"/>
                <a:gd name="csX6" fmla="*/ 49670 w 86376"/>
                <a:gd name="csY6" fmla="*/ 9221 h 91614"/>
                <a:gd name="csX7" fmla="*/ 43288 w 86376"/>
                <a:gd name="csY7" fmla="*/ 81 h 91614"/>
                <a:gd name="csX8" fmla="*/ 36692 w 86376"/>
                <a:gd name="csY8" fmla="*/ 6457 h 91614"/>
                <a:gd name="csX9" fmla="*/ 37756 w 86376"/>
                <a:gd name="csY9" fmla="*/ 16873 h 91614"/>
                <a:gd name="csX10" fmla="*/ 40096 w 86376"/>
                <a:gd name="csY10" fmla="*/ 40680 h 91614"/>
                <a:gd name="csX11" fmla="*/ 11375 w 86376"/>
                <a:gd name="csY11" fmla="*/ 21337 h 91614"/>
                <a:gd name="csX12" fmla="*/ 6695 w 86376"/>
                <a:gd name="csY12" fmla="*/ 19424 h 91614"/>
                <a:gd name="csX13" fmla="*/ 99 w 86376"/>
                <a:gd name="csY13" fmla="*/ 26226 h 91614"/>
                <a:gd name="csX14" fmla="*/ 4567 w 86376"/>
                <a:gd name="csY14" fmla="*/ 32390 h 91614"/>
                <a:gd name="csX15" fmla="*/ 36692 w 86376"/>
                <a:gd name="csY15" fmla="*/ 45782 h 91614"/>
                <a:gd name="csX16" fmla="*/ 6056 w 86376"/>
                <a:gd name="csY16" fmla="*/ 58960 h 91614"/>
                <a:gd name="csX17" fmla="*/ 99 w 86376"/>
                <a:gd name="csY17" fmla="*/ 65550 h 91614"/>
                <a:gd name="csX18" fmla="*/ 6695 w 86376"/>
                <a:gd name="csY18" fmla="*/ 72352 h 91614"/>
                <a:gd name="csX19" fmla="*/ 11162 w 86376"/>
                <a:gd name="csY19" fmla="*/ 70439 h 91614"/>
                <a:gd name="csX20" fmla="*/ 40096 w 86376"/>
                <a:gd name="csY20" fmla="*/ 51096 h 91614"/>
                <a:gd name="csX21" fmla="*/ 36692 w 86376"/>
                <a:gd name="csY21" fmla="*/ 85318 h 91614"/>
                <a:gd name="csX22" fmla="*/ 43288 w 86376"/>
                <a:gd name="csY22" fmla="*/ 91695 h 91614"/>
                <a:gd name="csX23" fmla="*/ 49883 w 86376"/>
                <a:gd name="csY23" fmla="*/ 85318 h 91614"/>
                <a:gd name="csX24" fmla="*/ 48819 w 86376"/>
                <a:gd name="csY24" fmla="*/ 74903 h 91614"/>
                <a:gd name="csX25" fmla="*/ 46479 w 86376"/>
                <a:gd name="csY25" fmla="*/ 51096 h 91614"/>
                <a:gd name="csX26" fmla="*/ 72009 w 86376"/>
                <a:gd name="csY26" fmla="*/ 68101 h 91614"/>
                <a:gd name="csX27" fmla="*/ 79881 w 86376"/>
                <a:gd name="csY27" fmla="*/ 72352 h 91614"/>
                <a:gd name="csX28" fmla="*/ 86476 w 86376"/>
                <a:gd name="csY28" fmla="*/ 65550 h 91614"/>
                <a:gd name="csX29" fmla="*/ 82008 w 86376"/>
                <a:gd name="csY29" fmla="*/ 59386 h 91614"/>
                <a:gd name="csX30" fmla="*/ 49883 w 86376"/>
                <a:gd name="csY30" fmla="*/ 45994 h 916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86376" h="91614">
                  <a:moveTo>
                    <a:pt x="49883" y="45994"/>
                  </a:moveTo>
                  <a:cubicBezTo>
                    <a:pt x="67328" y="38342"/>
                    <a:pt x="75200" y="35366"/>
                    <a:pt x="80519" y="32815"/>
                  </a:cubicBezTo>
                  <a:cubicBezTo>
                    <a:pt x="84561" y="31115"/>
                    <a:pt x="86476" y="30264"/>
                    <a:pt x="86476" y="26226"/>
                  </a:cubicBezTo>
                  <a:cubicBezTo>
                    <a:pt x="86476" y="22612"/>
                    <a:pt x="83710" y="19424"/>
                    <a:pt x="79881" y="19424"/>
                  </a:cubicBezTo>
                  <a:cubicBezTo>
                    <a:pt x="78391" y="19424"/>
                    <a:pt x="77966" y="19424"/>
                    <a:pt x="75413" y="21337"/>
                  </a:cubicBezTo>
                  <a:lnTo>
                    <a:pt x="46479" y="40680"/>
                  </a:lnTo>
                  <a:lnTo>
                    <a:pt x="49670" y="9221"/>
                  </a:lnTo>
                  <a:cubicBezTo>
                    <a:pt x="50096" y="5395"/>
                    <a:pt x="49670" y="81"/>
                    <a:pt x="43288" y="81"/>
                  </a:cubicBezTo>
                  <a:cubicBezTo>
                    <a:pt x="40735" y="81"/>
                    <a:pt x="36692" y="1781"/>
                    <a:pt x="36692" y="6457"/>
                  </a:cubicBezTo>
                  <a:cubicBezTo>
                    <a:pt x="36692" y="8371"/>
                    <a:pt x="37543" y="14747"/>
                    <a:pt x="37756" y="16873"/>
                  </a:cubicBezTo>
                  <a:cubicBezTo>
                    <a:pt x="38182" y="20487"/>
                    <a:pt x="39671" y="35791"/>
                    <a:pt x="40096" y="40680"/>
                  </a:cubicBezTo>
                  <a:lnTo>
                    <a:pt x="11375" y="21337"/>
                  </a:lnTo>
                  <a:cubicBezTo>
                    <a:pt x="9248" y="20061"/>
                    <a:pt x="8609" y="19424"/>
                    <a:pt x="6695" y="19424"/>
                  </a:cubicBezTo>
                  <a:cubicBezTo>
                    <a:pt x="2865" y="19424"/>
                    <a:pt x="99" y="22612"/>
                    <a:pt x="99" y="26226"/>
                  </a:cubicBezTo>
                  <a:cubicBezTo>
                    <a:pt x="99" y="30477"/>
                    <a:pt x="2652" y="31540"/>
                    <a:pt x="4567" y="32390"/>
                  </a:cubicBezTo>
                  <a:lnTo>
                    <a:pt x="36692" y="45782"/>
                  </a:lnTo>
                  <a:cubicBezTo>
                    <a:pt x="19247" y="53434"/>
                    <a:pt x="11375" y="56410"/>
                    <a:pt x="6056" y="58960"/>
                  </a:cubicBezTo>
                  <a:cubicBezTo>
                    <a:pt x="2014" y="60661"/>
                    <a:pt x="99" y="61511"/>
                    <a:pt x="99" y="65550"/>
                  </a:cubicBezTo>
                  <a:cubicBezTo>
                    <a:pt x="99" y="69163"/>
                    <a:pt x="2865" y="72352"/>
                    <a:pt x="6695" y="72352"/>
                  </a:cubicBezTo>
                  <a:cubicBezTo>
                    <a:pt x="8184" y="72352"/>
                    <a:pt x="8609" y="72352"/>
                    <a:pt x="11162" y="70439"/>
                  </a:cubicBezTo>
                  <a:lnTo>
                    <a:pt x="40096" y="51096"/>
                  </a:lnTo>
                  <a:lnTo>
                    <a:pt x="36692" y="85318"/>
                  </a:lnTo>
                  <a:cubicBezTo>
                    <a:pt x="36692" y="89995"/>
                    <a:pt x="40735" y="91695"/>
                    <a:pt x="43288" y="91695"/>
                  </a:cubicBezTo>
                  <a:cubicBezTo>
                    <a:pt x="45841" y="91695"/>
                    <a:pt x="49883" y="89995"/>
                    <a:pt x="49883" y="85318"/>
                  </a:cubicBezTo>
                  <a:cubicBezTo>
                    <a:pt x="49883" y="83405"/>
                    <a:pt x="49032" y="77028"/>
                    <a:pt x="48819" y="74903"/>
                  </a:cubicBezTo>
                  <a:cubicBezTo>
                    <a:pt x="48394" y="71289"/>
                    <a:pt x="46904" y="55985"/>
                    <a:pt x="46479" y="51096"/>
                  </a:cubicBezTo>
                  <a:lnTo>
                    <a:pt x="72009" y="68101"/>
                  </a:lnTo>
                  <a:cubicBezTo>
                    <a:pt x="77540" y="72352"/>
                    <a:pt x="77966" y="72352"/>
                    <a:pt x="79881" y="72352"/>
                  </a:cubicBezTo>
                  <a:cubicBezTo>
                    <a:pt x="83710" y="72352"/>
                    <a:pt x="86476" y="69163"/>
                    <a:pt x="86476" y="65550"/>
                  </a:cubicBezTo>
                  <a:cubicBezTo>
                    <a:pt x="86476" y="61299"/>
                    <a:pt x="83923" y="60236"/>
                    <a:pt x="82008" y="59386"/>
                  </a:cubicBezTo>
                  <a:lnTo>
                    <a:pt x="49883" y="45994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BA1D55C-48E1-9764-357C-2B4AB5F4A731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810732" y="5009677"/>
              <a:ext cx="202112" cy="71056"/>
            </a:xfrm>
            <a:custGeom>
              <a:avLst/>
              <a:gdLst>
                <a:gd name="csX0" fmla="*/ 191886 w 202112"/>
                <a:gd name="csY0" fmla="*/ 12231 h 71056"/>
                <a:gd name="csX1" fmla="*/ 202219 w 202112"/>
                <a:gd name="csY1" fmla="*/ 6158 h 71056"/>
                <a:gd name="csX2" fmla="*/ 192190 w 202112"/>
                <a:gd name="csY2" fmla="*/ 85 h 71056"/>
                <a:gd name="csX3" fmla="*/ 10136 w 202112"/>
                <a:gd name="csY3" fmla="*/ 85 h 71056"/>
                <a:gd name="csX4" fmla="*/ 107 w 202112"/>
                <a:gd name="csY4" fmla="*/ 6158 h 71056"/>
                <a:gd name="csX5" fmla="*/ 10440 w 202112"/>
                <a:gd name="csY5" fmla="*/ 12231 h 71056"/>
                <a:gd name="csX6" fmla="*/ 191886 w 202112"/>
                <a:gd name="csY6" fmla="*/ 12231 h 71056"/>
                <a:gd name="csX7" fmla="*/ 192190 w 202112"/>
                <a:gd name="csY7" fmla="*/ 71141 h 71056"/>
                <a:gd name="csX8" fmla="*/ 202219 w 202112"/>
                <a:gd name="csY8" fmla="*/ 65068 h 71056"/>
                <a:gd name="csX9" fmla="*/ 191886 w 202112"/>
                <a:gd name="csY9" fmla="*/ 58995 h 71056"/>
                <a:gd name="csX10" fmla="*/ 10440 w 202112"/>
                <a:gd name="csY10" fmla="*/ 58995 h 71056"/>
                <a:gd name="csX11" fmla="*/ 107 w 202112"/>
                <a:gd name="csY11" fmla="*/ 65068 h 71056"/>
                <a:gd name="csX12" fmla="*/ 10136 w 202112"/>
                <a:gd name="csY12" fmla="*/ 71141 h 71056"/>
                <a:gd name="csX13" fmla="*/ 192190 w 202112"/>
                <a:gd name="csY13" fmla="*/ 71141 h 71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2112" h="71056">
                  <a:moveTo>
                    <a:pt x="191886" y="12231"/>
                  </a:moveTo>
                  <a:cubicBezTo>
                    <a:pt x="196445" y="12231"/>
                    <a:pt x="202219" y="12231"/>
                    <a:pt x="202219" y="6158"/>
                  </a:cubicBezTo>
                  <a:cubicBezTo>
                    <a:pt x="202219" y="85"/>
                    <a:pt x="196445" y="85"/>
                    <a:pt x="192190" y="85"/>
                  </a:cubicBezTo>
                  <a:lnTo>
                    <a:pt x="10136" y="85"/>
                  </a:lnTo>
                  <a:cubicBezTo>
                    <a:pt x="5881" y="85"/>
                    <a:pt x="107" y="85"/>
                    <a:pt x="107" y="6158"/>
                  </a:cubicBezTo>
                  <a:cubicBezTo>
                    <a:pt x="107" y="12231"/>
                    <a:pt x="5881" y="12231"/>
                    <a:pt x="10440" y="12231"/>
                  </a:cubicBezTo>
                  <a:lnTo>
                    <a:pt x="191886" y="12231"/>
                  </a:lnTo>
                  <a:close/>
                  <a:moveTo>
                    <a:pt x="192190" y="71141"/>
                  </a:moveTo>
                  <a:cubicBezTo>
                    <a:pt x="196445" y="71141"/>
                    <a:pt x="202219" y="71141"/>
                    <a:pt x="202219" y="65068"/>
                  </a:cubicBezTo>
                  <a:cubicBezTo>
                    <a:pt x="202219" y="58995"/>
                    <a:pt x="196445" y="58995"/>
                    <a:pt x="191886" y="58995"/>
                  </a:cubicBezTo>
                  <a:lnTo>
                    <a:pt x="10440" y="58995"/>
                  </a:lnTo>
                  <a:cubicBezTo>
                    <a:pt x="5881" y="58995"/>
                    <a:pt x="107" y="58995"/>
                    <a:pt x="107" y="65068"/>
                  </a:cubicBezTo>
                  <a:cubicBezTo>
                    <a:pt x="107" y="71141"/>
                    <a:pt x="5881" y="71141"/>
                    <a:pt x="10136" y="71141"/>
                  </a:cubicBezTo>
                  <a:lnTo>
                    <a:pt x="192190" y="71141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46F3620-B678-392D-89C9-B453C331397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130937" y="4970808"/>
              <a:ext cx="122179" cy="153045"/>
            </a:xfrm>
            <a:custGeom>
              <a:avLst/>
              <a:gdLst>
                <a:gd name="csX0" fmla="*/ 53305 w 122179"/>
                <a:gd name="csY0" fmla="*/ 153130 h 153045"/>
                <a:gd name="csX1" fmla="*/ 81266 w 122179"/>
                <a:gd name="csY1" fmla="*/ 145538 h 153045"/>
                <a:gd name="csX2" fmla="*/ 99198 w 122179"/>
                <a:gd name="csY2" fmla="*/ 124889 h 153045"/>
                <a:gd name="csX3" fmla="*/ 99198 w 122179"/>
                <a:gd name="csY3" fmla="*/ 139769 h 153045"/>
                <a:gd name="csX4" fmla="*/ 111051 w 122179"/>
                <a:gd name="csY4" fmla="*/ 152523 h 153045"/>
                <a:gd name="csX5" fmla="*/ 122296 w 122179"/>
                <a:gd name="csY5" fmla="*/ 139769 h 153045"/>
                <a:gd name="csX6" fmla="*/ 122296 w 122179"/>
                <a:gd name="csY6" fmla="*/ 57477 h 153045"/>
                <a:gd name="csX7" fmla="*/ 108316 w 122179"/>
                <a:gd name="csY7" fmla="*/ 14053 h 153045"/>
                <a:gd name="csX8" fmla="*/ 66070 w 122179"/>
                <a:gd name="csY8" fmla="*/ 85 h 153045"/>
                <a:gd name="csX9" fmla="*/ 40844 w 122179"/>
                <a:gd name="csY9" fmla="*/ 3121 h 153045"/>
                <a:gd name="csX10" fmla="*/ 14706 w 122179"/>
                <a:gd name="csY10" fmla="*/ 12838 h 153045"/>
                <a:gd name="csX11" fmla="*/ 8627 w 122179"/>
                <a:gd name="csY11" fmla="*/ 19215 h 153045"/>
                <a:gd name="csX12" fmla="*/ 8627 w 122179"/>
                <a:gd name="csY12" fmla="*/ 27111 h 153045"/>
                <a:gd name="csX13" fmla="*/ 13490 w 122179"/>
                <a:gd name="csY13" fmla="*/ 32576 h 153045"/>
                <a:gd name="csX14" fmla="*/ 22304 w 122179"/>
                <a:gd name="csY14" fmla="*/ 31362 h 153045"/>
                <a:gd name="csX15" fmla="*/ 44491 w 122179"/>
                <a:gd name="csY15" fmla="*/ 22556 h 153045"/>
                <a:gd name="csX16" fmla="*/ 66070 w 122179"/>
                <a:gd name="csY16" fmla="*/ 19823 h 153045"/>
                <a:gd name="csX17" fmla="*/ 90688 w 122179"/>
                <a:gd name="csY17" fmla="*/ 28325 h 153045"/>
                <a:gd name="csX18" fmla="*/ 98590 w 122179"/>
                <a:gd name="csY18" fmla="*/ 55351 h 153045"/>
                <a:gd name="csX19" fmla="*/ 98590 w 122179"/>
                <a:gd name="csY19" fmla="*/ 64765 h 153045"/>
                <a:gd name="csX20" fmla="*/ 88864 w 122179"/>
                <a:gd name="csY20" fmla="*/ 64765 h 153045"/>
                <a:gd name="csX21" fmla="*/ 35981 w 122179"/>
                <a:gd name="csY21" fmla="*/ 69016 h 153045"/>
                <a:gd name="csX22" fmla="*/ 8323 w 122179"/>
                <a:gd name="csY22" fmla="*/ 82377 h 153045"/>
                <a:gd name="csX23" fmla="*/ 117 w 122179"/>
                <a:gd name="csY23" fmla="*/ 107884 h 153045"/>
                <a:gd name="csX24" fmla="*/ 7108 w 122179"/>
                <a:gd name="csY24" fmla="*/ 130963 h 153045"/>
                <a:gd name="csX25" fmla="*/ 25951 w 122179"/>
                <a:gd name="csY25" fmla="*/ 147360 h 153045"/>
                <a:gd name="csX26" fmla="*/ 53305 w 122179"/>
                <a:gd name="csY26" fmla="*/ 153130 h 153045"/>
                <a:gd name="csX27" fmla="*/ 57256 w 122179"/>
                <a:gd name="csY27" fmla="*/ 134607 h 153045"/>
                <a:gd name="csX28" fmla="*/ 33549 w 122179"/>
                <a:gd name="csY28" fmla="*/ 126711 h 153045"/>
                <a:gd name="csX29" fmla="*/ 25039 w 122179"/>
                <a:gd name="csY29" fmla="*/ 106366 h 153045"/>
                <a:gd name="csX30" fmla="*/ 30510 w 122179"/>
                <a:gd name="csY30" fmla="*/ 91183 h 153045"/>
                <a:gd name="csX31" fmla="*/ 50265 w 122179"/>
                <a:gd name="csY31" fmla="*/ 83288 h 153045"/>
                <a:gd name="csX32" fmla="*/ 89168 w 122179"/>
                <a:gd name="csY32" fmla="*/ 80859 h 153045"/>
                <a:gd name="csX33" fmla="*/ 98590 w 122179"/>
                <a:gd name="csY33" fmla="*/ 80859 h 153045"/>
                <a:gd name="csX34" fmla="*/ 98590 w 122179"/>
                <a:gd name="csY34" fmla="*/ 89968 h 153045"/>
                <a:gd name="csX35" fmla="*/ 87041 w 122179"/>
                <a:gd name="csY35" fmla="*/ 122157 h 153045"/>
                <a:gd name="csX36" fmla="*/ 57256 w 122179"/>
                <a:gd name="csY36" fmla="*/ 134607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22179" h="153045">
                  <a:moveTo>
                    <a:pt x="53305" y="153130"/>
                  </a:moveTo>
                  <a:cubicBezTo>
                    <a:pt x="63942" y="153130"/>
                    <a:pt x="73364" y="150701"/>
                    <a:pt x="81266" y="145538"/>
                  </a:cubicBezTo>
                  <a:cubicBezTo>
                    <a:pt x="89168" y="140680"/>
                    <a:pt x="95247" y="133696"/>
                    <a:pt x="99198" y="124889"/>
                  </a:cubicBezTo>
                  <a:lnTo>
                    <a:pt x="99198" y="139769"/>
                  </a:lnTo>
                  <a:cubicBezTo>
                    <a:pt x="99198" y="148271"/>
                    <a:pt x="103149" y="152523"/>
                    <a:pt x="111051" y="152523"/>
                  </a:cubicBezTo>
                  <a:cubicBezTo>
                    <a:pt x="118345" y="152523"/>
                    <a:pt x="122296" y="148271"/>
                    <a:pt x="122296" y="139769"/>
                  </a:cubicBezTo>
                  <a:lnTo>
                    <a:pt x="122296" y="57477"/>
                  </a:lnTo>
                  <a:cubicBezTo>
                    <a:pt x="122296" y="38042"/>
                    <a:pt x="117434" y="23467"/>
                    <a:pt x="108316" y="14053"/>
                  </a:cubicBezTo>
                  <a:cubicBezTo>
                    <a:pt x="99198" y="4943"/>
                    <a:pt x="84913" y="85"/>
                    <a:pt x="66070" y="85"/>
                  </a:cubicBezTo>
                  <a:cubicBezTo>
                    <a:pt x="58168" y="85"/>
                    <a:pt x="49658" y="1299"/>
                    <a:pt x="40844" y="3121"/>
                  </a:cubicBezTo>
                  <a:cubicBezTo>
                    <a:pt x="32030" y="5247"/>
                    <a:pt x="23216" y="8587"/>
                    <a:pt x="14706" y="12838"/>
                  </a:cubicBezTo>
                  <a:cubicBezTo>
                    <a:pt x="11666" y="14357"/>
                    <a:pt x="9539" y="16482"/>
                    <a:pt x="8627" y="19215"/>
                  </a:cubicBezTo>
                  <a:cubicBezTo>
                    <a:pt x="7715" y="21948"/>
                    <a:pt x="7715" y="24681"/>
                    <a:pt x="8627" y="27111"/>
                  </a:cubicBezTo>
                  <a:cubicBezTo>
                    <a:pt x="9539" y="29540"/>
                    <a:pt x="11059" y="31362"/>
                    <a:pt x="13490" y="32576"/>
                  </a:cubicBezTo>
                  <a:cubicBezTo>
                    <a:pt x="15921" y="33791"/>
                    <a:pt x="18657" y="33184"/>
                    <a:pt x="22304" y="31362"/>
                  </a:cubicBezTo>
                  <a:cubicBezTo>
                    <a:pt x="29902" y="27414"/>
                    <a:pt x="37196" y="24378"/>
                    <a:pt x="44491" y="22556"/>
                  </a:cubicBezTo>
                  <a:cubicBezTo>
                    <a:pt x="51785" y="20734"/>
                    <a:pt x="58775" y="19823"/>
                    <a:pt x="66070" y="19823"/>
                  </a:cubicBezTo>
                  <a:cubicBezTo>
                    <a:pt x="77315" y="19823"/>
                    <a:pt x="85521" y="22859"/>
                    <a:pt x="90688" y="28325"/>
                  </a:cubicBezTo>
                  <a:cubicBezTo>
                    <a:pt x="95855" y="33791"/>
                    <a:pt x="98590" y="42901"/>
                    <a:pt x="98590" y="55351"/>
                  </a:cubicBezTo>
                  <a:lnTo>
                    <a:pt x="98590" y="64765"/>
                  </a:lnTo>
                  <a:lnTo>
                    <a:pt x="88864" y="64765"/>
                  </a:lnTo>
                  <a:cubicBezTo>
                    <a:pt x="66374" y="64765"/>
                    <a:pt x="48746" y="66283"/>
                    <a:pt x="35981" y="69016"/>
                  </a:cubicBezTo>
                  <a:cubicBezTo>
                    <a:pt x="23216" y="71749"/>
                    <a:pt x="13794" y="76304"/>
                    <a:pt x="8323" y="82377"/>
                  </a:cubicBezTo>
                  <a:cubicBezTo>
                    <a:pt x="2853" y="88754"/>
                    <a:pt x="117" y="97256"/>
                    <a:pt x="117" y="107884"/>
                  </a:cubicBezTo>
                  <a:cubicBezTo>
                    <a:pt x="117" y="116387"/>
                    <a:pt x="2245" y="124282"/>
                    <a:pt x="7108" y="130963"/>
                  </a:cubicBezTo>
                  <a:cubicBezTo>
                    <a:pt x="11666" y="137947"/>
                    <a:pt x="18049" y="143413"/>
                    <a:pt x="25951" y="147360"/>
                  </a:cubicBezTo>
                  <a:cubicBezTo>
                    <a:pt x="33853" y="151308"/>
                    <a:pt x="42971" y="153130"/>
                    <a:pt x="53305" y="153130"/>
                  </a:cubicBezTo>
                  <a:close/>
                  <a:moveTo>
                    <a:pt x="57256" y="134607"/>
                  </a:moveTo>
                  <a:cubicBezTo>
                    <a:pt x="47226" y="134607"/>
                    <a:pt x="39324" y="132177"/>
                    <a:pt x="33549" y="126711"/>
                  </a:cubicBezTo>
                  <a:cubicBezTo>
                    <a:pt x="27775" y="121549"/>
                    <a:pt x="25039" y="114869"/>
                    <a:pt x="25039" y="106366"/>
                  </a:cubicBezTo>
                  <a:cubicBezTo>
                    <a:pt x="25039" y="99989"/>
                    <a:pt x="26863" y="94827"/>
                    <a:pt x="30510" y="91183"/>
                  </a:cubicBezTo>
                  <a:cubicBezTo>
                    <a:pt x="34157" y="87539"/>
                    <a:pt x="40844" y="84806"/>
                    <a:pt x="50265" y="83288"/>
                  </a:cubicBezTo>
                  <a:cubicBezTo>
                    <a:pt x="59687" y="81770"/>
                    <a:pt x="72756" y="80859"/>
                    <a:pt x="89168" y="80859"/>
                  </a:cubicBezTo>
                  <a:lnTo>
                    <a:pt x="98590" y="80859"/>
                  </a:lnTo>
                  <a:lnTo>
                    <a:pt x="98590" y="89968"/>
                  </a:lnTo>
                  <a:cubicBezTo>
                    <a:pt x="98590" y="103026"/>
                    <a:pt x="94639" y="113654"/>
                    <a:pt x="87041" y="122157"/>
                  </a:cubicBezTo>
                  <a:cubicBezTo>
                    <a:pt x="79139" y="130659"/>
                    <a:pt x="69413" y="134607"/>
                    <a:pt x="57256" y="134607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C204EA0-3C31-0C4C-4638-DAA98CC0BFA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298705" y="4970434"/>
              <a:ext cx="83645" cy="152811"/>
            </a:xfrm>
            <a:custGeom>
              <a:avLst/>
              <a:gdLst>
                <a:gd name="csX0" fmla="*/ 12584 w 83645"/>
                <a:gd name="csY0" fmla="*/ 152897 h 152811"/>
                <a:gd name="csX1" fmla="*/ 25045 w 83645"/>
                <a:gd name="csY1" fmla="*/ 140143 h 152811"/>
                <a:gd name="csX2" fmla="*/ 25045 w 83645"/>
                <a:gd name="csY2" fmla="*/ 66657 h 152811"/>
                <a:gd name="csX3" fmla="*/ 35986 w 83645"/>
                <a:gd name="csY3" fmla="*/ 35683 h 152811"/>
                <a:gd name="csX4" fmla="*/ 67899 w 83645"/>
                <a:gd name="csY4" fmla="*/ 22322 h 152811"/>
                <a:gd name="csX5" fmla="*/ 72761 w 83645"/>
                <a:gd name="csY5" fmla="*/ 21715 h 152811"/>
                <a:gd name="csX6" fmla="*/ 83703 w 83645"/>
                <a:gd name="csY6" fmla="*/ 9872 h 152811"/>
                <a:gd name="csX7" fmla="*/ 73369 w 83645"/>
                <a:gd name="csY7" fmla="*/ 155 h 152811"/>
                <a:gd name="csX8" fmla="*/ 42976 w 83645"/>
                <a:gd name="csY8" fmla="*/ 8354 h 152811"/>
                <a:gd name="csX9" fmla="*/ 24133 w 83645"/>
                <a:gd name="csY9" fmla="*/ 29610 h 152811"/>
                <a:gd name="csX10" fmla="*/ 24133 w 83645"/>
                <a:gd name="csY10" fmla="*/ 13516 h 152811"/>
                <a:gd name="csX11" fmla="*/ 11976 w 83645"/>
                <a:gd name="csY11" fmla="*/ 1066 h 152811"/>
                <a:gd name="csX12" fmla="*/ 122 w 83645"/>
                <a:gd name="csY12" fmla="*/ 13516 h 152811"/>
                <a:gd name="csX13" fmla="*/ 122 w 83645"/>
                <a:gd name="csY13" fmla="*/ 140143 h 152811"/>
                <a:gd name="csX14" fmla="*/ 12584 w 83645"/>
                <a:gd name="csY14" fmla="*/ 152897 h 152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3645" h="152811">
                  <a:moveTo>
                    <a:pt x="12584" y="152897"/>
                  </a:moveTo>
                  <a:cubicBezTo>
                    <a:pt x="20790" y="152897"/>
                    <a:pt x="25045" y="148645"/>
                    <a:pt x="25045" y="140143"/>
                  </a:cubicBezTo>
                  <a:lnTo>
                    <a:pt x="25045" y="66657"/>
                  </a:lnTo>
                  <a:cubicBezTo>
                    <a:pt x="25045" y="53599"/>
                    <a:pt x="28692" y="43275"/>
                    <a:pt x="35986" y="35683"/>
                  </a:cubicBezTo>
                  <a:cubicBezTo>
                    <a:pt x="43280" y="28092"/>
                    <a:pt x="53918" y="23537"/>
                    <a:pt x="67899" y="22322"/>
                  </a:cubicBezTo>
                  <a:lnTo>
                    <a:pt x="72761" y="21715"/>
                  </a:lnTo>
                  <a:cubicBezTo>
                    <a:pt x="80664" y="21108"/>
                    <a:pt x="84311" y="17160"/>
                    <a:pt x="83703" y="9872"/>
                  </a:cubicBezTo>
                  <a:cubicBezTo>
                    <a:pt x="83095" y="2888"/>
                    <a:pt x="79752" y="-452"/>
                    <a:pt x="73369" y="155"/>
                  </a:cubicBezTo>
                  <a:cubicBezTo>
                    <a:pt x="61516" y="762"/>
                    <a:pt x="51486" y="3495"/>
                    <a:pt x="42976" y="8354"/>
                  </a:cubicBezTo>
                  <a:cubicBezTo>
                    <a:pt x="34466" y="13212"/>
                    <a:pt x="28084" y="20500"/>
                    <a:pt x="24133" y="29610"/>
                  </a:cubicBezTo>
                  <a:lnTo>
                    <a:pt x="24133" y="13516"/>
                  </a:lnTo>
                  <a:cubicBezTo>
                    <a:pt x="24133" y="5317"/>
                    <a:pt x="19878" y="1066"/>
                    <a:pt x="11976" y="1066"/>
                  </a:cubicBezTo>
                  <a:cubicBezTo>
                    <a:pt x="4074" y="1066"/>
                    <a:pt x="122" y="5317"/>
                    <a:pt x="122" y="13516"/>
                  </a:cubicBezTo>
                  <a:lnTo>
                    <a:pt x="122" y="140143"/>
                  </a:lnTo>
                  <a:cubicBezTo>
                    <a:pt x="122" y="148645"/>
                    <a:pt x="4074" y="152897"/>
                    <a:pt x="12584" y="152897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A3D54C4-0301-14BF-FD14-2C444A3B72A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396570" y="4970808"/>
              <a:ext cx="141022" cy="207704"/>
            </a:xfrm>
            <a:custGeom>
              <a:avLst/>
              <a:gdLst>
                <a:gd name="csX0" fmla="*/ 74588 w 141022"/>
                <a:gd name="csY0" fmla="*/ 207789 h 207704"/>
                <a:gd name="csX1" fmla="*/ 124129 w 141022"/>
                <a:gd name="csY1" fmla="*/ 190784 h 207704"/>
                <a:gd name="csX2" fmla="*/ 141149 w 141022"/>
                <a:gd name="csY2" fmla="*/ 139769 h 207704"/>
                <a:gd name="csX3" fmla="*/ 141149 w 141022"/>
                <a:gd name="csY3" fmla="*/ 13142 h 207704"/>
                <a:gd name="csX4" fmla="*/ 128992 w 141022"/>
                <a:gd name="csY4" fmla="*/ 692 h 207704"/>
                <a:gd name="csX5" fmla="*/ 116835 w 141022"/>
                <a:gd name="csY5" fmla="*/ 13142 h 207704"/>
                <a:gd name="csX6" fmla="*/ 116835 w 141022"/>
                <a:gd name="csY6" fmla="*/ 28933 h 207704"/>
                <a:gd name="csX7" fmla="*/ 97079 w 141022"/>
                <a:gd name="csY7" fmla="*/ 7676 h 207704"/>
                <a:gd name="csX8" fmla="*/ 66382 w 141022"/>
                <a:gd name="csY8" fmla="*/ 85 h 207704"/>
                <a:gd name="csX9" fmla="*/ 31127 w 141022"/>
                <a:gd name="csY9" fmla="*/ 9195 h 207704"/>
                <a:gd name="csX10" fmla="*/ 8028 w 141022"/>
                <a:gd name="csY10" fmla="*/ 35006 h 207704"/>
                <a:gd name="csX11" fmla="*/ 126 w 141022"/>
                <a:gd name="csY11" fmla="*/ 73267 h 207704"/>
                <a:gd name="csX12" fmla="*/ 8028 w 141022"/>
                <a:gd name="csY12" fmla="*/ 111832 h 207704"/>
                <a:gd name="csX13" fmla="*/ 31127 w 141022"/>
                <a:gd name="csY13" fmla="*/ 137643 h 207704"/>
                <a:gd name="csX14" fmla="*/ 66382 w 141022"/>
                <a:gd name="csY14" fmla="*/ 147057 h 207704"/>
                <a:gd name="csX15" fmla="*/ 97079 w 141022"/>
                <a:gd name="csY15" fmla="*/ 139162 h 207704"/>
                <a:gd name="csX16" fmla="*/ 117138 w 141022"/>
                <a:gd name="csY16" fmla="*/ 116994 h 207704"/>
                <a:gd name="csX17" fmla="*/ 117138 w 141022"/>
                <a:gd name="csY17" fmla="*/ 143109 h 207704"/>
                <a:gd name="csX18" fmla="*/ 73373 w 141022"/>
                <a:gd name="csY18" fmla="*/ 188051 h 207704"/>
                <a:gd name="csX19" fmla="*/ 49362 w 141022"/>
                <a:gd name="csY19" fmla="*/ 185014 h 207704"/>
                <a:gd name="csX20" fmla="*/ 23832 w 141022"/>
                <a:gd name="csY20" fmla="*/ 173779 h 207704"/>
                <a:gd name="csX21" fmla="*/ 16234 w 141022"/>
                <a:gd name="csY21" fmla="*/ 173172 h 207704"/>
                <a:gd name="csX22" fmla="*/ 11067 w 141022"/>
                <a:gd name="csY22" fmla="*/ 178334 h 207704"/>
                <a:gd name="csX23" fmla="*/ 9852 w 141022"/>
                <a:gd name="csY23" fmla="*/ 185622 h 207704"/>
                <a:gd name="csX24" fmla="*/ 15322 w 141022"/>
                <a:gd name="csY24" fmla="*/ 191999 h 207704"/>
                <a:gd name="csX25" fmla="*/ 42980 w 141022"/>
                <a:gd name="csY25" fmla="*/ 204145 h 207704"/>
                <a:gd name="csX26" fmla="*/ 74588 w 141022"/>
                <a:gd name="csY26" fmla="*/ 207789 h 207704"/>
                <a:gd name="csX27" fmla="*/ 70941 w 141022"/>
                <a:gd name="csY27" fmla="*/ 127015 h 207704"/>
                <a:gd name="csX28" fmla="*/ 37509 w 141022"/>
                <a:gd name="csY28" fmla="*/ 112439 h 207704"/>
                <a:gd name="csX29" fmla="*/ 25048 w 141022"/>
                <a:gd name="csY29" fmla="*/ 73267 h 207704"/>
                <a:gd name="csX30" fmla="*/ 37509 w 141022"/>
                <a:gd name="csY30" fmla="*/ 34398 h 207704"/>
                <a:gd name="csX31" fmla="*/ 70941 w 141022"/>
                <a:gd name="csY31" fmla="*/ 19823 h 207704"/>
                <a:gd name="csX32" fmla="*/ 104677 w 141022"/>
                <a:gd name="csY32" fmla="*/ 34398 h 207704"/>
                <a:gd name="csX33" fmla="*/ 117138 w 141022"/>
                <a:gd name="csY33" fmla="*/ 73267 h 207704"/>
                <a:gd name="csX34" fmla="*/ 104677 w 141022"/>
                <a:gd name="csY34" fmla="*/ 112439 h 207704"/>
                <a:gd name="csX35" fmla="*/ 70941 w 141022"/>
                <a:gd name="csY35" fmla="*/ 127015 h 207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41022" h="207704">
                  <a:moveTo>
                    <a:pt x="74588" y="207789"/>
                  </a:moveTo>
                  <a:cubicBezTo>
                    <a:pt x="96471" y="207789"/>
                    <a:pt x="112883" y="202323"/>
                    <a:pt x="124129" y="190784"/>
                  </a:cubicBezTo>
                  <a:cubicBezTo>
                    <a:pt x="135374" y="179548"/>
                    <a:pt x="141149" y="162543"/>
                    <a:pt x="141149" y="139769"/>
                  </a:cubicBezTo>
                  <a:lnTo>
                    <a:pt x="141149" y="13142"/>
                  </a:lnTo>
                  <a:cubicBezTo>
                    <a:pt x="141149" y="4943"/>
                    <a:pt x="136894" y="692"/>
                    <a:pt x="128992" y="692"/>
                  </a:cubicBezTo>
                  <a:cubicBezTo>
                    <a:pt x="120786" y="692"/>
                    <a:pt x="116835" y="4943"/>
                    <a:pt x="116835" y="13142"/>
                  </a:cubicBezTo>
                  <a:lnTo>
                    <a:pt x="116835" y="28933"/>
                  </a:lnTo>
                  <a:cubicBezTo>
                    <a:pt x="112580" y="19823"/>
                    <a:pt x="105893" y="12838"/>
                    <a:pt x="97079" y="7676"/>
                  </a:cubicBezTo>
                  <a:cubicBezTo>
                    <a:pt x="87961" y="2818"/>
                    <a:pt x="77932" y="85"/>
                    <a:pt x="66382" y="85"/>
                  </a:cubicBezTo>
                  <a:cubicBezTo>
                    <a:pt x="52706" y="85"/>
                    <a:pt x="40852" y="3121"/>
                    <a:pt x="31127" y="9195"/>
                  </a:cubicBezTo>
                  <a:cubicBezTo>
                    <a:pt x="21097" y="15268"/>
                    <a:pt x="13499" y="24074"/>
                    <a:pt x="8028" y="35006"/>
                  </a:cubicBezTo>
                  <a:cubicBezTo>
                    <a:pt x="2557" y="45938"/>
                    <a:pt x="126" y="58691"/>
                    <a:pt x="126" y="73267"/>
                  </a:cubicBezTo>
                  <a:cubicBezTo>
                    <a:pt x="126" y="87843"/>
                    <a:pt x="2557" y="100900"/>
                    <a:pt x="8028" y="111832"/>
                  </a:cubicBezTo>
                  <a:cubicBezTo>
                    <a:pt x="13499" y="122764"/>
                    <a:pt x="21097" y="131570"/>
                    <a:pt x="31127" y="137643"/>
                  </a:cubicBezTo>
                  <a:cubicBezTo>
                    <a:pt x="40852" y="144020"/>
                    <a:pt x="52706" y="147057"/>
                    <a:pt x="66382" y="147057"/>
                  </a:cubicBezTo>
                  <a:cubicBezTo>
                    <a:pt x="77932" y="147057"/>
                    <a:pt x="87961" y="144627"/>
                    <a:pt x="97079" y="139162"/>
                  </a:cubicBezTo>
                  <a:cubicBezTo>
                    <a:pt x="106197" y="133696"/>
                    <a:pt x="112883" y="126408"/>
                    <a:pt x="117138" y="116994"/>
                  </a:cubicBezTo>
                  <a:lnTo>
                    <a:pt x="117138" y="143109"/>
                  </a:lnTo>
                  <a:cubicBezTo>
                    <a:pt x="117138" y="173172"/>
                    <a:pt x="102550" y="188051"/>
                    <a:pt x="73373" y="188051"/>
                  </a:cubicBezTo>
                  <a:cubicBezTo>
                    <a:pt x="65471" y="188051"/>
                    <a:pt x="57265" y="187140"/>
                    <a:pt x="49362" y="185014"/>
                  </a:cubicBezTo>
                  <a:cubicBezTo>
                    <a:pt x="41156" y="183192"/>
                    <a:pt x="32646" y="179245"/>
                    <a:pt x="23832" y="173779"/>
                  </a:cubicBezTo>
                  <a:cubicBezTo>
                    <a:pt x="21097" y="172564"/>
                    <a:pt x="18666" y="172261"/>
                    <a:pt x="16234" y="173172"/>
                  </a:cubicBezTo>
                  <a:cubicBezTo>
                    <a:pt x="13803" y="174386"/>
                    <a:pt x="12283" y="175905"/>
                    <a:pt x="11067" y="178334"/>
                  </a:cubicBezTo>
                  <a:cubicBezTo>
                    <a:pt x="9852" y="180763"/>
                    <a:pt x="9244" y="183192"/>
                    <a:pt x="9852" y="185622"/>
                  </a:cubicBezTo>
                  <a:cubicBezTo>
                    <a:pt x="10460" y="188051"/>
                    <a:pt x="12283" y="190177"/>
                    <a:pt x="15322" y="191999"/>
                  </a:cubicBezTo>
                  <a:cubicBezTo>
                    <a:pt x="23528" y="197465"/>
                    <a:pt x="32646" y="201716"/>
                    <a:pt x="42980" y="204145"/>
                  </a:cubicBezTo>
                  <a:cubicBezTo>
                    <a:pt x="53313" y="206574"/>
                    <a:pt x="63647" y="207789"/>
                    <a:pt x="74588" y="207789"/>
                  </a:cubicBezTo>
                  <a:close/>
                  <a:moveTo>
                    <a:pt x="70941" y="127015"/>
                  </a:moveTo>
                  <a:cubicBezTo>
                    <a:pt x="56961" y="127015"/>
                    <a:pt x="45715" y="122157"/>
                    <a:pt x="37509" y="112439"/>
                  </a:cubicBezTo>
                  <a:cubicBezTo>
                    <a:pt x="28999" y="102722"/>
                    <a:pt x="25048" y="89665"/>
                    <a:pt x="25048" y="73267"/>
                  </a:cubicBezTo>
                  <a:cubicBezTo>
                    <a:pt x="25048" y="56869"/>
                    <a:pt x="28999" y="44116"/>
                    <a:pt x="37509" y="34398"/>
                  </a:cubicBezTo>
                  <a:cubicBezTo>
                    <a:pt x="45715" y="24681"/>
                    <a:pt x="56961" y="19823"/>
                    <a:pt x="70941" y="19823"/>
                  </a:cubicBezTo>
                  <a:cubicBezTo>
                    <a:pt x="84922" y="19823"/>
                    <a:pt x="96167" y="24681"/>
                    <a:pt x="104677" y="34398"/>
                  </a:cubicBezTo>
                  <a:cubicBezTo>
                    <a:pt x="112883" y="44116"/>
                    <a:pt x="117138" y="56869"/>
                    <a:pt x="117138" y="73267"/>
                  </a:cubicBezTo>
                  <a:cubicBezTo>
                    <a:pt x="117138" y="89665"/>
                    <a:pt x="112883" y="102722"/>
                    <a:pt x="104677" y="112439"/>
                  </a:cubicBezTo>
                  <a:cubicBezTo>
                    <a:pt x="96167" y="122157"/>
                    <a:pt x="84922" y="127015"/>
                    <a:pt x="70941" y="127015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407F68E-1F35-E92D-BDAC-DF35C18787E4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584398" y="4970808"/>
              <a:ext cx="213661" cy="152437"/>
            </a:xfrm>
            <a:custGeom>
              <a:avLst/>
              <a:gdLst>
                <a:gd name="csX0" fmla="*/ 12289 w 213661"/>
                <a:gd name="csY0" fmla="*/ 152523 h 152437"/>
                <a:gd name="csX1" fmla="*/ 24750 w 213661"/>
                <a:gd name="csY1" fmla="*/ 139769 h 152437"/>
                <a:gd name="csX2" fmla="*/ 24750 w 213661"/>
                <a:gd name="csY2" fmla="*/ 66890 h 152437"/>
                <a:gd name="csX3" fmla="*/ 35084 w 213661"/>
                <a:gd name="csY3" fmla="*/ 32880 h 152437"/>
                <a:gd name="csX4" fmla="*/ 63957 w 213661"/>
                <a:gd name="csY4" fmla="*/ 20126 h 152437"/>
                <a:gd name="csX5" fmla="*/ 87359 w 213661"/>
                <a:gd name="csY5" fmla="*/ 29843 h 152437"/>
                <a:gd name="csX6" fmla="*/ 94654 w 213661"/>
                <a:gd name="csY6" fmla="*/ 59602 h 152437"/>
                <a:gd name="csX7" fmla="*/ 94654 w 213661"/>
                <a:gd name="csY7" fmla="*/ 139769 h 152437"/>
                <a:gd name="csX8" fmla="*/ 106811 w 213661"/>
                <a:gd name="csY8" fmla="*/ 152523 h 152437"/>
                <a:gd name="csX9" fmla="*/ 119272 w 213661"/>
                <a:gd name="csY9" fmla="*/ 139769 h 152437"/>
                <a:gd name="csX10" fmla="*/ 119272 w 213661"/>
                <a:gd name="csY10" fmla="*/ 66890 h 152437"/>
                <a:gd name="csX11" fmla="*/ 129909 w 213661"/>
                <a:gd name="csY11" fmla="*/ 32880 h 152437"/>
                <a:gd name="csX12" fmla="*/ 158479 w 213661"/>
                <a:gd name="csY12" fmla="*/ 20126 h 152437"/>
                <a:gd name="csX13" fmla="*/ 181881 w 213661"/>
                <a:gd name="csY13" fmla="*/ 29843 h 152437"/>
                <a:gd name="csX14" fmla="*/ 189175 w 213661"/>
                <a:gd name="csY14" fmla="*/ 59602 h 152437"/>
                <a:gd name="csX15" fmla="*/ 189175 w 213661"/>
                <a:gd name="csY15" fmla="*/ 139769 h 152437"/>
                <a:gd name="csX16" fmla="*/ 201333 w 213661"/>
                <a:gd name="csY16" fmla="*/ 152523 h 152437"/>
                <a:gd name="csX17" fmla="*/ 213794 w 213661"/>
                <a:gd name="csY17" fmla="*/ 139769 h 152437"/>
                <a:gd name="csX18" fmla="*/ 213794 w 213661"/>
                <a:gd name="csY18" fmla="*/ 58388 h 152437"/>
                <a:gd name="csX19" fmla="*/ 164557 w 213661"/>
                <a:gd name="csY19" fmla="*/ 85 h 152437"/>
                <a:gd name="csX20" fmla="*/ 134468 w 213661"/>
                <a:gd name="csY20" fmla="*/ 8284 h 152437"/>
                <a:gd name="csX21" fmla="*/ 114713 w 213661"/>
                <a:gd name="csY21" fmla="*/ 30147 h 152437"/>
                <a:gd name="csX22" fmla="*/ 70339 w 213661"/>
                <a:gd name="csY22" fmla="*/ 85 h 152437"/>
                <a:gd name="csX23" fmla="*/ 42682 w 213661"/>
                <a:gd name="csY23" fmla="*/ 7373 h 152437"/>
                <a:gd name="csX24" fmla="*/ 24142 w 213661"/>
                <a:gd name="csY24" fmla="*/ 27718 h 152437"/>
                <a:gd name="csX25" fmla="*/ 24142 w 213661"/>
                <a:gd name="csY25" fmla="*/ 13142 h 152437"/>
                <a:gd name="csX26" fmla="*/ 11985 w 213661"/>
                <a:gd name="csY26" fmla="*/ 692 h 152437"/>
                <a:gd name="csX27" fmla="*/ 132 w 213661"/>
                <a:gd name="csY27" fmla="*/ 13142 h 152437"/>
                <a:gd name="csX28" fmla="*/ 132 w 213661"/>
                <a:gd name="csY28" fmla="*/ 139769 h 152437"/>
                <a:gd name="csX29" fmla="*/ 12289 w 213661"/>
                <a:gd name="csY29" fmla="*/ 152523 h 1524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3661" h="152437">
                  <a:moveTo>
                    <a:pt x="12289" y="152523"/>
                  </a:moveTo>
                  <a:cubicBezTo>
                    <a:pt x="20495" y="152523"/>
                    <a:pt x="24750" y="148271"/>
                    <a:pt x="24750" y="139769"/>
                  </a:cubicBezTo>
                  <a:lnTo>
                    <a:pt x="24750" y="66890"/>
                  </a:lnTo>
                  <a:cubicBezTo>
                    <a:pt x="24750" y="52922"/>
                    <a:pt x="28093" y="41383"/>
                    <a:pt x="35084" y="32880"/>
                  </a:cubicBezTo>
                  <a:cubicBezTo>
                    <a:pt x="42074" y="24378"/>
                    <a:pt x="51800" y="20126"/>
                    <a:pt x="63957" y="20126"/>
                  </a:cubicBezTo>
                  <a:cubicBezTo>
                    <a:pt x="74898" y="20126"/>
                    <a:pt x="82496" y="23467"/>
                    <a:pt x="87359" y="29843"/>
                  </a:cubicBezTo>
                  <a:cubicBezTo>
                    <a:pt x="92222" y="36220"/>
                    <a:pt x="94654" y="46241"/>
                    <a:pt x="94654" y="59602"/>
                  </a:cubicBezTo>
                  <a:lnTo>
                    <a:pt x="94654" y="139769"/>
                  </a:lnTo>
                  <a:cubicBezTo>
                    <a:pt x="94654" y="148271"/>
                    <a:pt x="98605" y="152523"/>
                    <a:pt x="106811" y="152523"/>
                  </a:cubicBezTo>
                  <a:cubicBezTo>
                    <a:pt x="115017" y="152523"/>
                    <a:pt x="119272" y="148271"/>
                    <a:pt x="119272" y="139769"/>
                  </a:cubicBezTo>
                  <a:lnTo>
                    <a:pt x="119272" y="66890"/>
                  </a:lnTo>
                  <a:cubicBezTo>
                    <a:pt x="119272" y="52922"/>
                    <a:pt x="122615" y="41383"/>
                    <a:pt x="129909" y="32880"/>
                  </a:cubicBezTo>
                  <a:cubicBezTo>
                    <a:pt x="136900" y="24378"/>
                    <a:pt x="146321" y="20126"/>
                    <a:pt x="158479" y="20126"/>
                  </a:cubicBezTo>
                  <a:cubicBezTo>
                    <a:pt x="169420" y="20126"/>
                    <a:pt x="177018" y="23467"/>
                    <a:pt x="181881" y="29843"/>
                  </a:cubicBezTo>
                  <a:cubicBezTo>
                    <a:pt x="186744" y="36220"/>
                    <a:pt x="189175" y="46241"/>
                    <a:pt x="189175" y="59602"/>
                  </a:cubicBezTo>
                  <a:lnTo>
                    <a:pt x="189175" y="139769"/>
                  </a:lnTo>
                  <a:cubicBezTo>
                    <a:pt x="189175" y="148271"/>
                    <a:pt x="193126" y="152523"/>
                    <a:pt x="201333" y="152523"/>
                  </a:cubicBezTo>
                  <a:cubicBezTo>
                    <a:pt x="209539" y="152523"/>
                    <a:pt x="213794" y="148271"/>
                    <a:pt x="213794" y="139769"/>
                  </a:cubicBezTo>
                  <a:lnTo>
                    <a:pt x="213794" y="58388"/>
                  </a:lnTo>
                  <a:cubicBezTo>
                    <a:pt x="213794" y="19519"/>
                    <a:pt x="197381" y="85"/>
                    <a:pt x="164557" y="85"/>
                  </a:cubicBezTo>
                  <a:cubicBezTo>
                    <a:pt x="153008" y="85"/>
                    <a:pt x="142978" y="2818"/>
                    <a:pt x="134468" y="8284"/>
                  </a:cubicBezTo>
                  <a:cubicBezTo>
                    <a:pt x="125654" y="13749"/>
                    <a:pt x="118968" y="21037"/>
                    <a:pt x="114713" y="30147"/>
                  </a:cubicBezTo>
                  <a:cubicBezTo>
                    <a:pt x="108026" y="10106"/>
                    <a:pt x="93438" y="85"/>
                    <a:pt x="70339" y="85"/>
                  </a:cubicBezTo>
                  <a:cubicBezTo>
                    <a:pt x="59702" y="85"/>
                    <a:pt x="50584" y="2514"/>
                    <a:pt x="42682" y="7373"/>
                  </a:cubicBezTo>
                  <a:cubicBezTo>
                    <a:pt x="34780" y="12231"/>
                    <a:pt x="28397" y="18912"/>
                    <a:pt x="24142" y="27718"/>
                  </a:cubicBezTo>
                  <a:lnTo>
                    <a:pt x="24142" y="13142"/>
                  </a:lnTo>
                  <a:cubicBezTo>
                    <a:pt x="24142" y="4943"/>
                    <a:pt x="19887" y="692"/>
                    <a:pt x="11985" y="692"/>
                  </a:cubicBezTo>
                  <a:cubicBezTo>
                    <a:pt x="4083" y="692"/>
                    <a:pt x="132" y="4943"/>
                    <a:pt x="132" y="13142"/>
                  </a:cubicBezTo>
                  <a:lnTo>
                    <a:pt x="132" y="139769"/>
                  </a:lnTo>
                  <a:cubicBezTo>
                    <a:pt x="132" y="148271"/>
                    <a:pt x="4083" y="152523"/>
                    <a:pt x="12289" y="152523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1134136-A83D-1A06-460E-1FD293A7C9B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840002" y="4907950"/>
              <a:ext cx="32216" cy="214688"/>
            </a:xfrm>
            <a:custGeom>
              <a:avLst/>
              <a:gdLst>
                <a:gd name="csX0" fmla="*/ 16249 w 32216"/>
                <a:gd name="csY0" fmla="*/ 30147 h 214688"/>
                <a:gd name="csX1" fmla="*/ 32357 w 32216"/>
                <a:gd name="csY1" fmla="*/ 14964 h 214688"/>
                <a:gd name="csX2" fmla="*/ 16249 w 32216"/>
                <a:gd name="csY2" fmla="*/ 85 h 214688"/>
                <a:gd name="csX3" fmla="*/ 140 w 32216"/>
                <a:gd name="csY3" fmla="*/ 14964 h 214688"/>
                <a:gd name="csX4" fmla="*/ 16249 w 32216"/>
                <a:gd name="csY4" fmla="*/ 30147 h 214688"/>
                <a:gd name="csX5" fmla="*/ 16249 w 32216"/>
                <a:gd name="csY5" fmla="*/ 214773 h 214688"/>
                <a:gd name="csX6" fmla="*/ 28710 w 32216"/>
                <a:gd name="csY6" fmla="*/ 201412 h 214688"/>
                <a:gd name="csX7" fmla="*/ 28710 w 32216"/>
                <a:gd name="csY7" fmla="*/ 77215 h 214688"/>
                <a:gd name="csX8" fmla="*/ 16249 w 32216"/>
                <a:gd name="csY8" fmla="*/ 64157 h 214688"/>
                <a:gd name="csX9" fmla="*/ 4091 w 32216"/>
                <a:gd name="csY9" fmla="*/ 77215 h 214688"/>
                <a:gd name="csX10" fmla="*/ 4091 w 32216"/>
                <a:gd name="csY10" fmla="*/ 201412 h 214688"/>
                <a:gd name="csX11" fmla="*/ 16249 w 32216"/>
                <a:gd name="csY11" fmla="*/ 214773 h 2146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2216" h="214688">
                  <a:moveTo>
                    <a:pt x="16249" y="30147"/>
                  </a:moveTo>
                  <a:cubicBezTo>
                    <a:pt x="26886" y="30147"/>
                    <a:pt x="32357" y="25289"/>
                    <a:pt x="32357" y="14964"/>
                  </a:cubicBezTo>
                  <a:cubicBezTo>
                    <a:pt x="32357" y="5247"/>
                    <a:pt x="26886" y="85"/>
                    <a:pt x="16249" y="85"/>
                  </a:cubicBezTo>
                  <a:cubicBezTo>
                    <a:pt x="5307" y="85"/>
                    <a:pt x="140" y="5247"/>
                    <a:pt x="140" y="14964"/>
                  </a:cubicBezTo>
                  <a:cubicBezTo>
                    <a:pt x="140" y="25289"/>
                    <a:pt x="5307" y="30147"/>
                    <a:pt x="16249" y="30147"/>
                  </a:cubicBezTo>
                  <a:close/>
                  <a:moveTo>
                    <a:pt x="16249" y="214773"/>
                  </a:moveTo>
                  <a:cubicBezTo>
                    <a:pt x="24455" y="214773"/>
                    <a:pt x="28710" y="210522"/>
                    <a:pt x="28710" y="201412"/>
                  </a:cubicBezTo>
                  <a:lnTo>
                    <a:pt x="28710" y="77215"/>
                  </a:lnTo>
                  <a:cubicBezTo>
                    <a:pt x="28710" y="68712"/>
                    <a:pt x="24455" y="64157"/>
                    <a:pt x="16249" y="64157"/>
                  </a:cubicBezTo>
                  <a:cubicBezTo>
                    <a:pt x="8042" y="64157"/>
                    <a:pt x="4091" y="68712"/>
                    <a:pt x="4091" y="77215"/>
                  </a:cubicBezTo>
                  <a:lnTo>
                    <a:pt x="4091" y="201412"/>
                  </a:lnTo>
                  <a:cubicBezTo>
                    <a:pt x="4091" y="210522"/>
                    <a:pt x="8042" y="214773"/>
                    <a:pt x="16249" y="214773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97DAB22-B6F7-A0DE-D174-2B5A48FA1D59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914465" y="4970808"/>
              <a:ext cx="127346" cy="152437"/>
            </a:xfrm>
            <a:custGeom>
              <a:avLst/>
              <a:gdLst>
                <a:gd name="csX0" fmla="*/ 12300 w 127346"/>
                <a:gd name="csY0" fmla="*/ 152523 h 152437"/>
                <a:gd name="csX1" fmla="*/ 24761 w 127346"/>
                <a:gd name="csY1" fmla="*/ 139769 h 152437"/>
                <a:gd name="csX2" fmla="*/ 24761 w 127346"/>
                <a:gd name="csY2" fmla="*/ 66283 h 152437"/>
                <a:gd name="csX3" fmla="*/ 36614 w 127346"/>
                <a:gd name="csY3" fmla="*/ 32880 h 152437"/>
                <a:gd name="csX4" fmla="*/ 69134 w 127346"/>
                <a:gd name="csY4" fmla="*/ 20126 h 152437"/>
                <a:gd name="csX5" fmla="*/ 94664 w 127346"/>
                <a:gd name="csY5" fmla="*/ 29843 h 152437"/>
                <a:gd name="csX6" fmla="*/ 102870 w 127346"/>
                <a:gd name="csY6" fmla="*/ 59906 h 152437"/>
                <a:gd name="csX7" fmla="*/ 102870 w 127346"/>
                <a:gd name="csY7" fmla="*/ 139769 h 152437"/>
                <a:gd name="csX8" fmla="*/ 115332 w 127346"/>
                <a:gd name="csY8" fmla="*/ 152523 h 152437"/>
                <a:gd name="csX9" fmla="*/ 127489 w 127346"/>
                <a:gd name="csY9" fmla="*/ 139769 h 152437"/>
                <a:gd name="csX10" fmla="*/ 127489 w 127346"/>
                <a:gd name="csY10" fmla="*/ 58388 h 152437"/>
                <a:gd name="csX11" fmla="*/ 74909 w 127346"/>
                <a:gd name="csY11" fmla="*/ 85 h 152437"/>
                <a:gd name="csX12" fmla="*/ 44820 w 127346"/>
                <a:gd name="csY12" fmla="*/ 7069 h 152437"/>
                <a:gd name="csX13" fmla="*/ 24153 w 127346"/>
                <a:gd name="csY13" fmla="*/ 28022 h 152437"/>
                <a:gd name="csX14" fmla="*/ 24153 w 127346"/>
                <a:gd name="csY14" fmla="*/ 13142 h 152437"/>
                <a:gd name="csX15" fmla="*/ 11996 w 127346"/>
                <a:gd name="csY15" fmla="*/ 692 h 152437"/>
                <a:gd name="csX16" fmla="*/ 143 w 127346"/>
                <a:gd name="csY16" fmla="*/ 13142 h 152437"/>
                <a:gd name="csX17" fmla="*/ 143 w 127346"/>
                <a:gd name="csY17" fmla="*/ 139769 h 152437"/>
                <a:gd name="csX18" fmla="*/ 12300 w 127346"/>
                <a:gd name="csY18" fmla="*/ 152523 h 1524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27346" h="152437">
                  <a:moveTo>
                    <a:pt x="12300" y="152523"/>
                  </a:moveTo>
                  <a:cubicBezTo>
                    <a:pt x="20506" y="152523"/>
                    <a:pt x="24761" y="148271"/>
                    <a:pt x="24761" y="139769"/>
                  </a:cubicBezTo>
                  <a:lnTo>
                    <a:pt x="24761" y="66283"/>
                  </a:lnTo>
                  <a:cubicBezTo>
                    <a:pt x="24761" y="52314"/>
                    <a:pt x="28712" y="41383"/>
                    <a:pt x="36614" y="32880"/>
                  </a:cubicBezTo>
                  <a:cubicBezTo>
                    <a:pt x="44516" y="24378"/>
                    <a:pt x="55458" y="20126"/>
                    <a:pt x="69134" y="20126"/>
                  </a:cubicBezTo>
                  <a:cubicBezTo>
                    <a:pt x="80684" y="20126"/>
                    <a:pt x="89194" y="23467"/>
                    <a:pt x="94664" y="29843"/>
                  </a:cubicBezTo>
                  <a:cubicBezTo>
                    <a:pt x="100135" y="36220"/>
                    <a:pt x="102870" y="46241"/>
                    <a:pt x="102870" y="59906"/>
                  </a:cubicBezTo>
                  <a:lnTo>
                    <a:pt x="102870" y="139769"/>
                  </a:lnTo>
                  <a:cubicBezTo>
                    <a:pt x="102870" y="148271"/>
                    <a:pt x="106822" y="152523"/>
                    <a:pt x="115332" y="152523"/>
                  </a:cubicBezTo>
                  <a:cubicBezTo>
                    <a:pt x="123234" y="152523"/>
                    <a:pt x="127489" y="148271"/>
                    <a:pt x="127489" y="139769"/>
                  </a:cubicBezTo>
                  <a:lnTo>
                    <a:pt x="127489" y="58388"/>
                  </a:lnTo>
                  <a:cubicBezTo>
                    <a:pt x="127489" y="19519"/>
                    <a:pt x="109861" y="85"/>
                    <a:pt x="74909" y="85"/>
                  </a:cubicBezTo>
                  <a:cubicBezTo>
                    <a:pt x="63664" y="85"/>
                    <a:pt x="53634" y="2514"/>
                    <a:pt x="44820" y="7069"/>
                  </a:cubicBezTo>
                  <a:cubicBezTo>
                    <a:pt x="35702" y="11927"/>
                    <a:pt x="29016" y="18912"/>
                    <a:pt x="24153" y="28022"/>
                  </a:cubicBezTo>
                  <a:lnTo>
                    <a:pt x="24153" y="13142"/>
                  </a:lnTo>
                  <a:cubicBezTo>
                    <a:pt x="24153" y="4943"/>
                    <a:pt x="19898" y="692"/>
                    <a:pt x="11996" y="692"/>
                  </a:cubicBezTo>
                  <a:cubicBezTo>
                    <a:pt x="4094" y="692"/>
                    <a:pt x="143" y="4943"/>
                    <a:pt x="143" y="13142"/>
                  </a:cubicBezTo>
                  <a:lnTo>
                    <a:pt x="143" y="139769"/>
                  </a:lnTo>
                  <a:cubicBezTo>
                    <a:pt x="143" y="148271"/>
                    <a:pt x="4094" y="152523"/>
                    <a:pt x="12300" y="152523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D751EA-6FEB-B9EC-299F-F361B333A3BA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7078889" y="5044263"/>
              <a:ext cx="156584" cy="153682"/>
            </a:xfrm>
            <a:custGeom>
              <a:avLst/>
              <a:gdLst>
                <a:gd name="csX0" fmla="*/ 156732 w 156584"/>
                <a:gd name="csY0" fmla="*/ 77673 h 153682"/>
                <a:gd name="csX1" fmla="*/ 78440 w 156584"/>
                <a:gd name="csY1" fmla="*/ 87 h 153682"/>
                <a:gd name="csX2" fmla="*/ 148 w 156584"/>
                <a:gd name="csY2" fmla="*/ 77673 h 153682"/>
                <a:gd name="csX3" fmla="*/ 78440 w 156584"/>
                <a:gd name="csY3" fmla="*/ 153770 h 153682"/>
                <a:gd name="csX4" fmla="*/ 156732 w 156584"/>
                <a:gd name="csY4" fmla="*/ 77673 h 153682"/>
                <a:gd name="csX5" fmla="*/ 78440 w 156584"/>
                <a:gd name="csY5" fmla="*/ 147393 h 153682"/>
                <a:gd name="csX6" fmla="*/ 21423 w 156584"/>
                <a:gd name="csY6" fmla="*/ 77460 h 153682"/>
                <a:gd name="csX7" fmla="*/ 78440 w 156584"/>
                <a:gd name="csY7" fmla="*/ 6039 h 153682"/>
                <a:gd name="csX8" fmla="*/ 135457 w 156584"/>
                <a:gd name="csY8" fmla="*/ 77460 h 153682"/>
                <a:gd name="csX9" fmla="*/ 78440 w 156584"/>
                <a:gd name="csY9" fmla="*/ 147393 h 153682"/>
                <a:gd name="csX10" fmla="*/ 122054 w 156584"/>
                <a:gd name="csY10" fmla="*/ 60668 h 153682"/>
                <a:gd name="csX11" fmla="*/ 114821 w 156584"/>
                <a:gd name="csY11" fmla="*/ 60668 h 153682"/>
                <a:gd name="csX12" fmla="*/ 114821 w 156584"/>
                <a:gd name="csY12" fmla="*/ 67895 h 153682"/>
                <a:gd name="csX13" fmla="*/ 42060 w 156584"/>
                <a:gd name="csY13" fmla="*/ 67895 h 153682"/>
                <a:gd name="csX14" fmla="*/ 42060 w 156584"/>
                <a:gd name="csY14" fmla="*/ 60668 h 153682"/>
                <a:gd name="csX15" fmla="*/ 34827 w 156584"/>
                <a:gd name="csY15" fmla="*/ 60668 h 153682"/>
                <a:gd name="csX16" fmla="*/ 34827 w 156584"/>
                <a:gd name="csY16" fmla="*/ 92552 h 153682"/>
                <a:gd name="csX17" fmla="*/ 42060 w 156584"/>
                <a:gd name="csY17" fmla="*/ 92552 h 153682"/>
                <a:gd name="csX18" fmla="*/ 42060 w 156584"/>
                <a:gd name="csY18" fmla="*/ 85325 h 153682"/>
                <a:gd name="csX19" fmla="*/ 114821 w 156584"/>
                <a:gd name="csY19" fmla="*/ 85325 h 153682"/>
                <a:gd name="csX20" fmla="*/ 114821 w 156584"/>
                <a:gd name="csY20" fmla="*/ 92552 h 153682"/>
                <a:gd name="csX21" fmla="*/ 122054 w 156584"/>
                <a:gd name="csY21" fmla="*/ 92552 h 153682"/>
                <a:gd name="csX22" fmla="*/ 122054 w 156584"/>
                <a:gd name="csY22" fmla="*/ 60668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84" h="153682">
                  <a:moveTo>
                    <a:pt x="156732" y="77673"/>
                  </a:moveTo>
                  <a:cubicBezTo>
                    <a:pt x="156732" y="35160"/>
                    <a:pt x="121841" y="87"/>
                    <a:pt x="78440" y="87"/>
                  </a:cubicBezTo>
                  <a:cubicBezTo>
                    <a:pt x="34827" y="87"/>
                    <a:pt x="148" y="35160"/>
                    <a:pt x="148" y="77673"/>
                  </a:cubicBezTo>
                  <a:cubicBezTo>
                    <a:pt x="148" y="119335"/>
                    <a:pt x="34827" y="153770"/>
                    <a:pt x="78440" y="153770"/>
                  </a:cubicBezTo>
                  <a:cubicBezTo>
                    <a:pt x="122054" y="153770"/>
                    <a:pt x="156732" y="119335"/>
                    <a:pt x="156732" y="77673"/>
                  </a:cubicBezTo>
                  <a:close/>
                  <a:moveTo>
                    <a:pt x="78440" y="147393"/>
                  </a:moveTo>
                  <a:cubicBezTo>
                    <a:pt x="52698" y="147393"/>
                    <a:pt x="21423" y="127412"/>
                    <a:pt x="21423" y="77460"/>
                  </a:cubicBezTo>
                  <a:cubicBezTo>
                    <a:pt x="21423" y="27508"/>
                    <a:pt x="52059" y="6039"/>
                    <a:pt x="78440" y="6039"/>
                  </a:cubicBezTo>
                  <a:cubicBezTo>
                    <a:pt x="104821" y="6039"/>
                    <a:pt x="135457" y="27508"/>
                    <a:pt x="135457" y="77460"/>
                  </a:cubicBezTo>
                  <a:cubicBezTo>
                    <a:pt x="135457" y="127625"/>
                    <a:pt x="103970" y="147393"/>
                    <a:pt x="78440" y="147393"/>
                  </a:cubicBezTo>
                  <a:close/>
                  <a:moveTo>
                    <a:pt x="122054" y="60668"/>
                  </a:moveTo>
                  <a:lnTo>
                    <a:pt x="114821" y="60668"/>
                  </a:lnTo>
                  <a:lnTo>
                    <a:pt x="114821" y="67895"/>
                  </a:lnTo>
                  <a:lnTo>
                    <a:pt x="42060" y="67895"/>
                  </a:lnTo>
                  <a:lnTo>
                    <a:pt x="42060" y="60668"/>
                  </a:lnTo>
                  <a:lnTo>
                    <a:pt x="34827" y="60668"/>
                  </a:lnTo>
                  <a:lnTo>
                    <a:pt x="34827" y="92552"/>
                  </a:lnTo>
                  <a:lnTo>
                    <a:pt x="42060" y="92552"/>
                  </a:lnTo>
                  <a:lnTo>
                    <a:pt x="42060" y="85325"/>
                  </a:lnTo>
                  <a:lnTo>
                    <a:pt x="114821" y="85325"/>
                  </a:lnTo>
                  <a:lnTo>
                    <a:pt x="114821" y="92552"/>
                  </a:lnTo>
                  <a:lnTo>
                    <a:pt x="122054" y="92552"/>
                  </a:lnTo>
                  <a:lnTo>
                    <a:pt x="122054" y="60668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7C73749-E459-2B36-5B63-B64C932B5D6B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7780794" y="4832640"/>
              <a:ext cx="404528" cy="425125"/>
            </a:xfrm>
            <a:custGeom>
              <a:avLst/>
              <a:gdLst>
                <a:gd name="csX0" fmla="*/ 367925 w 404528"/>
                <a:gd name="csY0" fmla="*/ 425201 h 425125"/>
                <a:gd name="csX1" fmla="*/ 404700 w 404528"/>
                <a:gd name="csY1" fmla="*/ 328029 h 425125"/>
                <a:gd name="csX2" fmla="*/ 397102 w 404528"/>
                <a:gd name="csY2" fmla="*/ 328029 h 425125"/>
                <a:gd name="csX3" fmla="*/ 318081 w 404528"/>
                <a:gd name="csY3" fmla="*/ 389369 h 425125"/>
                <a:gd name="csX4" fmla="*/ 223559 w 404528"/>
                <a:gd name="csY4" fmla="*/ 398782 h 425125"/>
                <a:gd name="csX5" fmla="*/ 40290 w 404528"/>
                <a:gd name="csY5" fmla="*/ 398782 h 425125"/>
                <a:gd name="csX6" fmla="*/ 194989 w 404528"/>
                <a:gd name="csY6" fmla="*/ 217497 h 425125"/>
                <a:gd name="csX7" fmla="*/ 197725 w 404528"/>
                <a:gd name="csY7" fmla="*/ 212638 h 425125"/>
                <a:gd name="csX8" fmla="*/ 195597 w 404528"/>
                <a:gd name="csY8" fmla="*/ 208083 h 425125"/>
                <a:gd name="csX9" fmla="*/ 53967 w 404528"/>
                <a:gd name="csY9" fmla="*/ 14651 h 425125"/>
                <a:gd name="csX10" fmla="*/ 220519 w 404528"/>
                <a:gd name="csY10" fmla="*/ 14651 h 425125"/>
                <a:gd name="csX11" fmla="*/ 291639 w 404528"/>
                <a:gd name="csY11" fmla="*/ 19510 h 425125"/>
                <a:gd name="csX12" fmla="*/ 358503 w 404528"/>
                <a:gd name="csY12" fmla="*/ 42284 h 425125"/>
                <a:gd name="csX13" fmla="*/ 397102 w 404528"/>
                <a:gd name="csY13" fmla="*/ 85404 h 425125"/>
                <a:gd name="csX14" fmla="*/ 404700 w 404528"/>
                <a:gd name="csY14" fmla="*/ 85404 h 425125"/>
                <a:gd name="csX15" fmla="*/ 367925 w 404528"/>
                <a:gd name="csY15" fmla="*/ 75 h 425125"/>
                <a:gd name="csX16" fmla="*/ 8681 w 404528"/>
                <a:gd name="csY16" fmla="*/ 75 h 425125"/>
                <a:gd name="csX17" fmla="*/ 475 w 404528"/>
                <a:gd name="csY17" fmla="*/ 2201 h 425125"/>
                <a:gd name="csX18" fmla="*/ 171 w 404528"/>
                <a:gd name="csY18" fmla="*/ 12222 h 425125"/>
                <a:gd name="csX19" fmla="*/ 160949 w 404528"/>
                <a:gd name="csY19" fmla="*/ 232072 h 425125"/>
                <a:gd name="csX20" fmla="*/ 3514 w 404528"/>
                <a:gd name="csY20" fmla="*/ 416395 h 425125"/>
                <a:gd name="csX21" fmla="*/ 475 w 404528"/>
                <a:gd name="csY21" fmla="*/ 421861 h 425125"/>
                <a:gd name="csX22" fmla="*/ 8681 w 404528"/>
                <a:gd name="csY22" fmla="*/ 425201 h 425125"/>
                <a:gd name="csX23" fmla="*/ 367925 w 404528"/>
                <a:gd name="csY23" fmla="*/ 425201 h 425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4528" h="425125">
                  <a:moveTo>
                    <a:pt x="367925" y="425201"/>
                  </a:moveTo>
                  <a:lnTo>
                    <a:pt x="404700" y="328029"/>
                  </a:lnTo>
                  <a:lnTo>
                    <a:pt x="397102" y="328029"/>
                  </a:lnTo>
                  <a:cubicBezTo>
                    <a:pt x="385249" y="359610"/>
                    <a:pt x="353032" y="380259"/>
                    <a:pt x="318081" y="389369"/>
                  </a:cubicBezTo>
                  <a:cubicBezTo>
                    <a:pt x="311698" y="390887"/>
                    <a:pt x="281913" y="398782"/>
                    <a:pt x="223559" y="398782"/>
                  </a:cubicBezTo>
                  <a:lnTo>
                    <a:pt x="40290" y="398782"/>
                  </a:lnTo>
                  <a:lnTo>
                    <a:pt x="194989" y="217497"/>
                  </a:lnTo>
                  <a:cubicBezTo>
                    <a:pt x="197117" y="215067"/>
                    <a:pt x="197725" y="214156"/>
                    <a:pt x="197725" y="212638"/>
                  </a:cubicBezTo>
                  <a:cubicBezTo>
                    <a:pt x="197725" y="212031"/>
                    <a:pt x="197725" y="211120"/>
                    <a:pt x="195597" y="208083"/>
                  </a:cubicBezTo>
                  <a:lnTo>
                    <a:pt x="53967" y="14651"/>
                  </a:lnTo>
                  <a:lnTo>
                    <a:pt x="220519" y="14651"/>
                  </a:lnTo>
                  <a:cubicBezTo>
                    <a:pt x="261246" y="14651"/>
                    <a:pt x="288903" y="18902"/>
                    <a:pt x="291639" y="19510"/>
                  </a:cubicBezTo>
                  <a:cubicBezTo>
                    <a:pt x="308051" y="21939"/>
                    <a:pt x="334493" y="27101"/>
                    <a:pt x="358503" y="42284"/>
                  </a:cubicBezTo>
                  <a:cubicBezTo>
                    <a:pt x="366101" y="47143"/>
                    <a:pt x="386768" y="60807"/>
                    <a:pt x="397102" y="85404"/>
                  </a:cubicBezTo>
                  <a:lnTo>
                    <a:pt x="404700" y="85404"/>
                  </a:lnTo>
                  <a:lnTo>
                    <a:pt x="367925" y="75"/>
                  </a:lnTo>
                  <a:lnTo>
                    <a:pt x="8681" y="75"/>
                  </a:lnTo>
                  <a:cubicBezTo>
                    <a:pt x="1691" y="75"/>
                    <a:pt x="1387" y="379"/>
                    <a:pt x="475" y="2201"/>
                  </a:cubicBezTo>
                  <a:cubicBezTo>
                    <a:pt x="171" y="3112"/>
                    <a:pt x="171" y="8881"/>
                    <a:pt x="171" y="12222"/>
                  </a:cubicBezTo>
                  <a:lnTo>
                    <a:pt x="160949" y="232072"/>
                  </a:lnTo>
                  <a:lnTo>
                    <a:pt x="3514" y="416395"/>
                  </a:lnTo>
                  <a:cubicBezTo>
                    <a:pt x="475" y="420039"/>
                    <a:pt x="475" y="421557"/>
                    <a:pt x="475" y="421861"/>
                  </a:cubicBezTo>
                  <a:cubicBezTo>
                    <a:pt x="475" y="425201"/>
                    <a:pt x="3211" y="425201"/>
                    <a:pt x="8681" y="425201"/>
                  </a:cubicBezTo>
                  <a:lnTo>
                    <a:pt x="367925" y="425201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B71EF90-3B4F-A229-A3EF-002AE788813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7340891" y="5341277"/>
              <a:ext cx="55314" cy="212350"/>
            </a:xfrm>
            <a:custGeom>
              <a:avLst/>
              <a:gdLst>
                <a:gd name="csX0" fmla="*/ 51217 w 55314"/>
                <a:gd name="csY0" fmla="*/ 97 h 212350"/>
                <a:gd name="csX1" fmla="*/ 157 w 55314"/>
                <a:gd name="csY1" fmla="*/ 106166 h 212350"/>
                <a:gd name="csX2" fmla="*/ 51217 w 55314"/>
                <a:gd name="csY2" fmla="*/ 212447 h 212350"/>
                <a:gd name="csX3" fmla="*/ 55472 w 55314"/>
                <a:gd name="csY3" fmla="*/ 209897 h 212350"/>
                <a:gd name="csX4" fmla="*/ 53344 w 55314"/>
                <a:gd name="csY4" fmla="*/ 206708 h 212350"/>
                <a:gd name="csX5" fmla="*/ 14624 w 55314"/>
                <a:gd name="csY5" fmla="*/ 106379 h 212350"/>
                <a:gd name="csX6" fmla="*/ 53982 w 55314"/>
                <a:gd name="csY6" fmla="*/ 5199 h 212350"/>
                <a:gd name="csX7" fmla="*/ 55472 w 55314"/>
                <a:gd name="csY7" fmla="*/ 2648 h 212350"/>
                <a:gd name="csX8" fmla="*/ 51217 w 55314"/>
                <a:gd name="csY8" fmla="*/ 97 h 212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5314" h="212350">
                  <a:moveTo>
                    <a:pt x="51217" y="97"/>
                  </a:moveTo>
                  <a:cubicBezTo>
                    <a:pt x="10794" y="28581"/>
                    <a:pt x="157" y="73644"/>
                    <a:pt x="157" y="106166"/>
                  </a:cubicBezTo>
                  <a:cubicBezTo>
                    <a:pt x="157" y="136137"/>
                    <a:pt x="9092" y="182689"/>
                    <a:pt x="51217" y="212447"/>
                  </a:cubicBezTo>
                  <a:cubicBezTo>
                    <a:pt x="52919" y="212447"/>
                    <a:pt x="55472" y="212447"/>
                    <a:pt x="55472" y="209897"/>
                  </a:cubicBezTo>
                  <a:cubicBezTo>
                    <a:pt x="55472" y="208621"/>
                    <a:pt x="54833" y="208196"/>
                    <a:pt x="53344" y="206708"/>
                  </a:cubicBezTo>
                  <a:cubicBezTo>
                    <a:pt x="25048" y="181201"/>
                    <a:pt x="14624" y="145065"/>
                    <a:pt x="14624" y="106379"/>
                  </a:cubicBezTo>
                  <a:cubicBezTo>
                    <a:pt x="14624" y="48987"/>
                    <a:pt x="36537" y="20928"/>
                    <a:pt x="53982" y="5199"/>
                  </a:cubicBezTo>
                  <a:cubicBezTo>
                    <a:pt x="54833" y="4348"/>
                    <a:pt x="55472" y="3711"/>
                    <a:pt x="55472" y="2648"/>
                  </a:cubicBezTo>
                  <a:cubicBezTo>
                    <a:pt x="55472" y="97"/>
                    <a:pt x="52919" y="97"/>
                    <a:pt x="51217" y="97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254C2C9-8E30-4B86-E2F9-75C8A6B10AA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7425019" y="5355518"/>
              <a:ext cx="100418" cy="145180"/>
            </a:xfrm>
            <a:custGeom>
              <a:avLst/>
              <a:gdLst>
                <a:gd name="csX0" fmla="*/ 74409 w 100418"/>
                <a:gd name="csY0" fmla="*/ 16890 h 145180"/>
                <a:gd name="csX1" fmla="*/ 92706 w 100418"/>
                <a:gd name="csY1" fmla="*/ 7749 h 145180"/>
                <a:gd name="csX2" fmla="*/ 100578 w 100418"/>
                <a:gd name="csY2" fmla="*/ 3286 h 145180"/>
                <a:gd name="csX3" fmla="*/ 97174 w 100418"/>
                <a:gd name="csY3" fmla="*/ 97 h 145180"/>
                <a:gd name="csX4" fmla="*/ 82919 w 100418"/>
                <a:gd name="csY4" fmla="*/ 735 h 145180"/>
                <a:gd name="csX5" fmla="*/ 68452 w 100418"/>
                <a:gd name="csY5" fmla="*/ 947 h 145180"/>
                <a:gd name="csX6" fmla="*/ 53773 w 100418"/>
                <a:gd name="csY6" fmla="*/ 735 h 145180"/>
                <a:gd name="csX7" fmla="*/ 39093 w 100418"/>
                <a:gd name="csY7" fmla="*/ 97 h 145180"/>
                <a:gd name="csX8" fmla="*/ 34625 w 100418"/>
                <a:gd name="csY8" fmla="*/ 4773 h 145180"/>
                <a:gd name="csX9" fmla="*/ 41646 w 100418"/>
                <a:gd name="csY9" fmla="*/ 7749 h 145180"/>
                <a:gd name="csX10" fmla="*/ 49730 w 100418"/>
                <a:gd name="csY10" fmla="*/ 8175 h 145180"/>
                <a:gd name="csX11" fmla="*/ 55475 w 100418"/>
                <a:gd name="csY11" fmla="*/ 11150 h 145180"/>
                <a:gd name="csX12" fmla="*/ 54624 w 100418"/>
                <a:gd name="csY12" fmla="*/ 15614 h 145180"/>
                <a:gd name="csX13" fmla="*/ 26328 w 100418"/>
                <a:gd name="csY13" fmla="*/ 128485 h 145180"/>
                <a:gd name="csX14" fmla="*/ 8031 w 100418"/>
                <a:gd name="csY14" fmla="*/ 137625 h 145180"/>
                <a:gd name="csX15" fmla="*/ 160 w 100418"/>
                <a:gd name="csY15" fmla="*/ 142302 h 145180"/>
                <a:gd name="csX16" fmla="*/ 3564 w 100418"/>
                <a:gd name="csY16" fmla="*/ 145278 h 145180"/>
                <a:gd name="csX17" fmla="*/ 32285 w 100418"/>
                <a:gd name="csY17" fmla="*/ 144427 h 145180"/>
                <a:gd name="csX18" fmla="*/ 46965 w 100418"/>
                <a:gd name="csY18" fmla="*/ 144640 h 145180"/>
                <a:gd name="csX19" fmla="*/ 61644 w 100418"/>
                <a:gd name="csY19" fmla="*/ 145278 h 145180"/>
                <a:gd name="csX20" fmla="*/ 66112 w 100418"/>
                <a:gd name="csY20" fmla="*/ 140601 h 145180"/>
                <a:gd name="csX21" fmla="*/ 59304 w 100418"/>
                <a:gd name="csY21" fmla="*/ 137625 h 145180"/>
                <a:gd name="csX22" fmla="*/ 50156 w 100418"/>
                <a:gd name="csY22" fmla="*/ 137200 h 145180"/>
                <a:gd name="csX23" fmla="*/ 45263 w 100418"/>
                <a:gd name="csY23" fmla="*/ 134012 h 145180"/>
                <a:gd name="csX24" fmla="*/ 46114 w 100418"/>
                <a:gd name="csY24" fmla="*/ 129335 h 145180"/>
                <a:gd name="csX25" fmla="*/ 74409 w 100418"/>
                <a:gd name="csY25" fmla="*/ 16890 h 1451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00418" h="145180">
                  <a:moveTo>
                    <a:pt x="74409" y="16890"/>
                  </a:moveTo>
                  <a:cubicBezTo>
                    <a:pt x="76324" y="9662"/>
                    <a:pt x="76750" y="7749"/>
                    <a:pt x="92706" y="7749"/>
                  </a:cubicBezTo>
                  <a:cubicBezTo>
                    <a:pt x="98025" y="7749"/>
                    <a:pt x="100578" y="7749"/>
                    <a:pt x="100578" y="3286"/>
                  </a:cubicBezTo>
                  <a:cubicBezTo>
                    <a:pt x="100578" y="1373"/>
                    <a:pt x="99088" y="97"/>
                    <a:pt x="97174" y="97"/>
                  </a:cubicBezTo>
                  <a:cubicBezTo>
                    <a:pt x="92706" y="97"/>
                    <a:pt x="87387" y="735"/>
                    <a:pt x="82919" y="735"/>
                  </a:cubicBezTo>
                  <a:cubicBezTo>
                    <a:pt x="78239" y="735"/>
                    <a:pt x="73133" y="947"/>
                    <a:pt x="68452" y="947"/>
                  </a:cubicBezTo>
                  <a:cubicBezTo>
                    <a:pt x="68452" y="947"/>
                    <a:pt x="53773" y="735"/>
                    <a:pt x="53773" y="735"/>
                  </a:cubicBezTo>
                  <a:cubicBezTo>
                    <a:pt x="49092" y="735"/>
                    <a:pt x="43773" y="97"/>
                    <a:pt x="39093" y="97"/>
                  </a:cubicBezTo>
                  <a:cubicBezTo>
                    <a:pt x="37816" y="97"/>
                    <a:pt x="34625" y="97"/>
                    <a:pt x="34625" y="4773"/>
                  </a:cubicBezTo>
                  <a:cubicBezTo>
                    <a:pt x="34625" y="7749"/>
                    <a:pt x="36965" y="7749"/>
                    <a:pt x="41646" y="7749"/>
                  </a:cubicBezTo>
                  <a:cubicBezTo>
                    <a:pt x="41859" y="7749"/>
                    <a:pt x="46114" y="7749"/>
                    <a:pt x="49730" y="8175"/>
                  </a:cubicBezTo>
                  <a:cubicBezTo>
                    <a:pt x="53985" y="8600"/>
                    <a:pt x="55475" y="8812"/>
                    <a:pt x="55475" y="11150"/>
                  </a:cubicBezTo>
                  <a:cubicBezTo>
                    <a:pt x="55475" y="12426"/>
                    <a:pt x="55049" y="13914"/>
                    <a:pt x="54624" y="15614"/>
                  </a:cubicBezTo>
                  <a:lnTo>
                    <a:pt x="26328" y="128485"/>
                  </a:lnTo>
                  <a:cubicBezTo>
                    <a:pt x="24626" y="135500"/>
                    <a:pt x="23988" y="137625"/>
                    <a:pt x="8031" y="137625"/>
                  </a:cubicBezTo>
                  <a:cubicBezTo>
                    <a:pt x="2287" y="137625"/>
                    <a:pt x="160" y="137625"/>
                    <a:pt x="160" y="142302"/>
                  </a:cubicBezTo>
                  <a:cubicBezTo>
                    <a:pt x="160" y="142514"/>
                    <a:pt x="160" y="145278"/>
                    <a:pt x="3564" y="145278"/>
                  </a:cubicBezTo>
                  <a:cubicBezTo>
                    <a:pt x="9946" y="145278"/>
                    <a:pt x="25902" y="144427"/>
                    <a:pt x="32285" y="144427"/>
                  </a:cubicBezTo>
                  <a:lnTo>
                    <a:pt x="46965" y="144640"/>
                  </a:lnTo>
                  <a:cubicBezTo>
                    <a:pt x="51645" y="144640"/>
                    <a:pt x="56964" y="145278"/>
                    <a:pt x="61644" y="145278"/>
                  </a:cubicBezTo>
                  <a:cubicBezTo>
                    <a:pt x="62921" y="145278"/>
                    <a:pt x="66112" y="145278"/>
                    <a:pt x="66112" y="140601"/>
                  </a:cubicBezTo>
                  <a:cubicBezTo>
                    <a:pt x="66112" y="137625"/>
                    <a:pt x="63559" y="137625"/>
                    <a:pt x="59304" y="137625"/>
                  </a:cubicBezTo>
                  <a:cubicBezTo>
                    <a:pt x="58879" y="137625"/>
                    <a:pt x="54411" y="137625"/>
                    <a:pt x="50156" y="137200"/>
                  </a:cubicBezTo>
                  <a:cubicBezTo>
                    <a:pt x="45263" y="136775"/>
                    <a:pt x="45263" y="135925"/>
                    <a:pt x="45263" y="134012"/>
                  </a:cubicBezTo>
                  <a:cubicBezTo>
                    <a:pt x="45263" y="133799"/>
                    <a:pt x="45263" y="132524"/>
                    <a:pt x="46114" y="129335"/>
                  </a:cubicBezTo>
                  <a:lnTo>
                    <a:pt x="74409" y="16890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6C40AEE-9AFD-27D9-1C49-76ACB7DA628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550397" y="5338696"/>
              <a:ext cx="126586" cy="126626"/>
            </a:xfrm>
            <a:custGeom>
              <a:avLst/>
              <a:gdLst>
                <a:gd name="csX0" fmla="*/ 67788 w 126586"/>
                <a:gd name="csY0" fmla="*/ 67660 h 126626"/>
                <a:gd name="csX1" fmla="*/ 120671 w 126586"/>
                <a:gd name="csY1" fmla="*/ 67660 h 126626"/>
                <a:gd name="csX2" fmla="*/ 126750 w 126586"/>
                <a:gd name="csY2" fmla="*/ 63409 h 126626"/>
                <a:gd name="csX3" fmla="*/ 120671 w 126586"/>
                <a:gd name="csY3" fmla="*/ 59157 h 126626"/>
                <a:gd name="csX4" fmla="*/ 67788 w 126586"/>
                <a:gd name="csY4" fmla="*/ 59157 h 126626"/>
                <a:gd name="csX5" fmla="*/ 67788 w 126586"/>
                <a:gd name="csY5" fmla="*/ 6320 h 126626"/>
                <a:gd name="csX6" fmla="*/ 63533 w 126586"/>
                <a:gd name="csY6" fmla="*/ 95 h 126626"/>
                <a:gd name="csX7" fmla="*/ 59278 w 126586"/>
                <a:gd name="csY7" fmla="*/ 6320 h 126626"/>
                <a:gd name="csX8" fmla="*/ 59278 w 126586"/>
                <a:gd name="csY8" fmla="*/ 59157 h 126626"/>
                <a:gd name="csX9" fmla="*/ 6242 w 126586"/>
                <a:gd name="csY9" fmla="*/ 59157 h 126626"/>
                <a:gd name="csX10" fmla="*/ 164 w 126586"/>
                <a:gd name="csY10" fmla="*/ 63409 h 126626"/>
                <a:gd name="csX11" fmla="*/ 6242 w 126586"/>
                <a:gd name="csY11" fmla="*/ 67660 h 126626"/>
                <a:gd name="csX12" fmla="*/ 59278 w 126586"/>
                <a:gd name="csY12" fmla="*/ 67660 h 126626"/>
                <a:gd name="csX13" fmla="*/ 59278 w 126586"/>
                <a:gd name="csY13" fmla="*/ 120497 h 126626"/>
                <a:gd name="csX14" fmla="*/ 63533 w 126586"/>
                <a:gd name="csY14" fmla="*/ 126722 h 126626"/>
                <a:gd name="csX15" fmla="*/ 67788 w 126586"/>
                <a:gd name="csY15" fmla="*/ 120497 h 126626"/>
                <a:gd name="csX16" fmla="*/ 67788 w 126586"/>
                <a:gd name="csY16" fmla="*/ 67660 h 126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6586" h="126626">
                  <a:moveTo>
                    <a:pt x="67788" y="67660"/>
                  </a:moveTo>
                  <a:lnTo>
                    <a:pt x="120671" y="67660"/>
                  </a:lnTo>
                  <a:cubicBezTo>
                    <a:pt x="122647" y="67660"/>
                    <a:pt x="126750" y="67660"/>
                    <a:pt x="126750" y="63409"/>
                  </a:cubicBezTo>
                  <a:cubicBezTo>
                    <a:pt x="126750" y="59157"/>
                    <a:pt x="122647" y="59157"/>
                    <a:pt x="120671" y="59157"/>
                  </a:cubicBezTo>
                  <a:lnTo>
                    <a:pt x="67788" y="59157"/>
                  </a:lnTo>
                  <a:lnTo>
                    <a:pt x="67788" y="6320"/>
                  </a:lnTo>
                  <a:cubicBezTo>
                    <a:pt x="67788" y="4195"/>
                    <a:pt x="67788" y="95"/>
                    <a:pt x="63533" y="95"/>
                  </a:cubicBezTo>
                  <a:cubicBezTo>
                    <a:pt x="59278" y="95"/>
                    <a:pt x="59278" y="4195"/>
                    <a:pt x="59278" y="6320"/>
                  </a:cubicBezTo>
                  <a:lnTo>
                    <a:pt x="59278" y="59157"/>
                  </a:lnTo>
                  <a:lnTo>
                    <a:pt x="6242" y="59157"/>
                  </a:lnTo>
                  <a:cubicBezTo>
                    <a:pt x="4267" y="59157"/>
                    <a:pt x="164" y="59157"/>
                    <a:pt x="164" y="63409"/>
                  </a:cubicBezTo>
                  <a:cubicBezTo>
                    <a:pt x="164" y="67660"/>
                    <a:pt x="4267" y="67660"/>
                    <a:pt x="6242" y="67660"/>
                  </a:cubicBezTo>
                  <a:lnTo>
                    <a:pt x="59278" y="67660"/>
                  </a:lnTo>
                  <a:lnTo>
                    <a:pt x="59278" y="120497"/>
                  </a:lnTo>
                  <a:cubicBezTo>
                    <a:pt x="59278" y="122622"/>
                    <a:pt x="59278" y="126722"/>
                    <a:pt x="63533" y="126722"/>
                  </a:cubicBezTo>
                  <a:cubicBezTo>
                    <a:pt x="67788" y="126722"/>
                    <a:pt x="67788" y="122622"/>
                    <a:pt x="67788" y="120497"/>
                  </a:cubicBezTo>
                  <a:lnTo>
                    <a:pt x="67788" y="67660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4404011-5A31-1864-A2D4-E135CF0ABE1D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7730868" y="5476254"/>
              <a:ext cx="27019" cy="65469"/>
            </a:xfrm>
            <a:custGeom>
              <a:avLst/>
              <a:gdLst>
                <a:gd name="csX0" fmla="*/ 21232 w 27019"/>
                <a:gd name="csY0" fmla="*/ 21141 h 65469"/>
                <a:gd name="csX1" fmla="*/ 4637 w 27019"/>
                <a:gd name="csY1" fmla="*/ 60040 h 65469"/>
                <a:gd name="csX2" fmla="*/ 3148 w 27019"/>
                <a:gd name="csY2" fmla="*/ 62591 h 65469"/>
                <a:gd name="csX3" fmla="*/ 6126 w 27019"/>
                <a:gd name="csY3" fmla="*/ 65567 h 65469"/>
                <a:gd name="csX4" fmla="*/ 27189 w 27019"/>
                <a:gd name="csY4" fmla="*/ 23267 h 65469"/>
                <a:gd name="csX5" fmla="*/ 12296 w 27019"/>
                <a:gd name="csY5" fmla="*/ 97 h 65469"/>
                <a:gd name="csX6" fmla="*/ 169 w 27019"/>
                <a:gd name="csY6" fmla="*/ 12213 h 65469"/>
                <a:gd name="csX7" fmla="*/ 12509 w 27019"/>
                <a:gd name="csY7" fmla="*/ 24542 h 65469"/>
                <a:gd name="csX8" fmla="*/ 21232 w 27019"/>
                <a:gd name="csY8" fmla="*/ 21141 h 65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019" h="65469">
                  <a:moveTo>
                    <a:pt x="21232" y="21141"/>
                  </a:moveTo>
                  <a:cubicBezTo>
                    <a:pt x="21232" y="32832"/>
                    <a:pt x="19104" y="46436"/>
                    <a:pt x="4637" y="60040"/>
                  </a:cubicBezTo>
                  <a:cubicBezTo>
                    <a:pt x="3786" y="60890"/>
                    <a:pt x="3148" y="61528"/>
                    <a:pt x="3148" y="62591"/>
                  </a:cubicBezTo>
                  <a:cubicBezTo>
                    <a:pt x="3148" y="64079"/>
                    <a:pt x="4850" y="65567"/>
                    <a:pt x="6126" y="65567"/>
                  </a:cubicBezTo>
                  <a:cubicBezTo>
                    <a:pt x="9105" y="65567"/>
                    <a:pt x="27189" y="48561"/>
                    <a:pt x="27189" y="23267"/>
                  </a:cubicBezTo>
                  <a:cubicBezTo>
                    <a:pt x="27189" y="10088"/>
                    <a:pt x="22083" y="97"/>
                    <a:pt x="12296" y="97"/>
                  </a:cubicBezTo>
                  <a:cubicBezTo>
                    <a:pt x="5275" y="97"/>
                    <a:pt x="169" y="5624"/>
                    <a:pt x="169" y="12213"/>
                  </a:cubicBezTo>
                  <a:cubicBezTo>
                    <a:pt x="169" y="19015"/>
                    <a:pt x="5063" y="24542"/>
                    <a:pt x="12509" y="24542"/>
                  </a:cubicBezTo>
                  <a:cubicBezTo>
                    <a:pt x="17615" y="24542"/>
                    <a:pt x="21019" y="21141"/>
                    <a:pt x="21232" y="21141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3A58656-970A-0BC9-4A2E-9291907574FE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7788372" y="5357006"/>
              <a:ext cx="158924" cy="143692"/>
            </a:xfrm>
            <a:custGeom>
              <a:avLst/>
              <a:gdLst>
                <a:gd name="csX0" fmla="*/ 94420 w 158924"/>
                <a:gd name="csY0" fmla="*/ 15189 h 143692"/>
                <a:gd name="csX1" fmla="*/ 101015 w 158924"/>
                <a:gd name="csY1" fmla="*/ 7962 h 143692"/>
                <a:gd name="csX2" fmla="*/ 113780 w 158924"/>
                <a:gd name="csY2" fmla="*/ 7749 h 143692"/>
                <a:gd name="csX3" fmla="*/ 137608 w 158924"/>
                <a:gd name="csY3" fmla="*/ 9450 h 143692"/>
                <a:gd name="csX4" fmla="*/ 147608 w 158924"/>
                <a:gd name="csY4" fmla="*/ 26242 h 143692"/>
                <a:gd name="csX5" fmla="*/ 146118 w 158924"/>
                <a:gd name="csY5" fmla="*/ 43460 h 143692"/>
                <a:gd name="csX6" fmla="*/ 145693 w 158924"/>
                <a:gd name="csY6" fmla="*/ 45798 h 143692"/>
                <a:gd name="csX7" fmla="*/ 149310 w 158924"/>
                <a:gd name="csY7" fmla="*/ 48987 h 143692"/>
                <a:gd name="csX8" fmla="*/ 153352 w 158924"/>
                <a:gd name="csY8" fmla="*/ 43673 h 143692"/>
                <a:gd name="csX9" fmla="*/ 159096 w 158924"/>
                <a:gd name="csY9" fmla="*/ 3073 h 143692"/>
                <a:gd name="csX10" fmla="*/ 152714 w 158924"/>
                <a:gd name="csY10" fmla="*/ 97 h 143692"/>
                <a:gd name="csX11" fmla="*/ 21872 w 158924"/>
                <a:gd name="csY11" fmla="*/ 97 h 143692"/>
                <a:gd name="csX12" fmla="*/ 14639 w 158924"/>
                <a:gd name="csY12" fmla="*/ 4561 h 143692"/>
                <a:gd name="csX13" fmla="*/ 1236 w 158924"/>
                <a:gd name="csY13" fmla="*/ 42185 h 143692"/>
                <a:gd name="csX14" fmla="*/ 172 w 158924"/>
                <a:gd name="csY14" fmla="*/ 46011 h 143692"/>
                <a:gd name="csX15" fmla="*/ 3789 w 158924"/>
                <a:gd name="csY15" fmla="*/ 48987 h 143692"/>
                <a:gd name="csX16" fmla="*/ 8256 w 158924"/>
                <a:gd name="csY16" fmla="*/ 43885 h 143692"/>
                <a:gd name="csX17" fmla="*/ 59955 w 158924"/>
                <a:gd name="csY17" fmla="*/ 7749 h 143692"/>
                <a:gd name="csX18" fmla="*/ 68890 w 158924"/>
                <a:gd name="csY18" fmla="*/ 7749 h 143692"/>
                <a:gd name="csX19" fmla="*/ 75485 w 158924"/>
                <a:gd name="csY19" fmla="*/ 9875 h 143692"/>
                <a:gd name="csX20" fmla="*/ 74634 w 158924"/>
                <a:gd name="csY20" fmla="*/ 14339 h 143692"/>
                <a:gd name="csX21" fmla="*/ 46551 w 158924"/>
                <a:gd name="csY21" fmla="*/ 126147 h 143692"/>
                <a:gd name="csX22" fmla="*/ 21660 w 158924"/>
                <a:gd name="csY22" fmla="*/ 136137 h 143692"/>
                <a:gd name="csX23" fmla="*/ 12086 w 158924"/>
                <a:gd name="csY23" fmla="*/ 140814 h 143692"/>
                <a:gd name="csX24" fmla="*/ 15702 w 158924"/>
                <a:gd name="csY24" fmla="*/ 143790 h 143692"/>
                <a:gd name="csX25" fmla="*/ 33999 w 158924"/>
                <a:gd name="csY25" fmla="*/ 143152 h 143692"/>
                <a:gd name="csX26" fmla="*/ 52295 w 158924"/>
                <a:gd name="csY26" fmla="*/ 142939 h 143692"/>
                <a:gd name="csX27" fmla="*/ 71443 w 158924"/>
                <a:gd name="csY27" fmla="*/ 143152 h 143692"/>
                <a:gd name="csX28" fmla="*/ 89314 w 158924"/>
                <a:gd name="csY28" fmla="*/ 143790 h 143692"/>
                <a:gd name="csX29" fmla="*/ 94207 w 158924"/>
                <a:gd name="csY29" fmla="*/ 139113 h 143692"/>
                <a:gd name="csX30" fmla="*/ 85485 w 158924"/>
                <a:gd name="csY30" fmla="*/ 136137 h 143692"/>
                <a:gd name="csX31" fmla="*/ 73145 w 158924"/>
                <a:gd name="csY31" fmla="*/ 135712 h 143692"/>
                <a:gd name="csX32" fmla="*/ 65486 w 158924"/>
                <a:gd name="csY32" fmla="*/ 131674 h 143692"/>
                <a:gd name="csX33" fmla="*/ 66337 w 158924"/>
                <a:gd name="csY33" fmla="*/ 126785 h 143692"/>
                <a:gd name="csX34" fmla="*/ 94420 w 158924"/>
                <a:gd name="csY34" fmla="*/ 15189 h 143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58924" h="143692">
                  <a:moveTo>
                    <a:pt x="94420" y="15189"/>
                  </a:moveTo>
                  <a:cubicBezTo>
                    <a:pt x="95909" y="9025"/>
                    <a:pt x="96335" y="8387"/>
                    <a:pt x="101015" y="7962"/>
                  </a:cubicBezTo>
                  <a:cubicBezTo>
                    <a:pt x="102079" y="7749"/>
                    <a:pt x="109525" y="7749"/>
                    <a:pt x="113780" y="7749"/>
                  </a:cubicBezTo>
                  <a:cubicBezTo>
                    <a:pt x="126758" y="7749"/>
                    <a:pt x="132290" y="7749"/>
                    <a:pt x="137608" y="9450"/>
                  </a:cubicBezTo>
                  <a:cubicBezTo>
                    <a:pt x="147182" y="12426"/>
                    <a:pt x="147608" y="18590"/>
                    <a:pt x="147608" y="26242"/>
                  </a:cubicBezTo>
                  <a:cubicBezTo>
                    <a:pt x="147608" y="29643"/>
                    <a:pt x="147608" y="32407"/>
                    <a:pt x="146118" y="43460"/>
                  </a:cubicBezTo>
                  <a:lnTo>
                    <a:pt x="145693" y="45798"/>
                  </a:lnTo>
                  <a:cubicBezTo>
                    <a:pt x="145693" y="47924"/>
                    <a:pt x="147182" y="48987"/>
                    <a:pt x="149310" y="48987"/>
                  </a:cubicBezTo>
                  <a:cubicBezTo>
                    <a:pt x="152501" y="48987"/>
                    <a:pt x="152926" y="47074"/>
                    <a:pt x="153352" y="43673"/>
                  </a:cubicBezTo>
                  <a:lnTo>
                    <a:pt x="159096" y="3073"/>
                  </a:lnTo>
                  <a:cubicBezTo>
                    <a:pt x="159096" y="97"/>
                    <a:pt x="156543" y="97"/>
                    <a:pt x="152714" y="97"/>
                  </a:cubicBezTo>
                  <a:lnTo>
                    <a:pt x="21872" y="97"/>
                  </a:lnTo>
                  <a:cubicBezTo>
                    <a:pt x="16554" y="97"/>
                    <a:pt x="16128" y="97"/>
                    <a:pt x="14639" y="4561"/>
                  </a:cubicBezTo>
                  <a:lnTo>
                    <a:pt x="1236" y="42185"/>
                  </a:lnTo>
                  <a:cubicBezTo>
                    <a:pt x="1023" y="43035"/>
                    <a:pt x="172" y="44948"/>
                    <a:pt x="172" y="46011"/>
                  </a:cubicBezTo>
                  <a:cubicBezTo>
                    <a:pt x="172" y="46861"/>
                    <a:pt x="597" y="48987"/>
                    <a:pt x="3789" y="48987"/>
                  </a:cubicBezTo>
                  <a:cubicBezTo>
                    <a:pt x="6554" y="48987"/>
                    <a:pt x="6980" y="47924"/>
                    <a:pt x="8256" y="43885"/>
                  </a:cubicBezTo>
                  <a:cubicBezTo>
                    <a:pt x="20596" y="9875"/>
                    <a:pt x="27617" y="7749"/>
                    <a:pt x="59955" y="7749"/>
                  </a:cubicBezTo>
                  <a:lnTo>
                    <a:pt x="68890" y="7749"/>
                  </a:lnTo>
                  <a:cubicBezTo>
                    <a:pt x="75273" y="7749"/>
                    <a:pt x="75485" y="7962"/>
                    <a:pt x="75485" y="9875"/>
                  </a:cubicBezTo>
                  <a:cubicBezTo>
                    <a:pt x="75485" y="10088"/>
                    <a:pt x="75485" y="11150"/>
                    <a:pt x="74634" y="14339"/>
                  </a:cubicBezTo>
                  <a:lnTo>
                    <a:pt x="46551" y="126147"/>
                  </a:lnTo>
                  <a:cubicBezTo>
                    <a:pt x="44637" y="134012"/>
                    <a:pt x="43998" y="136137"/>
                    <a:pt x="21660" y="136137"/>
                  </a:cubicBezTo>
                  <a:cubicBezTo>
                    <a:pt x="14001" y="136137"/>
                    <a:pt x="12086" y="136137"/>
                    <a:pt x="12086" y="140814"/>
                  </a:cubicBezTo>
                  <a:cubicBezTo>
                    <a:pt x="12086" y="141451"/>
                    <a:pt x="12511" y="143790"/>
                    <a:pt x="15702" y="143790"/>
                  </a:cubicBezTo>
                  <a:cubicBezTo>
                    <a:pt x="21660" y="143790"/>
                    <a:pt x="28042" y="143152"/>
                    <a:pt x="33999" y="143152"/>
                  </a:cubicBezTo>
                  <a:cubicBezTo>
                    <a:pt x="39956" y="143152"/>
                    <a:pt x="46338" y="142939"/>
                    <a:pt x="52295" y="142939"/>
                  </a:cubicBezTo>
                  <a:cubicBezTo>
                    <a:pt x="58253" y="142939"/>
                    <a:pt x="65486" y="142939"/>
                    <a:pt x="71443" y="143152"/>
                  </a:cubicBezTo>
                  <a:cubicBezTo>
                    <a:pt x="77187" y="143365"/>
                    <a:pt x="83570" y="143790"/>
                    <a:pt x="89314" y="143790"/>
                  </a:cubicBezTo>
                  <a:cubicBezTo>
                    <a:pt x="91016" y="143790"/>
                    <a:pt x="94207" y="143790"/>
                    <a:pt x="94207" y="139113"/>
                  </a:cubicBezTo>
                  <a:cubicBezTo>
                    <a:pt x="94207" y="136137"/>
                    <a:pt x="92080" y="136137"/>
                    <a:pt x="85485" y="136137"/>
                  </a:cubicBezTo>
                  <a:cubicBezTo>
                    <a:pt x="81442" y="136137"/>
                    <a:pt x="77187" y="135925"/>
                    <a:pt x="73145" y="135712"/>
                  </a:cubicBezTo>
                  <a:cubicBezTo>
                    <a:pt x="65912" y="135075"/>
                    <a:pt x="65486" y="134224"/>
                    <a:pt x="65486" y="131674"/>
                  </a:cubicBezTo>
                  <a:cubicBezTo>
                    <a:pt x="65486" y="130186"/>
                    <a:pt x="65486" y="129760"/>
                    <a:pt x="66337" y="126785"/>
                  </a:cubicBezTo>
                  <a:lnTo>
                    <a:pt x="94420" y="15189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2E74FDA-BCC0-E911-0E03-3BA78EB3CD89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7970233" y="5338696"/>
              <a:ext cx="126586" cy="126626"/>
            </a:xfrm>
            <a:custGeom>
              <a:avLst/>
              <a:gdLst>
                <a:gd name="csX0" fmla="*/ 67802 w 126586"/>
                <a:gd name="csY0" fmla="*/ 67660 h 126626"/>
                <a:gd name="csX1" fmla="*/ 120685 w 126586"/>
                <a:gd name="csY1" fmla="*/ 67660 h 126626"/>
                <a:gd name="csX2" fmla="*/ 126764 w 126586"/>
                <a:gd name="csY2" fmla="*/ 63409 h 126626"/>
                <a:gd name="csX3" fmla="*/ 120685 w 126586"/>
                <a:gd name="csY3" fmla="*/ 59157 h 126626"/>
                <a:gd name="csX4" fmla="*/ 67802 w 126586"/>
                <a:gd name="csY4" fmla="*/ 59157 h 126626"/>
                <a:gd name="csX5" fmla="*/ 67802 w 126586"/>
                <a:gd name="csY5" fmla="*/ 6320 h 126626"/>
                <a:gd name="csX6" fmla="*/ 63547 w 126586"/>
                <a:gd name="csY6" fmla="*/ 95 h 126626"/>
                <a:gd name="csX7" fmla="*/ 59292 w 126586"/>
                <a:gd name="csY7" fmla="*/ 6320 h 126626"/>
                <a:gd name="csX8" fmla="*/ 59292 w 126586"/>
                <a:gd name="csY8" fmla="*/ 59157 h 126626"/>
                <a:gd name="csX9" fmla="*/ 6256 w 126586"/>
                <a:gd name="csY9" fmla="*/ 59157 h 126626"/>
                <a:gd name="csX10" fmla="*/ 178 w 126586"/>
                <a:gd name="csY10" fmla="*/ 63409 h 126626"/>
                <a:gd name="csX11" fmla="*/ 6256 w 126586"/>
                <a:gd name="csY11" fmla="*/ 67660 h 126626"/>
                <a:gd name="csX12" fmla="*/ 59292 w 126586"/>
                <a:gd name="csY12" fmla="*/ 67660 h 126626"/>
                <a:gd name="csX13" fmla="*/ 59292 w 126586"/>
                <a:gd name="csY13" fmla="*/ 120497 h 126626"/>
                <a:gd name="csX14" fmla="*/ 63547 w 126586"/>
                <a:gd name="csY14" fmla="*/ 126722 h 126626"/>
                <a:gd name="csX15" fmla="*/ 67802 w 126586"/>
                <a:gd name="csY15" fmla="*/ 120497 h 126626"/>
                <a:gd name="csX16" fmla="*/ 67802 w 126586"/>
                <a:gd name="csY16" fmla="*/ 67660 h 126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6586" h="126626">
                  <a:moveTo>
                    <a:pt x="67802" y="67660"/>
                  </a:moveTo>
                  <a:lnTo>
                    <a:pt x="120685" y="67660"/>
                  </a:lnTo>
                  <a:cubicBezTo>
                    <a:pt x="122661" y="67660"/>
                    <a:pt x="126764" y="67660"/>
                    <a:pt x="126764" y="63409"/>
                  </a:cubicBezTo>
                  <a:cubicBezTo>
                    <a:pt x="126764" y="59157"/>
                    <a:pt x="122661" y="59157"/>
                    <a:pt x="120685" y="59157"/>
                  </a:cubicBezTo>
                  <a:lnTo>
                    <a:pt x="67802" y="59157"/>
                  </a:lnTo>
                  <a:lnTo>
                    <a:pt x="67802" y="6320"/>
                  </a:lnTo>
                  <a:cubicBezTo>
                    <a:pt x="67802" y="4195"/>
                    <a:pt x="67802" y="95"/>
                    <a:pt x="63547" y="95"/>
                  </a:cubicBezTo>
                  <a:cubicBezTo>
                    <a:pt x="59292" y="95"/>
                    <a:pt x="59292" y="4195"/>
                    <a:pt x="59292" y="6320"/>
                  </a:cubicBezTo>
                  <a:lnTo>
                    <a:pt x="59292" y="59157"/>
                  </a:lnTo>
                  <a:lnTo>
                    <a:pt x="6256" y="59157"/>
                  </a:lnTo>
                  <a:cubicBezTo>
                    <a:pt x="4281" y="59157"/>
                    <a:pt x="178" y="59157"/>
                    <a:pt x="178" y="63409"/>
                  </a:cubicBezTo>
                  <a:cubicBezTo>
                    <a:pt x="178" y="67660"/>
                    <a:pt x="4281" y="67660"/>
                    <a:pt x="6256" y="67660"/>
                  </a:cubicBezTo>
                  <a:lnTo>
                    <a:pt x="59292" y="67660"/>
                  </a:lnTo>
                  <a:lnTo>
                    <a:pt x="59292" y="120497"/>
                  </a:lnTo>
                  <a:cubicBezTo>
                    <a:pt x="59292" y="122622"/>
                    <a:pt x="59292" y="126722"/>
                    <a:pt x="63547" y="126722"/>
                  </a:cubicBezTo>
                  <a:cubicBezTo>
                    <a:pt x="67802" y="126722"/>
                    <a:pt x="67802" y="122622"/>
                    <a:pt x="67802" y="120497"/>
                  </a:cubicBezTo>
                  <a:lnTo>
                    <a:pt x="67802" y="67660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8E5E4CD-4963-7A78-7714-7AF186619588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8150705" y="5476254"/>
              <a:ext cx="27019" cy="65469"/>
            </a:xfrm>
            <a:custGeom>
              <a:avLst/>
              <a:gdLst>
                <a:gd name="csX0" fmla="*/ 21245 w 27019"/>
                <a:gd name="csY0" fmla="*/ 21141 h 65469"/>
                <a:gd name="csX1" fmla="*/ 4651 w 27019"/>
                <a:gd name="csY1" fmla="*/ 60040 h 65469"/>
                <a:gd name="csX2" fmla="*/ 3162 w 27019"/>
                <a:gd name="csY2" fmla="*/ 62591 h 65469"/>
                <a:gd name="csX3" fmla="*/ 6140 w 27019"/>
                <a:gd name="csY3" fmla="*/ 65567 h 65469"/>
                <a:gd name="csX4" fmla="*/ 27202 w 27019"/>
                <a:gd name="csY4" fmla="*/ 23267 h 65469"/>
                <a:gd name="csX5" fmla="*/ 12310 w 27019"/>
                <a:gd name="csY5" fmla="*/ 97 h 65469"/>
                <a:gd name="csX6" fmla="*/ 183 w 27019"/>
                <a:gd name="csY6" fmla="*/ 12213 h 65469"/>
                <a:gd name="csX7" fmla="*/ 12523 w 27019"/>
                <a:gd name="csY7" fmla="*/ 24542 h 65469"/>
                <a:gd name="csX8" fmla="*/ 21245 w 27019"/>
                <a:gd name="csY8" fmla="*/ 21141 h 65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019" h="65469">
                  <a:moveTo>
                    <a:pt x="21245" y="21141"/>
                  </a:moveTo>
                  <a:cubicBezTo>
                    <a:pt x="21245" y="32832"/>
                    <a:pt x="19118" y="46436"/>
                    <a:pt x="4651" y="60040"/>
                  </a:cubicBezTo>
                  <a:cubicBezTo>
                    <a:pt x="3800" y="60890"/>
                    <a:pt x="3162" y="61528"/>
                    <a:pt x="3162" y="62591"/>
                  </a:cubicBezTo>
                  <a:cubicBezTo>
                    <a:pt x="3162" y="64079"/>
                    <a:pt x="4864" y="65567"/>
                    <a:pt x="6140" y="65567"/>
                  </a:cubicBezTo>
                  <a:cubicBezTo>
                    <a:pt x="9119" y="65567"/>
                    <a:pt x="27202" y="48561"/>
                    <a:pt x="27202" y="23267"/>
                  </a:cubicBezTo>
                  <a:cubicBezTo>
                    <a:pt x="27202" y="10088"/>
                    <a:pt x="22096" y="97"/>
                    <a:pt x="12310" y="97"/>
                  </a:cubicBezTo>
                  <a:cubicBezTo>
                    <a:pt x="5289" y="97"/>
                    <a:pt x="183" y="5624"/>
                    <a:pt x="183" y="12213"/>
                  </a:cubicBezTo>
                  <a:cubicBezTo>
                    <a:pt x="183" y="19015"/>
                    <a:pt x="5076" y="24542"/>
                    <a:pt x="12523" y="24542"/>
                  </a:cubicBezTo>
                  <a:cubicBezTo>
                    <a:pt x="17629" y="24542"/>
                    <a:pt x="21033" y="21141"/>
                    <a:pt x="21245" y="21141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7134BBA-D558-DF0A-990D-7B5355858FD0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8208208" y="5357006"/>
              <a:ext cx="158924" cy="143692"/>
            </a:xfrm>
            <a:custGeom>
              <a:avLst/>
              <a:gdLst>
                <a:gd name="csX0" fmla="*/ 94434 w 158924"/>
                <a:gd name="csY0" fmla="*/ 15189 h 143692"/>
                <a:gd name="csX1" fmla="*/ 101029 w 158924"/>
                <a:gd name="csY1" fmla="*/ 7962 h 143692"/>
                <a:gd name="csX2" fmla="*/ 113794 w 158924"/>
                <a:gd name="csY2" fmla="*/ 7749 h 143692"/>
                <a:gd name="csX3" fmla="*/ 137622 w 158924"/>
                <a:gd name="csY3" fmla="*/ 9450 h 143692"/>
                <a:gd name="csX4" fmla="*/ 147621 w 158924"/>
                <a:gd name="csY4" fmla="*/ 26242 h 143692"/>
                <a:gd name="csX5" fmla="*/ 146132 w 158924"/>
                <a:gd name="csY5" fmla="*/ 43460 h 143692"/>
                <a:gd name="csX6" fmla="*/ 145707 w 158924"/>
                <a:gd name="csY6" fmla="*/ 45798 h 143692"/>
                <a:gd name="csX7" fmla="*/ 149323 w 158924"/>
                <a:gd name="csY7" fmla="*/ 48987 h 143692"/>
                <a:gd name="csX8" fmla="*/ 153366 w 158924"/>
                <a:gd name="csY8" fmla="*/ 43673 h 143692"/>
                <a:gd name="csX9" fmla="*/ 159110 w 158924"/>
                <a:gd name="csY9" fmla="*/ 3073 h 143692"/>
                <a:gd name="csX10" fmla="*/ 152727 w 158924"/>
                <a:gd name="csY10" fmla="*/ 97 h 143692"/>
                <a:gd name="csX11" fmla="*/ 21886 w 158924"/>
                <a:gd name="csY11" fmla="*/ 97 h 143692"/>
                <a:gd name="csX12" fmla="*/ 14653 w 158924"/>
                <a:gd name="csY12" fmla="*/ 4561 h 143692"/>
                <a:gd name="csX13" fmla="*/ 1249 w 158924"/>
                <a:gd name="csY13" fmla="*/ 42185 h 143692"/>
                <a:gd name="csX14" fmla="*/ 186 w 158924"/>
                <a:gd name="csY14" fmla="*/ 46011 h 143692"/>
                <a:gd name="csX15" fmla="*/ 3802 w 158924"/>
                <a:gd name="csY15" fmla="*/ 48987 h 143692"/>
                <a:gd name="csX16" fmla="*/ 8270 w 158924"/>
                <a:gd name="csY16" fmla="*/ 43885 h 143692"/>
                <a:gd name="csX17" fmla="*/ 59968 w 158924"/>
                <a:gd name="csY17" fmla="*/ 7749 h 143692"/>
                <a:gd name="csX18" fmla="*/ 68904 w 158924"/>
                <a:gd name="csY18" fmla="*/ 7749 h 143692"/>
                <a:gd name="csX19" fmla="*/ 75499 w 158924"/>
                <a:gd name="csY19" fmla="*/ 9875 h 143692"/>
                <a:gd name="csX20" fmla="*/ 74648 w 158924"/>
                <a:gd name="csY20" fmla="*/ 14339 h 143692"/>
                <a:gd name="csX21" fmla="*/ 46565 w 158924"/>
                <a:gd name="csY21" fmla="*/ 126147 h 143692"/>
                <a:gd name="csX22" fmla="*/ 21673 w 158924"/>
                <a:gd name="csY22" fmla="*/ 136137 h 143692"/>
                <a:gd name="csX23" fmla="*/ 12100 w 158924"/>
                <a:gd name="csY23" fmla="*/ 140814 h 143692"/>
                <a:gd name="csX24" fmla="*/ 15716 w 158924"/>
                <a:gd name="csY24" fmla="*/ 143790 h 143692"/>
                <a:gd name="csX25" fmla="*/ 34013 w 158924"/>
                <a:gd name="csY25" fmla="*/ 143152 h 143692"/>
                <a:gd name="csX26" fmla="*/ 52309 w 158924"/>
                <a:gd name="csY26" fmla="*/ 142939 h 143692"/>
                <a:gd name="csX27" fmla="*/ 71457 w 158924"/>
                <a:gd name="csY27" fmla="*/ 143152 h 143692"/>
                <a:gd name="csX28" fmla="*/ 89328 w 158924"/>
                <a:gd name="csY28" fmla="*/ 143790 h 143692"/>
                <a:gd name="csX29" fmla="*/ 94221 w 158924"/>
                <a:gd name="csY29" fmla="*/ 139113 h 143692"/>
                <a:gd name="csX30" fmla="*/ 85498 w 158924"/>
                <a:gd name="csY30" fmla="*/ 136137 h 143692"/>
                <a:gd name="csX31" fmla="*/ 73159 w 158924"/>
                <a:gd name="csY31" fmla="*/ 135712 h 143692"/>
                <a:gd name="csX32" fmla="*/ 65500 w 158924"/>
                <a:gd name="csY32" fmla="*/ 131674 h 143692"/>
                <a:gd name="csX33" fmla="*/ 66351 w 158924"/>
                <a:gd name="csY33" fmla="*/ 126785 h 143692"/>
                <a:gd name="csX34" fmla="*/ 94434 w 158924"/>
                <a:gd name="csY34" fmla="*/ 15189 h 143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58924" h="143692">
                  <a:moveTo>
                    <a:pt x="94434" y="15189"/>
                  </a:moveTo>
                  <a:cubicBezTo>
                    <a:pt x="95923" y="9025"/>
                    <a:pt x="96349" y="8387"/>
                    <a:pt x="101029" y="7962"/>
                  </a:cubicBezTo>
                  <a:cubicBezTo>
                    <a:pt x="102093" y="7749"/>
                    <a:pt x="109539" y="7749"/>
                    <a:pt x="113794" y="7749"/>
                  </a:cubicBezTo>
                  <a:cubicBezTo>
                    <a:pt x="126772" y="7749"/>
                    <a:pt x="132303" y="7749"/>
                    <a:pt x="137622" y="9450"/>
                  </a:cubicBezTo>
                  <a:cubicBezTo>
                    <a:pt x="147196" y="12426"/>
                    <a:pt x="147621" y="18590"/>
                    <a:pt x="147621" y="26242"/>
                  </a:cubicBezTo>
                  <a:cubicBezTo>
                    <a:pt x="147621" y="29643"/>
                    <a:pt x="147621" y="32407"/>
                    <a:pt x="146132" y="43460"/>
                  </a:cubicBezTo>
                  <a:lnTo>
                    <a:pt x="145707" y="45798"/>
                  </a:lnTo>
                  <a:cubicBezTo>
                    <a:pt x="145707" y="47924"/>
                    <a:pt x="147196" y="48987"/>
                    <a:pt x="149323" y="48987"/>
                  </a:cubicBezTo>
                  <a:cubicBezTo>
                    <a:pt x="152515" y="48987"/>
                    <a:pt x="152940" y="47074"/>
                    <a:pt x="153366" y="43673"/>
                  </a:cubicBezTo>
                  <a:lnTo>
                    <a:pt x="159110" y="3073"/>
                  </a:lnTo>
                  <a:cubicBezTo>
                    <a:pt x="159110" y="97"/>
                    <a:pt x="156557" y="97"/>
                    <a:pt x="152727" y="97"/>
                  </a:cubicBezTo>
                  <a:lnTo>
                    <a:pt x="21886" y="97"/>
                  </a:lnTo>
                  <a:cubicBezTo>
                    <a:pt x="16567" y="97"/>
                    <a:pt x="16142" y="97"/>
                    <a:pt x="14653" y="4561"/>
                  </a:cubicBezTo>
                  <a:lnTo>
                    <a:pt x="1249" y="42185"/>
                  </a:lnTo>
                  <a:cubicBezTo>
                    <a:pt x="1037" y="43035"/>
                    <a:pt x="186" y="44948"/>
                    <a:pt x="186" y="46011"/>
                  </a:cubicBezTo>
                  <a:cubicBezTo>
                    <a:pt x="186" y="46861"/>
                    <a:pt x="611" y="48987"/>
                    <a:pt x="3802" y="48987"/>
                  </a:cubicBezTo>
                  <a:cubicBezTo>
                    <a:pt x="6568" y="48987"/>
                    <a:pt x="6994" y="47924"/>
                    <a:pt x="8270" y="43885"/>
                  </a:cubicBezTo>
                  <a:cubicBezTo>
                    <a:pt x="20610" y="9875"/>
                    <a:pt x="27630" y="7749"/>
                    <a:pt x="59968" y="7749"/>
                  </a:cubicBezTo>
                  <a:lnTo>
                    <a:pt x="68904" y="7749"/>
                  </a:lnTo>
                  <a:cubicBezTo>
                    <a:pt x="75286" y="7749"/>
                    <a:pt x="75499" y="7962"/>
                    <a:pt x="75499" y="9875"/>
                  </a:cubicBezTo>
                  <a:cubicBezTo>
                    <a:pt x="75499" y="10088"/>
                    <a:pt x="75499" y="11150"/>
                    <a:pt x="74648" y="14339"/>
                  </a:cubicBezTo>
                  <a:lnTo>
                    <a:pt x="46565" y="126147"/>
                  </a:lnTo>
                  <a:cubicBezTo>
                    <a:pt x="44650" y="134012"/>
                    <a:pt x="44012" y="136137"/>
                    <a:pt x="21673" y="136137"/>
                  </a:cubicBezTo>
                  <a:cubicBezTo>
                    <a:pt x="14014" y="136137"/>
                    <a:pt x="12100" y="136137"/>
                    <a:pt x="12100" y="140814"/>
                  </a:cubicBezTo>
                  <a:cubicBezTo>
                    <a:pt x="12100" y="141451"/>
                    <a:pt x="12525" y="143790"/>
                    <a:pt x="15716" y="143790"/>
                  </a:cubicBezTo>
                  <a:cubicBezTo>
                    <a:pt x="21673" y="143790"/>
                    <a:pt x="28056" y="143152"/>
                    <a:pt x="34013" y="143152"/>
                  </a:cubicBezTo>
                  <a:cubicBezTo>
                    <a:pt x="39970" y="143152"/>
                    <a:pt x="46352" y="142939"/>
                    <a:pt x="52309" y="142939"/>
                  </a:cubicBezTo>
                  <a:cubicBezTo>
                    <a:pt x="58266" y="142939"/>
                    <a:pt x="65500" y="142939"/>
                    <a:pt x="71457" y="143152"/>
                  </a:cubicBezTo>
                  <a:cubicBezTo>
                    <a:pt x="77201" y="143365"/>
                    <a:pt x="83584" y="143790"/>
                    <a:pt x="89328" y="143790"/>
                  </a:cubicBezTo>
                  <a:cubicBezTo>
                    <a:pt x="91030" y="143790"/>
                    <a:pt x="94221" y="143790"/>
                    <a:pt x="94221" y="139113"/>
                  </a:cubicBezTo>
                  <a:cubicBezTo>
                    <a:pt x="94221" y="136137"/>
                    <a:pt x="92094" y="136137"/>
                    <a:pt x="85498" y="136137"/>
                  </a:cubicBezTo>
                  <a:cubicBezTo>
                    <a:pt x="81456" y="136137"/>
                    <a:pt x="77201" y="135925"/>
                    <a:pt x="73159" y="135712"/>
                  </a:cubicBezTo>
                  <a:cubicBezTo>
                    <a:pt x="65925" y="135075"/>
                    <a:pt x="65500" y="134224"/>
                    <a:pt x="65500" y="131674"/>
                  </a:cubicBezTo>
                  <a:cubicBezTo>
                    <a:pt x="65500" y="130186"/>
                    <a:pt x="65500" y="129760"/>
                    <a:pt x="66351" y="126785"/>
                  </a:cubicBezTo>
                  <a:lnTo>
                    <a:pt x="94434" y="15189"/>
                  </a:lnTo>
                  <a:close/>
                </a:path>
              </a:pathLst>
            </a:custGeom>
            <a:solidFill>
              <a:srgbClr val="FF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E7F8087-4FEF-80F4-B479-AAB1DBE0856E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8399643" y="5397758"/>
              <a:ext cx="115948" cy="8502"/>
            </a:xfrm>
            <a:custGeom>
              <a:avLst/>
              <a:gdLst>
                <a:gd name="csX0" fmla="*/ 109606 w 115948"/>
                <a:gd name="csY0" fmla="*/ 8598 h 8502"/>
                <a:gd name="csX1" fmla="*/ 116140 w 115948"/>
                <a:gd name="csY1" fmla="*/ 4346 h 8502"/>
                <a:gd name="csX2" fmla="*/ 109606 w 115948"/>
                <a:gd name="csY2" fmla="*/ 95 h 8502"/>
                <a:gd name="csX3" fmla="*/ 6726 w 115948"/>
                <a:gd name="csY3" fmla="*/ 95 h 8502"/>
                <a:gd name="csX4" fmla="*/ 191 w 115948"/>
                <a:gd name="csY4" fmla="*/ 4346 h 8502"/>
                <a:gd name="csX5" fmla="*/ 6726 w 115948"/>
                <a:gd name="csY5" fmla="*/ 8598 h 8502"/>
                <a:gd name="csX6" fmla="*/ 109606 w 115948"/>
                <a:gd name="csY6" fmla="*/ 8598 h 8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5948" h="8502">
                  <a:moveTo>
                    <a:pt x="109606" y="8598"/>
                  </a:moveTo>
                  <a:cubicBezTo>
                    <a:pt x="112037" y="8598"/>
                    <a:pt x="116140" y="8598"/>
                    <a:pt x="116140" y="4346"/>
                  </a:cubicBezTo>
                  <a:cubicBezTo>
                    <a:pt x="116140" y="95"/>
                    <a:pt x="112037" y="95"/>
                    <a:pt x="109606" y="95"/>
                  </a:cubicBezTo>
                  <a:lnTo>
                    <a:pt x="6726" y="95"/>
                  </a:lnTo>
                  <a:cubicBezTo>
                    <a:pt x="4294" y="95"/>
                    <a:pt x="191" y="95"/>
                    <a:pt x="191" y="4346"/>
                  </a:cubicBezTo>
                  <a:cubicBezTo>
                    <a:pt x="191" y="8598"/>
                    <a:pt x="4294" y="8598"/>
                    <a:pt x="6726" y="8598"/>
                  </a:cubicBezTo>
                  <a:lnTo>
                    <a:pt x="109606" y="8598"/>
                  </a:lnTo>
                  <a:close/>
                </a:path>
              </a:pathLst>
            </a:custGeom>
            <a:solidFill>
              <a:srgbClr val="FF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F987BCB-D75A-074E-0AB2-8C529AF84B82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8570260" y="5341277"/>
              <a:ext cx="55102" cy="212350"/>
            </a:xfrm>
            <a:custGeom>
              <a:avLst/>
              <a:gdLst>
                <a:gd name="csX0" fmla="*/ 4239 w 55102"/>
                <a:gd name="csY0" fmla="*/ 97 h 212350"/>
                <a:gd name="csX1" fmla="*/ 197 w 55102"/>
                <a:gd name="csY1" fmla="*/ 2648 h 212350"/>
                <a:gd name="csX2" fmla="*/ 2112 w 55102"/>
                <a:gd name="csY2" fmla="*/ 5836 h 212350"/>
                <a:gd name="csX3" fmla="*/ 40832 w 55102"/>
                <a:gd name="csY3" fmla="*/ 106166 h 212350"/>
                <a:gd name="csX4" fmla="*/ 4027 w 55102"/>
                <a:gd name="csY4" fmla="*/ 205008 h 212350"/>
                <a:gd name="csX5" fmla="*/ 197 w 55102"/>
                <a:gd name="csY5" fmla="*/ 209897 h 212350"/>
                <a:gd name="csX6" fmla="*/ 2963 w 55102"/>
                <a:gd name="csY6" fmla="*/ 212447 h 212350"/>
                <a:gd name="csX7" fmla="*/ 39769 w 55102"/>
                <a:gd name="csY7" fmla="*/ 171848 h 212350"/>
                <a:gd name="csX8" fmla="*/ 55299 w 55102"/>
                <a:gd name="csY8" fmla="*/ 106379 h 212350"/>
                <a:gd name="csX9" fmla="*/ 4239 w 55102"/>
                <a:gd name="csY9" fmla="*/ 97 h 212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5102" h="212350">
                  <a:moveTo>
                    <a:pt x="4239" y="97"/>
                  </a:moveTo>
                  <a:cubicBezTo>
                    <a:pt x="2750" y="97"/>
                    <a:pt x="197" y="97"/>
                    <a:pt x="197" y="2648"/>
                  </a:cubicBezTo>
                  <a:cubicBezTo>
                    <a:pt x="197" y="3711"/>
                    <a:pt x="835" y="4348"/>
                    <a:pt x="2112" y="5836"/>
                  </a:cubicBezTo>
                  <a:cubicBezTo>
                    <a:pt x="20408" y="22629"/>
                    <a:pt x="40832" y="51325"/>
                    <a:pt x="40832" y="106166"/>
                  </a:cubicBezTo>
                  <a:cubicBezTo>
                    <a:pt x="40832" y="150592"/>
                    <a:pt x="27004" y="184177"/>
                    <a:pt x="4027" y="205008"/>
                  </a:cubicBezTo>
                  <a:cubicBezTo>
                    <a:pt x="410" y="208621"/>
                    <a:pt x="197" y="208834"/>
                    <a:pt x="197" y="209897"/>
                  </a:cubicBezTo>
                  <a:cubicBezTo>
                    <a:pt x="197" y="210960"/>
                    <a:pt x="835" y="212447"/>
                    <a:pt x="2963" y="212447"/>
                  </a:cubicBezTo>
                  <a:cubicBezTo>
                    <a:pt x="5516" y="212447"/>
                    <a:pt x="25727" y="198418"/>
                    <a:pt x="39769" y="171848"/>
                  </a:cubicBezTo>
                  <a:cubicBezTo>
                    <a:pt x="49130" y="154205"/>
                    <a:pt x="55299" y="131248"/>
                    <a:pt x="55299" y="106379"/>
                  </a:cubicBezTo>
                  <a:cubicBezTo>
                    <a:pt x="55299" y="76407"/>
                    <a:pt x="46364" y="29856"/>
                    <a:pt x="4239" y="97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9320900-3CD5-B1BF-4B8C-4158E0C58AF0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8724492" y="4970808"/>
              <a:ext cx="213661" cy="152437"/>
            </a:xfrm>
            <a:custGeom>
              <a:avLst/>
              <a:gdLst>
                <a:gd name="csX0" fmla="*/ 12359 w 213661"/>
                <a:gd name="csY0" fmla="*/ 152523 h 152437"/>
                <a:gd name="csX1" fmla="*/ 24820 w 213661"/>
                <a:gd name="csY1" fmla="*/ 139769 h 152437"/>
                <a:gd name="csX2" fmla="*/ 24820 w 213661"/>
                <a:gd name="csY2" fmla="*/ 66890 h 152437"/>
                <a:gd name="csX3" fmla="*/ 35154 w 213661"/>
                <a:gd name="csY3" fmla="*/ 32880 h 152437"/>
                <a:gd name="csX4" fmla="*/ 64027 w 213661"/>
                <a:gd name="csY4" fmla="*/ 20126 h 152437"/>
                <a:gd name="csX5" fmla="*/ 87429 w 213661"/>
                <a:gd name="csY5" fmla="*/ 29843 h 152437"/>
                <a:gd name="csX6" fmla="*/ 94724 w 213661"/>
                <a:gd name="csY6" fmla="*/ 59602 h 152437"/>
                <a:gd name="csX7" fmla="*/ 94724 w 213661"/>
                <a:gd name="csY7" fmla="*/ 139769 h 152437"/>
                <a:gd name="csX8" fmla="*/ 106881 w 213661"/>
                <a:gd name="csY8" fmla="*/ 152523 h 152437"/>
                <a:gd name="csX9" fmla="*/ 119342 w 213661"/>
                <a:gd name="csY9" fmla="*/ 139769 h 152437"/>
                <a:gd name="csX10" fmla="*/ 119342 w 213661"/>
                <a:gd name="csY10" fmla="*/ 66890 h 152437"/>
                <a:gd name="csX11" fmla="*/ 129979 w 213661"/>
                <a:gd name="csY11" fmla="*/ 32880 h 152437"/>
                <a:gd name="csX12" fmla="*/ 158549 w 213661"/>
                <a:gd name="csY12" fmla="*/ 20126 h 152437"/>
                <a:gd name="csX13" fmla="*/ 181951 w 213661"/>
                <a:gd name="csY13" fmla="*/ 29843 h 152437"/>
                <a:gd name="csX14" fmla="*/ 189246 w 213661"/>
                <a:gd name="csY14" fmla="*/ 59602 h 152437"/>
                <a:gd name="csX15" fmla="*/ 189246 w 213661"/>
                <a:gd name="csY15" fmla="*/ 139769 h 152437"/>
                <a:gd name="csX16" fmla="*/ 201403 w 213661"/>
                <a:gd name="csY16" fmla="*/ 152523 h 152437"/>
                <a:gd name="csX17" fmla="*/ 213864 w 213661"/>
                <a:gd name="csY17" fmla="*/ 139769 h 152437"/>
                <a:gd name="csX18" fmla="*/ 213864 w 213661"/>
                <a:gd name="csY18" fmla="*/ 58388 h 152437"/>
                <a:gd name="csX19" fmla="*/ 164627 w 213661"/>
                <a:gd name="csY19" fmla="*/ 85 h 152437"/>
                <a:gd name="csX20" fmla="*/ 134538 w 213661"/>
                <a:gd name="csY20" fmla="*/ 8284 h 152437"/>
                <a:gd name="csX21" fmla="*/ 114783 w 213661"/>
                <a:gd name="csY21" fmla="*/ 30147 h 152437"/>
                <a:gd name="csX22" fmla="*/ 70409 w 213661"/>
                <a:gd name="csY22" fmla="*/ 85 h 152437"/>
                <a:gd name="csX23" fmla="*/ 42752 w 213661"/>
                <a:gd name="csY23" fmla="*/ 7373 h 152437"/>
                <a:gd name="csX24" fmla="*/ 24212 w 213661"/>
                <a:gd name="csY24" fmla="*/ 27718 h 152437"/>
                <a:gd name="csX25" fmla="*/ 24212 w 213661"/>
                <a:gd name="csY25" fmla="*/ 13142 h 152437"/>
                <a:gd name="csX26" fmla="*/ 12055 w 213661"/>
                <a:gd name="csY26" fmla="*/ 692 h 152437"/>
                <a:gd name="csX27" fmla="*/ 202 w 213661"/>
                <a:gd name="csY27" fmla="*/ 13142 h 152437"/>
                <a:gd name="csX28" fmla="*/ 202 w 213661"/>
                <a:gd name="csY28" fmla="*/ 139769 h 152437"/>
                <a:gd name="csX29" fmla="*/ 12359 w 213661"/>
                <a:gd name="csY29" fmla="*/ 152523 h 1524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3661" h="152437">
                  <a:moveTo>
                    <a:pt x="12359" y="152523"/>
                  </a:moveTo>
                  <a:cubicBezTo>
                    <a:pt x="20565" y="152523"/>
                    <a:pt x="24820" y="148271"/>
                    <a:pt x="24820" y="139769"/>
                  </a:cubicBezTo>
                  <a:lnTo>
                    <a:pt x="24820" y="66890"/>
                  </a:lnTo>
                  <a:cubicBezTo>
                    <a:pt x="24820" y="52922"/>
                    <a:pt x="28163" y="41383"/>
                    <a:pt x="35154" y="32880"/>
                  </a:cubicBezTo>
                  <a:cubicBezTo>
                    <a:pt x="42144" y="24378"/>
                    <a:pt x="51870" y="20126"/>
                    <a:pt x="64027" y="20126"/>
                  </a:cubicBezTo>
                  <a:cubicBezTo>
                    <a:pt x="74968" y="20126"/>
                    <a:pt x="82567" y="23467"/>
                    <a:pt x="87429" y="29843"/>
                  </a:cubicBezTo>
                  <a:cubicBezTo>
                    <a:pt x="92292" y="36220"/>
                    <a:pt x="94724" y="46241"/>
                    <a:pt x="94724" y="59602"/>
                  </a:cubicBezTo>
                  <a:lnTo>
                    <a:pt x="94724" y="139769"/>
                  </a:lnTo>
                  <a:cubicBezTo>
                    <a:pt x="94724" y="148271"/>
                    <a:pt x="98675" y="152523"/>
                    <a:pt x="106881" y="152523"/>
                  </a:cubicBezTo>
                  <a:cubicBezTo>
                    <a:pt x="115087" y="152523"/>
                    <a:pt x="119342" y="148271"/>
                    <a:pt x="119342" y="139769"/>
                  </a:cubicBezTo>
                  <a:lnTo>
                    <a:pt x="119342" y="66890"/>
                  </a:lnTo>
                  <a:cubicBezTo>
                    <a:pt x="119342" y="52922"/>
                    <a:pt x="122685" y="41383"/>
                    <a:pt x="129979" y="32880"/>
                  </a:cubicBezTo>
                  <a:cubicBezTo>
                    <a:pt x="136970" y="24378"/>
                    <a:pt x="146392" y="20126"/>
                    <a:pt x="158549" y="20126"/>
                  </a:cubicBezTo>
                  <a:cubicBezTo>
                    <a:pt x="169490" y="20126"/>
                    <a:pt x="177088" y="23467"/>
                    <a:pt x="181951" y="29843"/>
                  </a:cubicBezTo>
                  <a:cubicBezTo>
                    <a:pt x="186814" y="36220"/>
                    <a:pt x="189246" y="46241"/>
                    <a:pt x="189246" y="59602"/>
                  </a:cubicBezTo>
                  <a:lnTo>
                    <a:pt x="189246" y="139769"/>
                  </a:lnTo>
                  <a:cubicBezTo>
                    <a:pt x="189246" y="148271"/>
                    <a:pt x="193197" y="152523"/>
                    <a:pt x="201403" y="152523"/>
                  </a:cubicBezTo>
                  <a:cubicBezTo>
                    <a:pt x="209609" y="152523"/>
                    <a:pt x="213864" y="148271"/>
                    <a:pt x="213864" y="139769"/>
                  </a:cubicBezTo>
                  <a:lnTo>
                    <a:pt x="213864" y="58388"/>
                  </a:lnTo>
                  <a:cubicBezTo>
                    <a:pt x="213864" y="19519"/>
                    <a:pt x="197452" y="85"/>
                    <a:pt x="164627" y="85"/>
                  </a:cubicBezTo>
                  <a:cubicBezTo>
                    <a:pt x="153078" y="85"/>
                    <a:pt x="143048" y="2818"/>
                    <a:pt x="134538" y="8284"/>
                  </a:cubicBezTo>
                  <a:cubicBezTo>
                    <a:pt x="125724" y="13749"/>
                    <a:pt x="119038" y="21037"/>
                    <a:pt x="114783" y="30147"/>
                  </a:cubicBezTo>
                  <a:cubicBezTo>
                    <a:pt x="108097" y="10106"/>
                    <a:pt x="93508" y="85"/>
                    <a:pt x="70409" y="85"/>
                  </a:cubicBezTo>
                  <a:cubicBezTo>
                    <a:pt x="59772" y="85"/>
                    <a:pt x="50654" y="2514"/>
                    <a:pt x="42752" y="7373"/>
                  </a:cubicBezTo>
                  <a:cubicBezTo>
                    <a:pt x="34850" y="12231"/>
                    <a:pt x="28467" y="18912"/>
                    <a:pt x="24212" y="27718"/>
                  </a:cubicBezTo>
                  <a:lnTo>
                    <a:pt x="24212" y="13142"/>
                  </a:lnTo>
                  <a:cubicBezTo>
                    <a:pt x="24212" y="4943"/>
                    <a:pt x="19957" y="692"/>
                    <a:pt x="12055" y="692"/>
                  </a:cubicBezTo>
                  <a:cubicBezTo>
                    <a:pt x="4153" y="692"/>
                    <a:pt x="202" y="4943"/>
                    <a:pt x="202" y="13142"/>
                  </a:cubicBezTo>
                  <a:lnTo>
                    <a:pt x="202" y="139769"/>
                  </a:lnTo>
                  <a:cubicBezTo>
                    <a:pt x="202" y="148271"/>
                    <a:pt x="4153" y="152523"/>
                    <a:pt x="12359" y="152523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69C0B06-8903-7D45-E5A0-58F2DC0ED0E9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8977360" y="4970808"/>
              <a:ext cx="122179" cy="153045"/>
            </a:xfrm>
            <a:custGeom>
              <a:avLst/>
              <a:gdLst>
                <a:gd name="csX0" fmla="*/ 53398 w 122179"/>
                <a:gd name="csY0" fmla="*/ 153130 h 153045"/>
                <a:gd name="csX1" fmla="*/ 81359 w 122179"/>
                <a:gd name="csY1" fmla="*/ 145538 h 153045"/>
                <a:gd name="csX2" fmla="*/ 99291 w 122179"/>
                <a:gd name="csY2" fmla="*/ 124889 h 153045"/>
                <a:gd name="csX3" fmla="*/ 99291 w 122179"/>
                <a:gd name="csY3" fmla="*/ 139769 h 153045"/>
                <a:gd name="csX4" fmla="*/ 111144 w 122179"/>
                <a:gd name="csY4" fmla="*/ 152523 h 153045"/>
                <a:gd name="csX5" fmla="*/ 122390 w 122179"/>
                <a:gd name="csY5" fmla="*/ 139769 h 153045"/>
                <a:gd name="csX6" fmla="*/ 122390 w 122179"/>
                <a:gd name="csY6" fmla="*/ 57477 h 153045"/>
                <a:gd name="csX7" fmla="*/ 108409 w 122179"/>
                <a:gd name="csY7" fmla="*/ 14053 h 153045"/>
                <a:gd name="csX8" fmla="*/ 66163 w 122179"/>
                <a:gd name="csY8" fmla="*/ 85 h 153045"/>
                <a:gd name="csX9" fmla="*/ 40937 w 122179"/>
                <a:gd name="csY9" fmla="*/ 3121 h 153045"/>
                <a:gd name="csX10" fmla="*/ 14799 w 122179"/>
                <a:gd name="csY10" fmla="*/ 12838 h 153045"/>
                <a:gd name="csX11" fmla="*/ 8720 w 122179"/>
                <a:gd name="csY11" fmla="*/ 19215 h 153045"/>
                <a:gd name="csX12" fmla="*/ 8720 w 122179"/>
                <a:gd name="csY12" fmla="*/ 27111 h 153045"/>
                <a:gd name="csX13" fmla="*/ 13583 w 122179"/>
                <a:gd name="csY13" fmla="*/ 32576 h 153045"/>
                <a:gd name="csX14" fmla="*/ 22397 w 122179"/>
                <a:gd name="csY14" fmla="*/ 31362 h 153045"/>
                <a:gd name="csX15" fmla="*/ 44584 w 122179"/>
                <a:gd name="csY15" fmla="*/ 22556 h 153045"/>
                <a:gd name="csX16" fmla="*/ 66163 w 122179"/>
                <a:gd name="csY16" fmla="*/ 19823 h 153045"/>
                <a:gd name="csX17" fmla="*/ 90781 w 122179"/>
                <a:gd name="csY17" fmla="*/ 28325 h 153045"/>
                <a:gd name="csX18" fmla="*/ 98683 w 122179"/>
                <a:gd name="csY18" fmla="*/ 55351 h 153045"/>
                <a:gd name="csX19" fmla="*/ 98683 w 122179"/>
                <a:gd name="csY19" fmla="*/ 64765 h 153045"/>
                <a:gd name="csX20" fmla="*/ 88958 w 122179"/>
                <a:gd name="csY20" fmla="*/ 64765 h 153045"/>
                <a:gd name="csX21" fmla="*/ 36074 w 122179"/>
                <a:gd name="csY21" fmla="*/ 69016 h 153045"/>
                <a:gd name="csX22" fmla="*/ 8417 w 122179"/>
                <a:gd name="csY22" fmla="*/ 82377 h 153045"/>
                <a:gd name="csX23" fmla="*/ 210 w 122179"/>
                <a:gd name="csY23" fmla="*/ 107884 h 153045"/>
                <a:gd name="csX24" fmla="*/ 7201 w 122179"/>
                <a:gd name="csY24" fmla="*/ 130963 h 153045"/>
                <a:gd name="csX25" fmla="*/ 26044 w 122179"/>
                <a:gd name="csY25" fmla="*/ 147360 h 153045"/>
                <a:gd name="csX26" fmla="*/ 53398 w 122179"/>
                <a:gd name="csY26" fmla="*/ 153130 h 153045"/>
                <a:gd name="csX27" fmla="*/ 57349 w 122179"/>
                <a:gd name="csY27" fmla="*/ 134607 h 153045"/>
                <a:gd name="csX28" fmla="*/ 33643 w 122179"/>
                <a:gd name="csY28" fmla="*/ 126711 h 153045"/>
                <a:gd name="csX29" fmla="*/ 25133 w 122179"/>
                <a:gd name="csY29" fmla="*/ 106366 h 153045"/>
                <a:gd name="csX30" fmla="*/ 30603 w 122179"/>
                <a:gd name="csY30" fmla="*/ 91183 h 153045"/>
                <a:gd name="csX31" fmla="*/ 50359 w 122179"/>
                <a:gd name="csY31" fmla="*/ 83288 h 153045"/>
                <a:gd name="csX32" fmla="*/ 89262 w 122179"/>
                <a:gd name="csY32" fmla="*/ 80859 h 153045"/>
                <a:gd name="csX33" fmla="*/ 98683 w 122179"/>
                <a:gd name="csY33" fmla="*/ 80859 h 153045"/>
                <a:gd name="csX34" fmla="*/ 98683 w 122179"/>
                <a:gd name="csY34" fmla="*/ 89968 h 153045"/>
                <a:gd name="csX35" fmla="*/ 87134 w 122179"/>
                <a:gd name="csY35" fmla="*/ 122157 h 153045"/>
                <a:gd name="csX36" fmla="*/ 57349 w 122179"/>
                <a:gd name="csY36" fmla="*/ 134607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22179" h="153045">
                  <a:moveTo>
                    <a:pt x="53398" y="153130"/>
                  </a:moveTo>
                  <a:cubicBezTo>
                    <a:pt x="64035" y="153130"/>
                    <a:pt x="73457" y="150701"/>
                    <a:pt x="81359" y="145538"/>
                  </a:cubicBezTo>
                  <a:cubicBezTo>
                    <a:pt x="89262" y="140680"/>
                    <a:pt x="95340" y="133696"/>
                    <a:pt x="99291" y="124889"/>
                  </a:cubicBezTo>
                  <a:lnTo>
                    <a:pt x="99291" y="139769"/>
                  </a:lnTo>
                  <a:cubicBezTo>
                    <a:pt x="99291" y="148271"/>
                    <a:pt x="103242" y="152523"/>
                    <a:pt x="111144" y="152523"/>
                  </a:cubicBezTo>
                  <a:cubicBezTo>
                    <a:pt x="118439" y="152523"/>
                    <a:pt x="122390" y="148271"/>
                    <a:pt x="122390" y="139769"/>
                  </a:cubicBezTo>
                  <a:lnTo>
                    <a:pt x="122390" y="57477"/>
                  </a:lnTo>
                  <a:cubicBezTo>
                    <a:pt x="122390" y="38042"/>
                    <a:pt x="117527" y="23467"/>
                    <a:pt x="108409" y="14053"/>
                  </a:cubicBezTo>
                  <a:cubicBezTo>
                    <a:pt x="99291" y="4943"/>
                    <a:pt x="85007" y="85"/>
                    <a:pt x="66163" y="85"/>
                  </a:cubicBezTo>
                  <a:cubicBezTo>
                    <a:pt x="58261" y="85"/>
                    <a:pt x="49751" y="1299"/>
                    <a:pt x="40937" y="3121"/>
                  </a:cubicBezTo>
                  <a:cubicBezTo>
                    <a:pt x="32123" y="5247"/>
                    <a:pt x="23309" y="8587"/>
                    <a:pt x="14799" y="12838"/>
                  </a:cubicBezTo>
                  <a:cubicBezTo>
                    <a:pt x="11760" y="14357"/>
                    <a:pt x="9632" y="16482"/>
                    <a:pt x="8720" y="19215"/>
                  </a:cubicBezTo>
                  <a:cubicBezTo>
                    <a:pt x="7809" y="21948"/>
                    <a:pt x="7809" y="24681"/>
                    <a:pt x="8720" y="27111"/>
                  </a:cubicBezTo>
                  <a:cubicBezTo>
                    <a:pt x="9632" y="29540"/>
                    <a:pt x="11152" y="31362"/>
                    <a:pt x="13583" y="32576"/>
                  </a:cubicBezTo>
                  <a:cubicBezTo>
                    <a:pt x="16015" y="33791"/>
                    <a:pt x="18750" y="33184"/>
                    <a:pt x="22397" y="31362"/>
                  </a:cubicBezTo>
                  <a:cubicBezTo>
                    <a:pt x="29995" y="27414"/>
                    <a:pt x="37290" y="24378"/>
                    <a:pt x="44584" y="22556"/>
                  </a:cubicBezTo>
                  <a:cubicBezTo>
                    <a:pt x="51878" y="20734"/>
                    <a:pt x="58869" y="19823"/>
                    <a:pt x="66163" y="19823"/>
                  </a:cubicBezTo>
                  <a:cubicBezTo>
                    <a:pt x="77408" y="19823"/>
                    <a:pt x="85614" y="22859"/>
                    <a:pt x="90781" y="28325"/>
                  </a:cubicBezTo>
                  <a:cubicBezTo>
                    <a:pt x="95948" y="33791"/>
                    <a:pt x="98683" y="42901"/>
                    <a:pt x="98683" y="55351"/>
                  </a:cubicBezTo>
                  <a:lnTo>
                    <a:pt x="98683" y="64765"/>
                  </a:lnTo>
                  <a:lnTo>
                    <a:pt x="88958" y="64765"/>
                  </a:lnTo>
                  <a:cubicBezTo>
                    <a:pt x="66467" y="64765"/>
                    <a:pt x="48839" y="66283"/>
                    <a:pt x="36074" y="69016"/>
                  </a:cubicBezTo>
                  <a:cubicBezTo>
                    <a:pt x="23309" y="71749"/>
                    <a:pt x="13887" y="76304"/>
                    <a:pt x="8417" y="82377"/>
                  </a:cubicBezTo>
                  <a:cubicBezTo>
                    <a:pt x="2946" y="88754"/>
                    <a:pt x="210" y="97256"/>
                    <a:pt x="210" y="107884"/>
                  </a:cubicBezTo>
                  <a:cubicBezTo>
                    <a:pt x="210" y="116387"/>
                    <a:pt x="2338" y="124282"/>
                    <a:pt x="7201" y="130963"/>
                  </a:cubicBezTo>
                  <a:cubicBezTo>
                    <a:pt x="11760" y="137947"/>
                    <a:pt x="18142" y="143413"/>
                    <a:pt x="26044" y="147360"/>
                  </a:cubicBezTo>
                  <a:cubicBezTo>
                    <a:pt x="33947" y="151308"/>
                    <a:pt x="43064" y="153130"/>
                    <a:pt x="53398" y="153130"/>
                  </a:cubicBezTo>
                  <a:close/>
                  <a:moveTo>
                    <a:pt x="57349" y="134607"/>
                  </a:moveTo>
                  <a:cubicBezTo>
                    <a:pt x="47319" y="134607"/>
                    <a:pt x="39417" y="132177"/>
                    <a:pt x="33643" y="126711"/>
                  </a:cubicBezTo>
                  <a:cubicBezTo>
                    <a:pt x="27868" y="121549"/>
                    <a:pt x="25133" y="114869"/>
                    <a:pt x="25133" y="106366"/>
                  </a:cubicBezTo>
                  <a:cubicBezTo>
                    <a:pt x="25133" y="99989"/>
                    <a:pt x="26956" y="94827"/>
                    <a:pt x="30603" y="91183"/>
                  </a:cubicBezTo>
                  <a:cubicBezTo>
                    <a:pt x="34250" y="87539"/>
                    <a:pt x="40937" y="84806"/>
                    <a:pt x="50359" y="83288"/>
                  </a:cubicBezTo>
                  <a:cubicBezTo>
                    <a:pt x="59780" y="81770"/>
                    <a:pt x="72849" y="80859"/>
                    <a:pt x="89262" y="80859"/>
                  </a:cubicBezTo>
                  <a:lnTo>
                    <a:pt x="98683" y="80859"/>
                  </a:lnTo>
                  <a:lnTo>
                    <a:pt x="98683" y="89968"/>
                  </a:lnTo>
                  <a:cubicBezTo>
                    <a:pt x="98683" y="103026"/>
                    <a:pt x="94732" y="113654"/>
                    <a:pt x="87134" y="122157"/>
                  </a:cubicBezTo>
                  <a:cubicBezTo>
                    <a:pt x="79232" y="130659"/>
                    <a:pt x="69506" y="134607"/>
                    <a:pt x="57349" y="134607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E1BC8A1-5272-E589-39A4-4C441897564C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9135502" y="4971415"/>
              <a:ext cx="132802" cy="151526"/>
            </a:xfrm>
            <a:custGeom>
              <a:avLst/>
              <a:gdLst>
                <a:gd name="csX0" fmla="*/ 10451 w 132802"/>
                <a:gd name="csY0" fmla="*/ 151612 h 151526"/>
                <a:gd name="csX1" fmla="*/ 18353 w 132802"/>
                <a:gd name="csY1" fmla="*/ 149790 h 151526"/>
                <a:gd name="csX2" fmla="*/ 24127 w 132802"/>
                <a:gd name="csY2" fmla="*/ 144627 h 151526"/>
                <a:gd name="csX3" fmla="*/ 66373 w 132802"/>
                <a:gd name="csY3" fmla="*/ 91183 h 151526"/>
                <a:gd name="csX4" fmla="*/ 108923 w 132802"/>
                <a:gd name="csY4" fmla="*/ 144627 h 151526"/>
                <a:gd name="csX5" fmla="*/ 122600 w 132802"/>
                <a:gd name="csY5" fmla="*/ 151612 h 151526"/>
                <a:gd name="csX6" fmla="*/ 132022 w 132802"/>
                <a:gd name="csY6" fmla="*/ 146449 h 151526"/>
                <a:gd name="csX7" fmla="*/ 129591 w 132802"/>
                <a:gd name="csY7" fmla="*/ 133999 h 151526"/>
                <a:gd name="csX8" fmla="*/ 80962 w 132802"/>
                <a:gd name="csY8" fmla="*/ 73571 h 151526"/>
                <a:gd name="csX9" fmla="*/ 125943 w 132802"/>
                <a:gd name="csY9" fmla="*/ 18001 h 151526"/>
                <a:gd name="csX10" fmla="*/ 128679 w 132802"/>
                <a:gd name="csY10" fmla="*/ 5551 h 151526"/>
                <a:gd name="csX11" fmla="*/ 119561 w 132802"/>
                <a:gd name="csY11" fmla="*/ 85 h 151526"/>
                <a:gd name="csX12" fmla="*/ 111963 w 132802"/>
                <a:gd name="csY12" fmla="*/ 1907 h 151526"/>
                <a:gd name="csX13" fmla="*/ 106188 w 132802"/>
                <a:gd name="csY13" fmla="*/ 7069 h 151526"/>
                <a:gd name="csX14" fmla="*/ 66677 w 132802"/>
                <a:gd name="csY14" fmla="*/ 56566 h 151526"/>
                <a:gd name="csX15" fmla="*/ 27471 w 132802"/>
                <a:gd name="csY15" fmla="*/ 7069 h 151526"/>
                <a:gd name="csX16" fmla="*/ 21696 w 132802"/>
                <a:gd name="csY16" fmla="*/ 1907 h 151526"/>
                <a:gd name="csX17" fmla="*/ 13794 w 132802"/>
                <a:gd name="csY17" fmla="*/ 85 h 151526"/>
                <a:gd name="csX18" fmla="*/ 4676 w 132802"/>
                <a:gd name="csY18" fmla="*/ 5551 h 151526"/>
                <a:gd name="csX19" fmla="*/ 7411 w 132802"/>
                <a:gd name="csY19" fmla="*/ 17697 h 151526"/>
                <a:gd name="csX20" fmla="*/ 52393 w 132802"/>
                <a:gd name="csY20" fmla="*/ 73571 h 151526"/>
                <a:gd name="csX21" fmla="*/ 4068 w 132802"/>
                <a:gd name="csY21" fmla="*/ 133999 h 151526"/>
                <a:gd name="csX22" fmla="*/ 1333 w 132802"/>
                <a:gd name="csY22" fmla="*/ 146449 h 151526"/>
                <a:gd name="csX23" fmla="*/ 10451 w 132802"/>
                <a:gd name="csY23" fmla="*/ 151612 h 151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32802" h="151526">
                  <a:moveTo>
                    <a:pt x="10451" y="151612"/>
                  </a:moveTo>
                  <a:cubicBezTo>
                    <a:pt x="13490" y="151612"/>
                    <a:pt x="16225" y="151004"/>
                    <a:pt x="18353" y="149790"/>
                  </a:cubicBezTo>
                  <a:cubicBezTo>
                    <a:pt x="20176" y="148575"/>
                    <a:pt x="22304" y="147057"/>
                    <a:pt x="24127" y="144627"/>
                  </a:cubicBezTo>
                  <a:lnTo>
                    <a:pt x="66373" y="91183"/>
                  </a:lnTo>
                  <a:lnTo>
                    <a:pt x="108923" y="144627"/>
                  </a:lnTo>
                  <a:cubicBezTo>
                    <a:pt x="112571" y="149486"/>
                    <a:pt x="117129" y="151612"/>
                    <a:pt x="122600" y="151612"/>
                  </a:cubicBezTo>
                  <a:cubicBezTo>
                    <a:pt x="126855" y="151612"/>
                    <a:pt x="129894" y="150093"/>
                    <a:pt x="132022" y="146449"/>
                  </a:cubicBezTo>
                  <a:cubicBezTo>
                    <a:pt x="133846" y="142805"/>
                    <a:pt x="133238" y="138858"/>
                    <a:pt x="129591" y="133999"/>
                  </a:cubicBezTo>
                  <a:lnTo>
                    <a:pt x="80962" y="73571"/>
                  </a:lnTo>
                  <a:lnTo>
                    <a:pt x="125943" y="18001"/>
                  </a:lnTo>
                  <a:cubicBezTo>
                    <a:pt x="129591" y="13142"/>
                    <a:pt x="130502" y="9195"/>
                    <a:pt x="128679" y="5551"/>
                  </a:cubicBezTo>
                  <a:cubicBezTo>
                    <a:pt x="126855" y="1907"/>
                    <a:pt x="123816" y="85"/>
                    <a:pt x="119561" y="85"/>
                  </a:cubicBezTo>
                  <a:cubicBezTo>
                    <a:pt x="116522" y="85"/>
                    <a:pt x="113786" y="692"/>
                    <a:pt x="111963" y="1907"/>
                  </a:cubicBezTo>
                  <a:cubicBezTo>
                    <a:pt x="109835" y="3121"/>
                    <a:pt x="108012" y="4640"/>
                    <a:pt x="106188" y="7069"/>
                  </a:cubicBezTo>
                  <a:lnTo>
                    <a:pt x="66677" y="56566"/>
                  </a:lnTo>
                  <a:lnTo>
                    <a:pt x="27471" y="7069"/>
                  </a:lnTo>
                  <a:cubicBezTo>
                    <a:pt x="25647" y="4640"/>
                    <a:pt x="23519" y="3121"/>
                    <a:pt x="21696" y="1907"/>
                  </a:cubicBezTo>
                  <a:cubicBezTo>
                    <a:pt x="19568" y="692"/>
                    <a:pt x="16833" y="85"/>
                    <a:pt x="13794" y="85"/>
                  </a:cubicBezTo>
                  <a:cubicBezTo>
                    <a:pt x="9539" y="85"/>
                    <a:pt x="6499" y="1907"/>
                    <a:pt x="4676" y="5551"/>
                  </a:cubicBezTo>
                  <a:cubicBezTo>
                    <a:pt x="2548" y="9195"/>
                    <a:pt x="3460" y="13142"/>
                    <a:pt x="7411" y="17697"/>
                  </a:cubicBezTo>
                  <a:lnTo>
                    <a:pt x="52393" y="73571"/>
                  </a:lnTo>
                  <a:lnTo>
                    <a:pt x="4068" y="133999"/>
                  </a:lnTo>
                  <a:cubicBezTo>
                    <a:pt x="117" y="138858"/>
                    <a:pt x="-795" y="142805"/>
                    <a:pt x="1333" y="146449"/>
                  </a:cubicBezTo>
                  <a:cubicBezTo>
                    <a:pt x="3156" y="150093"/>
                    <a:pt x="6196" y="151612"/>
                    <a:pt x="10451" y="151612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51BAED7-7A62-7ABE-306A-BF271E267E8B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9378442" y="4863006"/>
              <a:ext cx="79325" cy="364089"/>
            </a:xfrm>
            <a:custGeom>
              <a:avLst/>
              <a:gdLst>
                <a:gd name="csX0" fmla="*/ 79548 w 79325"/>
                <a:gd name="csY0" fmla="*/ 361130 h 364089"/>
                <a:gd name="csX1" fmla="*/ 78332 w 79325"/>
                <a:gd name="csY1" fmla="*/ 358397 h 364089"/>
                <a:gd name="csX2" fmla="*/ 30919 w 79325"/>
                <a:gd name="csY2" fmla="*/ 269424 h 364089"/>
                <a:gd name="csX3" fmla="*/ 21194 w 79325"/>
                <a:gd name="csY3" fmla="*/ 182273 h 364089"/>
                <a:gd name="csX4" fmla="*/ 76813 w 79325"/>
                <a:gd name="csY4" fmla="*/ 7061 h 364089"/>
                <a:gd name="csX5" fmla="*/ 79548 w 79325"/>
                <a:gd name="csY5" fmla="*/ 3113 h 364089"/>
                <a:gd name="csX6" fmla="*/ 75901 w 79325"/>
                <a:gd name="csY6" fmla="*/ 77 h 364089"/>
                <a:gd name="csX7" fmla="*/ 50979 w 79325"/>
                <a:gd name="csY7" fmla="*/ 22851 h 364089"/>
                <a:gd name="csX8" fmla="*/ 223 w 79325"/>
                <a:gd name="csY8" fmla="*/ 181970 h 364089"/>
                <a:gd name="csX9" fmla="*/ 47636 w 79325"/>
                <a:gd name="csY9" fmla="*/ 337444 h 364089"/>
                <a:gd name="csX10" fmla="*/ 75901 w 79325"/>
                <a:gd name="csY10" fmla="*/ 364166 h 364089"/>
                <a:gd name="csX11" fmla="*/ 79548 w 79325"/>
                <a:gd name="csY11" fmla="*/ 361130 h 364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9325" h="364089">
                  <a:moveTo>
                    <a:pt x="79548" y="361130"/>
                  </a:moveTo>
                  <a:cubicBezTo>
                    <a:pt x="79548" y="359915"/>
                    <a:pt x="78940" y="359308"/>
                    <a:pt x="78332" y="358397"/>
                  </a:cubicBezTo>
                  <a:cubicBezTo>
                    <a:pt x="64352" y="343518"/>
                    <a:pt x="43684" y="318921"/>
                    <a:pt x="30919" y="269424"/>
                  </a:cubicBezTo>
                  <a:cubicBezTo>
                    <a:pt x="23929" y="241791"/>
                    <a:pt x="21194" y="210514"/>
                    <a:pt x="21194" y="182273"/>
                  </a:cubicBezTo>
                  <a:cubicBezTo>
                    <a:pt x="21194" y="102410"/>
                    <a:pt x="40341" y="46537"/>
                    <a:pt x="76813" y="7061"/>
                  </a:cubicBezTo>
                  <a:cubicBezTo>
                    <a:pt x="79548" y="4328"/>
                    <a:pt x="79548" y="3721"/>
                    <a:pt x="79548" y="3113"/>
                  </a:cubicBezTo>
                  <a:cubicBezTo>
                    <a:pt x="79548" y="77"/>
                    <a:pt x="77117" y="77"/>
                    <a:pt x="75901" y="77"/>
                  </a:cubicBezTo>
                  <a:cubicBezTo>
                    <a:pt x="71342" y="77"/>
                    <a:pt x="54930" y="18296"/>
                    <a:pt x="50979" y="22851"/>
                  </a:cubicBezTo>
                  <a:cubicBezTo>
                    <a:pt x="19978" y="59594"/>
                    <a:pt x="223" y="114253"/>
                    <a:pt x="223" y="181970"/>
                  </a:cubicBezTo>
                  <a:cubicBezTo>
                    <a:pt x="223" y="225090"/>
                    <a:pt x="7821" y="286126"/>
                    <a:pt x="47636" y="337444"/>
                  </a:cubicBezTo>
                  <a:cubicBezTo>
                    <a:pt x="50675" y="341088"/>
                    <a:pt x="70430" y="364166"/>
                    <a:pt x="75901" y="364166"/>
                  </a:cubicBezTo>
                  <a:cubicBezTo>
                    <a:pt x="77117" y="364166"/>
                    <a:pt x="79548" y="364166"/>
                    <a:pt x="79548" y="36113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FB5688A-AE82-92B2-E41E-623E9DDB76F7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9483400" y="4918882"/>
              <a:ext cx="127953" cy="208918"/>
            </a:xfrm>
            <a:custGeom>
              <a:avLst/>
              <a:gdLst>
                <a:gd name="csX0" fmla="*/ 128181 w 127953"/>
                <a:gd name="csY0" fmla="*/ 105151 h 208918"/>
                <a:gd name="csX1" fmla="*/ 116024 w 127953"/>
                <a:gd name="csY1" fmla="*/ 34095 h 208918"/>
                <a:gd name="csX2" fmla="*/ 64356 w 127953"/>
                <a:gd name="csY2" fmla="*/ 85 h 208918"/>
                <a:gd name="csX3" fmla="*/ 11473 w 127953"/>
                <a:gd name="csY3" fmla="*/ 36220 h 208918"/>
                <a:gd name="csX4" fmla="*/ 227 w 127953"/>
                <a:gd name="csY4" fmla="*/ 105151 h 208918"/>
                <a:gd name="csX5" fmla="*/ 13904 w 127953"/>
                <a:gd name="csY5" fmla="*/ 178334 h 208918"/>
                <a:gd name="csX6" fmla="*/ 64052 w 127953"/>
                <a:gd name="csY6" fmla="*/ 209004 h 208918"/>
                <a:gd name="csX7" fmla="*/ 116936 w 127953"/>
                <a:gd name="csY7" fmla="*/ 173779 h 208918"/>
                <a:gd name="csX8" fmla="*/ 128181 w 127953"/>
                <a:gd name="csY8" fmla="*/ 105151 h 208918"/>
                <a:gd name="csX9" fmla="*/ 64052 w 127953"/>
                <a:gd name="csY9" fmla="*/ 202323 h 208918"/>
                <a:gd name="csX10" fmla="*/ 28796 w 127953"/>
                <a:gd name="csY10" fmla="*/ 165580 h 208918"/>
                <a:gd name="csX11" fmla="*/ 25453 w 127953"/>
                <a:gd name="csY11" fmla="*/ 101508 h 208918"/>
                <a:gd name="csX12" fmla="*/ 27885 w 127953"/>
                <a:gd name="csY12" fmla="*/ 45634 h 208918"/>
                <a:gd name="csX13" fmla="*/ 64052 w 127953"/>
                <a:gd name="csY13" fmla="*/ 6765 h 208918"/>
                <a:gd name="csX14" fmla="*/ 99916 w 127953"/>
                <a:gd name="csY14" fmla="*/ 42294 h 208918"/>
                <a:gd name="csX15" fmla="*/ 102955 w 127953"/>
                <a:gd name="csY15" fmla="*/ 101508 h 208918"/>
                <a:gd name="csX16" fmla="*/ 99612 w 127953"/>
                <a:gd name="csY16" fmla="*/ 164365 h 208918"/>
                <a:gd name="csX17" fmla="*/ 64052 w 127953"/>
                <a:gd name="csY17" fmla="*/ 202323 h 2089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7953" h="208918">
                  <a:moveTo>
                    <a:pt x="128181" y="105151"/>
                  </a:moveTo>
                  <a:cubicBezTo>
                    <a:pt x="128181" y="80859"/>
                    <a:pt x="126661" y="56566"/>
                    <a:pt x="116024" y="34095"/>
                  </a:cubicBezTo>
                  <a:cubicBezTo>
                    <a:pt x="102043" y="4943"/>
                    <a:pt x="77121" y="85"/>
                    <a:pt x="64356" y="85"/>
                  </a:cubicBezTo>
                  <a:cubicBezTo>
                    <a:pt x="46120" y="85"/>
                    <a:pt x="23934" y="7980"/>
                    <a:pt x="11473" y="36220"/>
                  </a:cubicBezTo>
                  <a:cubicBezTo>
                    <a:pt x="1747" y="57173"/>
                    <a:pt x="227" y="80859"/>
                    <a:pt x="227" y="105151"/>
                  </a:cubicBezTo>
                  <a:cubicBezTo>
                    <a:pt x="227" y="127926"/>
                    <a:pt x="1443" y="155256"/>
                    <a:pt x="13904" y="178334"/>
                  </a:cubicBezTo>
                  <a:cubicBezTo>
                    <a:pt x="26973" y="202930"/>
                    <a:pt x="49160" y="209004"/>
                    <a:pt x="64052" y="209004"/>
                  </a:cubicBezTo>
                  <a:cubicBezTo>
                    <a:pt x="80464" y="209004"/>
                    <a:pt x="103563" y="202627"/>
                    <a:pt x="116936" y="173779"/>
                  </a:cubicBezTo>
                  <a:cubicBezTo>
                    <a:pt x="126661" y="152826"/>
                    <a:pt x="128181" y="129141"/>
                    <a:pt x="128181" y="105151"/>
                  </a:cubicBezTo>
                  <a:close/>
                  <a:moveTo>
                    <a:pt x="64052" y="202323"/>
                  </a:moveTo>
                  <a:cubicBezTo>
                    <a:pt x="52199" y="202323"/>
                    <a:pt x="34267" y="194732"/>
                    <a:pt x="28796" y="165580"/>
                  </a:cubicBezTo>
                  <a:cubicBezTo>
                    <a:pt x="25453" y="147360"/>
                    <a:pt x="25453" y="119424"/>
                    <a:pt x="25453" y="101508"/>
                  </a:cubicBezTo>
                  <a:cubicBezTo>
                    <a:pt x="25453" y="82073"/>
                    <a:pt x="25453" y="62032"/>
                    <a:pt x="27885" y="45634"/>
                  </a:cubicBezTo>
                  <a:cubicBezTo>
                    <a:pt x="33659" y="9498"/>
                    <a:pt x="56454" y="6765"/>
                    <a:pt x="64052" y="6765"/>
                  </a:cubicBezTo>
                  <a:cubicBezTo>
                    <a:pt x="74082" y="6765"/>
                    <a:pt x="94141" y="12231"/>
                    <a:pt x="99916" y="42294"/>
                  </a:cubicBezTo>
                  <a:cubicBezTo>
                    <a:pt x="102955" y="59299"/>
                    <a:pt x="102955" y="82377"/>
                    <a:pt x="102955" y="101508"/>
                  </a:cubicBezTo>
                  <a:cubicBezTo>
                    <a:pt x="102955" y="124282"/>
                    <a:pt x="102955" y="144931"/>
                    <a:pt x="99612" y="164365"/>
                  </a:cubicBezTo>
                  <a:cubicBezTo>
                    <a:pt x="95053" y="193213"/>
                    <a:pt x="77729" y="202323"/>
                    <a:pt x="64052" y="202323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431DAFF-C8C8-28C4-A8FC-0C20B023A010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9649649" y="5088932"/>
              <a:ext cx="35559" cy="90794"/>
            </a:xfrm>
            <a:custGeom>
              <a:avLst/>
              <a:gdLst>
                <a:gd name="csX0" fmla="*/ 35792 w 35559"/>
                <a:gd name="csY0" fmla="*/ 31969 h 90794"/>
                <a:gd name="csX1" fmla="*/ 16340 w 35559"/>
                <a:gd name="csY1" fmla="*/ 85 h 90794"/>
                <a:gd name="csX2" fmla="*/ 232 w 35559"/>
                <a:gd name="csY2" fmla="*/ 16179 h 90794"/>
                <a:gd name="csX3" fmla="*/ 16340 w 35559"/>
                <a:gd name="csY3" fmla="*/ 32273 h 90794"/>
                <a:gd name="csX4" fmla="*/ 26978 w 35559"/>
                <a:gd name="csY4" fmla="*/ 28325 h 90794"/>
                <a:gd name="csX5" fmla="*/ 28498 w 35559"/>
                <a:gd name="csY5" fmla="*/ 27414 h 90794"/>
                <a:gd name="csX6" fmla="*/ 29105 w 35559"/>
                <a:gd name="csY6" fmla="*/ 31969 h 90794"/>
                <a:gd name="csX7" fmla="*/ 8438 w 35559"/>
                <a:gd name="csY7" fmla="*/ 82681 h 90794"/>
                <a:gd name="csX8" fmla="*/ 5095 w 35559"/>
                <a:gd name="csY8" fmla="*/ 87539 h 90794"/>
                <a:gd name="csX9" fmla="*/ 8134 w 35559"/>
                <a:gd name="csY9" fmla="*/ 90879 h 90794"/>
                <a:gd name="csX10" fmla="*/ 35792 w 35559"/>
                <a:gd name="csY10" fmla="*/ 31969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59" h="90794">
                  <a:moveTo>
                    <a:pt x="35792" y="31969"/>
                  </a:moveTo>
                  <a:cubicBezTo>
                    <a:pt x="35792" y="11927"/>
                    <a:pt x="28194" y="85"/>
                    <a:pt x="16340" y="85"/>
                  </a:cubicBezTo>
                  <a:cubicBezTo>
                    <a:pt x="6311" y="85"/>
                    <a:pt x="232" y="7676"/>
                    <a:pt x="232" y="16179"/>
                  </a:cubicBezTo>
                  <a:cubicBezTo>
                    <a:pt x="232" y="24378"/>
                    <a:pt x="6311" y="32273"/>
                    <a:pt x="16340" y="32273"/>
                  </a:cubicBezTo>
                  <a:cubicBezTo>
                    <a:pt x="19988" y="32273"/>
                    <a:pt x="23939" y="31058"/>
                    <a:pt x="26978" y="28325"/>
                  </a:cubicBezTo>
                  <a:cubicBezTo>
                    <a:pt x="27890" y="27718"/>
                    <a:pt x="28194" y="27414"/>
                    <a:pt x="28498" y="27414"/>
                  </a:cubicBezTo>
                  <a:cubicBezTo>
                    <a:pt x="28802" y="27414"/>
                    <a:pt x="29105" y="27718"/>
                    <a:pt x="29105" y="31969"/>
                  </a:cubicBezTo>
                  <a:cubicBezTo>
                    <a:pt x="29105" y="54440"/>
                    <a:pt x="18468" y="72660"/>
                    <a:pt x="8438" y="82681"/>
                  </a:cubicBezTo>
                  <a:cubicBezTo>
                    <a:pt x="5095" y="86021"/>
                    <a:pt x="5095" y="86628"/>
                    <a:pt x="5095" y="87539"/>
                  </a:cubicBezTo>
                  <a:cubicBezTo>
                    <a:pt x="5095" y="89665"/>
                    <a:pt x="6615" y="90879"/>
                    <a:pt x="8134" y="90879"/>
                  </a:cubicBezTo>
                  <a:cubicBezTo>
                    <a:pt x="11478" y="90879"/>
                    <a:pt x="35792" y="67497"/>
                    <a:pt x="35792" y="3196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5A528A5-27CB-984E-9097-B696E6E10688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9771355" y="4905217"/>
              <a:ext cx="124610" cy="219547"/>
            </a:xfrm>
            <a:custGeom>
              <a:avLst/>
              <a:gdLst>
                <a:gd name="csX0" fmla="*/ 67709 w 124610"/>
                <a:gd name="csY0" fmla="*/ 83288 h 219547"/>
                <a:gd name="csX1" fmla="*/ 237 w 124610"/>
                <a:gd name="csY1" fmla="*/ 168617 h 219547"/>
                <a:gd name="csX2" fmla="*/ 48257 w 124610"/>
                <a:gd name="csY2" fmla="*/ 219632 h 219547"/>
                <a:gd name="csX3" fmla="*/ 109043 w 124610"/>
                <a:gd name="csY3" fmla="*/ 130052 h 219547"/>
                <a:gd name="csX4" fmla="*/ 86552 w 124610"/>
                <a:gd name="csY4" fmla="*/ 73571 h 219547"/>
                <a:gd name="csX5" fmla="*/ 57679 w 124610"/>
                <a:gd name="csY5" fmla="*/ 23770 h 219547"/>
                <a:gd name="csX6" fmla="*/ 74395 w 124610"/>
                <a:gd name="csY6" fmla="*/ 9802 h 219547"/>
                <a:gd name="csX7" fmla="*/ 95974 w 124610"/>
                <a:gd name="csY7" fmla="*/ 18001 h 219547"/>
                <a:gd name="csX8" fmla="*/ 112690 w 124610"/>
                <a:gd name="csY8" fmla="*/ 25592 h 219547"/>
                <a:gd name="csX9" fmla="*/ 124847 w 124610"/>
                <a:gd name="csY9" fmla="*/ 13446 h 219547"/>
                <a:gd name="csX10" fmla="*/ 109043 w 124610"/>
                <a:gd name="csY10" fmla="*/ 3425 h 219547"/>
                <a:gd name="csX11" fmla="*/ 84121 w 124610"/>
                <a:gd name="csY11" fmla="*/ 85 h 219547"/>
                <a:gd name="csX12" fmla="*/ 49473 w 124610"/>
                <a:gd name="csY12" fmla="*/ 31362 h 219547"/>
                <a:gd name="csX13" fmla="*/ 67709 w 124610"/>
                <a:gd name="csY13" fmla="*/ 83288 h 219547"/>
                <a:gd name="csX14" fmla="*/ 71356 w 124610"/>
                <a:gd name="csY14" fmla="*/ 89968 h 219547"/>
                <a:gd name="csX15" fmla="*/ 88072 w 124610"/>
                <a:gd name="csY15" fmla="*/ 142198 h 219547"/>
                <a:gd name="csX16" fmla="*/ 48257 w 124610"/>
                <a:gd name="csY16" fmla="*/ 212951 h 219547"/>
                <a:gd name="csX17" fmla="*/ 19080 w 124610"/>
                <a:gd name="csY17" fmla="*/ 177119 h 219547"/>
                <a:gd name="csX18" fmla="*/ 71356 w 124610"/>
                <a:gd name="csY18" fmla="*/ 89968 h 219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24610" h="219547">
                  <a:moveTo>
                    <a:pt x="67709" y="83288"/>
                  </a:moveTo>
                  <a:cubicBezTo>
                    <a:pt x="29718" y="92398"/>
                    <a:pt x="237" y="131874"/>
                    <a:pt x="237" y="168617"/>
                  </a:cubicBezTo>
                  <a:cubicBezTo>
                    <a:pt x="237" y="197768"/>
                    <a:pt x="19688" y="219632"/>
                    <a:pt x="48257" y="219632"/>
                  </a:cubicBezTo>
                  <a:cubicBezTo>
                    <a:pt x="83817" y="219632"/>
                    <a:pt x="109043" y="171957"/>
                    <a:pt x="109043" y="130052"/>
                  </a:cubicBezTo>
                  <a:cubicBezTo>
                    <a:pt x="109043" y="102419"/>
                    <a:pt x="96886" y="87235"/>
                    <a:pt x="86552" y="73571"/>
                  </a:cubicBezTo>
                  <a:cubicBezTo>
                    <a:pt x="75611" y="59906"/>
                    <a:pt x="57679" y="37131"/>
                    <a:pt x="57679" y="23770"/>
                  </a:cubicBezTo>
                  <a:cubicBezTo>
                    <a:pt x="57679" y="17090"/>
                    <a:pt x="63758" y="9802"/>
                    <a:pt x="74395" y="9802"/>
                  </a:cubicBezTo>
                  <a:cubicBezTo>
                    <a:pt x="83513" y="9802"/>
                    <a:pt x="89592" y="13749"/>
                    <a:pt x="95974" y="18001"/>
                  </a:cubicBezTo>
                  <a:cubicBezTo>
                    <a:pt x="102053" y="21645"/>
                    <a:pt x="108131" y="25592"/>
                    <a:pt x="112690" y="25592"/>
                  </a:cubicBezTo>
                  <a:cubicBezTo>
                    <a:pt x="120288" y="25592"/>
                    <a:pt x="124847" y="18304"/>
                    <a:pt x="124847" y="13446"/>
                  </a:cubicBezTo>
                  <a:cubicBezTo>
                    <a:pt x="124847" y="6765"/>
                    <a:pt x="119984" y="5854"/>
                    <a:pt x="109043" y="3425"/>
                  </a:cubicBezTo>
                  <a:cubicBezTo>
                    <a:pt x="93239" y="85"/>
                    <a:pt x="88984" y="85"/>
                    <a:pt x="84121" y="85"/>
                  </a:cubicBezTo>
                  <a:cubicBezTo>
                    <a:pt x="60414" y="85"/>
                    <a:pt x="49473" y="13142"/>
                    <a:pt x="49473" y="31362"/>
                  </a:cubicBezTo>
                  <a:cubicBezTo>
                    <a:pt x="49473" y="47759"/>
                    <a:pt x="58287" y="64765"/>
                    <a:pt x="67709" y="83288"/>
                  </a:cubicBezTo>
                  <a:close/>
                  <a:moveTo>
                    <a:pt x="71356" y="89968"/>
                  </a:moveTo>
                  <a:cubicBezTo>
                    <a:pt x="78954" y="103937"/>
                    <a:pt x="88072" y="120335"/>
                    <a:pt x="88072" y="142198"/>
                  </a:cubicBezTo>
                  <a:cubicBezTo>
                    <a:pt x="88072" y="162240"/>
                    <a:pt x="76523" y="212951"/>
                    <a:pt x="48257" y="212951"/>
                  </a:cubicBezTo>
                  <a:cubicBezTo>
                    <a:pt x="31541" y="212951"/>
                    <a:pt x="19080" y="200197"/>
                    <a:pt x="19080" y="177119"/>
                  </a:cubicBezTo>
                  <a:cubicBezTo>
                    <a:pt x="19080" y="157989"/>
                    <a:pt x="30326" y="100900"/>
                    <a:pt x="71356" y="89968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122A172-4E6B-6107-C8C3-8A3795A463A2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9997936" y="5039132"/>
              <a:ext cx="185700" cy="12146"/>
            </a:xfrm>
            <a:custGeom>
              <a:avLst/>
              <a:gdLst>
                <a:gd name="csX0" fmla="*/ 175307 w 185700"/>
                <a:gd name="csY0" fmla="*/ 12231 h 12146"/>
                <a:gd name="csX1" fmla="*/ 185944 w 185700"/>
                <a:gd name="csY1" fmla="*/ 6158 h 12146"/>
                <a:gd name="csX2" fmla="*/ 175307 w 185700"/>
                <a:gd name="csY2" fmla="*/ 85 h 12146"/>
                <a:gd name="csX3" fmla="*/ 10881 w 185700"/>
                <a:gd name="csY3" fmla="*/ 85 h 12146"/>
                <a:gd name="csX4" fmla="*/ 244 w 185700"/>
                <a:gd name="csY4" fmla="*/ 6158 h 12146"/>
                <a:gd name="csX5" fmla="*/ 10881 w 185700"/>
                <a:gd name="csY5" fmla="*/ 12231 h 12146"/>
                <a:gd name="csX6" fmla="*/ 175307 w 185700"/>
                <a:gd name="csY6" fmla="*/ 12231 h 12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5700" h="12146">
                  <a:moveTo>
                    <a:pt x="175307" y="12231"/>
                  </a:moveTo>
                  <a:cubicBezTo>
                    <a:pt x="180473" y="12231"/>
                    <a:pt x="185944" y="12231"/>
                    <a:pt x="185944" y="6158"/>
                  </a:cubicBezTo>
                  <a:cubicBezTo>
                    <a:pt x="185944" y="85"/>
                    <a:pt x="180473" y="85"/>
                    <a:pt x="175307" y="85"/>
                  </a:cubicBezTo>
                  <a:lnTo>
                    <a:pt x="10881" y="85"/>
                  </a:lnTo>
                  <a:cubicBezTo>
                    <a:pt x="5714" y="85"/>
                    <a:pt x="244" y="85"/>
                    <a:pt x="244" y="6158"/>
                  </a:cubicBezTo>
                  <a:cubicBezTo>
                    <a:pt x="244" y="12231"/>
                    <a:pt x="5714" y="12231"/>
                    <a:pt x="10881" y="12231"/>
                  </a:cubicBezTo>
                  <a:lnTo>
                    <a:pt x="175307" y="12231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419AC41-F312-6410-9367-E5F24A2A06E4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0290618" y="4970808"/>
              <a:ext cx="120486" cy="153045"/>
            </a:xfrm>
            <a:custGeom>
              <a:avLst/>
              <a:gdLst>
                <a:gd name="csX0" fmla="*/ 71981 w 120486"/>
                <a:gd name="csY0" fmla="*/ 153130 h 153045"/>
                <a:gd name="csX1" fmla="*/ 94471 w 120486"/>
                <a:gd name="csY1" fmla="*/ 149790 h 153045"/>
                <a:gd name="csX2" fmla="*/ 115746 w 120486"/>
                <a:gd name="csY2" fmla="*/ 138251 h 153045"/>
                <a:gd name="csX3" fmla="*/ 120001 w 120486"/>
                <a:gd name="csY3" fmla="*/ 129444 h 153045"/>
                <a:gd name="csX4" fmla="*/ 115443 w 120486"/>
                <a:gd name="csY4" fmla="*/ 121246 h 153045"/>
                <a:gd name="csX5" fmla="*/ 105413 w 120486"/>
                <a:gd name="csY5" fmla="*/ 122157 h 153045"/>
                <a:gd name="csX6" fmla="*/ 89001 w 120486"/>
                <a:gd name="csY6" fmla="*/ 130659 h 153045"/>
                <a:gd name="csX7" fmla="*/ 73500 w 120486"/>
                <a:gd name="csY7" fmla="*/ 133088 h 153045"/>
                <a:gd name="csX8" fmla="*/ 37941 w 120486"/>
                <a:gd name="csY8" fmla="*/ 117905 h 153045"/>
                <a:gd name="csX9" fmla="*/ 25480 w 120486"/>
                <a:gd name="csY9" fmla="*/ 76000 h 153045"/>
                <a:gd name="csX10" fmla="*/ 37941 w 120486"/>
                <a:gd name="csY10" fmla="*/ 34702 h 153045"/>
                <a:gd name="csX11" fmla="*/ 73500 w 120486"/>
                <a:gd name="csY11" fmla="*/ 20126 h 153045"/>
                <a:gd name="csX12" fmla="*/ 89001 w 120486"/>
                <a:gd name="csY12" fmla="*/ 22556 h 153045"/>
                <a:gd name="csX13" fmla="*/ 105413 w 120486"/>
                <a:gd name="csY13" fmla="*/ 31058 h 153045"/>
                <a:gd name="csX14" fmla="*/ 115443 w 120486"/>
                <a:gd name="csY14" fmla="*/ 32273 h 153045"/>
                <a:gd name="csX15" fmla="*/ 120609 w 120486"/>
                <a:gd name="csY15" fmla="*/ 24074 h 153045"/>
                <a:gd name="csX16" fmla="*/ 116354 w 120486"/>
                <a:gd name="csY16" fmla="*/ 14964 h 153045"/>
                <a:gd name="csX17" fmla="*/ 94775 w 120486"/>
                <a:gd name="csY17" fmla="*/ 3729 h 153045"/>
                <a:gd name="csX18" fmla="*/ 71981 w 120486"/>
                <a:gd name="csY18" fmla="*/ 85 h 153045"/>
                <a:gd name="csX19" fmla="*/ 19401 w 120486"/>
                <a:gd name="csY19" fmla="*/ 20430 h 153045"/>
                <a:gd name="csX20" fmla="*/ 254 w 120486"/>
                <a:gd name="csY20" fmla="*/ 75696 h 153045"/>
                <a:gd name="csX21" fmla="*/ 8764 w 120486"/>
                <a:gd name="csY21" fmla="*/ 116691 h 153045"/>
                <a:gd name="csX22" fmla="*/ 33686 w 120486"/>
                <a:gd name="csY22" fmla="*/ 143716 h 153045"/>
                <a:gd name="csX23" fmla="*/ 71981 w 120486"/>
                <a:gd name="csY23" fmla="*/ 15313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20486" h="153045">
                  <a:moveTo>
                    <a:pt x="71981" y="153130"/>
                  </a:moveTo>
                  <a:cubicBezTo>
                    <a:pt x="79275" y="153130"/>
                    <a:pt x="86569" y="152219"/>
                    <a:pt x="94471" y="149790"/>
                  </a:cubicBezTo>
                  <a:cubicBezTo>
                    <a:pt x="102070" y="147360"/>
                    <a:pt x="109060" y="143716"/>
                    <a:pt x="115746" y="138251"/>
                  </a:cubicBezTo>
                  <a:cubicBezTo>
                    <a:pt x="118786" y="136125"/>
                    <a:pt x="120305" y="133088"/>
                    <a:pt x="120001" y="129444"/>
                  </a:cubicBezTo>
                  <a:cubicBezTo>
                    <a:pt x="119698" y="125800"/>
                    <a:pt x="118178" y="123067"/>
                    <a:pt x="115443" y="121246"/>
                  </a:cubicBezTo>
                  <a:cubicBezTo>
                    <a:pt x="112403" y="119424"/>
                    <a:pt x="109060" y="119727"/>
                    <a:pt x="105413" y="122157"/>
                  </a:cubicBezTo>
                  <a:cubicBezTo>
                    <a:pt x="99942" y="126408"/>
                    <a:pt x="94471" y="129141"/>
                    <a:pt x="89001" y="130659"/>
                  </a:cubicBezTo>
                  <a:cubicBezTo>
                    <a:pt x="83530" y="132481"/>
                    <a:pt x="78363" y="133088"/>
                    <a:pt x="73500" y="133088"/>
                  </a:cubicBezTo>
                  <a:cubicBezTo>
                    <a:pt x="58000" y="133088"/>
                    <a:pt x="46147" y="128230"/>
                    <a:pt x="37941" y="117905"/>
                  </a:cubicBezTo>
                  <a:cubicBezTo>
                    <a:pt x="29431" y="107581"/>
                    <a:pt x="25480" y="93612"/>
                    <a:pt x="25480" y="76000"/>
                  </a:cubicBezTo>
                  <a:cubicBezTo>
                    <a:pt x="25480" y="58084"/>
                    <a:pt x="29431" y="44419"/>
                    <a:pt x="37941" y="34702"/>
                  </a:cubicBezTo>
                  <a:cubicBezTo>
                    <a:pt x="46147" y="24985"/>
                    <a:pt x="58000" y="20126"/>
                    <a:pt x="73500" y="20126"/>
                  </a:cubicBezTo>
                  <a:cubicBezTo>
                    <a:pt x="78363" y="20126"/>
                    <a:pt x="83530" y="21037"/>
                    <a:pt x="89001" y="22556"/>
                  </a:cubicBezTo>
                  <a:cubicBezTo>
                    <a:pt x="94471" y="24378"/>
                    <a:pt x="99942" y="27111"/>
                    <a:pt x="105413" y="31058"/>
                  </a:cubicBezTo>
                  <a:cubicBezTo>
                    <a:pt x="109060" y="33791"/>
                    <a:pt x="112403" y="34095"/>
                    <a:pt x="115443" y="32273"/>
                  </a:cubicBezTo>
                  <a:cubicBezTo>
                    <a:pt x="118482" y="30451"/>
                    <a:pt x="120001" y="27718"/>
                    <a:pt x="120609" y="24074"/>
                  </a:cubicBezTo>
                  <a:cubicBezTo>
                    <a:pt x="121217" y="20430"/>
                    <a:pt x="119698" y="17393"/>
                    <a:pt x="116354" y="14964"/>
                  </a:cubicBezTo>
                  <a:cubicBezTo>
                    <a:pt x="109668" y="9802"/>
                    <a:pt x="102678" y="6158"/>
                    <a:pt x="94775" y="3729"/>
                  </a:cubicBezTo>
                  <a:cubicBezTo>
                    <a:pt x="86873" y="1299"/>
                    <a:pt x="79275" y="85"/>
                    <a:pt x="71981" y="85"/>
                  </a:cubicBezTo>
                  <a:cubicBezTo>
                    <a:pt x="49490" y="85"/>
                    <a:pt x="32166" y="7069"/>
                    <a:pt x="19401" y="20430"/>
                  </a:cubicBezTo>
                  <a:cubicBezTo>
                    <a:pt x="6636" y="33791"/>
                    <a:pt x="254" y="52314"/>
                    <a:pt x="254" y="75696"/>
                  </a:cubicBezTo>
                  <a:cubicBezTo>
                    <a:pt x="254" y="91487"/>
                    <a:pt x="2989" y="105152"/>
                    <a:pt x="8764" y="116691"/>
                  </a:cubicBezTo>
                  <a:cubicBezTo>
                    <a:pt x="14538" y="128230"/>
                    <a:pt x="22744" y="137340"/>
                    <a:pt x="33686" y="143716"/>
                  </a:cubicBezTo>
                  <a:cubicBezTo>
                    <a:pt x="44323" y="150093"/>
                    <a:pt x="57088" y="153130"/>
                    <a:pt x="71981" y="15313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08442C7-EAA1-22F1-B12C-89FA8BE60D5B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0428298" y="4970808"/>
              <a:ext cx="141022" cy="153045"/>
            </a:xfrm>
            <a:custGeom>
              <a:avLst/>
              <a:gdLst>
                <a:gd name="csX0" fmla="*/ 70770 w 141022"/>
                <a:gd name="csY0" fmla="*/ 153130 h 153045"/>
                <a:gd name="csX1" fmla="*/ 107849 w 141022"/>
                <a:gd name="csY1" fmla="*/ 143716 h 153045"/>
                <a:gd name="csX2" fmla="*/ 132467 w 141022"/>
                <a:gd name="csY2" fmla="*/ 117298 h 153045"/>
                <a:gd name="csX3" fmla="*/ 141281 w 141022"/>
                <a:gd name="csY3" fmla="*/ 76607 h 153045"/>
                <a:gd name="csX4" fmla="*/ 132467 w 141022"/>
                <a:gd name="csY4" fmla="*/ 36220 h 153045"/>
                <a:gd name="csX5" fmla="*/ 107849 w 141022"/>
                <a:gd name="csY5" fmla="*/ 9498 h 153045"/>
                <a:gd name="csX6" fmla="*/ 70770 w 141022"/>
                <a:gd name="csY6" fmla="*/ 85 h 153045"/>
                <a:gd name="csX7" fmla="*/ 33386 w 141022"/>
                <a:gd name="csY7" fmla="*/ 9498 h 153045"/>
                <a:gd name="csX8" fmla="*/ 8768 w 141022"/>
                <a:gd name="csY8" fmla="*/ 36220 h 153045"/>
                <a:gd name="csX9" fmla="*/ 258 w 141022"/>
                <a:gd name="csY9" fmla="*/ 76607 h 153045"/>
                <a:gd name="csX10" fmla="*/ 8768 w 141022"/>
                <a:gd name="csY10" fmla="*/ 117298 h 153045"/>
                <a:gd name="csX11" fmla="*/ 33386 w 141022"/>
                <a:gd name="csY11" fmla="*/ 143716 h 153045"/>
                <a:gd name="csX12" fmla="*/ 70770 w 141022"/>
                <a:gd name="csY12" fmla="*/ 153130 h 153045"/>
                <a:gd name="csX13" fmla="*/ 70770 w 141022"/>
                <a:gd name="csY13" fmla="*/ 133392 h 153045"/>
                <a:gd name="csX14" fmla="*/ 37337 w 141022"/>
                <a:gd name="csY14" fmla="*/ 118816 h 153045"/>
                <a:gd name="csX15" fmla="*/ 25180 w 141022"/>
                <a:gd name="csY15" fmla="*/ 76607 h 153045"/>
                <a:gd name="csX16" fmla="*/ 37337 w 141022"/>
                <a:gd name="csY16" fmla="*/ 34398 h 153045"/>
                <a:gd name="csX17" fmla="*/ 70770 w 141022"/>
                <a:gd name="csY17" fmla="*/ 19823 h 153045"/>
                <a:gd name="csX18" fmla="*/ 103898 w 141022"/>
                <a:gd name="csY18" fmla="*/ 34398 h 153045"/>
                <a:gd name="csX19" fmla="*/ 116359 w 141022"/>
                <a:gd name="csY19" fmla="*/ 76607 h 153045"/>
                <a:gd name="csX20" fmla="*/ 103898 w 141022"/>
                <a:gd name="csY20" fmla="*/ 118816 h 153045"/>
                <a:gd name="csX21" fmla="*/ 70770 w 141022"/>
                <a:gd name="csY21" fmla="*/ 133392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1022" h="153045">
                  <a:moveTo>
                    <a:pt x="70770" y="153130"/>
                  </a:moveTo>
                  <a:cubicBezTo>
                    <a:pt x="84750" y="153130"/>
                    <a:pt x="97211" y="150093"/>
                    <a:pt x="107849" y="143716"/>
                  </a:cubicBezTo>
                  <a:cubicBezTo>
                    <a:pt x="118486" y="137643"/>
                    <a:pt x="126692" y="128837"/>
                    <a:pt x="132467" y="117298"/>
                  </a:cubicBezTo>
                  <a:cubicBezTo>
                    <a:pt x="138242" y="105759"/>
                    <a:pt x="141281" y="92398"/>
                    <a:pt x="141281" y="76607"/>
                  </a:cubicBezTo>
                  <a:cubicBezTo>
                    <a:pt x="141281" y="61121"/>
                    <a:pt x="138242" y="47760"/>
                    <a:pt x="132467" y="36220"/>
                  </a:cubicBezTo>
                  <a:cubicBezTo>
                    <a:pt x="126692" y="24681"/>
                    <a:pt x="118486" y="15875"/>
                    <a:pt x="107849" y="9498"/>
                  </a:cubicBezTo>
                  <a:cubicBezTo>
                    <a:pt x="97211" y="3425"/>
                    <a:pt x="84750" y="85"/>
                    <a:pt x="70770" y="85"/>
                  </a:cubicBezTo>
                  <a:cubicBezTo>
                    <a:pt x="56181" y="85"/>
                    <a:pt x="43720" y="3425"/>
                    <a:pt x="33386" y="9498"/>
                  </a:cubicBezTo>
                  <a:cubicBezTo>
                    <a:pt x="22749" y="15875"/>
                    <a:pt x="14543" y="24681"/>
                    <a:pt x="8768" y="36220"/>
                  </a:cubicBezTo>
                  <a:cubicBezTo>
                    <a:pt x="2993" y="47759"/>
                    <a:pt x="258" y="61121"/>
                    <a:pt x="258" y="76607"/>
                  </a:cubicBezTo>
                  <a:cubicBezTo>
                    <a:pt x="258" y="92398"/>
                    <a:pt x="2993" y="105759"/>
                    <a:pt x="8768" y="117298"/>
                  </a:cubicBezTo>
                  <a:cubicBezTo>
                    <a:pt x="14543" y="128837"/>
                    <a:pt x="22749" y="137643"/>
                    <a:pt x="33386" y="143716"/>
                  </a:cubicBezTo>
                  <a:cubicBezTo>
                    <a:pt x="43720" y="150093"/>
                    <a:pt x="56181" y="153130"/>
                    <a:pt x="70770" y="153130"/>
                  </a:cubicBezTo>
                  <a:close/>
                  <a:moveTo>
                    <a:pt x="70770" y="133392"/>
                  </a:moveTo>
                  <a:cubicBezTo>
                    <a:pt x="56789" y="133392"/>
                    <a:pt x="45543" y="128533"/>
                    <a:pt x="37337" y="118816"/>
                  </a:cubicBezTo>
                  <a:cubicBezTo>
                    <a:pt x="29131" y="109099"/>
                    <a:pt x="25180" y="94827"/>
                    <a:pt x="25180" y="76607"/>
                  </a:cubicBezTo>
                  <a:cubicBezTo>
                    <a:pt x="25180" y="58388"/>
                    <a:pt x="29131" y="44116"/>
                    <a:pt x="37337" y="34398"/>
                  </a:cubicBezTo>
                  <a:cubicBezTo>
                    <a:pt x="45544" y="24681"/>
                    <a:pt x="56789" y="19823"/>
                    <a:pt x="70770" y="19823"/>
                  </a:cubicBezTo>
                  <a:cubicBezTo>
                    <a:pt x="84446" y="19823"/>
                    <a:pt x="95388" y="24681"/>
                    <a:pt x="103898" y="34398"/>
                  </a:cubicBezTo>
                  <a:cubicBezTo>
                    <a:pt x="112104" y="44116"/>
                    <a:pt x="116359" y="58388"/>
                    <a:pt x="116359" y="76607"/>
                  </a:cubicBezTo>
                  <a:cubicBezTo>
                    <a:pt x="116359" y="94827"/>
                    <a:pt x="112104" y="109099"/>
                    <a:pt x="103898" y="118816"/>
                  </a:cubicBezTo>
                  <a:cubicBezTo>
                    <a:pt x="95388" y="128533"/>
                    <a:pt x="84446" y="133392"/>
                    <a:pt x="70770" y="133392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B7358C8-ABB6-AECF-4EA4-4BE1FAF32B1D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0597586" y="4970808"/>
              <a:ext cx="117620" cy="153045"/>
            </a:xfrm>
            <a:custGeom>
              <a:avLst/>
              <a:gdLst>
                <a:gd name="csX0" fmla="*/ 58922 w 117620"/>
                <a:gd name="csY0" fmla="*/ 153130 h 153045"/>
                <a:gd name="csX1" fmla="*/ 101776 w 117620"/>
                <a:gd name="csY1" fmla="*/ 141591 h 153045"/>
                <a:gd name="csX2" fmla="*/ 117884 w 117620"/>
                <a:gd name="csY2" fmla="*/ 109403 h 153045"/>
                <a:gd name="csX3" fmla="*/ 107854 w 117620"/>
                <a:gd name="csY3" fmla="*/ 84503 h 153045"/>
                <a:gd name="csX4" fmla="*/ 78373 w 117620"/>
                <a:gd name="csY4" fmla="*/ 70838 h 153045"/>
                <a:gd name="csX5" fmla="*/ 50716 w 117620"/>
                <a:gd name="csY5" fmla="*/ 65068 h 153045"/>
                <a:gd name="csX6" fmla="*/ 28225 w 117620"/>
                <a:gd name="csY6" fmla="*/ 43205 h 153045"/>
                <a:gd name="csX7" fmla="*/ 37039 w 117620"/>
                <a:gd name="csY7" fmla="*/ 25592 h 153045"/>
                <a:gd name="csX8" fmla="*/ 62873 w 117620"/>
                <a:gd name="csY8" fmla="*/ 18912 h 153045"/>
                <a:gd name="csX9" fmla="*/ 81413 w 117620"/>
                <a:gd name="csY9" fmla="*/ 21948 h 153045"/>
                <a:gd name="csX10" fmla="*/ 99952 w 117620"/>
                <a:gd name="csY10" fmla="*/ 30754 h 153045"/>
                <a:gd name="csX11" fmla="*/ 109678 w 117620"/>
                <a:gd name="csY11" fmla="*/ 31665 h 153045"/>
                <a:gd name="csX12" fmla="*/ 114541 w 117620"/>
                <a:gd name="csY12" fmla="*/ 23467 h 153045"/>
                <a:gd name="csX13" fmla="*/ 109982 w 117620"/>
                <a:gd name="csY13" fmla="*/ 14660 h 153045"/>
                <a:gd name="csX14" fmla="*/ 88099 w 117620"/>
                <a:gd name="csY14" fmla="*/ 3729 h 153045"/>
                <a:gd name="csX15" fmla="*/ 62873 w 117620"/>
                <a:gd name="csY15" fmla="*/ 85 h 153045"/>
                <a:gd name="csX16" fmla="*/ 20931 w 117620"/>
                <a:gd name="csY16" fmla="*/ 12231 h 153045"/>
                <a:gd name="csX17" fmla="*/ 5127 w 117620"/>
                <a:gd name="csY17" fmla="*/ 44419 h 153045"/>
                <a:gd name="csX18" fmla="*/ 42814 w 117620"/>
                <a:gd name="csY18" fmla="*/ 83288 h 153045"/>
                <a:gd name="csX19" fmla="*/ 70471 w 117620"/>
                <a:gd name="csY19" fmla="*/ 89361 h 153045"/>
                <a:gd name="csX20" fmla="*/ 88707 w 117620"/>
                <a:gd name="csY20" fmla="*/ 97256 h 153045"/>
                <a:gd name="csX21" fmla="*/ 94482 w 117620"/>
                <a:gd name="csY21" fmla="*/ 110617 h 153045"/>
                <a:gd name="csX22" fmla="*/ 85668 w 117620"/>
                <a:gd name="csY22" fmla="*/ 127926 h 153045"/>
                <a:gd name="csX23" fmla="*/ 59530 w 117620"/>
                <a:gd name="csY23" fmla="*/ 134303 h 153045"/>
                <a:gd name="csX24" fmla="*/ 37343 w 117620"/>
                <a:gd name="csY24" fmla="*/ 131570 h 153045"/>
                <a:gd name="csX25" fmla="*/ 14548 w 117620"/>
                <a:gd name="csY25" fmla="*/ 121246 h 153045"/>
                <a:gd name="csX26" fmla="*/ 4519 w 117620"/>
                <a:gd name="csY26" fmla="*/ 121246 h 153045"/>
                <a:gd name="csX27" fmla="*/ 264 w 117620"/>
                <a:gd name="csY27" fmla="*/ 129748 h 153045"/>
                <a:gd name="csX28" fmla="*/ 5734 w 117620"/>
                <a:gd name="csY28" fmla="*/ 138251 h 153045"/>
                <a:gd name="csX29" fmla="*/ 31264 w 117620"/>
                <a:gd name="csY29" fmla="*/ 149790 h 153045"/>
                <a:gd name="csX30" fmla="*/ 58922 w 117620"/>
                <a:gd name="csY30" fmla="*/ 15313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7620" h="153045">
                  <a:moveTo>
                    <a:pt x="58922" y="153130"/>
                  </a:moveTo>
                  <a:cubicBezTo>
                    <a:pt x="76550" y="153130"/>
                    <a:pt x="90834" y="149486"/>
                    <a:pt x="101776" y="141591"/>
                  </a:cubicBezTo>
                  <a:cubicBezTo>
                    <a:pt x="112413" y="133696"/>
                    <a:pt x="117884" y="123067"/>
                    <a:pt x="117884" y="109403"/>
                  </a:cubicBezTo>
                  <a:cubicBezTo>
                    <a:pt x="117884" y="99078"/>
                    <a:pt x="114541" y="90576"/>
                    <a:pt x="107854" y="84503"/>
                  </a:cubicBezTo>
                  <a:cubicBezTo>
                    <a:pt x="101168" y="78429"/>
                    <a:pt x="91138" y="73874"/>
                    <a:pt x="78373" y="70838"/>
                  </a:cubicBezTo>
                  <a:lnTo>
                    <a:pt x="50716" y="65068"/>
                  </a:lnTo>
                  <a:cubicBezTo>
                    <a:pt x="35519" y="62032"/>
                    <a:pt x="28225" y="54744"/>
                    <a:pt x="28225" y="43205"/>
                  </a:cubicBezTo>
                  <a:cubicBezTo>
                    <a:pt x="28225" y="35917"/>
                    <a:pt x="30960" y="30147"/>
                    <a:pt x="37039" y="25592"/>
                  </a:cubicBezTo>
                  <a:cubicBezTo>
                    <a:pt x="42814" y="21341"/>
                    <a:pt x="51324" y="18912"/>
                    <a:pt x="62873" y="18912"/>
                  </a:cubicBezTo>
                  <a:cubicBezTo>
                    <a:pt x="68952" y="18912"/>
                    <a:pt x="75030" y="20126"/>
                    <a:pt x="81413" y="21948"/>
                  </a:cubicBezTo>
                  <a:cubicBezTo>
                    <a:pt x="87491" y="23770"/>
                    <a:pt x="93874" y="26807"/>
                    <a:pt x="99952" y="30754"/>
                  </a:cubicBezTo>
                  <a:cubicBezTo>
                    <a:pt x="103599" y="33184"/>
                    <a:pt x="106943" y="33487"/>
                    <a:pt x="109678" y="31665"/>
                  </a:cubicBezTo>
                  <a:cubicBezTo>
                    <a:pt x="112413" y="29843"/>
                    <a:pt x="113933" y="27111"/>
                    <a:pt x="114541" y="23467"/>
                  </a:cubicBezTo>
                  <a:cubicBezTo>
                    <a:pt x="114845" y="20126"/>
                    <a:pt x="113325" y="17090"/>
                    <a:pt x="109982" y="14660"/>
                  </a:cubicBezTo>
                  <a:cubicBezTo>
                    <a:pt x="103295" y="9802"/>
                    <a:pt x="96001" y="6158"/>
                    <a:pt x="88099" y="3729"/>
                  </a:cubicBezTo>
                  <a:cubicBezTo>
                    <a:pt x="79893" y="1299"/>
                    <a:pt x="71383" y="85"/>
                    <a:pt x="62873" y="85"/>
                  </a:cubicBezTo>
                  <a:cubicBezTo>
                    <a:pt x="45549" y="85"/>
                    <a:pt x="31568" y="4336"/>
                    <a:pt x="20931" y="12231"/>
                  </a:cubicBezTo>
                  <a:cubicBezTo>
                    <a:pt x="10293" y="20430"/>
                    <a:pt x="5127" y="31058"/>
                    <a:pt x="5127" y="44419"/>
                  </a:cubicBezTo>
                  <a:cubicBezTo>
                    <a:pt x="5127" y="65068"/>
                    <a:pt x="17588" y="77822"/>
                    <a:pt x="42814" y="83288"/>
                  </a:cubicBezTo>
                  <a:lnTo>
                    <a:pt x="70471" y="89361"/>
                  </a:lnTo>
                  <a:cubicBezTo>
                    <a:pt x="78677" y="91183"/>
                    <a:pt x="84756" y="93916"/>
                    <a:pt x="88707" y="97256"/>
                  </a:cubicBezTo>
                  <a:cubicBezTo>
                    <a:pt x="92354" y="100597"/>
                    <a:pt x="94482" y="105152"/>
                    <a:pt x="94482" y="110617"/>
                  </a:cubicBezTo>
                  <a:cubicBezTo>
                    <a:pt x="94482" y="117905"/>
                    <a:pt x="91442" y="123675"/>
                    <a:pt x="85668" y="127926"/>
                  </a:cubicBezTo>
                  <a:cubicBezTo>
                    <a:pt x="79589" y="132177"/>
                    <a:pt x="71079" y="134303"/>
                    <a:pt x="59530" y="134303"/>
                  </a:cubicBezTo>
                  <a:cubicBezTo>
                    <a:pt x="52235" y="134303"/>
                    <a:pt x="44637" y="133392"/>
                    <a:pt x="37343" y="131570"/>
                  </a:cubicBezTo>
                  <a:cubicBezTo>
                    <a:pt x="30049" y="129748"/>
                    <a:pt x="22450" y="126104"/>
                    <a:pt x="14548" y="121246"/>
                  </a:cubicBezTo>
                  <a:cubicBezTo>
                    <a:pt x="10293" y="119424"/>
                    <a:pt x="6950" y="119424"/>
                    <a:pt x="4519" y="121246"/>
                  </a:cubicBezTo>
                  <a:cubicBezTo>
                    <a:pt x="1783" y="123371"/>
                    <a:pt x="264" y="126104"/>
                    <a:pt x="264" y="129748"/>
                  </a:cubicBezTo>
                  <a:cubicBezTo>
                    <a:pt x="264" y="133392"/>
                    <a:pt x="2087" y="136125"/>
                    <a:pt x="5734" y="138251"/>
                  </a:cubicBezTo>
                  <a:cubicBezTo>
                    <a:pt x="13637" y="143716"/>
                    <a:pt x="22147" y="147360"/>
                    <a:pt x="31264" y="149790"/>
                  </a:cubicBezTo>
                  <a:cubicBezTo>
                    <a:pt x="40382" y="152219"/>
                    <a:pt x="49804" y="153130"/>
                    <a:pt x="58922" y="15313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4AF9BC1-127D-3840-E370-468A2373AF3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0759580" y="4893374"/>
              <a:ext cx="70511" cy="303661"/>
            </a:xfrm>
            <a:custGeom>
              <a:avLst/>
              <a:gdLst>
                <a:gd name="csX0" fmla="*/ 70780 w 70511"/>
                <a:gd name="csY0" fmla="*/ 300709 h 303661"/>
                <a:gd name="csX1" fmla="*/ 65613 w 70511"/>
                <a:gd name="csY1" fmla="*/ 294029 h 303661"/>
                <a:gd name="csX2" fmla="*/ 17896 w 70511"/>
                <a:gd name="csY2" fmla="*/ 151915 h 303661"/>
                <a:gd name="csX3" fmla="*/ 66829 w 70511"/>
                <a:gd name="csY3" fmla="*/ 8284 h 303661"/>
                <a:gd name="csX4" fmla="*/ 70780 w 70511"/>
                <a:gd name="csY4" fmla="*/ 3121 h 303661"/>
                <a:gd name="csX5" fmla="*/ 67741 w 70511"/>
                <a:gd name="csY5" fmla="*/ 85 h 303661"/>
                <a:gd name="csX6" fmla="*/ 19416 w 70511"/>
                <a:gd name="csY6" fmla="*/ 59299 h 303661"/>
                <a:gd name="csX7" fmla="*/ 268 w 70511"/>
                <a:gd name="csY7" fmla="*/ 151915 h 303661"/>
                <a:gd name="csX8" fmla="*/ 20328 w 70511"/>
                <a:gd name="csY8" fmla="*/ 246658 h 303661"/>
                <a:gd name="csX9" fmla="*/ 67741 w 70511"/>
                <a:gd name="csY9" fmla="*/ 303746 h 303661"/>
                <a:gd name="csX10" fmla="*/ 70780 w 70511"/>
                <a:gd name="csY10" fmla="*/ 30070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11" h="303661">
                  <a:moveTo>
                    <a:pt x="70780" y="300709"/>
                  </a:moveTo>
                  <a:cubicBezTo>
                    <a:pt x="70780" y="299798"/>
                    <a:pt x="70780" y="299191"/>
                    <a:pt x="65613" y="294029"/>
                  </a:cubicBezTo>
                  <a:cubicBezTo>
                    <a:pt x="27622" y="255767"/>
                    <a:pt x="17896" y="198376"/>
                    <a:pt x="17896" y="151915"/>
                  </a:cubicBezTo>
                  <a:cubicBezTo>
                    <a:pt x="17896" y="99078"/>
                    <a:pt x="29446" y="46241"/>
                    <a:pt x="66829" y="8284"/>
                  </a:cubicBezTo>
                  <a:cubicBezTo>
                    <a:pt x="70780" y="4640"/>
                    <a:pt x="70780" y="4032"/>
                    <a:pt x="70780" y="3121"/>
                  </a:cubicBezTo>
                  <a:cubicBezTo>
                    <a:pt x="70780" y="996"/>
                    <a:pt x="69564" y="85"/>
                    <a:pt x="67741" y="85"/>
                  </a:cubicBezTo>
                  <a:cubicBezTo>
                    <a:pt x="64701" y="85"/>
                    <a:pt x="37348" y="20734"/>
                    <a:pt x="19416" y="59299"/>
                  </a:cubicBezTo>
                  <a:cubicBezTo>
                    <a:pt x="3916" y="92701"/>
                    <a:pt x="268" y="126408"/>
                    <a:pt x="268" y="151915"/>
                  </a:cubicBezTo>
                  <a:cubicBezTo>
                    <a:pt x="268" y="175601"/>
                    <a:pt x="3612" y="212344"/>
                    <a:pt x="20328" y="246658"/>
                  </a:cubicBezTo>
                  <a:cubicBezTo>
                    <a:pt x="38563" y="284008"/>
                    <a:pt x="64701" y="303746"/>
                    <a:pt x="67741" y="303746"/>
                  </a:cubicBezTo>
                  <a:cubicBezTo>
                    <a:pt x="69564" y="303746"/>
                    <a:pt x="70780" y="302835"/>
                    <a:pt x="70780" y="30070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EF8308A-C899-CF51-AC74-6F145F525E7C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0858019" y="4913720"/>
              <a:ext cx="140718" cy="207400"/>
            </a:xfrm>
            <a:custGeom>
              <a:avLst/>
              <a:gdLst>
                <a:gd name="csX0" fmla="*/ 103608 w 140718"/>
                <a:gd name="csY0" fmla="*/ 23467 h 207400"/>
                <a:gd name="csX1" fmla="*/ 131266 w 140718"/>
                <a:gd name="csY1" fmla="*/ 9498 h 207400"/>
                <a:gd name="csX2" fmla="*/ 140991 w 140718"/>
                <a:gd name="csY2" fmla="*/ 3729 h 207400"/>
                <a:gd name="csX3" fmla="*/ 136432 w 140718"/>
                <a:gd name="csY3" fmla="*/ 85 h 207400"/>
                <a:gd name="csX4" fmla="*/ 96314 w 140718"/>
                <a:gd name="csY4" fmla="*/ 996 h 207400"/>
                <a:gd name="csX5" fmla="*/ 55891 w 140718"/>
                <a:gd name="csY5" fmla="*/ 85 h 207400"/>
                <a:gd name="csX6" fmla="*/ 49813 w 140718"/>
                <a:gd name="csY6" fmla="*/ 6158 h 207400"/>
                <a:gd name="csX7" fmla="*/ 58323 w 140718"/>
                <a:gd name="csY7" fmla="*/ 9498 h 207400"/>
                <a:gd name="csX8" fmla="*/ 79294 w 140718"/>
                <a:gd name="csY8" fmla="*/ 15268 h 207400"/>
                <a:gd name="csX9" fmla="*/ 78686 w 140718"/>
                <a:gd name="csY9" fmla="*/ 20126 h 207400"/>
                <a:gd name="csX10" fmla="*/ 37656 w 140718"/>
                <a:gd name="csY10" fmla="*/ 183800 h 207400"/>
                <a:gd name="csX11" fmla="*/ 9998 w 140718"/>
                <a:gd name="csY11" fmla="*/ 198072 h 207400"/>
                <a:gd name="csX12" fmla="*/ 272 w 140718"/>
                <a:gd name="csY12" fmla="*/ 204145 h 207400"/>
                <a:gd name="csX13" fmla="*/ 4831 w 140718"/>
                <a:gd name="csY13" fmla="*/ 207485 h 207400"/>
                <a:gd name="csX14" fmla="*/ 44646 w 140718"/>
                <a:gd name="csY14" fmla="*/ 206574 h 207400"/>
                <a:gd name="csX15" fmla="*/ 85372 w 140718"/>
                <a:gd name="csY15" fmla="*/ 207485 h 207400"/>
                <a:gd name="csX16" fmla="*/ 91451 w 140718"/>
                <a:gd name="csY16" fmla="*/ 201716 h 207400"/>
                <a:gd name="csX17" fmla="*/ 82333 w 140718"/>
                <a:gd name="csY17" fmla="*/ 198072 h 207400"/>
                <a:gd name="csX18" fmla="*/ 69264 w 140718"/>
                <a:gd name="csY18" fmla="*/ 197465 h 207400"/>
                <a:gd name="csX19" fmla="*/ 61666 w 140718"/>
                <a:gd name="csY19" fmla="*/ 192302 h 207400"/>
                <a:gd name="csX20" fmla="*/ 62882 w 140718"/>
                <a:gd name="csY20" fmla="*/ 185318 h 207400"/>
                <a:gd name="csX21" fmla="*/ 103608 w 140718"/>
                <a:gd name="csY21" fmla="*/ 23467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0718" h="207400">
                  <a:moveTo>
                    <a:pt x="103608" y="23467"/>
                  </a:moveTo>
                  <a:cubicBezTo>
                    <a:pt x="106343" y="12535"/>
                    <a:pt x="107255" y="9498"/>
                    <a:pt x="131266" y="9498"/>
                  </a:cubicBezTo>
                  <a:cubicBezTo>
                    <a:pt x="138560" y="9498"/>
                    <a:pt x="140991" y="9498"/>
                    <a:pt x="140991" y="3729"/>
                  </a:cubicBezTo>
                  <a:cubicBezTo>
                    <a:pt x="140991" y="85"/>
                    <a:pt x="137648" y="85"/>
                    <a:pt x="136432" y="85"/>
                  </a:cubicBezTo>
                  <a:cubicBezTo>
                    <a:pt x="127618" y="85"/>
                    <a:pt x="105128" y="996"/>
                    <a:pt x="96314" y="996"/>
                  </a:cubicBezTo>
                  <a:cubicBezTo>
                    <a:pt x="87196" y="996"/>
                    <a:pt x="65009" y="85"/>
                    <a:pt x="55891" y="85"/>
                  </a:cubicBezTo>
                  <a:cubicBezTo>
                    <a:pt x="53764" y="85"/>
                    <a:pt x="49813" y="85"/>
                    <a:pt x="49813" y="6158"/>
                  </a:cubicBezTo>
                  <a:cubicBezTo>
                    <a:pt x="49813" y="9498"/>
                    <a:pt x="52548" y="9498"/>
                    <a:pt x="58323" y="9498"/>
                  </a:cubicBezTo>
                  <a:cubicBezTo>
                    <a:pt x="71088" y="9498"/>
                    <a:pt x="79294" y="9498"/>
                    <a:pt x="79294" y="15268"/>
                  </a:cubicBezTo>
                  <a:cubicBezTo>
                    <a:pt x="79294" y="16786"/>
                    <a:pt x="79294" y="17393"/>
                    <a:pt x="78686" y="20126"/>
                  </a:cubicBezTo>
                  <a:lnTo>
                    <a:pt x="37656" y="183800"/>
                  </a:lnTo>
                  <a:cubicBezTo>
                    <a:pt x="34920" y="195035"/>
                    <a:pt x="34008" y="198072"/>
                    <a:pt x="9998" y="198072"/>
                  </a:cubicBezTo>
                  <a:cubicBezTo>
                    <a:pt x="3008" y="198072"/>
                    <a:pt x="272" y="198072"/>
                    <a:pt x="272" y="204145"/>
                  </a:cubicBezTo>
                  <a:cubicBezTo>
                    <a:pt x="272" y="207485"/>
                    <a:pt x="3919" y="207485"/>
                    <a:pt x="4831" y="207485"/>
                  </a:cubicBezTo>
                  <a:cubicBezTo>
                    <a:pt x="13645" y="207485"/>
                    <a:pt x="35832" y="206574"/>
                    <a:pt x="44646" y="206574"/>
                  </a:cubicBezTo>
                  <a:cubicBezTo>
                    <a:pt x="53764" y="206574"/>
                    <a:pt x="76254" y="207485"/>
                    <a:pt x="85372" y="207485"/>
                  </a:cubicBezTo>
                  <a:cubicBezTo>
                    <a:pt x="87804" y="207485"/>
                    <a:pt x="91451" y="207485"/>
                    <a:pt x="91451" y="201716"/>
                  </a:cubicBezTo>
                  <a:cubicBezTo>
                    <a:pt x="91451" y="198072"/>
                    <a:pt x="89019" y="198072"/>
                    <a:pt x="82333" y="198072"/>
                  </a:cubicBezTo>
                  <a:cubicBezTo>
                    <a:pt x="76862" y="198072"/>
                    <a:pt x="75343" y="198072"/>
                    <a:pt x="69264" y="197465"/>
                  </a:cubicBezTo>
                  <a:cubicBezTo>
                    <a:pt x="62882" y="196857"/>
                    <a:pt x="61666" y="195643"/>
                    <a:pt x="61666" y="192302"/>
                  </a:cubicBezTo>
                  <a:cubicBezTo>
                    <a:pt x="61666" y="189873"/>
                    <a:pt x="62274" y="187444"/>
                    <a:pt x="62882" y="185318"/>
                  </a:cubicBezTo>
                  <a:lnTo>
                    <a:pt x="103608" y="23467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12B2328-5A39-F72A-6D7E-A7F89E8AF0DE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1020030" y="4859645"/>
              <a:ext cx="156584" cy="156658"/>
            </a:xfrm>
            <a:custGeom>
              <a:avLst/>
              <a:gdLst>
                <a:gd name="csX0" fmla="*/ 83888 w 156584"/>
                <a:gd name="csY0" fmla="*/ 83618 h 156658"/>
                <a:gd name="csX1" fmla="*/ 148990 w 156584"/>
                <a:gd name="csY1" fmla="*/ 83618 h 156658"/>
                <a:gd name="csX2" fmla="*/ 156862 w 156584"/>
                <a:gd name="csY2" fmla="*/ 78516 h 156658"/>
                <a:gd name="csX3" fmla="*/ 148990 w 156584"/>
                <a:gd name="csY3" fmla="*/ 73202 h 156658"/>
                <a:gd name="csX4" fmla="*/ 83888 w 156584"/>
                <a:gd name="csY4" fmla="*/ 73202 h 156658"/>
                <a:gd name="csX5" fmla="*/ 83888 w 156584"/>
                <a:gd name="csY5" fmla="*/ 7945 h 156658"/>
                <a:gd name="csX6" fmla="*/ 78782 w 156584"/>
                <a:gd name="csY6" fmla="*/ 80 h 156658"/>
                <a:gd name="csX7" fmla="*/ 73463 w 156584"/>
                <a:gd name="csY7" fmla="*/ 7945 h 156658"/>
                <a:gd name="csX8" fmla="*/ 73463 w 156584"/>
                <a:gd name="csY8" fmla="*/ 73202 h 156658"/>
                <a:gd name="csX9" fmla="*/ 8149 w 156584"/>
                <a:gd name="csY9" fmla="*/ 73202 h 156658"/>
                <a:gd name="csX10" fmla="*/ 277 w 156584"/>
                <a:gd name="csY10" fmla="*/ 78304 h 156658"/>
                <a:gd name="csX11" fmla="*/ 8149 w 156584"/>
                <a:gd name="csY11" fmla="*/ 83618 h 156658"/>
                <a:gd name="csX12" fmla="*/ 73463 w 156584"/>
                <a:gd name="csY12" fmla="*/ 83618 h 156658"/>
                <a:gd name="csX13" fmla="*/ 73463 w 156584"/>
                <a:gd name="csY13" fmla="*/ 148874 h 156658"/>
                <a:gd name="csX14" fmla="*/ 78569 w 156584"/>
                <a:gd name="csY14" fmla="*/ 156739 h 156658"/>
                <a:gd name="csX15" fmla="*/ 83888 w 156584"/>
                <a:gd name="csY15" fmla="*/ 148874 h 156658"/>
                <a:gd name="csX16" fmla="*/ 83888 w 156584"/>
                <a:gd name="csY16" fmla="*/ 83618 h 156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6584" h="156658">
                  <a:moveTo>
                    <a:pt x="83888" y="83618"/>
                  </a:moveTo>
                  <a:lnTo>
                    <a:pt x="148990" y="83618"/>
                  </a:lnTo>
                  <a:cubicBezTo>
                    <a:pt x="151755" y="83618"/>
                    <a:pt x="156862" y="83618"/>
                    <a:pt x="156862" y="78516"/>
                  </a:cubicBezTo>
                  <a:cubicBezTo>
                    <a:pt x="156862" y="73202"/>
                    <a:pt x="151968" y="73202"/>
                    <a:pt x="148990" y="73202"/>
                  </a:cubicBezTo>
                  <a:lnTo>
                    <a:pt x="83888" y="73202"/>
                  </a:lnTo>
                  <a:lnTo>
                    <a:pt x="83888" y="7945"/>
                  </a:lnTo>
                  <a:cubicBezTo>
                    <a:pt x="83888" y="5182"/>
                    <a:pt x="83888" y="80"/>
                    <a:pt x="78782" y="80"/>
                  </a:cubicBezTo>
                  <a:cubicBezTo>
                    <a:pt x="73463" y="80"/>
                    <a:pt x="73463" y="4969"/>
                    <a:pt x="73463" y="7945"/>
                  </a:cubicBezTo>
                  <a:lnTo>
                    <a:pt x="73463" y="73202"/>
                  </a:lnTo>
                  <a:lnTo>
                    <a:pt x="8149" y="73202"/>
                  </a:lnTo>
                  <a:cubicBezTo>
                    <a:pt x="5384" y="73202"/>
                    <a:pt x="277" y="73202"/>
                    <a:pt x="277" y="78304"/>
                  </a:cubicBezTo>
                  <a:cubicBezTo>
                    <a:pt x="277" y="83618"/>
                    <a:pt x="5171" y="83618"/>
                    <a:pt x="8149" y="83618"/>
                  </a:cubicBezTo>
                  <a:lnTo>
                    <a:pt x="73463" y="83618"/>
                  </a:lnTo>
                  <a:lnTo>
                    <a:pt x="73463" y="148874"/>
                  </a:lnTo>
                  <a:cubicBezTo>
                    <a:pt x="73463" y="151638"/>
                    <a:pt x="73463" y="156739"/>
                    <a:pt x="78569" y="156739"/>
                  </a:cubicBezTo>
                  <a:cubicBezTo>
                    <a:pt x="83888" y="156739"/>
                    <a:pt x="83888" y="151850"/>
                    <a:pt x="83888" y="148874"/>
                  </a:cubicBezTo>
                  <a:lnTo>
                    <a:pt x="83888" y="83618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222648A-553C-BAE5-1D82-6BCEA407E2E2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0996180" y="5060929"/>
              <a:ext cx="156584" cy="153682"/>
            </a:xfrm>
            <a:custGeom>
              <a:avLst/>
              <a:gdLst>
                <a:gd name="csX0" fmla="*/ 156861 w 156584"/>
                <a:gd name="csY0" fmla="*/ 77673 h 153682"/>
                <a:gd name="csX1" fmla="*/ 78569 w 156584"/>
                <a:gd name="csY1" fmla="*/ 88 h 153682"/>
                <a:gd name="csX2" fmla="*/ 277 w 156584"/>
                <a:gd name="csY2" fmla="*/ 77673 h 153682"/>
                <a:gd name="csX3" fmla="*/ 78569 w 156584"/>
                <a:gd name="csY3" fmla="*/ 153771 h 153682"/>
                <a:gd name="csX4" fmla="*/ 156861 w 156584"/>
                <a:gd name="csY4" fmla="*/ 77673 h 153682"/>
                <a:gd name="csX5" fmla="*/ 78569 w 156584"/>
                <a:gd name="csY5" fmla="*/ 147394 h 153682"/>
                <a:gd name="csX6" fmla="*/ 21552 w 156584"/>
                <a:gd name="csY6" fmla="*/ 77461 h 153682"/>
                <a:gd name="csX7" fmla="*/ 78569 w 156584"/>
                <a:gd name="csY7" fmla="*/ 6039 h 153682"/>
                <a:gd name="csX8" fmla="*/ 135586 w 156584"/>
                <a:gd name="csY8" fmla="*/ 77461 h 153682"/>
                <a:gd name="csX9" fmla="*/ 78569 w 156584"/>
                <a:gd name="csY9" fmla="*/ 147394 h 153682"/>
                <a:gd name="csX10" fmla="*/ 122182 w 156584"/>
                <a:gd name="csY10" fmla="*/ 60668 h 153682"/>
                <a:gd name="csX11" fmla="*/ 114949 w 156584"/>
                <a:gd name="csY11" fmla="*/ 60668 h 153682"/>
                <a:gd name="csX12" fmla="*/ 114949 w 156584"/>
                <a:gd name="csY12" fmla="*/ 67895 h 153682"/>
                <a:gd name="csX13" fmla="*/ 42188 w 156584"/>
                <a:gd name="csY13" fmla="*/ 67895 h 153682"/>
                <a:gd name="csX14" fmla="*/ 42188 w 156584"/>
                <a:gd name="csY14" fmla="*/ 60668 h 153682"/>
                <a:gd name="csX15" fmla="*/ 34955 w 156584"/>
                <a:gd name="csY15" fmla="*/ 60668 h 153682"/>
                <a:gd name="csX16" fmla="*/ 34955 w 156584"/>
                <a:gd name="csY16" fmla="*/ 92552 h 153682"/>
                <a:gd name="csX17" fmla="*/ 42188 w 156584"/>
                <a:gd name="csY17" fmla="*/ 92552 h 153682"/>
                <a:gd name="csX18" fmla="*/ 42188 w 156584"/>
                <a:gd name="csY18" fmla="*/ 85325 h 153682"/>
                <a:gd name="csX19" fmla="*/ 114949 w 156584"/>
                <a:gd name="csY19" fmla="*/ 85325 h 153682"/>
                <a:gd name="csX20" fmla="*/ 114949 w 156584"/>
                <a:gd name="csY20" fmla="*/ 92552 h 153682"/>
                <a:gd name="csX21" fmla="*/ 122182 w 156584"/>
                <a:gd name="csY21" fmla="*/ 92552 h 153682"/>
                <a:gd name="csX22" fmla="*/ 122182 w 156584"/>
                <a:gd name="csY22" fmla="*/ 60668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84" h="153682">
                  <a:moveTo>
                    <a:pt x="156861" y="77673"/>
                  </a:moveTo>
                  <a:cubicBezTo>
                    <a:pt x="156861" y="35160"/>
                    <a:pt x="121970" y="88"/>
                    <a:pt x="78569" y="88"/>
                  </a:cubicBezTo>
                  <a:cubicBezTo>
                    <a:pt x="34955" y="88"/>
                    <a:pt x="277" y="35160"/>
                    <a:pt x="277" y="77673"/>
                  </a:cubicBezTo>
                  <a:cubicBezTo>
                    <a:pt x="277" y="119335"/>
                    <a:pt x="34955" y="153771"/>
                    <a:pt x="78569" y="153771"/>
                  </a:cubicBezTo>
                  <a:cubicBezTo>
                    <a:pt x="122182" y="153771"/>
                    <a:pt x="156861" y="119335"/>
                    <a:pt x="156861" y="77673"/>
                  </a:cubicBezTo>
                  <a:close/>
                  <a:moveTo>
                    <a:pt x="78569" y="147394"/>
                  </a:moveTo>
                  <a:cubicBezTo>
                    <a:pt x="52826" y="147394"/>
                    <a:pt x="21552" y="127413"/>
                    <a:pt x="21552" y="77461"/>
                  </a:cubicBezTo>
                  <a:cubicBezTo>
                    <a:pt x="21552" y="27508"/>
                    <a:pt x="52188" y="6039"/>
                    <a:pt x="78569" y="6039"/>
                  </a:cubicBezTo>
                  <a:cubicBezTo>
                    <a:pt x="104950" y="6039"/>
                    <a:pt x="135586" y="27508"/>
                    <a:pt x="135586" y="77461"/>
                  </a:cubicBezTo>
                  <a:cubicBezTo>
                    <a:pt x="135586" y="127625"/>
                    <a:pt x="104099" y="147394"/>
                    <a:pt x="78569" y="147394"/>
                  </a:cubicBezTo>
                  <a:close/>
                  <a:moveTo>
                    <a:pt x="122182" y="60668"/>
                  </a:moveTo>
                  <a:lnTo>
                    <a:pt x="114949" y="60668"/>
                  </a:lnTo>
                  <a:lnTo>
                    <a:pt x="114949" y="67895"/>
                  </a:lnTo>
                  <a:lnTo>
                    <a:pt x="42188" y="67895"/>
                  </a:lnTo>
                  <a:lnTo>
                    <a:pt x="42188" y="60668"/>
                  </a:lnTo>
                  <a:lnTo>
                    <a:pt x="34955" y="60668"/>
                  </a:lnTo>
                  <a:lnTo>
                    <a:pt x="34955" y="92552"/>
                  </a:lnTo>
                  <a:lnTo>
                    <a:pt x="42188" y="92552"/>
                  </a:lnTo>
                  <a:lnTo>
                    <a:pt x="42188" y="85325"/>
                  </a:lnTo>
                  <a:lnTo>
                    <a:pt x="114949" y="85325"/>
                  </a:lnTo>
                  <a:lnTo>
                    <a:pt x="114949" y="92552"/>
                  </a:lnTo>
                  <a:lnTo>
                    <a:pt x="122182" y="92552"/>
                  </a:lnTo>
                  <a:lnTo>
                    <a:pt x="122182" y="60668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19283EA-5055-8EBD-8A02-D9A50CA1051D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1233050" y="5088932"/>
              <a:ext cx="35559" cy="90794"/>
            </a:xfrm>
            <a:custGeom>
              <a:avLst/>
              <a:gdLst>
                <a:gd name="csX0" fmla="*/ 35844 w 35559"/>
                <a:gd name="csY0" fmla="*/ 31969 h 90794"/>
                <a:gd name="csX1" fmla="*/ 16392 w 35559"/>
                <a:gd name="csY1" fmla="*/ 85 h 90794"/>
                <a:gd name="csX2" fmla="*/ 284 w 35559"/>
                <a:gd name="csY2" fmla="*/ 16179 h 90794"/>
                <a:gd name="csX3" fmla="*/ 16392 w 35559"/>
                <a:gd name="csY3" fmla="*/ 32273 h 90794"/>
                <a:gd name="csX4" fmla="*/ 27030 w 35559"/>
                <a:gd name="csY4" fmla="*/ 28325 h 90794"/>
                <a:gd name="csX5" fmla="*/ 28549 w 35559"/>
                <a:gd name="csY5" fmla="*/ 27414 h 90794"/>
                <a:gd name="csX6" fmla="*/ 29157 w 35559"/>
                <a:gd name="csY6" fmla="*/ 31969 h 90794"/>
                <a:gd name="csX7" fmla="*/ 8490 w 35559"/>
                <a:gd name="csY7" fmla="*/ 82681 h 90794"/>
                <a:gd name="csX8" fmla="*/ 5147 w 35559"/>
                <a:gd name="csY8" fmla="*/ 87539 h 90794"/>
                <a:gd name="csX9" fmla="*/ 8186 w 35559"/>
                <a:gd name="csY9" fmla="*/ 90879 h 90794"/>
                <a:gd name="csX10" fmla="*/ 35844 w 35559"/>
                <a:gd name="csY10" fmla="*/ 31969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59" h="90794">
                  <a:moveTo>
                    <a:pt x="35844" y="31969"/>
                  </a:moveTo>
                  <a:cubicBezTo>
                    <a:pt x="35844" y="11927"/>
                    <a:pt x="28246" y="85"/>
                    <a:pt x="16392" y="85"/>
                  </a:cubicBezTo>
                  <a:cubicBezTo>
                    <a:pt x="6363" y="85"/>
                    <a:pt x="284" y="7676"/>
                    <a:pt x="284" y="16179"/>
                  </a:cubicBezTo>
                  <a:cubicBezTo>
                    <a:pt x="284" y="24378"/>
                    <a:pt x="6363" y="32273"/>
                    <a:pt x="16392" y="32273"/>
                  </a:cubicBezTo>
                  <a:cubicBezTo>
                    <a:pt x="20039" y="32273"/>
                    <a:pt x="23991" y="31058"/>
                    <a:pt x="27030" y="28325"/>
                  </a:cubicBezTo>
                  <a:cubicBezTo>
                    <a:pt x="27942" y="27718"/>
                    <a:pt x="28246" y="27414"/>
                    <a:pt x="28549" y="27414"/>
                  </a:cubicBezTo>
                  <a:cubicBezTo>
                    <a:pt x="28853" y="27414"/>
                    <a:pt x="29157" y="27718"/>
                    <a:pt x="29157" y="31969"/>
                  </a:cubicBezTo>
                  <a:cubicBezTo>
                    <a:pt x="29157" y="54440"/>
                    <a:pt x="18520" y="72660"/>
                    <a:pt x="8490" y="82681"/>
                  </a:cubicBezTo>
                  <a:cubicBezTo>
                    <a:pt x="5147" y="86021"/>
                    <a:pt x="5147" y="86628"/>
                    <a:pt x="5147" y="87539"/>
                  </a:cubicBezTo>
                  <a:cubicBezTo>
                    <a:pt x="5147" y="89665"/>
                    <a:pt x="6667" y="90879"/>
                    <a:pt x="8186" y="90879"/>
                  </a:cubicBezTo>
                  <a:cubicBezTo>
                    <a:pt x="11529" y="90879"/>
                    <a:pt x="35844" y="67497"/>
                    <a:pt x="35844" y="3196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803E6E8-A2EF-3681-1397-65B01D909773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1349285" y="4915542"/>
              <a:ext cx="206671" cy="205578"/>
            </a:xfrm>
            <a:custGeom>
              <a:avLst/>
              <a:gdLst>
                <a:gd name="csX0" fmla="*/ 122772 w 206671"/>
                <a:gd name="csY0" fmla="*/ 21341 h 205578"/>
                <a:gd name="csX1" fmla="*/ 129762 w 206671"/>
                <a:gd name="csY1" fmla="*/ 10106 h 205578"/>
                <a:gd name="csX2" fmla="*/ 148910 w 206671"/>
                <a:gd name="csY2" fmla="*/ 9498 h 205578"/>
                <a:gd name="csX3" fmla="*/ 193283 w 206671"/>
                <a:gd name="csY3" fmla="*/ 34398 h 205578"/>
                <a:gd name="csX4" fmla="*/ 190852 w 206671"/>
                <a:gd name="csY4" fmla="*/ 58691 h 205578"/>
                <a:gd name="csX5" fmla="*/ 189940 w 206671"/>
                <a:gd name="csY5" fmla="*/ 64461 h 205578"/>
                <a:gd name="csX6" fmla="*/ 193587 w 206671"/>
                <a:gd name="csY6" fmla="*/ 68408 h 205578"/>
                <a:gd name="csX7" fmla="*/ 198146 w 206671"/>
                <a:gd name="csY7" fmla="*/ 61424 h 205578"/>
                <a:gd name="csX8" fmla="*/ 206352 w 206671"/>
                <a:gd name="csY8" fmla="*/ 8587 h 205578"/>
                <a:gd name="csX9" fmla="*/ 206960 w 206671"/>
                <a:gd name="csY9" fmla="*/ 3425 h 205578"/>
                <a:gd name="csX10" fmla="*/ 198754 w 206671"/>
                <a:gd name="csY10" fmla="*/ 85 h 205578"/>
                <a:gd name="csX11" fmla="*/ 30074 w 206671"/>
                <a:gd name="csY11" fmla="*/ 85 h 205578"/>
                <a:gd name="csX12" fmla="*/ 20348 w 206671"/>
                <a:gd name="csY12" fmla="*/ 6158 h 205578"/>
                <a:gd name="csX13" fmla="*/ 2112 w 206671"/>
                <a:gd name="csY13" fmla="*/ 59602 h 205578"/>
                <a:gd name="csX14" fmla="*/ 289 w 206671"/>
                <a:gd name="csY14" fmla="*/ 65068 h 205578"/>
                <a:gd name="csX15" fmla="*/ 3936 w 206671"/>
                <a:gd name="csY15" fmla="*/ 68408 h 205578"/>
                <a:gd name="csX16" fmla="*/ 9102 w 206671"/>
                <a:gd name="csY16" fmla="*/ 62032 h 205578"/>
                <a:gd name="csX17" fmla="*/ 78398 w 206671"/>
                <a:gd name="csY17" fmla="*/ 9498 h 205578"/>
                <a:gd name="csX18" fmla="*/ 90251 w 206671"/>
                <a:gd name="csY18" fmla="*/ 9498 h 205578"/>
                <a:gd name="csX19" fmla="*/ 98761 w 206671"/>
                <a:gd name="csY19" fmla="*/ 13142 h 205578"/>
                <a:gd name="csX20" fmla="*/ 97546 w 206671"/>
                <a:gd name="csY20" fmla="*/ 19519 h 205578"/>
                <a:gd name="csX21" fmla="*/ 56819 w 206671"/>
                <a:gd name="csY21" fmla="*/ 181674 h 205578"/>
                <a:gd name="csX22" fmla="*/ 20652 w 206671"/>
                <a:gd name="csY22" fmla="*/ 196250 h 205578"/>
                <a:gd name="csX23" fmla="*/ 7887 w 206671"/>
                <a:gd name="csY23" fmla="*/ 202019 h 205578"/>
                <a:gd name="csX24" fmla="*/ 13054 w 206671"/>
                <a:gd name="csY24" fmla="*/ 205663 h 205578"/>
                <a:gd name="csX25" fmla="*/ 37976 w 206671"/>
                <a:gd name="csY25" fmla="*/ 205056 h 205578"/>
                <a:gd name="csX26" fmla="*/ 63810 w 206671"/>
                <a:gd name="csY26" fmla="*/ 204752 h 205578"/>
                <a:gd name="csX27" fmla="*/ 89036 w 206671"/>
                <a:gd name="csY27" fmla="*/ 205056 h 205578"/>
                <a:gd name="csX28" fmla="*/ 115477 w 206671"/>
                <a:gd name="csY28" fmla="*/ 205663 h 205578"/>
                <a:gd name="csX29" fmla="*/ 122164 w 206671"/>
                <a:gd name="csY29" fmla="*/ 199590 h 205578"/>
                <a:gd name="csX30" fmla="*/ 111830 w 206671"/>
                <a:gd name="csY30" fmla="*/ 196250 h 205578"/>
                <a:gd name="csX31" fmla="*/ 92379 w 206671"/>
                <a:gd name="csY31" fmla="*/ 195643 h 205578"/>
                <a:gd name="csX32" fmla="*/ 81134 w 206671"/>
                <a:gd name="csY32" fmla="*/ 188962 h 205578"/>
                <a:gd name="csX33" fmla="*/ 82349 w 206671"/>
                <a:gd name="csY33" fmla="*/ 182585 h 205578"/>
                <a:gd name="csX34" fmla="*/ 122772 w 206671"/>
                <a:gd name="csY34" fmla="*/ 21341 h 2055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06671" h="205578">
                  <a:moveTo>
                    <a:pt x="122772" y="21341"/>
                  </a:moveTo>
                  <a:cubicBezTo>
                    <a:pt x="124899" y="12838"/>
                    <a:pt x="126115" y="11016"/>
                    <a:pt x="129762" y="10106"/>
                  </a:cubicBezTo>
                  <a:cubicBezTo>
                    <a:pt x="132497" y="9498"/>
                    <a:pt x="142527" y="9498"/>
                    <a:pt x="148910" y="9498"/>
                  </a:cubicBezTo>
                  <a:cubicBezTo>
                    <a:pt x="179606" y="9498"/>
                    <a:pt x="193283" y="10713"/>
                    <a:pt x="193283" y="34398"/>
                  </a:cubicBezTo>
                  <a:cubicBezTo>
                    <a:pt x="193283" y="38953"/>
                    <a:pt x="192067" y="50796"/>
                    <a:pt x="190852" y="58691"/>
                  </a:cubicBezTo>
                  <a:cubicBezTo>
                    <a:pt x="190548" y="59906"/>
                    <a:pt x="189940" y="63550"/>
                    <a:pt x="189940" y="64461"/>
                  </a:cubicBezTo>
                  <a:cubicBezTo>
                    <a:pt x="189940" y="66283"/>
                    <a:pt x="190852" y="68408"/>
                    <a:pt x="193587" y="68408"/>
                  </a:cubicBezTo>
                  <a:cubicBezTo>
                    <a:pt x="196930" y="68408"/>
                    <a:pt x="197538" y="65979"/>
                    <a:pt x="198146" y="61424"/>
                  </a:cubicBezTo>
                  <a:lnTo>
                    <a:pt x="206352" y="8587"/>
                  </a:lnTo>
                  <a:cubicBezTo>
                    <a:pt x="206656" y="7373"/>
                    <a:pt x="206960" y="4336"/>
                    <a:pt x="206960" y="3425"/>
                  </a:cubicBezTo>
                  <a:cubicBezTo>
                    <a:pt x="206960" y="85"/>
                    <a:pt x="203921" y="85"/>
                    <a:pt x="198754" y="85"/>
                  </a:cubicBezTo>
                  <a:lnTo>
                    <a:pt x="30074" y="85"/>
                  </a:lnTo>
                  <a:cubicBezTo>
                    <a:pt x="22779" y="85"/>
                    <a:pt x="22475" y="388"/>
                    <a:pt x="20348" y="6158"/>
                  </a:cubicBezTo>
                  <a:lnTo>
                    <a:pt x="2112" y="59602"/>
                  </a:lnTo>
                  <a:cubicBezTo>
                    <a:pt x="1808" y="60210"/>
                    <a:pt x="289" y="64461"/>
                    <a:pt x="289" y="65068"/>
                  </a:cubicBezTo>
                  <a:cubicBezTo>
                    <a:pt x="289" y="66890"/>
                    <a:pt x="1808" y="68408"/>
                    <a:pt x="3936" y="68408"/>
                  </a:cubicBezTo>
                  <a:cubicBezTo>
                    <a:pt x="6975" y="68408"/>
                    <a:pt x="7279" y="66890"/>
                    <a:pt x="9102" y="62032"/>
                  </a:cubicBezTo>
                  <a:cubicBezTo>
                    <a:pt x="25515" y="14964"/>
                    <a:pt x="33417" y="9498"/>
                    <a:pt x="78398" y="9498"/>
                  </a:cubicBezTo>
                  <a:lnTo>
                    <a:pt x="90251" y="9498"/>
                  </a:lnTo>
                  <a:cubicBezTo>
                    <a:pt x="98761" y="9498"/>
                    <a:pt x="98761" y="10713"/>
                    <a:pt x="98761" y="13142"/>
                  </a:cubicBezTo>
                  <a:cubicBezTo>
                    <a:pt x="98761" y="14964"/>
                    <a:pt x="97850" y="18608"/>
                    <a:pt x="97546" y="19519"/>
                  </a:cubicBezTo>
                  <a:lnTo>
                    <a:pt x="56819" y="181674"/>
                  </a:lnTo>
                  <a:cubicBezTo>
                    <a:pt x="54084" y="192910"/>
                    <a:pt x="53172" y="196250"/>
                    <a:pt x="20652" y="196250"/>
                  </a:cubicBezTo>
                  <a:cubicBezTo>
                    <a:pt x="9710" y="196250"/>
                    <a:pt x="7887" y="196250"/>
                    <a:pt x="7887" y="202019"/>
                  </a:cubicBezTo>
                  <a:cubicBezTo>
                    <a:pt x="7887" y="205663"/>
                    <a:pt x="11230" y="205663"/>
                    <a:pt x="13054" y="205663"/>
                  </a:cubicBezTo>
                  <a:cubicBezTo>
                    <a:pt x="21260" y="205663"/>
                    <a:pt x="29770" y="205056"/>
                    <a:pt x="37976" y="205056"/>
                  </a:cubicBezTo>
                  <a:cubicBezTo>
                    <a:pt x="46486" y="205056"/>
                    <a:pt x="55300" y="204752"/>
                    <a:pt x="63810" y="204752"/>
                  </a:cubicBezTo>
                  <a:cubicBezTo>
                    <a:pt x="72320" y="204752"/>
                    <a:pt x="80830" y="205056"/>
                    <a:pt x="89036" y="205056"/>
                  </a:cubicBezTo>
                  <a:cubicBezTo>
                    <a:pt x="97850" y="205056"/>
                    <a:pt x="106967" y="205663"/>
                    <a:pt x="115477" y="205663"/>
                  </a:cubicBezTo>
                  <a:cubicBezTo>
                    <a:pt x="118517" y="205663"/>
                    <a:pt x="122164" y="205663"/>
                    <a:pt x="122164" y="199590"/>
                  </a:cubicBezTo>
                  <a:cubicBezTo>
                    <a:pt x="122164" y="196250"/>
                    <a:pt x="119732" y="196250"/>
                    <a:pt x="111830" y="196250"/>
                  </a:cubicBezTo>
                  <a:cubicBezTo>
                    <a:pt x="104232" y="196250"/>
                    <a:pt x="100281" y="196250"/>
                    <a:pt x="92379" y="195643"/>
                  </a:cubicBezTo>
                  <a:cubicBezTo>
                    <a:pt x="83565" y="194732"/>
                    <a:pt x="81134" y="193821"/>
                    <a:pt x="81134" y="188962"/>
                  </a:cubicBezTo>
                  <a:cubicBezTo>
                    <a:pt x="81134" y="188658"/>
                    <a:pt x="81134" y="187140"/>
                    <a:pt x="82349" y="182585"/>
                  </a:cubicBezTo>
                  <a:lnTo>
                    <a:pt x="122772" y="21341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A30910F-394D-2F6D-97ED-AA01DCFFAFF8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1576705" y="4859645"/>
              <a:ext cx="156584" cy="156658"/>
            </a:xfrm>
            <a:custGeom>
              <a:avLst/>
              <a:gdLst>
                <a:gd name="csX0" fmla="*/ 83907 w 156584"/>
                <a:gd name="csY0" fmla="*/ 83618 h 156658"/>
                <a:gd name="csX1" fmla="*/ 149008 w 156584"/>
                <a:gd name="csY1" fmla="*/ 83618 h 156658"/>
                <a:gd name="csX2" fmla="*/ 156880 w 156584"/>
                <a:gd name="csY2" fmla="*/ 78516 h 156658"/>
                <a:gd name="csX3" fmla="*/ 149008 w 156584"/>
                <a:gd name="csY3" fmla="*/ 73202 h 156658"/>
                <a:gd name="csX4" fmla="*/ 83907 w 156584"/>
                <a:gd name="csY4" fmla="*/ 73202 h 156658"/>
                <a:gd name="csX5" fmla="*/ 83907 w 156584"/>
                <a:gd name="csY5" fmla="*/ 7945 h 156658"/>
                <a:gd name="csX6" fmla="*/ 78800 w 156584"/>
                <a:gd name="csY6" fmla="*/ 80 h 156658"/>
                <a:gd name="csX7" fmla="*/ 73482 w 156584"/>
                <a:gd name="csY7" fmla="*/ 7945 h 156658"/>
                <a:gd name="csX8" fmla="*/ 73482 w 156584"/>
                <a:gd name="csY8" fmla="*/ 73202 h 156658"/>
                <a:gd name="csX9" fmla="*/ 8167 w 156584"/>
                <a:gd name="csY9" fmla="*/ 73202 h 156658"/>
                <a:gd name="csX10" fmla="*/ 296 w 156584"/>
                <a:gd name="csY10" fmla="*/ 78304 h 156658"/>
                <a:gd name="csX11" fmla="*/ 8167 w 156584"/>
                <a:gd name="csY11" fmla="*/ 83618 h 156658"/>
                <a:gd name="csX12" fmla="*/ 73482 w 156584"/>
                <a:gd name="csY12" fmla="*/ 83618 h 156658"/>
                <a:gd name="csX13" fmla="*/ 73482 w 156584"/>
                <a:gd name="csY13" fmla="*/ 148874 h 156658"/>
                <a:gd name="csX14" fmla="*/ 78588 w 156584"/>
                <a:gd name="csY14" fmla="*/ 156739 h 156658"/>
                <a:gd name="csX15" fmla="*/ 83907 w 156584"/>
                <a:gd name="csY15" fmla="*/ 148874 h 156658"/>
                <a:gd name="csX16" fmla="*/ 83907 w 156584"/>
                <a:gd name="csY16" fmla="*/ 83618 h 156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6584" h="156658">
                  <a:moveTo>
                    <a:pt x="83907" y="83618"/>
                  </a:moveTo>
                  <a:lnTo>
                    <a:pt x="149008" y="83618"/>
                  </a:lnTo>
                  <a:cubicBezTo>
                    <a:pt x="151774" y="83618"/>
                    <a:pt x="156880" y="83618"/>
                    <a:pt x="156880" y="78516"/>
                  </a:cubicBezTo>
                  <a:cubicBezTo>
                    <a:pt x="156880" y="73202"/>
                    <a:pt x="151987" y="73202"/>
                    <a:pt x="149008" y="73202"/>
                  </a:cubicBezTo>
                  <a:lnTo>
                    <a:pt x="83907" y="73202"/>
                  </a:lnTo>
                  <a:lnTo>
                    <a:pt x="83907" y="7945"/>
                  </a:lnTo>
                  <a:cubicBezTo>
                    <a:pt x="83907" y="5182"/>
                    <a:pt x="83907" y="80"/>
                    <a:pt x="78800" y="80"/>
                  </a:cubicBezTo>
                  <a:cubicBezTo>
                    <a:pt x="73482" y="80"/>
                    <a:pt x="73482" y="4969"/>
                    <a:pt x="73482" y="7945"/>
                  </a:cubicBezTo>
                  <a:lnTo>
                    <a:pt x="73482" y="73202"/>
                  </a:lnTo>
                  <a:lnTo>
                    <a:pt x="8167" y="73202"/>
                  </a:lnTo>
                  <a:cubicBezTo>
                    <a:pt x="5402" y="73202"/>
                    <a:pt x="296" y="73202"/>
                    <a:pt x="296" y="78304"/>
                  </a:cubicBezTo>
                  <a:cubicBezTo>
                    <a:pt x="296" y="83618"/>
                    <a:pt x="5189" y="83618"/>
                    <a:pt x="8167" y="83618"/>
                  </a:cubicBezTo>
                  <a:lnTo>
                    <a:pt x="73482" y="83618"/>
                  </a:lnTo>
                  <a:lnTo>
                    <a:pt x="73482" y="148874"/>
                  </a:lnTo>
                  <a:cubicBezTo>
                    <a:pt x="73482" y="151638"/>
                    <a:pt x="73482" y="156739"/>
                    <a:pt x="78588" y="156739"/>
                  </a:cubicBezTo>
                  <a:cubicBezTo>
                    <a:pt x="83907" y="156739"/>
                    <a:pt x="83907" y="151850"/>
                    <a:pt x="83907" y="148874"/>
                  </a:cubicBezTo>
                  <a:lnTo>
                    <a:pt x="83907" y="83618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C3C258A-0B57-4170-74BE-646A0E5EAE9F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1534492" y="5060929"/>
              <a:ext cx="156584" cy="153682"/>
            </a:xfrm>
            <a:custGeom>
              <a:avLst/>
              <a:gdLst>
                <a:gd name="csX0" fmla="*/ 156878 w 156584"/>
                <a:gd name="csY0" fmla="*/ 77673 h 153682"/>
                <a:gd name="csX1" fmla="*/ 78586 w 156584"/>
                <a:gd name="csY1" fmla="*/ 88 h 153682"/>
                <a:gd name="csX2" fmla="*/ 294 w 156584"/>
                <a:gd name="csY2" fmla="*/ 77673 h 153682"/>
                <a:gd name="csX3" fmla="*/ 78586 w 156584"/>
                <a:gd name="csY3" fmla="*/ 153771 h 153682"/>
                <a:gd name="csX4" fmla="*/ 156878 w 156584"/>
                <a:gd name="csY4" fmla="*/ 77673 h 153682"/>
                <a:gd name="csX5" fmla="*/ 78586 w 156584"/>
                <a:gd name="csY5" fmla="*/ 147394 h 153682"/>
                <a:gd name="csX6" fmla="*/ 21569 w 156584"/>
                <a:gd name="csY6" fmla="*/ 77461 h 153682"/>
                <a:gd name="csX7" fmla="*/ 78586 w 156584"/>
                <a:gd name="csY7" fmla="*/ 6039 h 153682"/>
                <a:gd name="csX8" fmla="*/ 135603 w 156584"/>
                <a:gd name="csY8" fmla="*/ 77461 h 153682"/>
                <a:gd name="csX9" fmla="*/ 78586 w 156584"/>
                <a:gd name="csY9" fmla="*/ 147394 h 153682"/>
                <a:gd name="csX10" fmla="*/ 122200 w 156584"/>
                <a:gd name="csY10" fmla="*/ 60668 h 153682"/>
                <a:gd name="csX11" fmla="*/ 114967 w 156584"/>
                <a:gd name="csY11" fmla="*/ 60668 h 153682"/>
                <a:gd name="csX12" fmla="*/ 114967 w 156584"/>
                <a:gd name="csY12" fmla="*/ 67895 h 153682"/>
                <a:gd name="csX13" fmla="*/ 42206 w 156584"/>
                <a:gd name="csY13" fmla="*/ 67895 h 153682"/>
                <a:gd name="csX14" fmla="*/ 42206 w 156584"/>
                <a:gd name="csY14" fmla="*/ 60668 h 153682"/>
                <a:gd name="csX15" fmla="*/ 34973 w 156584"/>
                <a:gd name="csY15" fmla="*/ 60668 h 153682"/>
                <a:gd name="csX16" fmla="*/ 34973 w 156584"/>
                <a:gd name="csY16" fmla="*/ 92552 h 153682"/>
                <a:gd name="csX17" fmla="*/ 42206 w 156584"/>
                <a:gd name="csY17" fmla="*/ 92552 h 153682"/>
                <a:gd name="csX18" fmla="*/ 42206 w 156584"/>
                <a:gd name="csY18" fmla="*/ 85325 h 153682"/>
                <a:gd name="csX19" fmla="*/ 114967 w 156584"/>
                <a:gd name="csY19" fmla="*/ 85325 h 153682"/>
                <a:gd name="csX20" fmla="*/ 114967 w 156584"/>
                <a:gd name="csY20" fmla="*/ 92552 h 153682"/>
                <a:gd name="csX21" fmla="*/ 122200 w 156584"/>
                <a:gd name="csY21" fmla="*/ 92552 h 153682"/>
                <a:gd name="csX22" fmla="*/ 122200 w 156584"/>
                <a:gd name="csY22" fmla="*/ 60668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84" h="153682">
                  <a:moveTo>
                    <a:pt x="156878" y="77673"/>
                  </a:moveTo>
                  <a:cubicBezTo>
                    <a:pt x="156878" y="35160"/>
                    <a:pt x="121987" y="88"/>
                    <a:pt x="78586" y="88"/>
                  </a:cubicBezTo>
                  <a:cubicBezTo>
                    <a:pt x="34973" y="88"/>
                    <a:pt x="294" y="35160"/>
                    <a:pt x="294" y="77673"/>
                  </a:cubicBezTo>
                  <a:cubicBezTo>
                    <a:pt x="294" y="119335"/>
                    <a:pt x="34973" y="153771"/>
                    <a:pt x="78586" y="153771"/>
                  </a:cubicBezTo>
                  <a:cubicBezTo>
                    <a:pt x="122200" y="153771"/>
                    <a:pt x="156878" y="119335"/>
                    <a:pt x="156878" y="77673"/>
                  </a:cubicBezTo>
                  <a:close/>
                  <a:moveTo>
                    <a:pt x="78586" y="147394"/>
                  </a:moveTo>
                  <a:cubicBezTo>
                    <a:pt x="52844" y="147394"/>
                    <a:pt x="21569" y="127413"/>
                    <a:pt x="21569" y="77461"/>
                  </a:cubicBezTo>
                  <a:cubicBezTo>
                    <a:pt x="21569" y="27508"/>
                    <a:pt x="52205" y="6039"/>
                    <a:pt x="78586" y="6039"/>
                  </a:cubicBezTo>
                  <a:cubicBezTo>
                    <a:pt x="104967" y="6039"/>
                    <a:pt x="135603" y="27508"/>
                    <a:pt x="135603" y="77461"/>
                  </a:cubicBezTo>
                  <a:cubicBezTo>
                    <a:pt x="135603" y="127625"/>
                    <a:pt x="104116" y="147394"/>
                    <a:pt x="78586" y="147394"/>
                  </a:cubicBezTo>
                  <a:close/>
                  <a:moveTo>
                    <a:pt x="122200" y="60668"/>
                  </a:moveTo>
                  <a:lnTo>
                    <a:pt x="114967" y="60668"/>
                  </a:lnTo>
                  <a:lnTo>
                    <a:pt x="114967" y="67895"/>
                  </a:lnTo>
                  <a:lnTo>
                    <a:pt x="42206" y="67895"/>
                  </a:lnTo>
                  <a:lnTo>
                    <a:pt x="42206" y="60668"/>
                  </a:lnTo>
                  <a:lnTo>
                    <a:pt x="34973" y="60668"/>
                  </a:lnTo>
                  <a:lnTo>
                    <a:pt x="34973" y="92552"/>
                  </a:lnTo>
                  <a:lnTo>
                    <a:pt x="42206" y="92552"/>
                  </a:lnTo>
                  <a:lnTo>
                    <a:pt x="42206" y="85325"/>
                  </a:lnTo>
                  <a:lnTo>
                    <a:pt x="114967" y="85325"/>
                  </a:lnTo>
                  <a:lnTo>
                    <a:pt x="114967" y="92552"/>
                  </a:lnTo>
                  <a:lnTo>
                    <a:pt x="122200" y="92552"/>
                  </a:lnTo>
                  <a:lnTo>
                    <a:pt x="122200" y="60668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E460126-F0A4-D03D-7978-2CD6F96BF599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1780911" y="4893374"/>
              <a:ext cx="70511" cy="303661"/>
            </a:xfrm>
            <a:custGeom>
              <a:avLst/>
              <a:gdLst>
                <a:gd name="csX0" fmla="*/ 70814 w 70511"/>
                <a:gd name="csY0" fmla="*/ 151915 h 303661"/>
                <a:gd name="csX1" fmla="*/ 50755 w 70511"/>
                <a:gd name="csY1" fmla="*/ 57173 h 303661"/>
                <a:gd name="csX2" fmla="*/ 3342 w 70511"/>
                <a:gd name="csY2" fmla="*/ 85 h 303661"/>
                <a:gd name="csX3" fmla="*/ 302 w 70511"/>
                <a:gd name="csY3" fmla="*/ 3121 h 303661"/>
                <a:gd name="csX4" fmla="*/ 6077 w 70511"/>
                <a:gd name="csY4" fmla="*/ 10106 h 303661"/>
                <a:gd name="csX5" fmla="*/ 53186 w 70511"/>
                <a:gd name="csY5" fmla="*/ 151915 h 303661"/>
                <a:gd name="csX6" fmla="*/ 4253 w 70511"/>
                <a:gd name="csY6" fmla="*/ 295547 h 303661"/>
                <a:gd name="csX7" fmla="*/ 302 w 70511"/>
                <a:gd name="csY7" fmla="*/ 300709 h 303661"/>
                <a:gd name="csX8" fmla="*/ 3342 w 70511"/>
                <a:gd name="csY8" fmla="*/ 303746 h 303661"/>
                <a:gd name="csX9" fmla="*/ 51666 w 70511"/>
                <a:gd name="csY9" fmla="*/ 244532 h 303661"/>
                <a:gd name="csX10" fmla="*/ 70814 w 70511"/>
                <a:gd name="csY10" fmla="*/ 15191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11" h="303661">
                  <a:moveTo>
                    <a:pt x="70814" y="151915"/>
                  </a:moveTo>
                  <a:cubicBezTo>
                    <a:pt x="70814" y="128230"/>
                    <a:pt x="67471" y="91487"/>
                    <a:pt x="50755" y="57173"/>
                  </a:cubicBezTo>
                  <a:cubicBezTo>
                    <a:pt x="32519" y="19823"/>
                    <a:pt x="6381" y="85"/>
                    <a:pt x="3342" y="85"/>
                  </a:cubicBezTo>
                  <a:cubicBezTo>
                    <a:pt x="1518" y="85"/>
                    <a:pt x="302" y="1299"/>
                    <a:pt x="302" y="3121"/>
                  </a:cubicBezTo>
                  <a:cubicBezTo>
                    <a:pt x="302" y="4032"/>
                    <a:pt x="302" y="4640"/>
                    <a:pt x="6077" y="10106"/>
                  </a:cubicBezTo>
                  <a:cubicBezTo>
                    <a:pt x="35862" y="40168"/>
                    <a:pt x="53186" y="88450"/>
                    <a:pt x="53186" y="151915"/>
                  </a:cubicBezTo>
                  <a:cubicBezTo>
                    <a:pt x="53186" y="203841"/>
                    <a:pt x="41941" y="257286"/>
                    <a:pt x="4253" y="295547"/>
                  </a:cubicBezTo>
                  <a:cubicBezTo>
                    <a:pt x="302" y="299191"/>
                    <a:pt x="302" y="299798"/>
                    <a:pt x="302" y="300709"/>
                  </a:cubicBezTo>
                  <a:cubicBezTo>
                    <a:pt x="302" y="302531"/>
                    <a:pt x="1518" y="303746"/>
                    <a:pt x="3342" y="303746"/>
                  </a:cubicBezTo>
                  <a:cubicBezTo>
                    <a:pt x="6381" y="303746"/>
                    <a:pt x="33735" y="283097"/>
                    <a:pt x="51666" y="244532"/>
                  </a:cubicBezTo>
                  <a:cubicBezTo>
                    <a:pt x="67167" y="211129"/>
                    <a:pt x="70814" y="177423"/>
                    <a:pt x="70814" y="151915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DE13EBD-4CF5-81A6-6194-841B2F49A216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1966340" y="4944086"/>
              <a:ext cx="202112" cy="202238"/>
            </a:xfrm>
            <a:custGeom>
              <a:avLst/>
              <a:gdLst>
                <a:gd name="csX0" fmla="*/ 107595 w 202112"/>
                <a:gd name="csY0" fmla="*/ 107277 h 202238"/>
                <a:gd name="csX1" fmla="*/ 192391 w 202112"/>
                <a:gd name="csY1" fmla="*/ 107277 h 202238"/>
                <a:gd name="csX2" fmla="*/ 202421 w 202112"/>
                <a:gd name="csY2" fmla="*/ 101204 h 202238"/>
                <a:gd name="csX3" fmla="*/ 192391 w 202112"/>
                <a:gd name="csY3" fmla="*/ 95131 h 202238"/>
                <a:gd name="csX4" fmla="*/ 107595 w 202112"/>
                <a:gd name="csY4" fmla="*/ 95131 h 202238"/>
                <a:gd name="csX5" fmla="*/ 107595 w 202112"/>
                <a:gd name="csY5" fmla="*/ 10105 h 202238"/>
                <a:gd name="csX6" fmla="*/ 101517 w 202112"/>
                <a:gd name="csY6" fmla="*/ 85 h 202238"/>
                <a:gd name="csX7" fmla="*/ 95438 w 202112"/>
                <a:gd name="csY7" fmla="*/ 10105 h 202238"/>
                <a:gd name="csX8" fmla="*/ 95438 w 202112"/>
                <a:gd name="csY8" fmla="*/ 95131 h 202238"/>
                <a:gd name="csX9" fmla="*/ 10338 w 202112"/>
                <a:gd name="csY9" fmla="*/ 95131 h 202238"/>
                <a:gd name="csX10" fmla="*/ 308 w 202112"/>
                <a:gd name="csY10" fmla="*/ 101204 h 202238"/>
                <a:gd name="csX11" fmla="*/ 10338 w 202112"/>
                <a:gd name="csY11" fmla="*/ 107277 h 202238"/>
                <a:gd name="csX12" fmla="*/ 95438 w 202112"/>
                <a:gd name="csY12" fmla="*/ 107277 h 202238"/>
                <a:gd name="csX13" fmla="*/ 95438 w 202112"/>
                <a:gd name="csY13" fmla="*/ 192302 h 202238"/>
                <a:gd name="csX14" fmla="*/ 101517 w 202112"/>
                <a:gd name="csY14" fmla="*/ 202323 h 202238"/>
                <a:gd name="csX15" fmla="*/ 107595 w 202112"/>
                <a:gd name="csY15" fmla="*/ 192302 h 202238"/>
                <a:gd name="csX16" fmla="*/ 107595 w 202112"/>
                <a:gd name="csY16" fmla="*/ 107277 h 2022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02112" h="202238">
                  <a:moveTo>
                    <a:pt x="107595" y="107277"/>
                  </a:moveTo>
                  <a:lnTo>
                    <a:pt x="192391" y="107277"/>
                  </a:lnTo>
                  <a:cubicBezTo>
                    <a:pt x="196646" y="107277"/>
                    <a:pt x="202421" y="107277"/>
                    <a:pt x="202421" y="101204"/>
                  </a:cubicBezTo>
                  <a:cubicBezTo>
                    <a:pt x="202421" y="95131"/>
                    <a:pt x="196646" y="95131"/>
                    <a:pt x="192391" y="95131"/>
                  </a:cubicBezTo>
                  <a:lnTo>
                    <a:pt x="107595" y="95131"/>
                  </a:lnTo>
                  <a:lnTo>
                    <a:pt x="107595" y="10105"/>
                  </a:lnTo>
                  <a:cubicBezTo>
                    <a:pt x="107595" y="5854"/>
                    <a:pt x="107595" y="85"/>
                    <a:pt x="101517" y="85"/>
                  </a:cubicBezTo>
                  <a:cubicBezTo>
                    <a:pt x="95438" y="85"/>
                    <a:pt x="95438" y="5854"/>
                    <a:pt x="95438" y="10105"/>
                  </a:cubicBezTo>
                  <a:lnTo>
                    <a:pt x="95438" y="95131"/>
                  </a:lnTo>
                  <a:lnTo>
                    <a:pt x="10338" y="95131"/>
                  </a:lnTo>
                  <a:cubicBezTo>
                    <a:pt x="6083" y="95131"/>
                    <a:pt x="308" y="95131"/>
                    <a:pt x="308" y="101204"/>
                  </a:cubicBezTo>
                  <a:cubicBezTo>
                    <a:pt x="308" y="107277"/>
                    <a:pt x="6083" y="107277"/>
                    <a:pt x="10338" y="107277"/>
                  </a:cubicBezTo>
                  <a:lnTo>
                    <a:pt x="95438" y="107277"/>
                  </a:lnTo>
                  <a:lnTo>
                    <a:pt x="95438" y="192302"/>
                  </a:lnTo>
                  <a:cubicBezTo>
                    <a:pt x="95438" y="196554"/>
                    <a:pt x="95438" y="202323"/>
                    <a:pt x="101517" y="202323"/>
                  </a:cubicBezTo>
                  <a:cubicBezTo>
                    <a:pt x="107595" y="202323"/>
                    <a:pt x="107595" y="196554"/>
                    <a:pt x="107595" y="192302"/>
                  </a:cubicBezTo>
                  <a:lnTo>
                    <a:pt x="107595" y="107277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7A8DC7D-FF6C-456D-1A9C-CB2999E51829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2267229" y="4970808"/>
              <a:ext cx="120486" cy="153045"/>
            </a:xfrm>
            <a:custGeom>
              <a:avLst/>
              <a:gdLst>
                <a:gd name="csX0" fmla="*/ 72046 w 120486"/>
                <a:gd name="csY0" fmla="*/ 153130 h 153045"/>
                <a:gd name="csX1" fmla="*/ 94536 w 120486"/>
                <a:gd name="csY1" fmla="*/ 149790 h 153045"/>
                <a:gd name="csX2" fmla="*/ 115811 w 120486"/>
                <a:gd name="csY2" fmla="*/ 138251 h 153045"/>
                <a:gd name="csX3" fmla="*/ 120066 w 120486"/>
                <a:gd name="csY3" fmla="*/ 129444 h 153045"/>
                <a:gd name="csX4" fmla="*/ 115507 w 120486"/>
                <a:gd name="csY4" fmla="*/ 121246 h 153045"/>
                <a:gd name="csX5" fmla="*/ 105478 w 120486"/>
                <a:gd name="csY5" fmla="*/ 122157 h 153045"/>
                <a:gd name="csX6" fmla="*/ 89066 w 120486"/>
                <a:gd name="csY6" fmla="*/ 130659 h 153045"/>
                <a:gd name="csX7" fmla="*/ 73565 w 120486"/>
                <a:gd name="csY7" fmla="*/ 133088 h 153045"/>
                <a:gd name="csX8" fmla="*/ 38006 w 120486"/>
                <a:gd name="csY8" fmla="*/ 117905 h 153045"/>
                <a:gd name="csX9" fmla="*/ 25544 w 120486"/>
                <a:gd name="csY9" fmla="*/ 76000 h 153045"/>
                <a:gd name="csX10" fmla="*/ 38006 w 120486"/>
                <a:gd name="csY10" fmla="*/ 34702 h 153045"/>
                <a:gd name="csX11" fmla="*/ 73565 w 120486"/>
                <a:gd name="csY11" fmla="*/ 20126 h 153045"/>
                <a:gd name="csX12" fmla="*/ 89066 w 120486"/>
                <a:gd name="csY12" fmla="*/ 22556 h 153045"/>
                <a:gd name="csX13" fmla="*/ 105478 w 120486"/>
                <a:gd name="csY13" fmla="*/ 31058 h 153045"/>
                <a:gd name="csX14" fmla="*/ 115507 w 120486"/>
                <a:gd name="csY14" fmla="*/ 32273 h 153045"/>
                <a:gd name="csX15" fmla="*/ 120674 w 120486"/>
                <a:gd name="csY15" fmla="*/ 24074 h 153045"/>
                <a:gd name="csX16" fmla="*/ 116419 w 120486"/>
                <a:gd name="csY16" fmla="*/ 14964 h 153045"/>
                <a:gd name="csX17" fmla="*/ 94840 w 120486"/>
                <a:gd name="csY17" fmla="*/ 3729 h 153045"/>
                <a:gd name="csX18" fmla="*/ 72046 w 120486"/>
                <a:gd name="csY18" fmla="*/ 85 h 153045"/>
                <a:gd name="csX19" fmla="*/ 19466 w 120486"/>
                <a:gd name="csY19" fmla="*/ 20430 h 153045"/>
                <a:gd name="csX20" fmla="*/ 318 w 120486"/>
                <a:gd name="csY20" fmla="*/ 75696 h 153045"/>
                <a:gd name="csX21" fmla="*/ 8828 w 120486"/>
                <a:gd name="csY21" fmla="*/ 116691 h 153045"/>
                <a:gd name="csX22" fmla="*/ 33751 w 120486"/>
                <a:gd name="csY22" fmla="*/ 143716 h 153045"/>
                <a:gd name="csX23" fmla="*/ 72046 w 120486"/>
                <a:gd name="csY23" fmla="*/ 15313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20486" h="153045">
                  <a:moveTo>
                    <a:pt x="72046" y="153130"/>
                  </a:moveTo>
                  <a:cubicBezTo>
                    <a:pt x="79340" y="153130"/>
                    <a:pt x="86634" y="152219"/>
                    <a:pt x="94536" y="149790"/>
                  </a:cubicBezTo>
                  <a:cubicBezTo>
                    <a:pt x="102134" y="147360"/>
                    <a:pt x="109125" y="143716"/>
                    <a:pt x="115811" y="138251"/>
                  </a:cubicBezTo>
                  <a:cubicBezTo>
                    <a:pt x="118851" y="136125"/>
                    <a:pt x="120370" y="133088"/>
                    <a:pt x="120066" y="129444"/>
                  </a:cubicBezTo>
                  <a:cubicBezTo>
                    <a:pt x="119762" y="125800"/>
                    <a:pt x="118243" y="123067"/>
                    <a:pt x="115507" y="121246"/>
                  </a:cubicBezTo>
                  <a:cubicBezTo>
                    <a:pt x="112468" y="119424"/>
                    <a:pt x="109125" y="119727"/>
                    <a:pt x="105478" y="122157"/>
                  </a:cubicBezTo>
                  <a:cubicBezTo>
                    <a:pt x="100007" y="126408"/>
                    <a:pt x="94536" y="129141"/>
                    <a:pt x="89066" y="130659"/>
                  </a:cubicBezTo>
                  <a:cubicBezTo>
                    <a:pt x="83595" y="132481"/>
                    <a:pt x="78428" y="133088"/>
                    <a:pt x="73565" y="133088"/>
                  </a:cubicBezTo>
                  <a:cubicBezTo>
                    <a:pt x="58065" y="133088"/>
                    <a:pt x="46212" y="128230"/>
                    <a:pt x="38006" y="117905"/>
                  </a:cubicBezTo>
                  <a:cubicBezTo>
                    <a:pt x="29496" y="107581"/>
                    <a:pt x="25544" y="93612"/>
                    <a:pt x="25544" y="76000"/>
                  </a:cubicBezTo>
                  <a:cubicBezTo>
                    <a:pt x="25544" y="58084"/>
                    <a:pt x="29496" y="44419"/>
                    <a:pt x="38006" y="34702"/>
                  </a:cubicBezTo>
                  <a:cubicBezTo>
                    <a:pt x="46212" y="24985"/>
                    <a:pt x="58065" y="20126"/>
                    <a:pt x="73565" y="20126"/>
                  </a:cubicBezTo>
                  <a:cubicBezTo>
                    <a:pt x="78428" y="20126"/>
                    <a:pt x="83595" y="21037"/>
                    <a:pt x="89066" y="22556"/>
                  </a:cubicBezTo>
                  <a:cubicBezTo>
                    <a:pt x="94536" y="24378"/>
                    <a:pt x="100007" y="27111"/>
                    <a:pt x="105478" y="31058"/>
                  </a:cubicBezTo>
                  <a:cubicBezTo>
                    <a:pt x="109125" y="33791"/>
                    <a:pt x="112468" y="34095"/>
                    <a:pt x="115507" y="32273"/>
                  </a:cubicBezTo>
                  <a:cubicBezTo>
                    <a:pt x="118547" y="30451"/>
                    <a:pt x="120066" y="27718"/>
                    <a:pt x="120674" y="24074"/>
                  </a:cubicBezTo>
                  <a:cubicBezTo>
                    <a:pt x="121282" y="20430"/>
                    <a:pt x="119762" y="17393"/>
                    <a:pt x="116419" y="14964"/>
                  </a:cubicBezTo>
                  <a:cubicBezTo>
                    <a:pt x="109733" y="9802"/>
                    <a:pt x="102742" y="6158"/>
                    <a:pt x="94840" y="3729"/>
                  </a:cubicBezTo>
                  <a:cubicBezTo>
                    <a:pt x="86938" y="1299"/>
                    <a:pt x="79340" y="85"/>
                    <a:pt x="72046" y="85"/>
                  </a:cubicBezTo>
                  <a:cubicBezTo>
                    <a:pt x="49555" y="85"/>
                    <a:pt x="32231" y="7069"/>
                    <a:pt x="19466" y="20430"/>
                  </a:cubicBezTo>
                  <a:cubicBezTo>
                    <a:pt x="6701" y="33791"/>
                    <a:pt x="318" y="52314"/>
                    <a:pt x="318" y="75696"/>
                  </a:cubicBezTo>
                  <a:cubicBezTo>
                    <a:pt x="318" y="91487"/>
                    <a:pt x="3054" y="105152"/>
                    <a:pt x="8828" y="116691"/>
                  </a:cubicBezTo>
                  <a:cubicBezTo>
                    <a:pt x="14603" y="128230"/>
                    <a:pt x="22809" y="137340"/>
                    <a:pt x="33751" y="143716"/>
                  </a:cubicBezTo>
                  <a:cubicBezTo>
                    <a:pt x="44388" y="150093"/>
                    <a:pt x="57153" y="153130"/>
                    <a:pt x="72046" y="15313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869AF37-4171-91B0-1E3D-151FBB8CB3FA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2404908" y="4970808"/>
              <a:ext cx="141022" cy="153045"/>
            </a:xfrm>
            <a:custGeom>
              <a:avLst/>
              <a:gdLst>
                <a:gd name="csX0" fmla="*/ 70834 w 141022"/>
                <a:gd name="csY0" fmla="*/ 153130 h 153045"/>
                <a:gd name="csX1" fmla="*/ 107914 w 141022"/>
                <a:gd name="csY1" fmla="*/ 143716 h 153045"/>
                <a:gd name="csX2" fmla="*/ 132532 w 141022"/>
                <a:gd name="csY2" fmla="*/ 117298 h 153045"/>
                <a:gd name="csX3" fmla="*/ 141346 w 141022"/>
                <a:gd name="csY3" fmla="*/ 76607 h 153045"/>
                <a:gd name="csX4" fmla="*/ 132532 w 141022"/>
                <a:gd name="csY4" fmla="*/ 36220 h 153045"/>
                <a:gd name="csX5" fmla="*/ 107914 w 141022"/>
                <a:gd name="csY5" fmla="*/ 9498 h 153045"/>
                <a:gd name="csX6" fmla="*/ 70834 w 141022"/>
                <a:gd name="csY6" fmla="*/ 85 h 153045"/>
                <a:gd name="csX7" fmla="*/ 33451 w 141022"/>
                <a:gd name="csY7" fmla="*/ 9498 h 153045"/>
                <a:gd name="csX8" fmla="*/ 8833 w 141022"/>
                <a:gd name="csY8" fmla="*/ 36220 h 153045"/>
                <a:gd name="csX9" fmla="*/ 323 w 141022"/>
                <a:gd name="csY9" fmla="*/ 76607 h 153045"/>
                <a:gd name="csX10" fmla="*/ 8833 w 141022"/>
                <a:gd name="csY10" fmla="*/ 117298 h 153045"/>
                <a:gd name="csX11" fmla="*/ 33451 w 141022"/>
                <a:gd name="csY11" fmla="*/ 143716 h 153045"/>
                <a:gd name="csX12" fmla="*/ 70834 w 141022"/>
                <a:gd name="csY12" fmla="*/ 153130 h 153045"/>
                <a:gd name="csX13" fmla="*/ 70834 w 141022"/>
                <a:gd name="csY13" fmla="*/ 133392 h 153045"/>
                <a:gd name="csX14" fmla="*/ 37402 w 141022"/>
                <a:gd name="csY14" fmla="*/ 118816 h 153045"/>
                <a:gd name="csX15" fmla="*/ 25245 w 141022"/>
                <a:gd name="csY15" fmla="*/ 76607 h 153045"/>
                <a:gd name="csX16" fmla="*/ 37402 w 141022"/>
                <a:gd name="csY16" fmla="*/ 34398 h 153045"/>
                <a:gd name="csX17" fmla="*/ 70834 w 141022"/>
                <a:gd name="csY17" fmla="*/ 19823 h 153045"/>
                <a:gd name="csX18" fmla="*/ 103963 w 141022"/>
                <a:gd name="csY18" fmla="*/ 34398 h 153045"/>
                <a:gd name="csX19" fmla="*/ 116424 w 141022"/>
                <a:gd name="csY19" fmla="*/ 76607 h 153045"/>
                <a:gd name="csX20" fmla="*/ 103963 w 141022"/>
                <a:gd name="csY20" fmla="*/ 118816 h 153045"/>
                <a:gd name="csX21" fmla="*/ 70834 w 141022"/>
                <a:gd name="csY21" fmla="*/ 133392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1022" h="153045">
                  <a:moveTo>
                    <a:pt x="70834" y="153130"/>
                  </a:moveTo>
                  <a:cubicBezTo>
                    <a:pt x="84815" y="153130"/>
                    <a:pt x="97276" y="150093"/>
                    <a:pt x="107914" y="143716"/>
                  </a:cubicBezTo>
                  <a:cubicBezTo>
                    <a:pt x="118551" y="137643"/>
                    <a:pt x="126757" y="128837"/>
                    <a:pt x="132532" y="117298"/>
                  </a:cubicBezTo>
                  <a:cubicBezTo>
                    <a:pt x="138306" y="105759"/>
                    <a:pt x="141346" y="92398"/>
                    <a:pt x="141346" y="76607"/>
                  </a:cubicBezTo>
                  <a:cubicBezTo>
                    <a:pt x="141346" y="61121"/>
                    <a:pt x="138306" y="47760"/>
                    <a:pt x="132532" y="36220"/>
                  </a:cubicBezTo>
                  <a:cubicBezTo>
                    <a:pt x="126757" y="24681"/>
                    <a:pt x="118551" y="15875"/>
                    <a:pt x="107914" y="9498"/>
                  </a:cubicBezTo>
                  <a:cubicBezTo>
                    <a:pt x="97276" y="3425"/>
                    <a:pt x="84815" y="85"/>
                    <a:pt x="70834" y="85"/>
                  </a:cubicBezTo>
                  <a:cubicBezTo>
                    <a:pt x="56246" y="85"/>
                    <a:pt x="43785" y="3425"/>
                    <a:pt x="33451" y="9498"/>
                  </a:cubicBezTo>
                  <a:cubicBezTo>
                    <a:pt x="22814" y="15875"/>
                    <a:pt x="14608" y="24681"/>
                    <a:pt x="8833" y="36220"/>
                  </a:cubicBezTo>
                  <a:cubicBezTo>
                    <a:pt x="3058" y="47759"/>
                    <a:pt x="323" y="61121"/>
                    <a:pt x="323" y="76607"/>
                  </a:cubicBezTo>
                  <a:cubicBezTo>
                    <a:pt x="323" y="92398"/>
                    <a:pt x="3058" y="105759"/>
                    <a:pt x="8833" y="117298"/>
                  </a:cubicBezTo>
                  <a:cubicBezTo>
                    <a:pt x="14608" y="128837"/>
                    <a:pt x="22814" y="137643"/>
                    <a:pt x="33451" y="143716"/>
                  </a:cubicBezTo>
                  <a:cubicBezTo>
                    <a:pt x="43785" y="150093"/>
                    <a:pt x="56246" y="153130"/>
                    <a:pt x="70834" y="153130"/>
                  </a:cubicBezTo>
                  <a:close/>
                  <a:moveTo>
                    <a:pt x="70834" y="133392"/>
                  </a:moveTo>
                  <a:cubicBezTo>
                    <a:pt x="56854" y="133392"/>
                    <a:pt x="45608" y="128533"/>
                    <a:pt x="37402" y="118816"/>
                  </a:cubicBezTo>
                  <a:cubicBezTo>
                    <a:pt x="29196" y="109099"/>
                    <a:pt x="25245" y="94827"/>
                    <a:pt x="25245" y="76607"/>
                  </a:cubicBezTo>
                  <a:cubicBezTo>
                    <a:pt x="25245" y="58388"/>
                    <a:pt x="29196" y="44116"/>
                    <a:pt x="37402" y="34398"/>
                  </a:cubicBezTo>
                  <a:cubicBezTo>
                    <a:pt x="45608" y="24681"/>
                    <a:pt x="56854" y="19823"/>
                    <a:pt x="70834" y="19823"/>
                  </a:cubicBezTo>
                  <a:cubicBezTo>
                    <a:pt x="84511" y="19823"/>
                    <a:pt x="95453" y="24681"/>
                    <a:pt x="103963" y="34398"/>
                  </a:cubicBezTo>
                  <a:cubicBezTo>
                    <a:pt x="112169" y="44116"/>
                    <a:pt x="116424" y="58388"/>
                    <a:pt x="116424" y="76607"/>
                  </a:cubicBezTo>
                  <a:cubicBezTo>
                    <a:pt x="116424" y="94827"/>
                    <a:pt x="112169" y="109099"/>
                    <a:pt x="103963" y="118816"/>
                  </a:cubicBezTo>
                  <a:cubicBezTo>
                    <a:pt x="95453" y="128533"/>
                    <a:pt x="84511" y="133392"/>
                    <a:pt x="70834" y="133392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FEF7786-A609-0FBA-1C9A-C20C951352BF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2574197" y="4970808"/>
              <a:ext cx="117620" cy="153045"/>
            </a:xfrm>
            <a:custGeom>
              <a:avLst/>
              <a:gdLst>
                <a:gd name="csX0" fmla="*/ 58987 w 117620"/>
                <a:gd name="csY0" fmla="*/ 153130 h 153045"/>
                <a:gd name="csX1" fmla="*/ 101841 w 117620"/>
                <a:gd name="csY1" fmla="*/ 141591 h 153045"/>
                <a:gd name="csX2" fmla="*/ 117949 w 117620"/>
                <a:gd name="csY2" fmla="*/ 109403 h 153045"/>
                <a:gd name="csX3" fmla="*/ 107919 w 117620"/>
                <a:gd name="csY3" fmla="*/ 84503 h 153045"/>
                <a:gd name="csX4" fmla="*/ 78438 w 117620"/>
                <a:gd name="csY4" fmla="*/ 70838 h 153045"/>
                <a:gd name="csX5" fmla="*/ 50781 w 117620"/>
                <a:gd name="csY5" fmla="*/ 65068 h 153045"/>
                <a:gd name="csX6" fmla="*/ 28290 w 117620"/>
                <a:gd name="csY6" fmla="*/ 43205 h 153045"/>
                <a:gd name="csX7" fmla="*/ 37104 w 117620"/>
                <a:gd name="csY7" fmla="*/ 25592 h 153045"/>
                <a:gd name="csX8" fmla="*/ 62938 w 117620"/>
                <a:gd name="csY8" fmla="*/ 18912 h 153045"/>
                <a:gd name="csX9" fmla="*/ 81477 w 117620"/>
                <a:gd name="csY9" fmla="*/ 21948 h 153045"/>
                <a:gd name="csX10" fmla="*/ 100017 w 117620"/>
                <a:gd name="csY10" fmla="*/ 30754 h 153045"/>
                <a:gd name="csX11" fmla="*/ 109743 w 117620"/>
                <a:gd name="csY11" fmla="*/ 31665 h 153045"/>
                <a:gd name="csX12" fmla="*/ 114606 w 117620"/>
                <a:gd name="csY12" fmla="*/ 23467 h 153045"/>
                <a:gd name="csX13" fmla="*/ 110047 w 117620"/>
                <a:gd name="csY13" fmla="*/ 14660 h 153045"/>
                <a:gd name="csX14" fmla="*/ 88164 w 117620"/>
                <a:gd name="csY14" fmla="*/ 3729 h 153045"/>
                <a:gd name="csX15" fmla="*/ 62938 w 117620"/>
                <a:gd name="csY15" fmla="*/ 85 h 153045"/>
                <a:gd name="csX16" fmla="*/ 20996 w 117620"/>
                <a:gd name="csY16" fmla="*/ 12231 h 153045"/>
                <a:gd name="csX17" fmla="*/ 5191 w 117620"/>
                <a:gd name="csY17" fmla="*/ 44419 h 153045"/>
                <a:gd name="csX18" fmla="*/ 42878 w 117620"/>
                <a:gd name="csY18" fmla="*/ 83288 h 153045"/>
                <a:gd name="csX19" fmla="*/ 70536 w 117620"/>
                <a:gd name="csY19" fmla="*/ 89361 h 153045"/>
                <a:gd name="csX20" fmla="*/ 88772 w 117620"/>
                <a:gd name="csY20" fmla="*/ 97256 h 153045"/>
                <a:gd name="csX21" fmla="*/ 94546 w 117620"/>
                <a:gd name="csY21" fmla="*/ 110617 h 153045"/>
                <a:gd name="csX22" fmla="*/ 85732 w 117620"/>
                <a:gd name="csY22" fmla="*/ 127926 h 153045"/>
                <a:gd name="csX23" fmla="*/ 59595 w 117620"/>
                <a:gd name="csY23" fmla="*/ 134303 h 153045"/>
                <a:gd name="csX24" fmla="*/ 37408 w 117620"/>
                <a:gd name="csY24" fmla="*/ 131570 h 153045"/>
                <a:gd name="csX25" fmla="*/ 14613 w 117620"/>
                <a:gd name="csY25" fmla="*/ 121246 h 153045"/>
                <a:gd name="csX26" fmla="*/ 4583 w 117620"/>
                <a:gd name="csY26" fmla="*/ 121246 h 153045"/>
                <a:gd name="csX27" fmla="*/ 328 w 117620"/>
                <a:gd name="csY27" fmla="*/ 129748 h 153045"/>
                <a:gd name="csX28" fmla="*/ 5799 w 117620"/>
                <a:gd name="csY28" fmla="*/ 138251 h 153045"/>
                <a:gd name="csX29" fmla="*/ 31329 w 117620"/>
                <a:gd name="csY29" fmla="*/ 149790 h 153045"/>
                <a:gd name="csX30" fmla="*/ 58987 w 117620"/>
                <a:gd name="csY30" fmla="*/ 15313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7620" h="153045">
                  <a:moveTo>
                    <a:pt x="58987" y="153130"/>
                  </a:moveTo>
                  <a:cubicBezTo>
                    <a:pt x="76615" y="153130"/>
                    <a:pt x="90899" y="149486"/>
                    <a:pt x="101841" y="141591"/>
                  </a:cubicBezTo>
                  <a:cubicBezTo>
                    <a:pt x="112478" y="133696"/>
                    <a:pt x="117949" y="123067"/>
                    <a:pt x="117949" y="109403"/>
                  </a:cubicBezTo>
                  <a:cubicBezTo>
                    <a:pt x="117949" y="99078"/>
                    <a:pt x="114606" y="90576"/>
                    <a:pt x="107919" y="84503"/>
                  </a:cubicBezTo>
                  <a:cubicBezTo>
                    <a:pt x="101233" y="78429"/>
                    <a:pt x="91203" y="73874"/>
                    <a:pt x="78438" y="70838"/>
                  </a:cubicBezTo>
                  <a:lnTo>
                    <a:pt x="50781" y="65068"/>
                  </a:lnTo>
                  <a:cubicBezTo>
                    <a:pt x="35584" y="62032"/>
                    <a:pt x="28290" y="54744"/>
                    <a:pt x="28290" y="43205"/>
                  </a:cubicBezTo>
                  <a:cubicBezTo>
                    <a:pt x="28290" y="35917"/>
                    <a:pt x="31025" y="30147"/>
                    <a:pt x="37104" y="25592"/>
                  </a:cubicBezTo>
                  <a:cubicBezTo>
                    <a:pt x="42878" y="21341"/>
                    <a:pt x="51388" y="18912"/>
                    <a:pt x="62938" y="18912"/>
                  </a:cubicBezTo>
                  <a:cubicBezTo>
                    <a:pt x="69016" y="18912"/>
                    <a:pt x="75095" y="20126"/>
                    <a:pt x="81477" y="21948"/>
                  </a:cubicBezTo>
                  <a:cubicBezTo>
                    <a:pt x="87556" y="23770"/>
                    <a:pt x="93938" y="26807"/>
                    <a:pt x="100017" y="30754"/>
                  </a:cubicBezTo>
                  <a:cubicBezTo>
                    <a:pt x="103664" y="33184"/>
                    <a:pt x="107007" y="33487"/>
                    <a:pt x="109743" y="31665"/>
                  </a:cubicBezTo>
                  <a:cubicBezTo>
                    <a:pt x="112478" y="29843"/>
                    <a:pt x="113998" y="27111"/>
                    <a:pt x="114606" y="23467"/>
                  </a:cubicBezTo>
                  <a:cubicBezTo>
                    <a:pt x="114910" y="20126"/>
                    <a:pt x="113390" y="17090"/>
                    <a:pt x="110047" y="14660"/>
                  </a:cubicBezTo>
                  <a:cubicBezTo>
                    <a:pt x="103360" y="9802"/>
                    <a:pt x="96066" y="6158"/>
                    <a:pt x="88164" y="3729"/>
                  </a:cubicBezTo>
                  <a:cubicBezTo>
                    <a:pt x="79958" y="1299"/>
                    <a:pt x="71448" y="85"/>
                    <a:pt x="62938" y="85"/>
                  </a:cubicBezTo>
                  <a:cubicBezTo>
                    <a:pt x="45614" y="85"/>
                    <a:pt x="31633" y="4336"/>
                    <a:pt x="20996" y="12231"/>
                  </a:cubicBezTo>
                  <a:cubicBezTo>
                    <a:pt x="10358" y="20430"/>
                    <a:pt x="5191" y="31058"/>
                    <a:pt x="5191" y="44419"/>
                  </a:cubicBezTo>
                  <a:cubicBezTo>
                    <a:pt x="5191" y="65068"/>
                    <a:pt x="17652" y="77822"/>
                    <a:pt x="42878" y="83288"/>
                  </a:cubicBezTo>
                  <a:lnTo>
                    <a:pt x="70536" y="89361"/>
                  </a:lnTo>
                  <a:cubicBezTo>
                    <a:pt x="78742" y="91183"/>
                    <a:pt x="84821" y="93916"/>
                    <a:pt x="88772" y="97256"/>
                  </a:cubicBezTo>
                  <a:cubicBezTo>
                    <a:pt x="92419" y="100597"/>
                    <a:pt x="94546" y="105152"/>
                    <a:pt x="94546" y="110617"/>
                  </a:cubicBezTo>
                  <a:cubicBezTo>
                    <a:pt x="94546" y="117905"/>
                    <a:pt x="91507" y="123675"/>
                    <a:pt x="85732" y="127926"/>
                  </a:cubicBezTo>
                  <a:cubicBezTo>
                    <a:pt x="79654" y="132177"/>
                    <a:pt x="71144" y="134303"/>
                    <a:pt x="59595" y="134303"/>
                  </a:cubicBezTo>
                  <a:cubicBezTo>
                    <a:pt x="52300" y="134303"/>
                    <a:pt x="44702" y="133392"/>
                    <a:pt x="37408" y="131570"/>
                  </a:cubicBezTo>
                  <a:cubicBezTo>
                    <a:pt x="30113" y="129748"/>
                    <a:pt x="22515" y="126104"/>
                    <a:pt x="14613" y="121246"/>
                  </a:cubicBezTo>
                  <a:cubicBezTo>
                    <a:pt x="10358" y="119424"/>
                    <a:pt x="7015" y="119424"/>
                    <a:pt x="4583" y="121246"/>
                  </a:cubicBezTo>
                  <a:cubicBezTo>
                    <a:pt x="1848" y="123371"/>
                    <a:pt x="328" y="126104"/>
                    <a:pt x="328" y="129748"/>
                  </a:cubicBezTo>
                  <a:cubicBezTo>
                    <a:pt x="328" y="133392"/>
                    <a:pt x="2152" y="136125"/>
                    <a:pt x="5799" y="138251"/>
                  </a:cubicBezTo>
                  <a:cubicBezTo>
                    <a:pt x="13701" y="143716"/>
                    <a:pt x="22211" y="147360"/>
                    <a:pt x="31329" y="149790"/>
                  </a:cubicBezTo>
                  <a:cubicBezTo>
                    <a:pt x="40447" y="152219"/>
                    <a:pt x="49869" y="153130"/>
                    <a:pt x="58987" y="15313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44A6605-B482-D1D4-3F4F-10502EE7FFF4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2736190" y="4893374"/>
              <a:ext cx="70511" cy="303661"/>
            </a:xfrm>
            <a:custGeom>
              <a:avLst/>
              <a:gdLst>
                <a:gd name="csX0" fmla="*/ 70845 w 70511"/>
                <a:gd name="csY0" fmla="*/ 300709 h 303661"/>
                <a:gd name="csX1" fmla="*/ 65678 w 70511"/>
                <a:gd name="csY1" fmla="*/ 294029 h 303661"/>
                <a:gd name="csX2" fmla="*/ 17961 w 70511"/>
                <a:gd name="csY2" fmla="*/ 151915 h 303661"/>
                <a:gd name="csX3" fmla="*/ 66894 w 70511"/>
                <a:gd name="csY3" fmla="*/ 8284 h 303661"/>
                <a:gd name="csX4" fmla="*/ 70845 w 70511"/>
                <a:gd name="csY4" fmla="*/ 3121 h 303661"/>
                <a:gd name="csX5" fmla="*/ 67805 w 70511"/>
                <a:gd name="csY5" fmla="*/ 85 h 303661"/>
                <a:gd name="csX6" fmla="*/ 19481 w 70511"/>
                <a:gd name="csY6" fmla="*/ 59299 h 303661"/>
                <a:gd name="csX7" fmla="*/ 333 w 70511"/>
                <a:gd name="csY7" fmla="*/ 151915 h 303661"/>
                <a:gd name="csX8" fmla="*/ 20393 w 70511"/>
                <a:gd name="csY8" fmla="*/ 246658 h 303661"/>
                <a:gd name="csX9" fmla="*/ 67805 w 70511"/>
                <a:gd name="csY9" fmla="*/ 303746 h 303661"/>
                <a:gd name="csX10" fmla="*/ 70845 w 70511"/>
                <a:gd name="csY10" fmla="*/ 30070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11" h="303661">
                  <a:moveTo>
                    <a:pt x="70845" y="300709"/>
                  </a:moveTo>
                  <a:cubicBezTo>
                    <a:pt x="70845" y="299798"/>
                    <a:pt x="70845" y="299191"/>
                    <a:pt x="65678" y="294029"/>
                  </a:cubicBezTo>
                  <a:cubicBezTo>
                    <a:pt x="27687" y="255767"/>
                    <a:pt x="17961" y="198376"/>
                    <a:pt x="17961" y="151915"/>
                  </a:cubicBezTo>
                  <a:cubicBezTo>
                    <a:pt x="17961" y="99078"/>
                    <a:pt x="29510" y="46241"/>
                    <a:pt x="66894" y="8284"/>
                  </a:cubicBezTo>
                  <a:cubicBezTo>
                    <a:pt x="70845" y="4640"/>
                    <a:pt x="70845" y="4032"/>
                    <a:pt x="70845" y="3121"/>
                  </a:cubicBezTo>
                  <a:cubicBezTo>
                    <a:pt x="70845" y="996"/>
                    <a:pt x="69629" y="85"/>
                    <a:pt x="67805" y="85"/>
                  </a:cubicBezTo>
                  <a:cubicBezTo>
                    <a:pt x="64766" y="85"/>
                    <a:pt x="37413" y="20734"/>
                    <a:pt x="19481" y="59299"/>
                  </a:cubicBezTo>
                  <a:cubicBezTo>
                    <a:pt x="3980" y="92701"/>
                    <a:pt x="333" y="126408"/>
                    <a:pt x="333" y="151915"/>
                  </a:cubicBezTo>
                  <a:cubicBezTo>
                    <a:pt x="333" y="175601"/>
                    <a:pt x="3676" y="212344"/>
                    <a:pt x="20393" y="246658"/>
                  </a:cubicBezTo>
                  <a:cubicBezTo>
                    <a:pt x="38628" y="284008"/>
                    <a:pt x="64766" y="303746"/>
                    <a:pt x="67805" y="303746"/>
                  </a:cubicBezTo>
                  <a:cubicBezTo>
                    <a:pt x="69629" y="303746"/>
                    <a:pt x="70845" y="302835"/>
                    <a:pt x="70845" y="30070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B567BEB-FEB7-BABB-2EAD-95566D21FA81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2834630" y="4913720"/>
              <a:ext cx="140718" cy="207400"/>
            </a:xfrm>
            <a:custGeom>
              <a:avLst/>
              <a:gdLst>
                <a:gd name="csX0" fmla="*/ 103673 w 140718"/>
                <a:gd name="csY0" fmla="*/ 23467 h 207400"/>
                <a:gd name="csX1" fmla="*/ 131330 w 140718"/>
                <a:gd name="csY1" fmla="*/ 9498 h 207400"/>
                <a:gd name="csX2" fmla="*/ 141056 w 140718"/>
                <a:gd name="csY2" fmla="*/ 3729 h 207400"/>
                <a:gd name="csX3" fmla="*/ 136497 w 140718"/>
                <a:gd name="csY3" fmla="*/ 85 h 207400"/>
                <a:gd name="csX4" fmla="*/ 96379 w 140718"/>
                <a:gd name="csY4" fmla="*/ 996 h 207400"/>
                <a:gd name="csX5" fmla="*/ 55956 w 140718"/>
                <a:gd name="csY5" fmla="*/ 85 h 207400"/>
                <a:gd name="csX6" fmla="*/ 49877 w 140718"/>
                <a:gd name="csY6" fmla="*/ 6158 h 207400"/>
                <a:gd name="csX7" fmla="*/ 58387 w 140718"/>
                <a:gd name="csY7" fmla="*/ 9498 h 207400"/>
                <a:gd name="csX8" fmla="*/ 79359 w 140718"/>
                <a:gd name="csY8" fmla="*/ 15268 h 207400"/>
                <a:gd name="csX9" fmla="*/ 78751 w 140718"/>
                <a:gd name="csY9" fmla="*/ 20126 h 207400"/>
                <a:gd name="csX10" fmla="*/ 37720 w 140718"/>
                <a:gd name="csY10" fmla="*/ 183800 h 207400"/>
                <a:gd name="csX11" fmla="*/ 10063 w 140718"/>
                <a:gd name="csY11" fmla="*/ 198072 h 207400"/>
                <a:gd name="csX12" fmla="*/ 337 w 140718"/>
                <a:gd name="csY12" fmla="*/ 204145 h 207400"/>
                <a:gd name="csX13" fmla="*/ 4896 w 140718"/>
                <a:gd name="csY13" fmla="*/ 207485 h 207400"/>
                <a:gd name="csX14" fmla="*/ 44711 w 140718"/>
                <a:gd name="csY14" fmla="*/ 206574 h 207400"/>
                <a:gd name="csX15" fmla="*/ 85437 w 140718"/>
                <a:gd name="csY15" fmla="*/ 207485 h 207400"/>
                <a:gd name="csX16" fmla="*/ 91516 w 140718"/>
                <a:gd name="csY16" fmla="*/ 201716 h 207400"/>
                <a:gd name="csX17" fmla="*/ 82398 w 140718"/>
                <a:gd name="csY17" fmla="*/ 198072 h 207400"/>
                <a:gd name="csX18" fmla="*/ 69329 w 140718"/>
                <a:gd name="csY18" fmla="*/ 197465 h 207400"/>
                <a:gd name="csX19" fmla="*/ 61731 w 140718"/>
                <a:gd name="csY19" fmla="*/ 192302 h 207400"/>
                <a:gd name="csX20" fmla="*/ 62946 w 140718"/>
                <a:gd name="csY20" fmla="*/ 185318 h 207400"/>
                <a:gd name="csX21" fmla="*/ 103673 w 140718"/>
                <a:gd name="csY21" fmla="*/ 23467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0718" h="207400">
                  <a:moveTo>
                    <a:pt x="103673" y="23467"/>
                  </a:moveTo>
                  <a:cubicBezTo>
                    <a:pt x="106408" y="12535"/>
                    <a:pt x="107320" y="9498"/>
                    <a:pt x="131330" y="9498"/>
                  </a:cubicBezTo>
                  <a:cubicBezTo>
                    <a:pt x="138625" y="9498"/>
                    <a:pt x="141056" y="9498"/>
                    <a:pt x="141056" y="3729"/>
                  </a:cubicBezTo>
                  <a:cubicBezTo>
                    <a:pt x="141056" y="85"/>
                    <a:pt x="137713" y="85"/>
                    <a:pt x="136497" y="85"/>
                  </a:cubicBezTo>
                  <a:cubicBezTo>
                    <a:pt x="127683" y="85"/>
                    <a:pt x="105192" y="996"/>
                    <a:pt x="96379" y="996"/>
                  </a:cubicBezTo>
                  <a:cubicBezTo>
                    <a:pt x="87261" y="996"/>
                    <a:pt x="65074" y="85"/>
                    <a:pt x="55956" y="85"/>
                  </a:cubicBezTo>
                  <a:cubicBezTo>
                    <a:pt x="53829" y="85"/>
                    <a:pt x="49877" y="85"/>
                    <a:pt x="49877" y="6158"/>
                  </a:cubicBezTo>
                  <a:cubicBezTo>
                    <a:pt x="49877" y="9498"/>
                    <a:pt x="52613" y="9498"/>
                    <a:pt x="58387" y="9498"/>
                  </a:cubicBezTo>
                  <a:cubicBezTo>
                    <a:pt x="71152" y="9498"/>
                    <a:pt x="79359" y="9498"/>
                    <a:pt x="79359" y="15268"/>
                  </a:cubicBezTo>
                  <a:cubicBezTo>
                    <a:pt x="79359" y="16786"/>
                    <a:pt x="79359" y="17393"/>
                    <a:pt x="78751" y="20126"/>
                  </a:cubicBezTo>
                  <a:lnTo>
                    <a:pt x="37720" y="183800"/>
                  </a:lnTo>
                  <a:cubicBezTo>
                    <a:pt x="34985" y="195035"/>
                    <a:pt x="34073" y="198072"/>
                    <a:pt x="10063" y="198072"/>
                  </a:cubicBezTo>
                  <a:cubicBezTo>
                    <a:pt x="3072" y="198072"/>
                    <a:pt x="337" y="198072"/>
                    <a:pt x="337" y="204145"/>
                  </a:cubicBezTo>
                  <a:cubicBezTo>
                    <a:pt x="337" y="207485"/>
                    <a:pt x="3984" y="207485"/>
                    <a:pt x="4896" y="207485"/>
                  </a:cubicBezTo>
                  <a:cubicBezTo>
                    <a:pt x="13710" y="207485"/>
                    <a:pt x="35897" y="206574"/>
                    <a:pt x="44711" y="206574"/>
                  </a:cubicBezTo>
                  <a:cubicBezTo>
                    <a:pt x="53829" y="206574"/>
                    <a:pt x="76319" y="207485"/>
                    <a:pt x="85437" y="207485"/>
                  </a:cubicBezTo>
                  <a:cubicBezTo>
                    <a:pt x="87869" y="207485"/>
                    <a:pt x="91516" y="207485"/>
                    <a:pt x="91516" y="201716"/>
                  </a:cubicBezTo>
                  <a:cubicBezTo>
                    <a:pt x="91516" y="198072"/>
                    <a:pt x="89084" y="198072"/>
                    <a:pt x="82398" y="198072"/>
                  </a:cubicBezTo>
                  <a:cubicBezTo>
                    <a:pt x="76927" y="198072"/>
                    <a:pt x="75407" y="198072"/>
                    <a:pt x="69329" y="197465"/>
                  </a:cubicBezTo>
                  <a:cubicBezTo>
                    <a:pt x="62946" y="196857"/>
                    <a:pt x="61731" y="195643"/>
                    <a:pt x="61731" y="192302"/>
                  </a:cubicBezTo>
                  <a:cubicBezTo>
                    <a:pt x="61731" y="189873"/>
                    <a:pt x="62339" y="187444"/>
                    <a:pt x="62946" y="185318"/>
                  </a:cubicBezTo>
                  <a:lnTo>
                    <a:pt x="103673" y="23467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3EE40A1-B246-8C5A-B6D9-18B4A05ADC2A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2996640" y="4859645"/>
              <a:ext cx="156584" cy="156658"/>
            </a:xfrm>
            <a:custGeom>
              <a:avLst/>
              <a:gdLst>
                <a:gd name="csX0" fmla="*/ 83953 w 156584"/>
                <a:gd name="csY0" fmla="*/ 83618 h 156658"/>
                <a:gd name="csX1" fmla="*/ 149055 w 156584"/>
                <a:gd name="csY1" fmla="*/ 83618 h 156658"/>
                <a:gd name="csX2" fmla="*/ 156926 w 156584"/>
                <a:gd name="csY2" fmla="*/ 78516 h 156658"/>
                <a:gd name="csX3" fmla="*/ 149055 w 156584"/>
                <a:gd name="csY3" fmla="*/ 73202 h 156658"/>
                <a:gd name="csX4" fmla="*/ 83953 w 156584"/>
                <a:gd name="csY4" fmla="*/ 73202 h 156658"/>
                <a:gd name="csX5" fmla="*/ 83953 w 156584"/>
                <a:gd name="csY5" fmla="*/ 7945 h 156658"/>
                <a:gd name="csX6" fmla="*/ 78847 w 156584"/>
                <a:gd name="csY6" fmla="*/ 80 h 156658"/>
                <a:gd name="csX7" fmla="*/ 73528 w 156584"/>
                <a:gd name="csY7" fmla="*/ 7945 h 156658"/>
                <a:gd name="csX8" fmla="*/ 73528 w 156584"/>
                <a:gd name="csY8" fmla="*/ 73202 h 156658"/>
                <a:gd name="csX9" fmla="*/ 8214 w 156584"/>
                <a:gd name="csY9" fmla="*/ 73202 h 156658"/>
                <a:gd name="csX10" fmla="*/ 342 w 156584"/>
                <a:gd name="csY10" fmla="*/ 78304 h 156658"/>
                <a:gd name="csX11" fmla="*/ 8214 w 156584"/>
                <a:gd name="csY11" fmla="*/ 83618 h 156658"/>
                <a:gd name="csX12" fmla="*/ 73528 w 156584"/>
                <a:gd name="csY12" fmla="*/ 83618 h 156658"/>
                <a:gd name="csX13" fmla="*/ 73528 w 156584"/>
                <a:gd name="csY13" fmla="*/ 148874 h 156658"/>
                <a:gd name="csX14" fmla="*/ 78634 w 156584"/>
                <a:gd name="csY14" fmla="*/ 156739 h 156658"/>
                <a:gd name="csX15" fmla="*/ 83953 w 156584"/>
                <a:gd name="csY15" fmla="*/ 148874 h 156658"/>
                <a:gd name="csX16" fmla="*/ 83953 w 156584"/>
                <a:gd name="csY16" fmla="*/ 83618 h 156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6584" h="156658">
                  <a:moveTo>
                    <a:pt x="83953" y="83618"/>
                  </a:moveTo>
                  <a:lnTo>
                    <a:pt x="149055" y="83618"/>
                  </a:lnTo>
                  <a:cubicBezTo>
                    <a:pt x="151820" y="83618"/>
                    <a:pt x="156926" y="83618"/>
                    <a:pt x="156926" y="78516"/>
                  </a:cubicBezTo>
                  <a:cubicBezTo>
                    <a:pt x="156926" y="73202"/>
                    <a:pt x="152033" y="73202"/>
                    <a:pt x="149055" y="73202"/>
                  </a:cubicBezTo>
                  <a:lnTo>
                    <a:pt x="83953" y="73202"/>
                  </a:lnTo>
                  <a:lnTo>
                    <a:pt x="83953" y="7945"/>
                  </a:lnTo>
                  <a:cubicBezTo>
                    <a:pt x="83953" y="5182"/>
                    <a:pt x="83953" y="80"/>
                    <a:pt x="78847" y="80"/>
                  </a:cubicBezTo>
                  <a:cubicBezTo>
                    <a:pt x="73528" y="80"/>
                    <a:pt x="73528" y="4969"/>
                    <a:pt x="73528" y="7945"/>
                  </a:cubicBezTo>
                  <a:lnTo>
                    <a:pt x="73528" y="73202"/>
                  </a:lnTo>
                  <a:lnTo>
                    <a:pt x="8214" y="73202"/>
                  </a:lnTo>
                  <a:cubicBezTo>
                    <a:pt x="5448" y="73202"/>
                    <a:pt x="342" y="73202"/>
                    <a:pt x="342" y="78304"/>
                  </a:cubicBezTo>
                  <a:cubicBezTo>
                    <a:pt x="342" y="83618"/>
                    <a:pt x="5236" y="83618"/>
                    <a:pt x="8214" y="83618"/>
                  </a:cubicBezTo>
                  <a:lnTo>
                    <a:pt x="73528" y="83618"/>
                  </a:lnTo>
                  <a:lnTo>
                    <a:pt x="73528" y="148874"/>
                  </a:lnTo>
                  <a:cubicBezTo>
                    <a:pt x="73528" y="151638"/>
                    <a:pt x="73528" y="156739"/>
                    <a:pt x="78634" y="156739"/>
                  </a:cubicBezTo>
                  <a:cubicBezTo>
                    <a:pt x="83953" y="156739"/>
                    <a:pt x="83953" y="151850"/>
                    <a:pt x="83953" y="148874"/>
                  </a:cubicBezTo>
                  <a:lnTo>
                    <a:pt x="83953" y="83618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B731EF2-83C8-EE48-BF92-D3F9C1256557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2972791" y="5060929"/>
              <a:ext cx="156584" cy="153682"/>
            </a:xfrm>
            <a:custGeom>
              <a:avLst/>
              <a:gdLst>
                <a:gd name="csX0" fmla="*/ 156926 w 156584"/>
                <a:gd name="csY0" fmla="*/ 77673 h 153682"/>
                <a:gd name="csX1" fmla="*/ 78633 w 156584"/>
                <a:gd name="csY1" fmla="*/ 88 h 153682"/>
                <a:gd name="csX2" fmla="*/ 341 w 156584"/>
                <a:gd name="csY2" fmla="*/ 77673 h 153682"/>
                <a:gd name="csX3" fmla="*/ 78633 w 156584"/>
                <a:gd name="csY3" fmla="*/ 153771 h 153682"/>
                <a:gd name="csX4" fmla="*/ 156926 w 156584"/>
                <a:gd name="csY4" fmla="*/ 77673 h 153682"/>
                <a:gd name="csX5" fmla="*/ 78633 w 156584"/>
                <a:gd name="csY5" fmla="*/ 147394 h 153682"/>
                <a:gd name="csX6" fmla="*/ 21617 w 156584"/>
                <a:gd name="csY6" fmla="*/ 77461 h 153682"/>
                <a:gd name="csX7" fmla="*/ 78633 w 156584"/>
                <a:gd name="csY7" fmla="*/ 6039 h 153682"/>
                <a:gd name="csX8" fmla="*/ 135651 w 156584"/>
                <a:gd name="csY8" fmla="*/ 77461 h 153682"/>
                <a:gd name="csX9" fmla="*/ 78633 w 156584"/>
                <a:gd name="csY9" fmla="*/ 147394 h 153682"/>
                <a:gd name="csX10" fmla="*/ 122247 w 156584"/>
                <a:gd name="csY10" fmla="*/ 60668 h 153682"/>
                <a:gd name="csX11" fmla="*/ 115014 w 156584"/>
                <a:gd name="csY11" fmla="*/ 60668 h 153682"/>
                <a:gd name="csX12" fmla="*/ 115014 w 156584"/>
                <a:gd name="csY12" fmla="*/ 67895 h 153682"/>
                <a:gd name="csX13" fmla="*/ 42253 w 156584"/>
                <a:gd name="csY13" fmla="*/ 67895 h 153682"/>
                <a:gd name="csX14" fmla="*/ 42253 w 156584"/>
                <a:gd name="csY14" fmla="*/ 60668 h 153682"/>
                <a:gd name="csX15" fmla="*/ 35020 w 156584"/>
                <a:gd name="csY15" fmla="*/ 60668 h 153682"/>
                <a:gd name="csX16" fmla="*/ 35020 w 156584"/>
                <a:gd name="csY16" fmla="*/ 92552 h 153682"/>
                <a:gd name="csX17" fmla="*/ 42253 w 156584"/>
                <a:gd name="csY17" fmla="*/ 92552 h 153682"/>
                <a:gd name="csX18" fmla="*/ 42253 w 156584"/>
                <a:gd name="csY18" fmla="*/ 85325 h 153682"/>
                <a:gd name="csX19" fmla="*/ 115014 w 156584"/>
                <a:gd name="csY19" fmla="*/ 85325 h 153682"/>
                <a:gd name="csX20" fmla="*/ 115014 w 156584"/>
                <a:gd name="csY20" fmla="*/ 92552 h 153682"/>
                <a:gd name="csX21" fmla="*/ 122247 w 156584"/>
                <a:gd name="csY21" fmla="*/ 92552 h 153682"/>
                <a:gd name="csX22" fmla="*/ 122247 w 156584"/>
                <a:gd name="csY22" fmla="*/ 60668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84" h="153682">
                  <a:moveTo>
                    <a:pt x="156926" y="77673"/>
                  </a:moveTo>
                  <a:cubicBezTo>
                    <a:pt x="156926" y="35160"/>
                    <a:pt x="122034" y="88"/>
                    <a:pt x="78633" y="88"/>
                  </a:cubicBezTo>
                  <a:cubicBezTo>
                    <a:pt x="35020" y="88"/>
                    <a:pt x="341" y="35160"/>
                    <a:pt x="341" y="77673"/>
                  </a:cubicBezTo>
                  <a:cubicBezTo>
                    <a:pt x="341" y="119335"/>
                    <a:pt x="35020" y="153771"/>
                    <a:pt x="78633" y="153771"/>
                  </a:cubicBezTo>
                  <a:cubicBezTo>
                    <a:pt x="122247" y="153771"/>
                    <a:pt x="156926" y="119335"/>
                    <a:pt x="156926" y="77673"/>
                  </a:cubicBezTo>
                  <a:close/>
                  <a:moveTo>
                    <a:pt x="78633" y="147394"/>
                  </a:moveTo>
                  <a:cubicBezTo>
                    <a:pt x="52891" y="147394"/>
                    <a:pt x="21617" y="127413"/>
                    <a:pt x="21617" y="77461"/>
                  </a:cubicBezTo>
                  <a:cubicBezTo>
                    <a:pt x="21617" y="27508"/>
                    <a:pt x="52253" y="6039"/>
                    <a:pt x="78633" y="6039"/>
                  </a:cubicBezTo>
                  <a:cubicBezTo>
                    <a:pt x="105014" y="6039"/>
                    <a:pt x="135651" y="27508"/>
                    <a:pt x="135651" y="77461"/>
                  </a:cubicBezTo>
                  <a:cubicBezTo>
                    <a:pt x="135651" y="127625"/>
                    <a:pt x="104164" y="147394"/>
                    <a:pt x="78633" y="147394"/>
                  </a:cubicBezTo>
                  <a:close/>
                  <a:moveTo>
                    <a:pt x="122247" y="60668"/>
                  </a:moveTo>
                  <a:lnTo>
                    <a:pt x="115014" y="60668"/>
                  </a:lnTo>
                  <a:lnTo>
                    <a:pt x="115014" y="67895"/>
                  </a:lnTo>
                  <a:lnTo>
                    <a:pt x="42253" y="67895"/>
                  </a:lnTo>
                  <a:lnTo>
                    <a:pt x="42253" y="60668"/>
                  </a:lnTo>
                  <a:lnTo>
                    <a:pt x="35020" y="60668"/>
                  </a:lnTo>
                  <a:lnTo>
                    <a:pt x="35020" y="92552"/>
                  </a:lnTo>
                  <a:lnTo>
                    <a:pt x="42253" y="92552"/>
                  </a:lnTo>
                  <a:lnTo>
                    <a:pt x="42253" y="85325"/>
                  </a:lnTo>
                  <a:lnTo>
                    <a:pt x="115014" y="85325"/>
                  </a:lnTo>
                  <a:lnTo>
                    <a:pt x="115014" y="92552"/>
                  </a:lnTo>
                  <a:lnTo>
                    <a:pt x="122247" y="92552"/>
                  </a:lnTo>
                  <a:lnTo>
                    <a:pt x="122247" y="60668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7BFC8B3-8B1E-72A1-982C-056C9C2BACEC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3209661" y="5088932"/>
              <a:ext cx="35559" cy="90794"/>
            </a:xfrm>
            <a:custGeom>
              <a:avLst/>
              <a:gdLst>
                <a:gd name="csX0" fmla="*/ 35909 w 35559"/>
                <a:gd name="csY0" fmla="*/ 31969 h 90794"/>
                <a:gd name="csX1" fmla="*/ 16457 w 35559"/>
                <a:gd name="csY1" fmla="*/ 85 h 90794"/>
                <a:gd name="csX2" fmla="*/ 349 w 35559"/>
                <a:gd name="csY2" fmla="*/ 16179 h 90794"/>
                <a:gd name="csX3" fmla="*/ 16457 w 35559"/>
                <a:gd name="csY3" fmla="*/ 32273 h 90794"/>
                <a:gd name="csX4" fmla="*/ 27095 w 35559"/>
                <a:gd name="csY4" fmla="*/ 28325 h 90794"/>
                <a:gd name="csX5" fmla="*/ 28614 w 35559"/>
                <a:gd name="csY5" fmla="*/ 27414 h 90794"/>
                <a:gd name="csX6" fmla="*/ 29222 w 35559"/>
                <a:gd name="csY6" fmla="*/ 31969 h 90794"/>
                <a:gd name="csX7" fmla="*/ 8555 w 35559"/>
                <a:gd name="csY7" fmla="*/ 82681 h 90794"/>
                <a:gd name="csX8" fmla="*/ 5212 w 35559"/>
                <a:gd name="csY8" fmla="*/ 87539 h 90794"/>
                <a:gd name="csX9" fmla="*/ 8251 w 35559"/>
                <a:gd name="csY9" fmla="*/ 90879 h 90794"/>
                <a:gd name="csX10" fmla="*/ 35909 w 35559"/>
                <a:gd name="csY10" fmla="*/ 31969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59" h="90794">
                  <a:moveTo>
                    <a:pt x="35909" y="31969"/>
                  </a:moveTo>
                  <a:cubicBezTo>
                    <a:pt x="35909" y="11927"/>
                    <a:pt x="28310" y="85"/>
                    <a:pt x="16457" y="85"/>
                  </a:cubicBezTo>
                  <a:cubicBezTo>
                    <a:pt x="6427" y="85"/>
                    <a:pt x="349" y="7676"/>
                    <a:pt x="349" y="16179"/>
                  </a:cubicBezTo>
                  <a:cubicBezTo>
                    <a:pt x="349" y="24378"/>
                    <a:pt x="6427" y="32273"/>
                    <a:pt x="16457" y="32273"/>
                  </a:cubicBezTo>
                  <a:cubicBezTo>
                    <a:pt x="20104" y="32273"/>
                    <a:pt x="24055" y="31058"/>
                    <a:pt x="27095" y="28325"/>
                  </a:cubicBezTo>
                  <a:cubicBezTo>
                    <a:pt x="28006" y="27718"/>
                    <a:pt x="28310" y="27414"/>
                    <a:pt x="28614" y="27414"/>
                  </a:cubicBezTo>
                  <a:cubicBezTo>
                    <a:pt x="28918" y="27414"/>
                    <a:pt x="29222" y="27718"/>
                    <a:pt x="29222" y="31969"/>
                  </a:cubicBezTo>
                  <a:cubicBezTo>
                    <a:pt x="29222" y="54440"/>
                    <a:pt x="18585" y="72660"/>
                    <a:pt x="8555" y="82681"/>
                  </a:cubicBezTo>
                  <a:cubicBezTo>
                    <a:pt x="5212" y="86021"/>
                    <a:pt x="5212" y="86628"/>
                    <a:pt x="5212" y="87539"/>
                  </a:cubicBezTo>
                  <a:cubicBezTo>
                    <a:pt x="5212" y="89665"/>
                    <a:pt x="6731" y="90879"/>
                    <a:pt x="8251" y="90879"/>
                  </a:cubicBezTo>
                  <a:cubicBezTo>
                    <a:pt x="11594" y="90879"/>
                    <a:pt x="35909" y="67497"/>
                    <a:pt x="35909" y="3196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5377075-AD11-F6FF-2950-4C925068A463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3325896" y="4915542"/>
              <a:ext cx="206671" cy="205578"/>
            </a:xfrm>
            <a:custGeom>
              <a:avLst/>
              <a:gdLst>
                <a:gd name="csX0" fmla="*/ 122837 w 206671"/>
                <a:gd name="csY0" fmla="*/ 21341 h 205578"/>
                <a:gd name="csX1" fmla="*/ 129827 w 206671"/>
                <a:gd name="csY1" fmla="*/ 10106 h 205578"/>
                <a:gd name="csX2" fmla="*/ 148974 w 206671"/>
                <a:gd name="csY2" fmla="*/ 9498 h 205578"/>
                <a:gd name="csX3" fmla="*/ 193348 w 206671"/>
                <a:gd name="csY3" fmla="*/ 34398 h 205578"/>
                <a:gd name="csX4" fmla="*/ 190917 w 206671"/>
                <a:gd name="csY4" fmla="*/ 58691 h 205578"/>
                <a:gd name="csX5" fmla="*/ 190005 w 206671"/>
                <a:gd name="csY5" fmla="*/ 64461 h 205578"/>
                <a:gd name="csX6" fmla="*/ 193652 w 206671"/>
                <a:gd name="csY6" fmla="*/ 68408 h 205578"/>
                <a:gd name="csX7" fmla="*/ 198211 w 206671"/>
                <a:gd name="csY7" fmla="*/ 61424 h 205578"/>
                <a:gd name="csX8" fmla="*/ 206417 w 206671"/>
                <a:gd name="csY8" fmla="*/ 8587 h 205578"/>
                <a:gd name="csX9" fmla="*/ 207025 w 206671"/>
                <a:gd name="csY9" fmla="*/ 3425 h 205578"/>
                <a:gd name="csX10" fmla="*/ 198819 w 206671"/>
                <a:gd name="csY10" fmla="*/ 85 h 205578"/>
                <a:gd name="csX11" fmla="*/ 30138 w 206671"/>
                <a:gd name="csY11" fmla="*/ 85 h 205578"/>
                <a:gd name="csX12" fmla="*/ 20413 w 206671"/>
                <a:gd name="csY12" fmla="*/ 6158 h 205578"/>
                <a:gd name="csX13" fmla="*/ 2177 w 206671"/>
                <a:gd name="csY13" fmla="*/ 59602 h 205578"/>
                <a:gd name="csX14" fmla="*/ 353 w 206671"/>
                <a:gd name="csY14" fmla="*/ 65068 h 205578"/>
                <a:gd name="csX15" fmla="*/ 4000 w 206671"/>
                <a:gd name="csY15" fmla="*/ 68408 h 205578"/>
                <a:gd name="csX16" fmla="*/ 9167 w 206671"/>
                <a:gd name="csY16" fmla="*/ 62032 h 205578"/>
                <a:gd name="csX17" fmla="*/ 78463 w 206671"/>
                <a:gd name="csY17" fmla="*/ 9498 h 205578"/>
                <a:gd name="csX18" fmla="*/ 90316 w 206671"/>
                <a:gd name="csY18" fmla="*/ 9498 h 205578"/>
                <a:gd name="csX19" fmla="*/ 98826 w 206671"/>
                <a:gd name="csY19" fmla="*/ 13142 h 205578"/>
                <a:gd name="csX20" fmla="*/ 97610 w 206671"/>
                <a:gd name="csY20" fmla="*/ 19519 h 205578"/>
                <a:gd name="csX21" fmla="*/ 56884 w 206671"/>
                <a:gd name="csY21" fmla="*/ 181674 h 205578"/>
                <a:gd name="csX22" fmla="*/ 20717 w 206671"/>
                <a:gd name="csY22" fmla="*/ 196250 h 205578"/>
                <a:gd name="csX23" fmla="*/ 7952 w 206671"/>
                <a:gd name="csY23" fmla="*/ 202019 h 205578"/>
                <a:gd name="csX24" fmla="*/ 13118 w 206671"/>
                <a:gd name="csY24" fmla="*/ 205663 h 205578"/>
                <a:gd name="csX25" fmla="*/ 38040 w 206671"/>
                <a:gd name="csY25" fmla="*/ 205056 h 205578"/>
                <a:gd name="csX26" fmla="*/ 63874 w 206671"/>
                <a:gd name="csY26" fmla="*/ 204752 h 205578"/>
                <a:gd name="csX27" fmla="*/ 89100 w 206671"/>
                <a:gd name="csY27" fmla="*/ 205056 h 205578"/>
                <a:gd name="csX28" fmla="*/ 115542 w 206671"/>
                <a:gd name="csY28" fmla="*/ 205663 h 205578"/>
                <a:gd name="csX29" fmla="*/ 122229 w 206671"/>
                <a:gd name="csY29" fmla="*/ 199590 h 205578"/>
                <a:gd name="csX30" fmla="*/ 111895 w 206671"/>
                <a:gd name="csY30" fmla="*/ 196250 h 205578"/>
                <a:gd name="csX31" fmla="*/ 92444 w 206671"/>
                <a:gd name="csY31" fmla="*/ 195643 h 205578"/>
                <a:gd name="csX32" fmla="*/ 81198 w 206671"/>
                <a:gd name="csY32" fmla="*/ 188962 h 205578"/>
                <a:gd name="csX33" fmla="*/ 82414 w 206671"/>
                <a:gd name="csY33" fmla="*/ 182585 h 205578"/>
                <a:gd name="csX34" fmla="*/ 122837 w 206671"/>
                <a:gd name="csY34" fmla="*/ 21341 h 2055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06671" h="205578">
                  <a:moveTo>
                    <a:pt x="122837" y="21341"/>
                  </a:moveTo>
                  <a:cubicBezTo>
                    <a:pt x="124964" y="12838"/>
                    <a:pt x="126180" y="11016"/>
                    <a:pt x="129827" y="10106"/>
                  </a:cubicBezTo>
                  <a:cubicBezTo>
                    <a:pt x="132562" y="9498"/>
                    <a:pt x="142592" y="9498"/>
                    <a:pt x="148974" y="9498"/>
                  </a:cubicBezTo>
                  <a:cubicBezTo>
                    <a:pt x="179671" y="9498"/>
                    <a:pt x="193348" y="10713"/>
                    <a:pt x="193348" y="34398"/>
                  </a:cubicBezTo>
                  <a:cubicBezTo>
                    <a:pt x="193348" y="38953"/>
                    <a:pt x="192132" y="50796"/>
                    <a:pt x="190917" y="58691"/>
                  </a:cubicBezTo>
                  <a:cubicBezTo>
                    <a:pt x="190613" y="59906"/>
                    <a:pt x="190005" y="63550"/>
                    <a:pt x="190005" y="64461"/>
                  </a:cubicBezTo>
                  <a:cubicBezTo>
                    <a:pt x="190005" y="66283"/>
                    <a:pt x="190917" y="68408"/>
                    <a:pt x="193652" y="68408"/>
                  </a:cubicBezTo>
                  <a:cubicBezTo>
                    <a:pt x="196995" y="68408"/>
                    <a:pt x="197603" y="65979"/>
                    <a:pt x="198211" y="61424"/>
                  </a:cubicBezTo>
                  <a:lnTo>
                    <a:pt x="206417" y="8587"/>
                  </a:lnTo>
                  <a:cubicBezTo>
                    <a:pt x="206721" y="7373"/>
                    <a:pt x="207025" y="4336"/>
                    <a:pt x="207025" y="3425"/>
                  </a:cubicBezTo>
                  <a:cubicBezTo>
                    <a:pt x="207025" y="85"/>
                    <a:pt x="203985" y="85"/>
                    <a:pt x="198819" y="85"/>
                  </a:cubicBezTo>
                  <a:lnTo>
                    <a:pt x="30138" y="85"/>
                  </a:lnTo>
                  <a:cubicBezTo>
                    <a:pt x="22844" y="85"/>
                    <a:pt x="22540" y="388"/>
                    <a:pt x="20413" y="6158"/>
                  </a:cubicBezTo>
                  <a:lnTo>
                    <a:pt x="2177" y="59602"/>
                  </a:lnTo>
                  <a:cubicBezTo>
                    <a:pt x="1873" y="60210"/>
                    <a:pt x="353" y="64461"/>
                    <a:pt x="353" y="65068"/>
                  </a:cubicBezTo>
                  <a:cubicBezTo>
                    <a:pt x="353" y="66890"/>
                    <a:pt x="1873" y="68408"/>
                    <a:pt x="4000" y="68408"/>
                  </a:cubicBezTo>
                  <a:cubicBezTo>
                    <a:pt x="7040" y="68408"/>
                    <a:pt x="7344" y="66890"/>
                    <a:pt x="9167" y="62032"/>
                  </a:cubicBezTo>
                  <a:cubicBezTo>
                    <a:pt x="25579" y="14964"/>
                    <a:pt x="33482" y="9498"/>
                    <a:pt x="78463" y="9498"/>
                  </a:cubicBezTo>
                  <a:lnTo>
                    <a:pt x="90316" y="9498"/>
                  </a:lnTo>
                  <a:cubicBezTo>
                    <a:pt x="98826" y="9498"/>
                    <a:pt x="98826" y="10713"/>
                    <a:pt x="98826" y="13142"/>
                  </a:cubicBezTo>
                  <a:cubicBezTo>
                    <a:pt x="98826" y="14964"/>
                    <a:pt x="97914" y="18608"/>
                    <a:pt x="97610" y="19519"/>
                  </a:cubicBezTo>
                  <a:lnTo>
                    <a:pt x="56884" y="181674"/>
                  </a:lnTo>
                  <a:cubicBezTo>
                    <a:pt x="54149" y="192910"/>
                    <a:pt x="53237" y="196250"/>
                    <a:pt x="20717" y="196250"/>
                  </a:cubicBezTo>
                  <a:cubicBezTo>
                    <a:pt x="9775" y="196250"/>
                    <a:pt x="7952" y="196250"/>
                    <a:pt x="7952" y="202019"/>
                  </a:cubicBezTo>
                  <a:cubicBezTo>
                    <a:pt x="7952" y="205663"/>
                    <a:pt x="11295" y="205663"/>
                    <a:pt x="13118" y="205663"/>
                  </a:cubicBezTo>
                  <a:cubicBezTo>
                    <a:pt x="21324" y="205663"/>
                    <a:pt x="29834" y="205056"/>
                    <a:pt x="38040" y="205056"/>
                  </a:cubicBezTo>
                  <a:cubicBezTo>
                    <a:pt x="46550" y="205056"/>
                    <a:pt x="55364" y="204752"/>
                    <a:pt x="63874" y="204752"/>
                  </a:cubicBezTo>
                  <a:cubicBezTo>
                    <a:pt x="72384" y="204752"/>
                    <a:pt x="80894" y="205056"/>
                    <a:pt x="89100" y="205056"/>
                  </a:cubicBezTo>
                  <a:cubicBezTo>
                    <a:pt x="97914" y="205056"/>
                    <a:pt x="107032" y="205663"/>
                    <a:pt x="115542" y="205663"/>
                  </a:cubicBezTo>
                  <a:cubicBezTo>
                    <a:pt x="118582" y="205663"/>
                    <a:pt x="122229" y="205663"/>
                    <a:pt x="122229" y="199590"/>
                  </a:cubicBezTo>
                  <a:cubicBezTo>
                    <a:pt x="122229" y="196250"/>
                    <a:pt x="119797" y="196250"/>
                    <a:pt x="111895" y="196250"/>
                  </a:cubicBezTo>
                  <a:cubicBezTo>
                    <a:pt x="104297" y="196250"/>
                    <a:pt x="100346" y="196250"/>
                    <a:pt x="92444" y="195643"/>
                  </a:cubicBezTo>
                  <a:cubicBezTo>
                    <a:pt x="83630" y="194732"/>
                    <a:pt x="81198" y="193821"/>
                    <a:pt x="81198" y="188962"/>
                  </a:cubicBezTo>
                  <a:cubicBezTo>
                    <a:pt x="81198" y="188658"/>
                    <a:pt x="81198" y="187140"/>
                    <a:pt x="82414" y="182585"/>
                  </a:cubicBezTo>
                  <a:lnTo>
                    <a:pt x="122837" y="21341"/>
                  </a:lnTo>
                  <a:close/>
                </a:path>
              </a:pathLst>
            </a:custGeom>
            <a:solidFill>
              <a:srgbClr val="FF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C0328B8F-1569-91BC-1065-1F6D4E9132AB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3561400" y="4932766"/>
              <a:ext cx="143818" cy="10415"/>
            </a:xfrm>
            <a:custGeom>
              <a:avLst/>
              <a:gdLst>
                <a:gd name="csX0" fmla="*/ 135670 w 143818"/>
                <a:gd name="csY0" fmla="*/ 10496 h 10415"/>
                <a:gd name="csX1" fmla="*/ 144180 w 143818"/>
                <a:gd name="csY1" fmla="*/ 5394 h 10415"/>
                <a:gd name="csX2" fmla="*/ 135670 w 143818"/>
                <a:gd name="csY2" fmla="*/ 80 h 10415"/>
                <a:gd name="csX3" fmla="*/ 8871 w 143818"/>
                <a:gd name="csY3" fmla="*/ 80 h 10415"/>
                <a:gd name="csX4" fmla="*/ 361 w 143818"/>
                <a:gd name="csY4" fmla="*/ 5182 h 10415"/>
                <a:gd name="csX5" fmla="*/ 8871 w 143818"/>
                <a:gd name="csY5" fmla="*/ 10496 h 10415"/>
                <a:gd name="csX6" fmla="*/ 135670 w 143818"/>
                <a:gd name="csY6" fmla="*/ 10496 h 10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818" h="10415">
                  <a:moveTo>
                    <a:pt x="135670" y="10496"/>
                  </a:moveTo>
                  <a:cubicBezTo>
                    <a:pt x="139074" y="10496"/>
                    <a:pt x="144180" y="10496"/>
                    <a:pt x="144180" y="5394"/>
                  </a:cubicBezTo>
                  <a:cubicBezTo>
                    <a:pt x="144180" y="80"/>
                    <a:pt x="139286" y="80"/>
                    <a:pt x="135670" y="80"/>
                  </a:cubicBezTo>
                  <a:lnTo>
                    <a:pt x="8871" y="80"/>
                  </a:lnTo>
                  <a:cubicBezTo>
                    <a:pt x="5467" y="80"/>
                    <a:pt x="361" y="80"/>
                    <a:pt x="361" y="5182"/>
                  </a:cubicBezTo>
                  <a:cubicBezTo>
                    <a:pt x="361" y="10496"/>
                    <a:pt x="5254" y="10496"/>
                    <a:pt x="8871" y="10496"/>
                  </a:cubicBezTo>
                  <a:lnTo>
                    <a:pt x="135670" y="10496"/>
                  </a:lnTo>
                  <a:close/>
                </a:path>
              </a:pathLst>
            </a:custGeom>
            <a:solidFill>
              <a:srgbClr val="FF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A0C95D-C181-B52C-A6B0-4684AC6C6587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3511103" y="5060929"/>
              <a:ext cx="156584" cy="153682"/>
            </a:xfrm>
            <a:custGeom>
              <a:avLst/>
              <a:gdLst>
                <a:gd name="csX0" fmla="*/ 156943 w 156584"/>
                <a:gd name="csY0" fmla="*/ 77673 h 153682"/>
                <a:gd name="csX1" fmla="*/ 78651 w 156584"/>
                <a:gd name="csY1" fmla="*/ 88 h 153682"/>
                <a:gd name="csX2" fmla="*/ 359 w 156584"/>
                <a:gd name="csY2" fmla="*/ 77673 h 153682"/>
                <a:gd name="csX3" fmla="*/ 78651 w 156584"/>
                <a:gd name="csY3" fmla="*/ 153771 h 153682"/>
                <a:gd name="csX4" fmla="*/ 156943 w 156584"/>
                <a:gd name="csY4" fmla="*/ 77673 h 153682"/>
                <a:gd name="csX5" fmla="*/ 78651 w 156584"/>
                <a:gd name="csY5" fmla="*/ 147394 h 153682"/>
                <a:gd name="csX6" fmla="*/ 21634 w 156584"/>
                <a:gd name="csY6" fmla="*/ 77461 h 153682"/>
                <a:gd name="csX7" fmla="*/ 78651 w 156584"/>
                <a:gd name="csY7" fmla="*/ 6039 h 153682"/>
                <a:gd name="csX8" fmla="*/ 135668 w 156584"/>
                <a:gd name="csY8" fmla="*/ 77461 h 153682"/>
                <a:gd name="csX9" fmla="*/ 78651 w 156584"/>
                <a:gd name="csY9" fmla="*/ 147394 h 153682"/>
                <a:gd name="csX10" fmla="*/ 122265 w 156584"/>
                <a:gd name="csY10" fmla="*/ 60668 h 153682"/>
                <a:gd name="csX11" fmla="*/ 115031 w 156584"/>
                <a:gd name="csY11" fmla="*/ 60668 h 153682"/>
                <a:gd name="csX12" fmla="*/ 115031 w 156584"/>
                <a:gd name="csY12" fmla="*/ 67895 h 153682"/>
                <a:gd name="csX13" fmla="*/ 42271 w 156584"/>
                <a:gd name="csY13" fmla="*/ 67895 h 153682"/>
                <a:gd name="csX14" fmla="*/ 42271 w 156584"/>
                <a:gd name="csY14" fmla="*/ 60668 h 153682"/>
                <a:gd name="csX15" fmla="*/ 35037 w 156584"/>
                <a:gd name="csY15" fmla="*/ 60668 h 153682"/>
                <a:gd name="csX16" fmla="*/ 35037 w 156584"/>
                <a:gd name="csY16" fmla="*/ 92552 h 153682"/>
                <a:gd name="csX17" fmla="*/ 42271 w 156584"/>
                <a:gd name="csY17" fmla="*/ 92552 h 153682"/>
                <a:gd name="csX18" fmla="*/ 42271 w 156584"/>
                <a:gd name="csY18" fmla="*/ 85325 h 153682"/>
                <a:gd name="csX19" fmla="*/ 115031 w 156584"/>
                <a:gd name="csY19" fmla="*/ 85325 h 153682"/>
                <a:gd name="csX20" fmla="*/ 115031 w 156584"/>
                <a:gd name="csY20" fmla="*/ 92552 h 153682"/>
                <a:gd name="csX21" fmla="*/ 122265 w 156584"/>
                <a:gd name="csY21" fmla="*/ 92552 h 153682"/>
                <a:gd name="csX22" fmla="*/ 122265 w 156584"/>
                <a:gd name="csY22" fmla="*/ 60668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84" h="153682">
                  <a:moveTo>
                    <a:pt x="156943" y="77673"/>
                  </a:moveTo>
                  <a:cubicBezTo>
                    <a:pt x="156943" y="35160"/>
                    <a:pt x="122052" y="88"/>
                    <a:pt x="78651" y="88"/>
                  </a:cubicBezTo>
                  <a:cubicBezTo>
                    <a:pt x="35037" y="88"/>
                    <a:pt x="359" y="35160"/>
                    <a:pt x="359" y="77673"/>
                  </a:cubicBezTo>
                  <a:cubicBezTo>
                    <a:pt x="359" y="119335"/>
                    <a:pt x="35037" y="153771"/>
                    <a:pt x="78651" y="153771"/>
                  </a:cubicBezTo>
                  <a:cubicBezTo>
                    <a:pt x="122265" y="153771"/>
                    <a:pt x="156943" y="119335"/>
                    <a:pt x="156943" y="77673"/>
                  </a:cubicBezTo>
                  <a:close/>
                  <a:moveTo>
                    <a:pt x="78651" y="147394"/>
                  </a:moveTo>
                  <a:cubicBezTo>
                    <a:pt x="52908" y="147394"/>
                    <a:pt x="21634" y="127413"/>
                    <a:pt x="21634" y="77461"/>
                  </a:cubicBezTo>
                  <a:cubicBezTo>
                    <a:pt x="21634" y="27508"/>
                    <a:pt x="52270" y="6039"/>
                    <a:pt x="78651" y="6039"/>
                  </a:cubicBezTo>
                  <a:cubicBezTo>
                    <a:pt x="105032" y="6039"/>
                    <a:pt x="135668" y="27508"/>
                    <a:pt x="135668" y="77461"/>
                  </a:cubicBezTo>
                  <a:cubicBezTo>
                    <a:pt x="135668" y="127625"/>
                    <a:pt x="104181" y="147394"/>
                    <a:pt x="78651" y="147394"/>
                  </a:cubicBezTo>
                  <a:close/>
                  <a:moveTo>
                    <a:pt x="122265" y="60668"/>
                  </a:moveTo>
                  <a:lnTo>
                    <a:pt x="115031" y="60668"/>
                  </a:lnTo>
                  <a:lnTo>
                    <a:pt x="115031" y="67895"/>
                  </a:lnTo>
                  <a:lnTo>
                    <a:pt x="42271" y="67895"/>
                  </a:lnTo>
                  <a:lnTo>
                    <a:pt x="42271" y="60668"/>
                  </a:lnTo>
                  <a:lnTo>
                    <a:pt x="35037" y="60668"/>
                  </a:lnTo>
                  <a:lnTo>
                    <a:pt x="35037" y="92552"/>
                  </a:lnTo>
                  <a:lnTo>
                    <a:pt x="42271" y="92552"/>
                  </a:lnTo>
                  <a:lnTo>
                    <a:pt x="42271" y="85325"/>
                  </a:lnTo>
                  <a:lnTo>
                    <a:pt x="115031" y="85325"/>
                  </a:lnTo>
                  <a:lnTo>
                    <a:pt x="115031" y="92552"/>
                  </a:lnTo>
                  <a:lnTo>
                    <a:pt x="122265" y="92552"/>
                  </a:lnTo>
                  <a:lnTo>
                    <a:pt x="122265" y="60668"/>
                  </a:lnTo>
                  <a:close/>
                </a:path>
              </a:pathLst>
            </a:custGeom>
            <a:solidFill>
              <a:srgbClr val="FF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E04FE5F-107D-8B32-7354-835650960FF1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3760899" y="4893374"/>
              <a:ext cx="70511" cy="303661"/>
            </a:xfrm>
            <a:custGeom>
              <a:avLst/>
              <a:gdLst>
                <a:gd name="csX0" fmla="*/ 70879 w 70511"/>
                <a:gd name="csY0" fmla="*/ 151915 h 303661"/>
                <a:gd name="csX1" fmla="*/ 50819 w 70511"/>
                <a:gd name="csY1" fmla="*/ 57173 h 303661"/>
                <a:gd name="csX2" fmla="*/ 3407 w 70511"/>
                <a:gd name="csY2" fmla="*/ 85 h 303661"/>
                <a:gd name="csX3" fmla="*/ 367 w 70511"/>
                <a:gd name="csY3" fmla="*/ 3121 h 303661"/>
                <a:gd name="csX4" fmla="*/ 6142 w 70511"/>
                <a:gd name="csY4" fmla="*/ 10106 h 303661"/>
                <a:gd name="csX5" fmla="*/ 53251 w 70511"/>
                <a:gd name="csY5" fmla="*/ 151915 h 303661"/>
                <a:gd name="csX6" fmla="*/ 4318 w 70511"/>
                <a:gd name="csY6" fmla="*/ 295547 h 303661"/>
                <a:gd name="csX7" fmla="*/ 367 w 70511"/>
                <a:gd name="csY7" fmla="*/ 300709 h 303661"/>
                <a:gd name="csX8" fmla="*/ 3407 w 70511"/>
                <a:gd name="csY8" fmla="*/ 303746 h 303661"/>
                <a:gd name="csX9" fmla="*/ 51731 w 70511"/>
                <a:gd name="csY9" fmla="*/ 244532 h 303661"/>
                <a:gd name="csX10" fmla="*/ 70879 w 70511"/>
                <a:gd name="csY10" fmla="*/ 15191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11" h="303661">
                  <a:moveTo>
                    <a:pt x="70879" y="151915"/>
                  </a:moveTo>
                  <a:cubicBezTo>
                    <a:pt x="70879" y="128230"/>
                    <a:pt x="67535" y="91487"/>
                    <a:pt x="50819" y="57173"/>
                  </a:cubicBezTo>
                  <a:cubicBezTo>
                    <a:pt x="32584" y="19823"/>
                    <a:pt x="6446" y="85"/>
                    <a:pt x="3407" y="85"/>
                  </a:cubicBezTo>
                  <a:cubicBezTo>
                    <a:pt x="1583" y="85"/>
                    <a:pt x="367" y="1299"/>
                    <a:pt x="367" y="3121"/>
                  </a:cubicBezTo>
                  <a:cubicBezTo>
                    <a:pt x="367" y="4032"/>
                    <a:pt x="367" y="4640"/>
                    <a:pt x="6142" y="10106"/>
                  </a:cubicBezTo>
                  <a:cubicBezTo>
                    <a:pt x="35927" y="40168"/>
                    <a:pt x="53251" y="88450"/>
                    <a:pt x="53251" y="151915"/>
                  </a:cubicBezTo>
                  <a:cubicBezTo>
                    <a:pt x="53251" y="203841"/>
                    <a:pt x="42005" y="257286"/>
                    <a:pt x="4318" y="295547"/>
                  </a:cubicBezTo>
                  <a:cubicBezTo>
                    <a:pt x="367" y="299191"/>
                    <a:pt x="367" y="299798"/>
                    <a:pt x="367" y="300709"/>
                  </a:cubicBezTo>
                  <a:cubicBezTo>
                    <a:pt x="367" y="302531"/>
                    <a:pt x="1583" y="303746"/>
                    <a:pt x="3407" y="303746"/>
                  </a:cubicBezTo>
                  <a:cubicBezTo>
                    <a:pt x="6446" y="303746"/>
                    <a:pt x="33799" y="283097"/>
                    <a:pt x="51731" y="244532"/>
                  </a:cubicBezTo>
                  <a:cubicBezTo>
                    <a:pt x="67232" y="211129"/>
                    <a:pt x="70879" y="177423"/>
                    <a:pt x="70879" y="151915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F5AD8B8-7820-5BE1-9B6D-D585B8F58595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3875142" y="4863006"/>
              <a:ext cx="79325" cy="364089"/>
            </a:xfrm>
            <a:custGeom>
              <a:avLst/>
              <a:gdLst>
                <a:gd name="csX0" fmla="*/ 79696 w 79325"/>
                <a:gd name="csY0" fmla="*/ 182273 h 364089"/>
                <a:gd name="csX1" fmla="*/ 32284 w 79325"/>
                <a:gd name="csY1" fmla="*/ 26799 h 364089"/>
                <a:gd name="csX2" fmla="*/ 4018 w 79325"/>
                <a:gd name="csY2" fmla="*/ 77 h 364089"/>
                <a:gd name="csX3" fmla="*/ 371 w 79325"/>
                <a:gd name="csY3" fmla="*/ 3113 h 364089"/>
                <a:gd name="csX4" fmla="*/ 2195 w 79325"/>
                <a:gd name="csY4" fmla="*/ 6150 h 364089"/>
                <a:gd name="csX5" fmla="*/ 49000 w 79325"/>
                <a:gd name="csY5" fmla="*/ 94819 h 364089"/>
                <a:gd name="csX6" fmla="*/ 58725 w 79325"/>
                <a:gd name="csY6" fmla="*/ 181970 h 364089"/>
                <a:gd name="csX7" fmla="*/ 48088 w 79325"/>
                <a:gd name="csY7" fmla="*/ 273372 h 364089"/>
                <a:gd name="csX8" fmla="*/ 3106 w 79325"/>
                <a:gd name="csY8" fmla="*/ 357182 h 364089"/>
                <a:gd name="csX9" fmla="*/ 371 w 79325"/>
                <a:gd name="csY9" fmla="*/ 361130 h 364089"/>
                <a:gd name="csX10" fmla="*/ 4018 w 79325"/>
                <a:gd name="csY10" fmla="*/ 364166 h 364089"/>
                <a:gd name="csX11" fmla="*/ 28940 w 79325"/>
                <a:gd name="csY11" fmla="*/ 341392 h 364089"/>
                <a:gd name="csX12" fmla="*/ 79696 w 79325"/>
                <a:gd name="csY12" fmla="*/ 182273 h 364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9325" h="364089">
                  <a:moveTo>
                    <a:pt x="79696" y="182273"/>
                  </a:moveTo>
                  <a:cubicBezTo>
                    <a:pt x="79696" y="139154"/>
                    <a:pt x="72098" y="78118"/>
                    <a:pt x="32284" y="26799"/>
                  </a:cubicBezTo>
                  <a:cubicBezTo>
                    <a:pt x="29244" y="23155"/>
                    <a:pt x="9489" y="77"/>
                    <a:pt x="4018" y="77"/>
                  </a:cubicBezTo>
                  <a:cubicBezTo>
                    <a:pt x="2499" y="77"/>
                    <a:pt x="371" y="684"/>
                    <a:pt x="371" y="3113"/>
                  </a:cubicBezTo>
                  <a:cubicBezTo>
                    <a:pt x="371" y="4328"/>
                    <a:pt x="979" y="5239"/>
                    <a:pt x="2195" y="6150"/>
                  </a:cubicBezTo>
                  <a:cubicBezTo>
                    <a:pt x="16783" y="21940"/>
                    <a:pt x="36539" y="46537"/>
                    <a:pt x="49000" y="94819"/>
                  </a:cubicBezTo>
                  <a:cubicBezTo>
                    <a:pt x="55990" y="122452"/>
                    <a:pt x="58725" y="153729"/>
                    <a:pt x="58725" y="181970"/>
                  </a:cubicBezTo>
                  <a:cubicBezTo>
                    <a:pt x="58725" y="212640"/>
                    <a:pt x="55990" y="243613"/>
                    <a:pt x="48088" y="273372"/>
                  </a:cubicBezTo>
                  <a:cubicBezTo>
                    <a:pt x="36539" y="315884"/>
                    <a:pt x="18607" y="340177"/>
                    <a:pt x="3106" y="357182"/>
                  </a:cubicBezTo>
                  <a:cubicBezTo>
                    <a:pt x="371" y="359915"/>
                    <a:pt x="371" y="360523"/>
                    <a:pt x="371" y="361130"/>
                  </a:cubicBezTo>
                  <a:cubicBezTo>
                    <a:pt x="371" y="363559"/>
                    <a:pt x="2499" y="364166"/>
                    <a:pt x="4018" y="364166"/>
                  </a:cubicBezTo>
                  <a:cubicBezTo>
                    <a:pt x="8577" y="364166"/>
                    <a:pt x="25293" y="345643"/>
                    <a:pt x="28940" y="341392"/>
                  </a:cubicBezTo>
                  <a:cubicBezTo>
                    <a:pt x="59941" y="304649"/>
                    <a:pt x="79696" y="249990"/>
                    <a:pt x="79696" y="182273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7ACD4C6-8226-7CFA-FD98-2BD5F5E59B82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046402" y="5847482"/>
              <a:ext cx="202112" cy="202238"/>
            </a:xfrm>
            <a:custGeom>
              <a:avLst/>
              <a:gdLst>
                <a:gd name="csX0" fmla="*/ 107434 w 202112"/>
                <a:gd name="csY0" fmla="*/ 107307 h 202238"/>
                <a:gd name="csX1" fmla="*/ 192230 w 202112"/>
                <a:gd name="csY1" fmla="*/ 107307 h 202238"/>
                <a:gd name="csX2" fmla="*/ 202260 w 202112"/>
                <a:gd name="csY2" fmla="*/ 101234 h 202238"/>
                <a:gd name="csX3" fmla="*/ 192230 w 202112"/>
                <a:gd name="csY3" fmla="*/ 95160 h 202238"/>
                <a:gd name="csX4" fmla="*/ 107434 w 202112"/>
                <a:gd name="csY4" fmla="*/ 95160 h 202238"/>
                <a:gd name="csX5" fmla="*/ 107434 w 202112"/>
                <a:gd name="csY5" fmla="*/ 10135 h 202238"/>
                <a:gd name="csX6" fmla="*/ 101355 w 202112"/>
                <a:gd name="csY6" fmla="*/ 114 h 202238"/>
                <a:gd name="csX7" fmla="*/ 95277 w 202112"/>
                <a:gd name="csY7" fmla="*/ 10135 h 202238"/>
                <a:gd name="csX8" fmla="*/ 95277 w 202112"/>
                <a:gd name="csY8" fmla="*/ 95160 h 202238"/>
                <a:gd name="csX9" fmla="*/ 10177 w 202112"/>
                <a:gd name="csY9" fmla="*/ 95160 h 202238"/>
                <a:gd name="csX10" fmla="*/ 147 w 202112"/>
                <a:gd name="csY10" fmla="*/ 101234 h 202238"/>
                <a:gd name="csX11" fmla="*/ 10177 w 202112"/>
                <a:gd name="csY11" fmla="*/ 107307 h 202238"/>
                <a:gd name="csX12" fmla="*/ 95277 w 202112"/>
                <a:gd name="csY12" fmla="*/ 107307 h 202238"/>
                <a:gd name="csX13" fmla="*/ 95277 w 202112"/>
                <a:gd name="csY13" fmla="*/ 192332 h 202238"/>
                <a:gd name="csX14" fmla="*/ 101355 w 202112"/>
                <a:gd name="csY14" fmla="*/ 202353 h 202238"/>
                <a:gd name="csX15" fmla="*/ 107434 w 202112"/>
                <a:gd name="csY15" fmla="*/ 192332 h 202238"/>
                <a:gd name="csX16" fmla="*/ 107434 w 202112"/>
                <a:gd name="csY16" fmla="*/ 107307 h 2022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02112" h="202238">
                  <a:moveTo>
                    <a:pt x="107434" y="107307"/>
                  </a:moveTo>
                  <a:lnTo>
                    <a:pt x="192230" y="107307"/>
                  </a:lnTo>
                  <a:cubicBezTo>
                    <a:pt x="196485" y="107307"/>
                    <a:pt x="202260" y="107307"/>
                    <a:pt x="202260" y="101234"/>
                  </a:cubicBezTo>
                  <a:cubicBezTo>
                    <a:pt x="202260" y="95160"/>
                    <a:pt x="196485" y="95160"/>
                    <a:pt x="192230" y="95160"/>
                  </a:cubicBezTo>
                  <a:lnTo>
                    <a:pt x="107434" y="95160"/>
                  </a:lnTo>
                  <a:lnTo>
                    <a:pt x="107434" y="10135"/>
                  </a:lnTo>
                  <a:cubicBezTo>
                    <a:pt x="107434" y="5884"/>
                    <a:pt x="107434" y="114"/>
                    <a:pt x="101355" y="114"/>
                  </a:cubicBezTo>
                  <a:cubicBezTo>
                    <a:pt x="95277" y="114"/>
                    <a:pt x="95277" y="5884"/>
                    <a:pt x="95277" y="10135"/>
                  </a:cubicBezTo>
                  <a:lnTo>
                    <a:pt x="95277" y="95160"/>
                  </a:lnTo>
                  <a:lnTo>
                    <a:pt x="10177" y="95160"/>
                  </a:lnTo>
                  <a:cubicBezTo>
                    <a:pt x="5922" y="95160"/>
                    <a:pt x="147" y="95160"/>
                    <a:pt x="147" y="101234"/>
                  </a:cubicBezTo>
                  <a:cubicBezTo>
                    <a:pt x="147" y="107307"/>
                    <a:pt x="5922" y="107307"/>
                    <a:pt x="10177" y="107307"/>
                  </a:cubicBezTo>
                  <a:lnTo>
                    <a:pt x="95277" y="107307"/>
                  </a:lnTo>
                  <a:lnTo>
                    <a:pt x="95277" y="192332"/>
                  </a:lnTo>
                  <a:cubicBezTo>
                    <a:pt x="95277" y="196583"/>
                    <a:pt x="95277" y="202353"/>
                    <a:pt x="101355" y="202353"/>
                  </a:cubicBezTo>
                  <a:cubicBezTo>
                    <a:pt x="107434" y="202353"/>
                    <a:pt x="107434" y="196583"/>
                    <a:pt x="107434" y="192332"/>
                  </a:cubicBezTo>
                  <a:lnTo>
                    <a:pt x="107434" y="107307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9B29F83-5794-1650-D030-0AAD3402FE92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7754786" y="5736036"/>
              <a:ext cx="404528" cy="425125"/>
            </a:xfrm>
            <a:custGeom>
              <a:avLst/>
              <a:gdLst>
                <a:gd name="csX0" fmla="*/ 367924 w 404528"/>
                <a:gd name="csY0" fmla="*/ 425231 h 425125"/>
                <a:gd name="csX1" fmla="*/ 404699 w 404528"/>
                <a:gd name="csY1" fmla="*/ 328059 h 425125"/>
                <a:gd name="csX2" fmla="*/ 397101 w 404528"/>
                <a:gd name="csY2" fmla="*/ 328059 h 425125"/>
                <a:gd name="csX3" fmla="*/ 318080 w 404528"/>
                <a:gd name="csY3" fmla="*/ 389399 h 425125"/>
                <a:gd name="csX4" fmla="*/ 223558 w 404528"/>
                <a:gd name="csY4" fmla="*/ 398812 h 425125"/>
                <a:gd name="csX5" fmla="*/ 40289 w 404528"/>
                <a:gd name="csY5" fmla="*/ 398812 h 425125"/>
                <a:gd name="csX6" fmla="*/ 194989 w 404528"/>
                <a:gd name="csY6" fmla="*/ 217526 h 425125"/>
                <a:gd name="csX7" fmla="*/ 197724 w 404528"/>
                <a:gd name="csY7" fmla="*/ 212668 h 425125"/>
                <a:gd name="csX8" fmla="*/ 195596 w 404528"/>
                <a:gd name="csY8" fmla="*/ 208113 h 425125"/>
                <a:gd name="csX9" fmla="*/ 53966 w 404528"/>
                <a:gd name="csY9" fmla="*/ 14681 h 425125"/>
                <a:gd name="csX10" fmla="*/ 220519 w 404528"/>
                <a:gd name="csY10" fmla="*/ 14681 h 425125"/>
                <a:gd name="csX11" fmla="*/ 291638 w 404528"/>
                <a:gd name="csY11" fmla="*/ 19539 h 425125"/>
                <a:gd name="csX12" fmla="*/ 358502 w 404528"/>
                <a:gd name="csY12" fmla="*/ 42314 h 425125"/>
                <a:gd name="csX13" fmla="*/ 397101 w 404528"/>
                <a:gd name="csY13" fmla="*/ 85434 h 425125"/>
                <a:gd name="csX14" fmla="*/ 404699 w 404528"/>
                <a:gd name="csY14" fmla="*/ 85434 h 425125"/>
                <a:gd name="csX15" fmla="*/ 367924 w 404528"/>
                <a:gd name="csY15" fmla="*/ 105 h 425125"/>
                <a:gd name="csX16" fmla="*/ 8680 w 404528"/>
                <a:gd name="csY16" fmla="*/ 105 h 425125"/>
                <a:gd name="csX17" fmla="*/ 474 w 404528"/>
                <a:gd name="csY17" fmla="*/ 2230 h 425125"/>
                <a:gd name="csX18" fmla="*/ 170 w 404528"/>
                <a:gd name="csY18" fmla="*/ 12251 h 425125"/>
                <a:gd name="csX19" fmla="*/ 160949 w 404528"/>
                <a:gd name="csY19" fmla="*/ 232102 h 425125"/>
                <a:gd name="csX20" fmla="*/ 3514 w 404528"/>
                <a:gd name="csY20" fmla="*/ 416424 h 425125"/>
                <a:gd name="csX21" fmla="*/ 474 w 404528"/>
                <a:gd name="csY21" fmla="*/ 421890 h 425125"/>
                <a:gd name="csX22" fmla="*/ 8680 w 404528"/>
                <a:gd name="csY22" fmla="*/ 425231 h 425125"/>
                <a:gd name="csX23" fmla="*/ 367924 w 404528"/>
                <a:gd name="csY23" fmla="*/ 425231 h 425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4528" h="425125">
                  <a:moveTo>
                    <a:pt x="367924" y="425231"/>
                  </a:moveTo>
                  <a:lnTo>
                    <a:pt x="404699" y="328059"/>
                  </a:lnTo>
                  <a:lnTo>
                    <a:pt x="397101" y="328059"/>
                  </a:lnTo>
                  <a:cubicBezTo>
                    <a:pt x="385248" y="359640"/>
                    <a:pt x="353031" y="380289"/>
                    <a:pt x="318080" y="389399"/>
                  </a:cubicBezTo>
                  <a:cubicBezTo>
                    <a:pt x="311697" y="390917"/>
                    <a:pt x="281912" y="398812"/>
                    <a:pt x="223558" y="398812"/>
                  </a:cubicBezTo>
                  <a:lnTo>
                    <a:pt x="40289" y="398812"/>
                  </a:lnTo>
                  <a:lnTo>
                    <a:pt x="194989" y="217526"/>
                  </a:lnTo>
                  <a:cubicBezTo>
                    <a:pt x="197116" y="215097"/>
                    <a:pt x="197724" y="214186"/>
                    <a:pt x="197724" y="212668"/>
                  </a:cubicBezTo>
                  <a:cubicBezTo>
                    <a:pt x="197724" y="212060"/>
                    <a:pt x="197724" y="211149"/>
                    <a:pt x="195596" y="208113"/>
                  </a:cubicBezTo>
                  <a:lnTo>
                    <a:pt x="53966" y="14681"/>
                  </a:lnTo>
                  <a:lnTo>
                    <a:pt x="220519" y="14681"/>
                  </a:lnTo>
                  <a:cubicBezTo>
                    <a:pt x="261245" y="14681"/>
                    <a:pt x="288903" y="18932"/>
                    <a:pt x="291638" y="19539"/>
                  </a:cubicBezTo>
                  <a:cubicBezTo>
                    <a:pt x="308050" y="21968"/>
                    <a:pt x="334492" y="27131"/>
                    <a:pt x="358502" y="42314"/>
                  </a:cubicBezTo>
                  <a:cubicBezTo>
                    <a:pt x="366100" y="47172"/>
                    <a:pt x="386768" y="60837"/>
                    <a:pt x="397101" y="85434"/>
                  </a:cubicBezTo>
                  <a:lnTo>
                    <a:pt x="404699" y="85434"/>
                  </a:lnTo>
                  <a:lnTo>
                    <a:pt x="367924" y="105"/>
                  </a:lnTo>
                  <a:lnTo>
                    <a:pt x="8680" y="105"/>
                  </a:lnTo>
                  <a:cubicBezTo>
                    <a:pt x="1690" y="105"/>
                    <a:pt x="1386" y="409"/>
                    <a:pt x="474" y="2230"/>
                  </a:cubicBezTo>
                  <a:cubicBezTo>
                    <a:pt x="170" y="3141"/>
                    <a:pt x="170" y="8911"/>
                    <a:pt x="170" y="12251"/>
                  </a:cubicBezTo>
                  <a:lnTo>
                    <a:pt x="160949" y="232102"/>
                  </a:lnTo>
                  <a:lnTo>
                    <a:pt x="3514" y="416424"/>
                  </a:lnTo>
                  <a:cubicBezTo>
                    <a:pt x="474" y="420068"/>
                    <a:pt x="474" y="421587"/>
                    <a:pt x="474" y="421890"/>
                  </a:cubicBezTo>
                  <a:cubicBezTo>
                    <a:pt x="474" y="425231"/>
                    <a:pt x="3210" y="425231"/>
                    <a:pt x="8680" y="425231"/>
                  </a:cubicBezTo>
                  <a:lnTo>
                    <a:pt x="367924" y="425231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C2504F4-3599-AD2C-B7CE-20F1E5FDCDC6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7340891" y="6244673"/>
              <a:ext cx="55314" cy="212350"/>
            </a:xfrm>
            <a:custGeom>
              <a:avLst/>
              <a:gdLst>
                <a:gd name="csX0" fmla="*/ 51217 w 55314"/>
                <a:gd name="csY0" fmla="*/ 127 h 212350"/>
                <a:gd name="csX1" fmla="*/ 157 w 55314"/>
                <a:gd name="csY1" fmla="*/ 106196 h 212350"/>
                <a:gd name="csX2" fmla="*/ 51217 w 55314"/>
                <a:gd name="csY2" fmla="*/ 212477 h 212350"/>
                <a:gd name="csX3" fmla="*/ 55472 w 55314"/>
                <a:gd name="csY3" fmla="*/ 209926 h 212350"/>
                <a:gd name="csX4" fmla="*/ 53344 w 55314"/>
                <a:gd name="csY4" fmla="*/ 206738 h 212350"/>
                <a:gd name="csX5" fmla="*/ 14624 w 55314"/>
                <a:gd name="csY5" fmla="*/ 106408 h 212350"/>
                <a:gd name="csX6" fmla="*/ 53982 w 55314"/>
                <a:gd name="csY6" fmla="*/ 5228 h 212350"/>
                <a:gd name="csX7" fmla="*/ 55472 w 55314"/>
                <a:gd name="csY7" fmla="*/ 2678 h 212350"/>
                <a:gd name="csX8" fmla="*/ 51217 w 55314"/>
                <a:gd name="csY8" fmla="*/ 127 h 212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5314" h="212350">
                  <a:moveTo>
                    <a:pt x="51217" y="127"/>
                  </a:moveTo>
                  <a:cubicBezTo>
                    <a:pt x="10794" y="28610"/>
                    <a:pt x="157" y="73674"/>
                    <a:pt x="157" y="106196"/>
                  </a:cubicBezTo>
                  <a:cubicBezTo>
                    <a:pt x="157" y="136167"/>
                    <a:pt x="9092" y="182718"/>
                    <a:pt x="51217" y="212477"/>
                  </a:cubicBezTo>
                  <a:cubicBezTo>
                    <a:pt x="52919" y="212477"/>
                    <a:pt x="55472" y="212477"/>
                    <a:pt x="55472" y="209926"/>
                  </a:cubicBezTo>
                  <a:cubicBezTo>
                    <a:pt x="55472" y="208651"/>
                    <a:pt x="54833" y="208226"/>
                    <a:pt x="53344" y="206738"/>
                  </a:cubicBezTo>
                  <a:cubicBezTo>
                    <a:pt x="25048" y="181230"/>
                    <a:pt x="14624" y="145095"/>
                    <a:pt x="14624" y="106408"/>
                  </a:cubicBezTo>
                  <a:cubicBezTo>
                    <a:pt x="14624" y="49016"/>
                    <a:pt x="36537" y="20958"/>
                    <a:pt x="53982" y="5228"/>
                  </a:cubicBezTo>
                  <a:cubicBezTo>
                    <a:pt x="54833" y="4378"/>
                    <a:pt x="55472" y="3740"/>
                    <a:pt x="55472" y="2678"/>
                  </a:cubicBezTo>
                  <a:cubicBezTo>
                    <a:pt x="55472" y="127"/>
                    <a:pt x="52919" y="127"/>
                    <a:pt x="51217" y="127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A32D9A5-3D25-C156-CF87-1EAC38629DBB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7420552" y="6260402"/>
              <a:ext cx="158924" cy="143692"/>
            </a:xfrm>
            <a:custGeom>
              <a:avLst/>
              <a:gdLst>
                <a:gd name="csX0" fmla="*/ 94408 w 158924"/>
                <a:gd name="csY0" fmla="*/ 15219 h 143692"/>
                <a:gd name="csX1" fmla="*/ 101003 w 158924"/>
                <a:gd name="csY1" fmla="*/ 7992 h 143692"/>
                <a:gd name="csX2" fmla="*/ 113768 w 158924"/>
                <a:gd name="csY2" fmla="*/ 7779 h 143692"/>
                <a:gd name="csX3" fmla="*/ 137596 w 158924"/>
                <a:gd name="csY3" fmla="*/ 9480 h 143692"/>
                <a:gd name="csX4" fmla="*/ 147595 w 158924"/>
                <a:gd name="csY4" fmla="*/ 26272 h 143692"/>
                <a:gd name="csX5" fmla="*/ 146106 w 158924"/>
                <a:gd name="csY5" fmla="*/ 43490 h 143692"/>
                <a:gd name="csX6" fmla="*/ 145681 w 158924"/>
                <a:gd name="csY6" fmla="*/ 45828 h 143692"/>
                <a:gd name="csX7" fmla="*/ 149297 w 158924"/>
                <a:gd name="csY7" fmla="*/ 49016 h 143692"/>
                <a:gd name="csX8" fmla="*/ 153340 w 158924"/>
                <a:gd name="csY8" fmla="*/ 43702 h 143692"/>
                <a:gd name="csX9" fmla="*/ 159084 w 158924"/>
                <a:gd name="csY9" fmla="*/ 3103 h 143692"/>
                <a:gd name="csX10" fmla="*/ 152701 w 158924"/>
                <a:gd name="csY10" fmla="*/ 127 h 143692"/>
                <a:gd name="csX11" fmla="*/ 21860 w 158924"/>
                <a:gd name="csY11" fmla="*/ 127 h 143692"/>
                <a:gd name="csX12" fmla="*/ 14627 w 158924"/>
                <a:gd name="csY12" fmla="*/ 4591 h 143692"/>
                <a:gd name="csX13" fmla="*/ 1223 w 158924"/>
                <a:gd name="csY13" fmla="*/ 42214 h 143692"/>
                <a:gd name="csX14" fmla="*/ 160 w 158924"/>
                <a:gd name="csY14" fmla="*/ 46040 h 143692"/>
                <a:gd name="csX15" fmla="*/ 3776 w 158924"/>
                <a:gd name="csY15" fmla="*/ 49016 h 143692"/>
                <a:gd name="csX16" fmla="*/ 8244 w 158924"/>
                <a:gd name="csY16" fmla="*/ 43915 h 143692"/>
                <a:gd name="csX17" fmla="*/ 59942 w 158924"/>
                <a:gd name="csY17" fmla="*/ 7779 h 143692"/>
                <a:gd name="csX18" fmla="*/ 68878 w 158924"/>
                <a:gd name="csY18" fmla="*/ 7779 h 143692"/>
                <a:gd name="csX19" fmla="*/ 75473 w 158924"/>
                <a:gd name="csY19" fmla="*/ 9905 h 143692"/>
                <a:gd name="csX20" fmla="*/ 74622 w 158924"/>
                <a:gd name="csY20" fmla="*/ 14368 h 143692"/>
                <a:gd name="csX21" fmla="*/ 46539 w 158924"/>
                <a:gd name="csY21" fmla="*/ 126177 h 143692"/>
                <a:gd name="csX22" fmla="*/ 21647 w 158924"/>
                <a:gd name="csY22" fmla="*/ 136167 h 143692"/>
                <a:gd name="csX23" fmla="*/ 12074 w 158924"/>
                <a:gd name="csY23" fmla="*/ 140843 h 143692"/>
                <a:gd name="csX24" fmla="*/ 15690 w 158924"/>
                <a:gd name="csY24" fmla="*/ 143819 h 143692"/>
                <a:gd name="csX25" fmla="*/ 33987 w 158924"/>
                <a:gd name="csY25" fmla="*/ 143182 h 143692"/>
                <a:gd name="csX26" fmla="*/ 52283 w 158924"/>
                <a:gd name="csY26" fmla="*/ 142969 h 143692"/>
                <a:gd name="csX27" fmla="*/ 71431 w 158924"/>
                <a:gd name="csY27" fmla="*/ 143182 h 143692"/>
                <a:gd name="csX28" fmla="*/ 89302 w 158924"/>
                <a:gd name="csY28" fmla="*/ 143819 h 143692"/>
                <a:gd name="csX29" fmla="*/ 94195 w 158924"/>
                <a:gd name="csY29" fmla="*/ 139143 h 143692"/>
                <a:gd name="csX30" fmla="*/ 85472 w 158924"/>
                <a:gd name="csY30" fmla="*/ 136167 h 143692"/>
                <a:gd name="csX31" fmla="*/ 73133 w 158924"/>
                <a:gd name="csY31" fmla="*/ 135742 h 143692"/>
                <a:gd name="csX32" fmla="*/ 65474 w 158924"/>
                <a:gd name="csY32" fmla="*/ 131703 h 143692"/>
                <a:gd name="csX33" fmla="*/ 66325 w 158924"/>
                <a:gd name="csY33" fmla="*/ 126814 h 143692"/>
                <a:gd name="csX34" fmla="*/ 94408 w 158924"/>
                <a:gd name="csY34" fmla="*/ 15219 h 143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58924" h="143692">
                  <a:moveTo>
                    <a:pt x="94408" y="15219"/>
                  </a:moveTo>
                  <a:cubicBezTo>
                    <a:pt x="95897" y="9054"/>
                    <a:pt x="96323" y="8417"/>
                    <a:pt x="101003" y="7992"/>
                  </a:cubicBezTo>
                  <a:cubicBezTo>
                    <a:pt x="102067" y="7779"/>
                    <a:pt x="109513" y="7779"/>
                    <a:pt x="113768" y="7779"/>
                  </a:cubicBezTo>
                  <a:cubicBezTo>
                    <a:pt x="126746" y="7779"/>
                    <a:pt x="132277" y="7779"/>
                    <a:pt x="137596" y="9480"/>
                  </a:cubicBezTo>
                  <a:cubicBezTo>
                    <a:pt x="147170" y="12455"/>
                    <a:pt x="147595" y="18620"/>
                    <a:pt x="147595" y="26272"/>
                  </a:cubicBezTo>
                  <a:cubicBezTo>
                    <a:pt x="147595" y="29673"/>
                    <a:pt x="147595" y="32436"/>
                    <a:pt x="146106" y="43490"/>
                  </a:cubicBezTo>
                  <a:lnTo>
                    <a:pt x="145681" y="45828"/>
                  </a:lnTo>
                  <a:cubicBezTo>
                    <a:pt x="145681" y="47953"/>
                    <a:pt x="147170" y="49016"/>
                    <a:pt x="149297" y="49016"/>
                  </a:cubicBezTo>
                  <a:cubicBezTo>
                    <a:pt x="152489" y="49016"/>
                    <a:pt x="152914" y="47103"/>
                    <a:pt x="153340" y="43702"/>
                  </a:cubicBezTo>
                  <a:lnTo>
                    <a:pt x="159084" y="3103"/>
                  </a:lnTo>
                  <a:cubicBezTo>
                    <a:pt x="159084" y="127"/>
                    <a:pt x="156531" y="127"/>
                    <a:pt x="152701" y="127"/>
                  </a:cubicBezTo>
                  <a:lnTo>
                    <a:pt x="21860" y="127"/>
                  </a:lnTo>
                  <a:cubicBezTo>
                    <a:pt x="16541" y="127"/>
                    <a:pt x="16116" y="127"/>
                    <a:pt x="14627" y="4591"/>
                  </a:cubicBezTo>
                  <a:lnTo>
                    <a:pt x="1223" y="42214"/>
                  </a:lnTo>
                  <a:cubicBezTo>
                    <a:pt x="1011" y="43064"/>
                    <a:pt x="160" y="44978"/>
                    <a:pt x="160" y="46040"/>
                  </a:cubicBezTo>
                  <a:cubicBezTo>
                    <a:pt x="160" y="46891"/>
                    <a:pt x="585" y="49016"/>
                    <a:pt x="3776" y="49016"/>
                  </a:cubicBezTo>
                  <a:cubicBezTo>
                    <a:pt x="6542" y="49016"/>
                    <a:pt x="6968" y="47953"/>
                    <a:pt x="8244" y="43915"/>
                  </a:cubicBezTo>
                  <a:cubicBezTo>
                    <a:pt x="20584" y="9905"/>
                    <a:pt x="27604" y="7779"/>
                    <a:pt x="59942" y="7779"/>
                  </a:cubicBezTo>
                  <a:lnTo>
                    <a:pt x="68878" y="7779"/>
                  </a:lnTo>
                  <a:cubicBezTo>
                    <a:pt x="75260" y="7779"/>
                    <a:pt x="75473" y="7992"/>
                    <a:pt x="75473" y="9905"/>
                  </a:cubicBezTo>
                  <a:cubicBezTo>
                    <a:pt x="75473" y="10117"/>
                    <a:pt x="75473" y="11180"/>
                    <a:pt x="74622" y="14368"/>
                  </a:cubicBezTo>
                  <a:lnTo>
                    <a:pt x="46539" y="126177"/>
                  </a:lnTo>
                  <a:cubicBezTo>
                    <a:pt x="44624" y="134041"/>
                    <a:pt x="43986" y="136167"/>
                    <a:pt x="21647" y="136167"/>
                  </a:cubicBezTo>
                  <a:cubicBezTo>
                    <a:pt x="13988" y="136167"/>
                    <a:pt x="12074" y="136167"/>
                    <a:pt x="12074" y="140843"/>
                  </a:cubicBezTo>
                  <a:cubicBezTo>
                    <a:pt x="12074" y="141481"/>
                    <a:pt x="12499" y="143819"/>
                    <a:pt x="15690" y="143819"/>
                  </a:cubicBezTo>
                  <a:cubicBezTo>
                    <a:pt x="21647" y="143819"/>
                    <a:pt x="28030" y="143182"/>
                    <a:pt x="33987" y="143182"/>
                  </a:cubicBezTo>
                  <a:cubicBezTo>
                    <a:pt x="39944" y="143182"/>
                    <a:pt x="46326" y="142969"/>
                    <a:pt x="52283" y="142969"/>
                  </a:cubicBezTo>
                  <a:cubicBezTo>
                    <a:pt x="58240" y="142969"/>
                    <a:pt x="65474" y="142969"/>
                    <a:pt x="71431" y="143182"/>
                  </a:cubicBezTo>
                  <a:cubicBezTo>
                    <a:pt x="77175" y="143394"/>
                    <a:pt x="83558" y="143819"/>
                    <a:pt x="89302" y="143819"/>
                  </a:cubicBezTo>
                  <a:cubicBezTo>
                    <a:pt x="91004" y="143819"/>
                    <a:pt x="94195" y="143819"/>
                    <a:pt x="94195" y="139143"/>
                  </a:cubicBezTo>
                  <a:cubicBezTo>
                    <a:pt x="94195" y="136167"/>
                    <a:pt x="92068" y="136167"/>
                    <a:pt x="85472" y="136167"/>
                  </a:cubicBezTo>
                  <a:cubicBezTo>
                    <a:pt x="81430" y="136167"/>
                    <a:pt x="77175" y="135954"/>
                    <a:pt x="73133" y="135742"/>
                  </a:cubicBezTo>
                  <a:cubicBezTo>
                    <a:pt x="65899" y="135104"/>
                    <a:pt x="65474" y="134254"/>
                    <a:pt x="65474" y="131703"/>
                  </a:cubicBezTo>
                  <a:cubicBezTo>
                    <a:pt x="65474" y="130215"/>
                    <a:pt x="65474" y="129790"/>
                    <a:pt x="66325" y="126814"/>
                  </a:cubicBezTo>
                  <a:lnTo>
                    <a:pt x="94408" y="15219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2ACA9FE0-1C2A-B4DF-1B2A-2F0A7367387E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7602412" y="6242092"/>
              <a:ext cx="126586" cy="126626"/>
            </a:xfrm>
            <a:custGeom>
              <a:avLst/>
              <a:gdLst>
                <a:gd name="csX0" fmla="*/ 67790 w 126586"/>
                <a:gd name="csY0" fmla="*/ 67689 h 126626"/>
                <a:gd name="csX1" fmla="*/ 120673 w 126586"/>
                <a:gd name="csY1" fmla="*/ 67689 h 126626"/>
                <a:gd name="csX2" fmla="*/ 126752 w 126586"/>
                <a:gd name="csY2" fmla="*/ 63438 h 126626"/>
                <a:gd name="csX3" fmla="*/ 120673 w 126586"/>
                <a:gd name="csY3" fmla="*/ 59187 h 126626"/>
                <a:gd name="csX4" fmla="*/ 67790 w 126586"/>
                <a:gd name="csY4" fmla="*/ 59187 h 126626"/>
                <a:gd name="csX5" fmla="*/ 67790 w 126586"/>
                <a:gd name="csY5" fmla="*/ 6350 h 126626"/>
                <a:gd name="csX6" fmla="*/ 63535 w 126586"/>
                <a:gd name="csY6" fmla="*/ 125 h 126626"/>
                <a:gd name="csX7" fmla="*/ 59280 w 126586"/>
                <a:gd name="csY7" fmla="*/ 6350 h 126626"/>
                <a:gd name="csX8" fmla="*/ 59280 w 126586"/>
                <a:gd name="csY8" fmla="*/ 59187 h 126626"/>
                <a:gd name="csX9" fmla="*/ 6244 w 126586"/>
                <a:gd name="csY9" fmla="*/ 59187 h 126626"/>
                <a:gd name="csX10" fmla="*/ 165 w 126586"/>
                <a:gd name="csY10" fmla="*/ 63438 h 126626"/>
                <a:gd name="csX11" fmla="*/ 6244 w 126586"/>
                <a:gd name="csY11" fmla="*/ 67689 h 126626"/>
                <a:gd name="csX12" fmla="*/ 59280 w 126586"/>
                <a:gd name="csY12" fmla="*/ 67689 h 126626"/>
                <a:gd name="csX13" fmla="*/ 59280 w 126586"/>
                <a:gd name="csY13" fmla="*/ 120526 h 126626"/>
                <a:gd name="csX14" fmla="*/ 63535 w 126586"/>
                <a:gd name="csY14" fmla="*/ 126752 h 126626"/>
                <a:gd name="csX15" fmla="*/ 67790 w 126586"/>
                <a:gd name="csY15" fmla="*/ 120526 h 126626"/>
                <a:gd name="csX16" fmla="*/ 67790 w 126586"/>
                <a:gd name="csY16" fmla="*/ 67689 h 126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6586" h="126626">
                  <a:moveTo>
                    <a:pt x="67790" y="67689"/>
                  </a:moveTo>
                  <a:lnTo>
                    <a:pt x="120673" y="67689"/>
                  </a:lnTo>
                  <a:cubicBezTo>
                    <a:pt x="122649" y="67689"/>
                    <a:pt x="126752" y="67689"/>
                    <a:pt x="126752" y="63438"/>
                  </a:cubicBezTo>
                  <a:cubicBezTo>
                    <a:pt x="126752" y="59187"/>
                    <a:pt x="122649" y="59187"/>
                    <a:pt x="120673" y="59187"/>
                  </a:cubicBezTo>
                  <a:lnTo>
                    <a:pt x="67790" y="59187"/>
                  </a:lnTo>
                  <a:lnTo>
                    <a:pt x="67790" y="6350"/>
                  </a:lnTo>
                  <a:cubicBezTo>
                    <a:pt x="67790" y="4224"/>
                    <a:pt x="67790" y="125"/>
                    <a:pt x="63535" y="125"/>
                  </a:cubicBezTo>
                  <a:cubicBezTo>
                    <a:pt x="59280" y="125"/>
                    <a:pt x="59280" y="4224"/>
                    <a:pt x="59280" y="6350"/>
                  </a:cubicBezTo>
                  <a:lnTo>
                    <a:pt x="59280" y="59187"/>
                  </a:lnTo>
                  <a:lnTo>
                    <a:pt x="6244" y="59187"/>
                  </a:lnTo>
                  <a:cubicBezTo>
                    <a:pt x="4269" y="59187"/>
                    <a:pt x="165" y="59187"/>
                    <a:pt x="165" y="63438"/>
                  </a:cubicBezTo>
                  <a:cubicBezTo>
                    <a:pt x="165" y="67689"/>
                    <a:pt x="4269" y="67689"/>
                    <a:pt x="6244" y="67689"/>
                  </a:cubicBezTo>
                  <a:lnTo>
                    <a:pt x="59280" y="67689"/>
                  </a:lnTo>
                  <a:lnTo>
                    <a:pt x="59280" y="120526"/>
                  </a:lnTo>
                  <a:cubicBezTo>
                    <a:pt x="59280" y="122652"/>
                    <a:pt x="59280" y="126752"/>
                    <a:pt x="63535" y="126752"/>
                  </a:cubicBezTo>
                  <a:cubicBezTo>
                    <a:pt x="67790" y="126752"/>
                    <a:pt x="67790" y="122652"/>
                    <a:pt x="67790" y="120526"/>
                  </a:cubicBezTo>
                  <a:lnTo>
                    <a:pt x="67790" y="67689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88C77FC-79E7-FCD2-EA7A-F166CEC37687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7782884" y="6379650"/>
              <a:ext cx="27019" cy="65469"/>
            </a:xfrm>
            <a:custGeom>
              <a:avLst/>
              <a:gdLst>
                <a:gd name="csX0" fmla="*/ 21233 w 27019"/>
                <a:gd name="csY0" fmla="*/ 21171 h 65469"/>
                <a:gd name="csX1" fmla="*/ 4639 w 27019"/>
                <a:gd name="csY1" fmla="*/ 60070 h 65469"/>
                <a:gd name="csX2" fmla="*/ 3150 w 27019"/>
                <a:gd name="csY2" fmla="*/ 62620 h 65469"/>
                <a:gd name="csX3" fmla="*/ 6128 w 27019"/>
                <a:gd name="csY3" fmla="*/ 65596 h 65469"/>
                <a:gd name="csX4" fmla="*/ 27190 w 27019"/>
                <a:gd name="csY4" fmla="*/ 23296 h 65469"/>
                <a:gd name="csX5" fmla="*/ 12298 w 27019"/>
                <a:gd name="csY5" fmla="*/ 127 h 65469"/>
                <a:gd name="csX6" fmla="*/ 171 w 27019"/>
                <a:gd name="csY6" fmla="*/ 12243 h 65469"/>
                <a:gd name="csX7" fmla="*/ 12511 w 27019"/>
                <a:gd name="csY7" fmla="*/ 24572 h 65469"/>
                <a:gd name="csX8" fmla="*/ 21233 w 27019"/>
                <a:gd name="csY8" fmla="*/ 21171 h 65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019" h="65469">
                  <a:moveTo>
                    <a:pt x="21233" y="21171"/>
                  </a:moveTo>
                  <a:cubicBezTo>
                    <a:pt x="21233" y="32861"/>
                    <a:pt x="19106" y="46465"/>
                    <a:pt x="4639" y="60070"/>
                  </a:cubicBezTo>
                  <a:cubicBezTo>
                    <a:pt x="3788" y="60920"/>
                    <a:pt x="3150" y="61557"/>
                    <a:pt x="3150" y="62620"/>
                  </a:cubicBezTo>
                  <a:cubicBezTo>
                    <a:pt x="3150" y="64108"/>
                    <a:pt x="4852" y="65596"/>
                    <a:pt x="6128" y="65596"/>
                  </a:cubicBezTo>
                  <a:cubicBezTo>
                    <a:pt x="9107" y="65596"/>
                    <a:pt x="27190" y="48591"/>
                    <a:pt x="27190" y="23296"/>
                  </a:cubicBezTo>
                  <a:cubicBezTo>
                    <a:pt x="27190" y="10117"/>
                    <a:pt x="22084" y="127"/>
                    <a:pt x="12298" y="127"/>
                  </a:cubicBezTo>
                  <a:cubicBezTo>
                    <a:pt x="5277" y="127"/>
                    <a:pt x="171" y="5653"/>
                    <a:pt x="171" y="12243"/>
                  </a:cubicBezTo>
                  <a:cubicBezTo>
                    <a:pt x="171" y="19045"/>
                    <a:pt x="5064" y="24572"/>
                    <a:pt x="12511" y="24572"/>
                  </a:cubicBezTo>
                  <a:cubicBezTo>
                    <a:pt x="17617" y="24572"/>
                    <a:pt x="21021" y="21171"/>
                    <a:pt x="21233" y="21171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B8C8EE5A-D263-55BB-2637-0BCF8B48A6DA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7844855" y="6258914"/>
              <a:ext cx="100418" cy="145180"/>
            </a:xfrm>
            <a:custGeom>
              <a:avLst/>
              <a:gdLst>
                <a:gd name="csX0" fmla="*/ 74423 w 100418"/>
                <a:gd name="csY0" fmla="*/ 16919 h 145180"/>
                <a:gd name="csX1" fmla="*/ 92720 w 100418"/>
                <a:gd name="csY1" fmla="*/ 7779 h 145180"/>
                <a:gd name="csX2" fmla="*/ 100591 w 100418"/>
                <a:gd name="csY2" fmla="*/ 3315 h 145180"/>
                <a:gd name="csX3" fmla="*/ 97187 w 100418"/>
                <a:gd name="csY3" fmla="*/ 127 h 145180"/>
                <a:gd name="csX4" fmla="*/ 82933 w 100418"/>
                <a:gd name="csY4" fmla="*/ 764 h 145180"/>
                <a:gd name="csX5" fmla="*/ 68466 w 100418"/>
                <a:gd name="csY5" fmla="*/ 977 h 145180"/>
                <a:gd name="csX6" fmla="*/ 53786 w 100418"/>
                <a:gd name="csY6" fmla="*/ 764 h 145180"/>
                <a:gd name="csX7" fmla="*/ 39107 w 100418"/>
                <a:gd name="csY7" fmla="*/ 127 h 145180"/>
                <a:gd name="csX8" fmla="*/ 34639 w 100418"/>
                <a:gd name="csY8" fmla="*/ 4803 h 145180"/>
                <a:gd name="csX9" fmla="*/ 41660 w 100418"/>
                <a:gd name="csY9" fmla="*/ 7779 h 145180"/>
                <a:gd name="csX10" fmla="*/ 49744 w 100418"/>
                <a:gd name="csY10" fmla="*/ 8204 h 145180"/>
                <a:gd name="csX11" fmla="*/ 55488 w 100418"/>
                <a:gd name="csY11" fmla="*/ 11180 h 145180"/>
                <a:gd name="csX12" fmla="*/ 54637 w 100418"/>
                <a:gd name="csY12" fmla="*/ 15644 h 145180"/>
                <a:gd name="csX13" fmla="*/ 26342 w 100418"/>
                <a:gd name="csY13" fmla="*/ 128515 h 145180"/>
                <a:gd name="csX14" fmla="*/ 8045 w 100418"/>
                <a:gd name="csY14" fmla="*/ 137655 h 145180"/>
                <a:gd name="csX15" fmla="*/ 173 w 100418"/>
                <a:gd name="csY15" fmla="*/ 142331 h 145180"/>
                <a:gd name="csX16" fmla="*/ 3577 w 100418"/>
                <a:gd name="csY16" fmla="*/ 145307 h 145180"/>
                <a:gd name="csX17" fmla="*/ 32299 w 100418"/>
                <a:gd name="csY17" fmla="*/ 144457 h 145180"/>
                <a:gd name="csX18" fmla="*/ 46978 w 100418"/>
                <a:gd name="csY18" fmla="*/ 144670 h 145180"/>
                <a:gd name="csX19" fmla="*/ 61658 w 100418"/>
                <a:gd name="csY19" fmla="*/ 145307 h 145180"/>
                <a:gd name="csX20" fmla="*/ 66126 w 100418"/>
                <a:gd name="csY20" fmla="*/ 140631 h 145180"/>
                <a:gd name="csX21" fmla="*/ 59318 w 100418"/>
                <a:gd name="csY21" fmla="*/ 137655 h 145180"/>
                <a:gd name="csX22" fmla="*/ 50170 w 100418"/>
                <a:gd name="csY22" fmla="*/ 137230 h 145180"/>
                <a:gd name="csX23" fmla="*/ 45276 w 100418"/>
                <a:gd name="csY23" fmla="*/ 134041 h 145180"/>
                <a:gd name="csX24" fmla="*/ 46127 w 100418"/>
                <a:gd name="csY24" fmla="*/ 129365 h 145180"/>
                <a:gd name="csX25" fmla="*/ 74423 w 100418"/>
                <a:gd name="csY25" fmla="*/ 16919 h 1451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00418" h="145180">
                  <a:moveTo>
                    <a:pt x="74423" y="16919"/>
                  </a:moveTo>
                  <a:cubicBezTo>
                    <a:pt x="76338" y="9692"/>
                    <a:pt x="76763" y="7779"/>
                    <a:pt x="92720" y="7779"/>
                  </a:cubicBezTo>
                  <a:cubicBezTo>
                    <a:pt x="98038" y="7779"/>
                    <a:pt x="100591" y="7779"/>
                    <a:pt x="100591" y="3315"/>
                  </a:cubicBezTo>
                  <a:cubicBezTo>
                    <a:pt x="100591" y="1402"/>
                    <a:pt x="99102" y="127"/>
                    <a:pt x="97187" y="127"/>
                  </a:cubicBezTo>
                  <a:cubicBezTo>
                    <a:pt x="92720" y="127"/>
                    <a:pt x="87401" y="764"/>
                    <a:pt x="82933" y="764"/>
                  </a:cubicBezTo>
                  <a:cubicBezTo>
                    <a:pt x="78253" y="764"/>
                    <a:pt x="73147" y="977"/>
                    <a:pt x="68466" y="977"/>
                  </a:cubicBezTo>
                  <a:cubicBezTo>
                    <a:pt x="68466" y="977"/>
                    <a:pt x="53786" y="764"/>
                    <a:pt x="53786" y="764"/>
                  </a:cubicBezTo>
                  <a:cubicBezTo>
                    <a:pt x="49106" y="764"/>
                    <a:pt x="43787" y="127"/>
                    <a:pt x="39107" y="127"/>
                  </a:cubicBezTo>
                  <a:cubicBezTo>
                    <a:pt x="37830" y="127"/>
                    <a:pt x="34639" y="127"/>
                    <a:pt x="34639" y="4803"/>
                  </a:cubicBezTo>
                  <a:cubicBezTo>
                    <a:pt x="34639" y="7779"/>
                    <a:pt x="36979" y="7779"/>
                    <a:pt x="41660" y="7779"/>
                  </a:cubicBezTo>
                  <a:cubicBezTo>
                    <a:pt x="41872" y="7779"/>
                    <a:pt x="46127" y="7779"/>
                    <a:pt x="49744" y="8204"/>
                  </a:cubicBezTo>
                  <a:cubicBezTo>
                    <a:pt x="53999" y="8629"/>
                    <a:pt x="55488" y="8842"/>
                    <a:pt x="55488" y="11180"/>
                  </a:cubicBezTo>
                  <a:cubicBezTo>
                    <a:pt x="55488" y="12455"/>
                    <a:pt x="55063" y="13943"/>
                    <a:pt x="54637" y="15644"/>
                  </a:cubicBezTo>
                  <a:lnTo>
                    <a:pt x="26342" y="128515"/>
                  </a:lnTo>
                  <a:cubicBezTo>
                    <a:pt x="24640" y="135529"/>
                    <a:pt x="24001" y="137655"/>
                    <a:pt x="8045" y="137655"/>
                  </a:cubicBezTo>
                  <a:cubicBezTo>
                    <a:pt x="2301" y="137655"/>
                    <a:pt x="173" y="137655"/>
                    <a:pt x="173" y="142331"/>
                  </a:cubicBezTo>
                  <a:cubicBezTo>
                    <a:pt x="173" y="142544"/>
                    <a:pt x="173" y="145307"/>
                    <a:pt x="3577" y="145307"/>
                  </a:cubicBezTo>
                  <a:cubicBezTo>
                    <a:pt x="9960" y="145307"/>
                    <a:pt x="25916" y="144457"/>
                    <a:pt x="32299" y="144457"/>
                  </a:cubicBezTo>
                  <a:lnTo>
                    <a:pt x="46978" y="144670"/>
                  </a:lnTo>
                  <a:cubicBezTo>
                    <a:pt x="51659" y="144670"/>
                    <a:pt x="56978" y="145307"/>
                    <a:pt x="61658" y="145307"/>
                  </a:cubicBezTo>
                  <a:cubicBezTo>
                    <a:pt x="62935" y="145307"/>
                    <a:pt x="66126" y="145307"/>
                    <a:pt x="66126" y="140631"/>
                  </a:cubicBezTo>
                  <a:cubicBezTo>
                    <a:pt x="66126" y="137655"/>
                    <a:pt x="63573" y="137655"/>
                    <a:pt x="59318" y="137655"/>
                  </a:cubicBezTo>
                  <a:cubicBezTo>
                    <a:pt x="58892" y="137655"/>
                    <a:pt x="54425" y="137655"/>
                    <a:pt x="50170" y="137230"/>
                  </a:cubicBezTo>
                  <a:cubicBezTo>
                    <a:pt x="45276" y="136805"/>
                    <a:pt x="45276" y="135954"/>
                    <a:pt x="45276" y="134041"/>
                  </a:cubicBezTo>
                  <a:cubicBezTo>
                    <a:pt x="45276" y="133829"/>
                    <a:pt x="45276" y="132553"/>
                    <a:pt x="46127" y="129365"/>
                  </a:cubicBezTo>
                  <a:lnTo>
                    <a:pt x="74423" y="16919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AB0D2E7E-59CA-3580-5C55-17E73E6E7231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7970233" y="6242092"/>
              <a:ext cx="126586" cy="126626"/>
            </a:xfrm>
            <a:custGeom>
              <a:avLst/>
              <a:gdLst>
                <a:gd name="csX0" fmla="*/ 67802 w 126586"/>
                <a:gd name="csY0" fmla="*/ 67689 h 126626"/>
                <a:gd name="csX1" fmla="*/ 120685 w 126586"/>
                <a:gd name="csY1" fmla="*/ 67689 h 126626"/>
                <a:gd name="csX2" fmla="*/ 126764 w 126586"/>
                <a:gd name="csY2" fmla="*/ 63438 h 126626"/>
                <a:gd name="csX3" fmla="*/ 120685 w 126586"/>
                <a:gd name="csY3" fmla="*/ 59187 h 126626"/>
                <a:gd name="csX4" fmla="*/ 67802 w 126586"/>
                <a:gd name="csY4" fmla="*/ 59187 h 126626"/>
                <a:gd name="csX5" fmla="*/ 67802 w 126586"/>
                <a:gd name="csY5" fmla="*/ 6350 h 126626"/>
                <a:gd name="csX6" fmla="*/ 63547 w 126586"/>
                <a:gd name="csY6" fmla="*/ 125 h 126626"/>
                <a:gd name="csX7" fmla="*/ 59292 w 126586"/>
                <a:gd name="csY7" fmla="*/ 6350 h 126626"/>
                <a:gd name="csX8" fmla="*/ 59292 w 126586"/>
                <a:gd name="csY8" fmla="*/ 59187 h 126626"/>
                <a:gd name="csX9" fmla="*/ 6256 w 126586"/>
                <a:gd name="csY9" fmla="*/ 59187 h 126626"/>
                <a:gd name="csX10" fmla="*/ 178 w 126586"/>
                <a:gd name="csY10" fmla="*/ 63438 h 126626"/>
                <a:gd name="csX11" fmla="*/ 6256 w 126586"/>
                <a:gd name="csY11" fmla="*/ 67689 h 126626"/>
                <a:gd name="csX12" fmla="*/ 59292 w 126586"/>
                <a:gd name="csY12" fmla="*/ 67689 h 126626"/>
                <a:gd name="csX13" fmla="*/ 59292 w 126586"/>
                <a:gd name="csY13" fmla="*/ 120526 h 126626"/>
                <a:gd name="csX14" fmla="*/ 63547 w 126586"/>
                <a:gd name="csY14" fmla="*/ 126752 h 126626"/>
                <a:gd name="csX15" fmla="*/ 67802 w 126586"/>
                <a:gd name="csY15" fmla="*/ 120526 h 126626"/>
                <a:gd name="csX16" fmla="*/ 67802 w 126586"/>
                <a:gd name="csY16" fmla="*/ 67689 h 126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6586" h="126626">
                  <a:moveTo>
                    <a:pt x="67802" y="67689"/>
                  </a:moveTo>
                  <a:lnTo>
                    <a:pt x="120685" y="67689"/>
                  </a:lnTo>
                  <a:cubicBezTo>
                    <a:pt x="122661" y="67689"/>
                    <a:pt x="126764" y="67689"/>
                    <a:pt x="126764" y="63438"/>
                  </a:cubicBezTo>
                  <a:cubicBezTo>
                    <a:pt x="126764" y="59187"/>
                    <a:pt x="122661" y="59187"/>
                    <a:pt x="120685" y="59187"/>
                  </a:cubicBezTo>
                  <a:lnTo>
                    <a:pt x="67802" y="59187"/>
                  </a:lnTo>
                  <a:lnTo>
                    <a:pt x="67802" y="6350"/>
                  </a:lnTo>
                  <a:cubicBezTo>
                    <a:pt x="67802" y="4224"/>
                    <a:pt x="67802" y="125"/>
                    <a:pt x="63547" y="125"/>
                  </a:cubicBezTo>
                  <a:cubicBezTo>
                    <a:pt x="59292" y="125"/>
                    <a:pt x="59292" y="4224"/>
                    <a:pt x="59292" y="6350"/>
                  </a:cubicBezTo>
                  <a:lnTo>
                    <a:pt x="59292" y="59187"/>
                  </a:lnTo>
                  <a:lnTo>
                    <a:pt x="6256" y="59187"/>
                  </a:lnTo>
                  <a:cubicBezTo>
                    <a:pt x="4281" y="59187"/>
                    <a:pt x="178" y="59187"/>
                    <a:pt x="178" y="63438"/>
                  </a:cubicBezTo>
                  <a:cubicBezTo>
                    <a:pt x="178" y="67689"/>
                    <a:pt x="4281" y="67689"/>
                    <a:pt x="6256" y="67689"/>
                  </a:cubicBezTo>
                  <a:lnTo>
                    <a:pt x="59292" y="67689"/>
                  </a:lnTo>
                  <a:lnTo>
                    <a:pt x="59292" y="120526"/>
                  </a:lnTo>
                  <a:cubicBezTo>
                    <a:pt x="59292" y="122652"/>
                    <a:pt x="59292" y="126752"/>
                    <a:pt x="63547" y="126752"/>
                  </a:cubicBezTo>
                  <a:cubicBezTo>
                    <a:pt x="67802" y="126752"/>
                    <a:pt x="67802" y="122652"/>
                    <a:pt x="67802" y="120526"/>
                  </a:cubicBezTo>
                  <a:lnTo>
                    <a:pt x="67802" y="67689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97D70809-DB7D-588B-BDE5-6B7DA5EF324A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8150705" y="6379650"/>
              <a:ext cx="27019" cy="65469"/>
            </a:xfrm>
            <a:custGeom>
              <a:avLst/>
              <a:gdLst>
                <a:gd name="csX0" fmla="*/ 21245 w 27019"/>
                <a:gd name="csY0" fmla="*/ 21171 h 65469"/>
                <a:gd name="csX1" fmla="*/ 4651 w 27019"/>
                <a:gd name="csY1" fmla="*/ 60070 h 65469"/>
                <a:gd name="csX2" fmla="*/ 3162 w 27019"/>
                <a:gd name="csY2" fmla="*/ 62620 h 65469"/>
                <a:gd name="csX3" fmla="*/ 6140 w 27019"/>
                <a:gd name="csY3" fmla="*/ 65596 h 65469"/>
                <a:gd name="csX4" fmla="*/ 27202 w 27019"/>
                <a:gd name="csY4" fmla="*/ 23296 h 65469"/>
                <a:gd name="csX5" fmla="*/ 12310 w 27019"/>
                <a:gd name="csY5" fmla="*/ 127 h 65469"/>
                <a:gd name="csX6" fmla="*/ 183 w 27019"/>
                <a:gd name="csY6" fmla="*/ 12243 h 65469"/>
                <a:gd name="csX7" fmla="*/ 12523 w 27019"/>
                <a:gd name="csY7" fmla="*/ 24572 h 65469"/>
                <a:gd name="csX8" fmla="*/ 21245 w 27019"/>
                <a:gd name="csY8" fmla="*/ 21171 h 65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019" h="65469">
                  <a:moveTo>
                    <a:pt x="21245" y="21171"/>
                  </a:moveTo>
                  <a:cubicBezTo>
                    <a:pt x="21245" y="32861"/>
                    <a:pt x="19118" y="46465"/>
                    <a:pt x="4651" y="60070"/>
                  </a:cubicBezTo>
                  <a:cubicBezTo>
                    <a:pt x="3800" y="60920"/>
                    <a:pt x="3162" y="61557"/>
                    <a:pt x="3162" y="62620"/>
                  </a:cubicBezTo>
                  <a:cubicBezTo>
                    <a:pt x="3162" y="64108"/>
                    <a:pt x="4864" y="65596"/>
                    <a:pt x="6140" y="65596"/>
                  </a:cubicBezTo>
                  <a:cubicBezTo>
                    <a:pt x="9119" y="65596"/>
                    <a:pt x="27202" y="48591"/>
                    <a:pt x="27202" y="23296"/>
                  </a:cubicBezTo>
                  <a:cubicBezTo>
                    <a:pt x="27202" y="10117"/>
                    <a:pt x="22096" y="127"/>
                    <a:pt x="12310" y="127"/>
                  </a:cubicBezTo>
                  <a:cubicBezTo>
                    <a:pt x="5289" y="127"/>
                    <a:pt x="183" y="5653"/>
                    <a:pt x="183" y="12243"/>
                  </a:cubicBezTo>
                  <a:cubicBezTo>
                    <a:pt x="183" y="19045"/>
                    <a:pt x="5076" y="24572"/>
                    <a:pt x="12523" y="24572"/>
                  </a:cubicBezTo>
                  <a:cubicBezTo>
                    <a:pt x="17629" y="24572"/>
                    <a:pt x="21033" y="21171"/>
                    <a:pt x="21245" y="21171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7E157706-6E8B-6202-879E-CF07629672BD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8212676" y="6258914"/>
              <a:ext cx="100418" cy="145180"/>
            </a:xfrm>
            <a:custGeom>
              <a:avLst/>
              <a:gdLst>
                <a:gd name="csX0" fmla="*/ 74435 w 100418"/>
                <a:gd name="csY0" fmla="*/ 16919 h 145180"/>
                <a:gd name="csX1" fmla="*/ 92732 w 100418"/>
                <a:gd name="csY1" fmla="*/ 7779 h 145180"/>
                <a:gd name="csX2" fmla="*/ 100604 w 100418"/>
                <a:gd name="csY2" fmla="*/ 3315 h 145180"/>
                <a:gd name="csX3" fmla="*/ 97200 w 100418"/>
                <a:gd name="csY3" fmla="*/ 127 h 145180"/>
                <a:gd name="csX4" fmla="*/ 82945 w 100418"/>
                <a:gd name="csY4" fmla="*/ 764 h 145180"/>
                <a:gd name="csX5" fmla="*/ 68478 w 100418"/>
                <a:gd name="csY5" fmla="*/ 977 h 145180"/>
                <a:gd name="csX6" fmla="*/ 53799 w 100418"/>
                <a:gd name="csY6" fmla="*/ 764 h 145180"/>
                <a:gd name="csX7" fmla="*/ 39119 w 100418"/>
                <a:gd name="csY7" fmla="*/ 127 h 145180"/>
                <a:gd name="csX8" fmla="*/ 34651 w 100418"/>
                <a:gd name="csY8" fmla="*/ 4803 h 145180"/>
                <a:gd name="csX9" fmla="*/ 41672 w 100418"/>
                <a:gd name="csY9" fmla="*/ 7779 h 145180"/>
                <a:gd name="csX10" fmla="*/ 49756 w 100418"/>
                <a:gd name="csY10" fmla="*/ 8204 h 145180"/>
                <a:gd name="csX11" fmla="*/ 55501 w 100418"/>
                <a:gd name="csY11" fmla="*/ 11180 h 145180"/>
                <a:gd name="csX12" fmla="*/ 54650 w 100418"/>
                <a:gd name="csY12" fmla="*/ 15644 h 145180"/>
                <a:gd name="csX13" fmla="*/ 26354 w 100418"/>
                <a:gd name="csY13" fmla="*/ 128515 h 145180"/>
                <a:gd name="csX14" fmla="*/ 8057 w 100418"/>
                <a:gd name="csY14" fmla="*/ 137655 h 145180"/>
                <a:gd name="csX15" fmla="*/ 186 w 100418"/>
                <a:gd name="csY15" fmla="*/ 142331 h 145180"/>
                <a:gd name="csX16" fmla="*/ 3590 w 100418"/>
                <a:gd name="csY16" fmla="*/ 145307 h 145180"/>
                <a:gd name="csX17" fmla="*/ 32311 w 100418"/>
                <a:gd name="csY17" fmla="*/ 144457 h 145180"/>
                <a:gd name="csX18" fmla="*/ 46991 w 100418"/>
                <a:gd name="csY18" fmla="*/ 144670 h 145180"/>
                <a:gd name="csX19" fmla="*/ 61670 w 100418"/>
                <a:gd name="csY19" fmla="*/ 145307 h 145180"/>
                <a:gd name="csX20" fmla="*/ 66138 w 100418"/>
                <a:gd name="csY20" fmla="*/ 140631 h 145180"/>
                <a:gd name="csX21" fmla="*/ 59330 w 100418"/>
                <a:gd name="csY21" fmla="*/ 137655 h 145180"/>
                <a:gd name="csX22" fmla="*/ 50182 w 100418"/>
                <a:gd name="csY22" fmla="*/ 137230 h 145180"/>
                <a:gd name="csX23" fmla="*/ 45289 w 100418"/>
                <a:gd name="csY23" fmla="*/ 134041 h 145180"/>
                <a:gd name="csX24" fmla="*/ 46139 w 100418"/>
                <a:gd name="csY24" fmla="*/ 129365 h 145180"/>
                <a:gd name="csX25" fmla="*/ 74435 w 100418"/>
                <a:gd name="csY25" fmla="*/ 16919 h 1451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00418" h="145180">
                  <a:moveTo>
                    <a:pt x="74435" y="16919"/>
                  </a:moveTo>
                  <a:cubicBezTo>
                    <a:pt x="76350" y="9692"/>
                    <a:pt x="76776" y="7779"/>
                    <a:pt x="92732" y="7779"/>
                  </a:cubicBezTo>
                  <a:cubicBezTo>
                    <a:pt x="98051" y="7779"/>
                    <a:pt x="100604" y="7779"/>
                    <a:pt x="100604" y="3315"/>
                  </a:cubicBezTo>
                  <a:cubicBezTo>
                    <a:pt x="100604" y="1402"/>
                    <a:pt x="99114" y="127"/>
                    <a:pt x="97200" y="127"/>
                  </a:cubicBezTo>
                  <a:cubicBezTo>
                    <a:pt x="92732" y="127"/>
                    <a:pt x="87413" y="764"/>
                    <a:pt x="82945" y="764"/>
                  </a:cubicBezTo>
                  <a:cubicBezTo>
                    <a:pt x="78265" y="764"/>
                    <a:pt x="73159" y="977"/>
                    <a:pt x="68478" y="977"/>
                  </a:cubicBezTo>
                  <a:cubicBezTo>
                    <a:pt x="68478" y="977"/>
                    <a:pt x="53799" y="764"/>
                    <a:pt x="53799" y="764"/>
                  </a:cubicBezTo>
                  <a:cubicBezTo>
                    <a:pt x="49118" y="764"/>
                    <a:pt x="43799" y="127"/>
                    <a:pt x="39119" y="127"/>
                  </a:cubicBezTo>
                  <a:cubicBezTo>
                    <a:pt x="37842" y="127"/>
                    <a:pt x="34651" y="127"/>
                    <a:pt x="34651" y="4803"/>
                  </a:cubicBezTo>
                  <a:cubicBezTo>
                    <a:pt x="34651" y="7779"/>
                    <a:pt x="36991" y="7779"/>
                    <a:pt x="41672" y="7779"/>
                  </a:cubicBezTo>
                  <a:cubicBezTo>
                    <a:pt x="41884" y="7779"/>
                    <a:pt x="46139" y="7779"/>
                    <a:pt x="49756" y="8204"/>
                  </a:cubicBezTo>
                  <a:cubicBezTo>
                    <a:pt x="54011" y="8629"/>
                    <a:pt x="55501" y="8842"/>
                    <a:pt x="55501" y="11180"/>
                  </a:cubicBezTo>
                  <a:cubicBezTo>
                    <a:pt x="55501" y="12455"/>
                    <a:pt x="55075" y="13943"/>
                    <a:pt x="54650" y="15644"/>
                  </a:cubicBezTo>
                  <a:lnTo>
                    <a:pt x="26354" y="128515"/>
                  </a:lnTo>
                  <a:cubicBezTo>
                    <a:pt x="24652" y="135529"/>
                    <a:pt x="24014" y="137655"/>
                    <a:pt x="8057" y="137655"/>
                  </a:cubicBezTo>
                  <a:cubicBezTo>
                    <a:pt x="2313" y="137655"/>
                    <a:pt x="186" y="137655"/>
                    <a:pt x="186" y="142331"/>
                  </a:cubicBezTo>
                  <a:cubicBezTo>
                    <a:pt x="186" y="142544"/>
                    <a:pt x="186" y="145307"/>
                    <a:pt x="3590" y="145307"/>
                  </a:cubicBezTo>
                  <a:cubicBezTo>
                    <a:pt x="9972" y="145307"/>
                    <a:pt x="25928" y="144457"/>
                    <a:pt x="32311" y="144457"/>
                  </a:cubicBezTo>
                  <a:lnTo>
                    <a:pt x="46991" y="144670"/>
                  </a:lnTo>
                  <a:cubicBezTo>
                    <a:pt x="51671" y="144670"/>
                    <a:pt x="56990" y="145307"/>
                    <a:pt x="61670" y="145307"/>
                  </a:cubicBezTo>
                  <a:cubicBezTo>
                    <a:pt x="62947" y="145307"/>
                    <a:pt x="66138" y="145307"/>
                    <a:pt x="66138" y="140631"/>
                  </a:cubicBezTo>
                  <a:cubicBezTo>
                    <a:pt x="66138" y="137655"/>
                    <a:pt x="63585" y="137655"/>
                    <a:pt x="59330" y="137655"/>
                  </a:cubicBezTo>
                  <a:cubicBezTo>
                    <a:pt x="58905" y="137655"/>
                    <a:pt x="54437" y="137655"/>
                    <a:pt x="50182" y="137230"/>
                  </a:cubicBezTo>
                  <a:cubicBezTo>
                    <a:pt x="45289" y="136805"/>
                    <a:pt x="45289" y="135954"/>
                    <a:pt x="45289" y="134041"/>
                  </a:cubicBezTo>
                  <a:cubicBezTo>
                    <a:pt x="45289" y="133829"/>
                    <a:pt x="45289" y="132553"/>
                    <a:pt x="46139" y="129365"/>
                  </a:cubicBezTo>
                  <a:lnTo>
                    <a:pt x="74435" y="16919"/>
                  </a:lnTo>
                  <a:close/>
                </a:path>
              </a:pathLst>
            </a:custGeom>
            <a:solidFill>
              <a:srgbClr val="FF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279293F4-15D1-8963-1AD1-1DF14C7FDE79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8347627" y="6301154"/>
              <a:ext cx="115948" cy="8502"/>
            </a:xfrm>
            <a:custGeom>
              <a:avLst/>
              <a:gdLst>
                <a:gd name="csX0" fmla="*/ 109604 w 115948"/>
                <a:gd name="csY0" fmla="*/ 8627 h 8502"/>
                <a:gd name="csX1" fmla="*/ 116138 w 115948"/>
                <a:gd name="csY1" fmla="*/ 4376 h 8502"/>
                <a:gd name="csX2" fmla="*/ 109604 w 115948"/>
                <a:gd name="csY2" fmla="*/ 125 h 8502"/>
                <a:gd name="csX3" fmla="*/ 6724 w 115948"/>
                <a:gd name="csY3" fmla="*/ 125 h 8502"/>
                <a:gd name="csX4" fmla="*/ 190 w 115948"/>
                <a:gd name="csY4" fmla="*/ 4376 h 8502"/>
                <a:gd name="csX5" fmla="*/ 6724 w 115948"/>
                <a:gd name="csY5" fmla="*/ 8627 h 8502"/>
                <a:gd name="csX6" fmla="*/ 109604 w 115948"/>
                <a:gd name="csY6" fmla="*/ 8627 h 8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5948" h="8502">
                  <a:moveTo>
                    <a:pt x="109604" y="8627"/>
                  </a:moveTo>
                  <a:cubicBezTo>
                    <a:pt x="112035" y="8627"/>
                    <a:pt x="116138" y="8627"/>
                    <a:pt x="116138" y="4376"/>
                  </a:cubicBezTo>
                  <a:cubicBezTo>
                    <a:pt x="116138" y="125"/>
                    <a:pt x="112035" y="125"/>
                    <a:pt x="109604" y="125"/>
                  </a:cubicBezTo>
                  <a:lnTo>
                    <a:pt x="6724" y="125"/>
                  </a:lnTo>
                  <a:cubicBezTo>
                    <a:pt x="4293" y="125"/>
                    <a:pt x="190" y="125"/>
                    <a:pt x="190" y="4376"/>
                  </a:cubicBezTo>
                  <a:cubicBezTo>
                    <a:pt x="190" y="8627"/>
                    <a:pt x="4293" y="8627"/>
                    <a:pt x="6724" y="8627"/>
                  </a:cubicBezTo>
                  <a:lnTo>
                    <a:pt x="109604" y="8627"/>
                  </a:lnTo>
                  <a:close/>
                </a:path>
              </a:pathLst>
            </a:custGeom>
            <a:solidFill>
              <a:srgbClr val="FF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272398E2-08C9-D2FD-0FEF-AE1DB302A5B4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8518244" y="6244673"/>
              <a:ext cx="55102" cy="212350"/>
            </a:xfrm>
            <a:custGeom>
              <a:avLst/>
              <a:gdLst>
                <a:gd name="csX0" fmla="*/ 4238 w 55102"/>
                <a:gd name="csY0" fmla="*/ 127 h 212350"/>
                <a:gd name="csX1" fmla="*/ 195 w 55102"/>
                <a:gd name="csY1" fmla="*/ 2678 h 212350"/>
                <a:gd name="csX2" fmla="*/ 2110 w 55102"/>
                <a:gd name="csY2" fmla="*/ 5866 h 212350"/>
                <a:gd name="csX3" fmla="*/ 40831 w 55102"/>
                <a:gd name="csY3" fmla="*/ 106196 h 212350"/>
                <a:gd name="csX4" fmla="*/ 4025 w 55102"/>
                <a:gd name="csY4" fmla="*/ 205037 h 212350"/>
                <a:gd name="csX5" fmla="*/ 195 w 55102"/>
                <a:gd name="csY5" fmla="*/ 209926 h 212350"/>
                <a:gd name="csX6" fmla="*/ 2961 w 55102"/>
                <a:gd name="csY6" fmla="*/ 212477 h 212350"/>
                <a:gd name="csX7" fmla="*/ 39767 w 55102"/>
                <a:gd name="csY7" fmla="*/ 171878 h 212350"/>
                <a:gd name="csX8" fmla="*/ 55298 w 55102"/>
                <a:gd name="csY8" fmla="*/ 106408 h 212350"/>
                <a:gd name="csX9" fmla="*/ 4238 w 55102"/>
                <a:gd name="csY9" fmla="*/ 127 h 212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5102" h="212350">
                  <a:moveTo>
                    <a:pt x="4238" y="127"/>
                  </a:moveTo>
                  <a:cubicBezTo>
                    <a:pt x="2748" y="127"/>
                    <a:pt x="195" y="127"/>
                    <a:pt x="195" y="2678"/>
                  </a:cubicBezTo>
                  <a:cubicBezTo>
                    <a:pt x="195" y="3740"/>
                    <a:pt x="834" y="4378"/>
                    <a:pt x="2110" y="5866"/>
                  </a:cubicBezTo>
                  <a:cubicBezTo>
                    <a:pt x="20407" y="22658"/>
                    <a:pt x="40831" y="51354"/>
                    <a:pt x="40831" y="106196"/>
                  </a:cubicBezTo>
                  <a:cubicBezTo>
                    <a:pt x="40831" y="150621"/>
                    <a:pt x="27002" y="184206"/>
                    <a:pt x="4025" y="205037"/>
                  </a:cubicBezTo>
                  <a:cubicBezTo>
                    <a:pt x="408" y="208651"/>
                    <a:pt x="195" y="208864"/>
                    <a:pt x="195" y="209926"/>
                  </a:cubicBezTo>
                  <a:cubicBezTo>
                    <a:pt x="195" y="210989"/>
                    <a:pt x="834" y="212477"/>
                    <a:pt x="2961" y="212477"/>
                  </a:cubicBezTo>
                  <a:cubicBezTo>
                    <a:pt x="5514" y="212477"/>
                    <a:pt x="25725" y="198448"/>
                    <a:pt x="39767" y="171878"/>
                  </a:cubicBezTo>
                  <a:cubicBezTo>
                    <a:pt x="49128" y="154235"/>
                    <a:pt x="55298" y="131278"/>
                    <a:pt x="55298" y="106408"/>
                  </a:cubicBezTo>
                  <a:cubicBezTo>
                    <a:pt x="55298" y="76437"/>
                    <a:pt x="46362" y="29886"/>
                    <a:pt x="4238" y="127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8CC0D1A0-F6CD-2773-1ECE-DF674AD59C52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8672476" y="5874204"/>
              <a:ext cx="213661" cy="152437"/>
            </a:xfrm>
            <a:custGeom>
              <a:avLst/>
              <a:gdLst>
                <a:gd name="csX0" fmla="*/ 12357 w 213661"/>
                <a:gd name="csY0" fmla="*/ 152552 h 152437"/>
                <a:gd name="csX1" fmla="*/ 24818 w 213661"/>
                <a:gd name="csY1" fmla="*/ 139799 h 152437"/>
                <a:gd name="csX2" fmla="*/ 24818 w 213661"/>
                <a:gd name="csY2" fmla="*/ 66920 h 152437"/>
                <a:gd name="csX3" fmla="*/ 35152 w 213661"/>
                <a:gd name="csY3" fmla="*/ 32910 h 152437"/>
                <a:gd name="csX4" fmla="*/ 64025 w 213661"/>
                <a:gd name="csY4" fmla="*/ 20156 h 152437"/>
                <a:gd name="csX5" fmla="*/ 87428 w 213661"/>
                <a:gd name="csY5" fmla="*/ 29873 h 152437"/>
                <a:gd name="csX6" fmla="*/ 94722 w 213661"/>
                <a:gd name="csY6" fmla="*/ 59632 h 152437"/>
                <a:gd name="csX7" fmla="*/ 94722 w 213661"/>
                <a:gd name="csY7" fmla="*/ 139799 h 152437"/>
                <a:gd name="csX8" fmla="*/ 106879 w 213661"/>
                <a:gd name="csY8" fmla="*/ 152552 h 152437"/>
                <a:gd name="csX9" fmla="*/ 119340 w 213661"/>
                <a:gd name="csY9" fmla="*/ 139799 h 152437"/>
                <a:gd name="csX10" fmla="*/ 119340 w 213661"/>
                <a:gd name="csY10" fmla="*/ 66920 h 152437"/>
                <a:gd name="csX11" fmla="*/ 129978 w 213661"/>
                <a:gd name="csY11" fmla="*/ 32910 h 152437"/>
                <a:gd name="csX12" fmla="*/ 158547 w 213661"/>
                <a:gd name="csY12" fmla="*/ 20156 h 152437"/>
                <a:gd name="csX13" fmla="*/ 181950 w 213661"/>
                <a:gd name="csY13" fmla="*/ 29873 h 152437"/>
                <a:gd name="csX14" fmla="*/ 189244 w 213661"/>
                <a:gd name="csY14" fmla="*/ 59632 h 152437"/>
                <a:gd name="csX15" fmla="*/ 189244 w 213661"/>
                <a:gd name="csY15" fmla="*/ 139799 h 152437"/>
                <a:gd name="csX16" fmla="*/ 201401 w 213661"/>
                <a:gd name="csY16" fmla="*/ 152552 h 152437"/>
                <a:gd name="csX17" fmla="*/ 213862 w 213661"/>
                <a:gd name="csY17" fmla="*/ 139799 h 152437"/>
                <a:gd name="csX18" fmla="*/ 213862 w 213661"/>
                <a:gd name="csY18" fmla="*/ 58417 h 152437"/>
                <a:gd name="csX19" fmla="*/ 164626 w 213661"/>
                <a:gd name="csY19" fmla="*/ 114 h 152437"/>
                <a:gd name="csX20" fmla="*/ 134537 w 213661"/>
                <a:gd name="csY20" fmla="*/ 8313 h 152437"/>
                <a:gd name="csX21" fmla="*/ 114781 w 213661"/>
                <a:gd name="csY21" fmla="*/ 30177 h 152437"/>
                <a:gd name="csX22" fmla="*/ 70408 w 213661"/>
                <a:gd name="csY22" fmla="*/ 114 h 152437"/>
                <a:gd name="csX23" fmla="*/ 42750 w 213661"/>
                <a:gd name="csY23" fmla="*/ 7402 h 152437"/>
                <a:gd name="csX24" fmla="*/ 24211 w 213661"/>
                <a:gd name="csY24" fmla="*/ 27747 h 152437"/>
                <a:gd name="csX25" fmla="*/ 24211 w 213661"/>
                <a:gd name="csY25" fmla="*/ 13172 h 152437"/>
                <a:gd name="csX26" fmla="*/ 12053 w 213661"/>
                <a:gd name="csY26" fmla="*/ 722 h 152437"/>
                <a:gd name="csX27" fmla="*/ 200 w 213661"/>
                <a:gd name="csY27" fmla="*/ 13172 h 152437"/>
                <a:gd name="csX28" fmla="*/ 200 w 213661"/>
                <a:gd name="csY28" fmla="*/ 139799 h 152437"/>
                <a:gd name="csX29" fmla="*/ 12357 w 213661"/>
                <a:gd name="csY29" fmla="*/ 152552 h 1524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3661" h="152437">
                  <a:moveTo>
                    <a:pt x="12357" y="152552"/>
                  </a:moveTo>
                  <a:cubicBezTo>
                    <a:pt x="20563" y="152552"/>
                    <a:pt x="24818" y="148301"/>
                    <a:pt x="24818" y="139799"/>
                  </a:cubicBezTo>
                  <a:lnTo>
                    <a:pt x="24818" y="66920"/>
                  </a:lnTo>
                  <a:cubicBezTo>
                    <a:pt x="24818" y="52951"/>
                    <a:pt x="28162" y="41412"/>
                    <a:pt x="35152" y="32910"/>
                  </a:cubicBezTo>
                  <a:cubicBezTo>
                    <a:pt x="42142" y="24407"/>
                    <a:pt x="51868" y="20156"/>
                    <a:pt x="64025" y="20156"/>
                  </a:cubicBezTo>
                  <a:cubicBezTo>
                    <a:pt x="74967" y="20156"/>
                    <a:pt x="82565" y="23496"/>
                    <a:pt x="87428" y="29873"/>
                  </a:cubicBezTo>
                  <a:cubicBezTo>
                    <a:pt x="92291" y="36250"/>
                    <a:pt x="94722" y="46271"/>
                    <a:pt x="94722" y="59632"/>
                  </a:cubicBezTo>
                  <a:lnTo>
                    <a:pt x="94722" y="139799"/>
                  </a:lnTo>
                  <a:cubicBezTo>
                    <a:pt x="94722" y="148301"/>
                    <a:pt x="98673" y="152552"/>
                    <a:pt x="106879" y="152552"/>
                  </a:cubicBezTo>
                  <a:cubicBezTo>
                    <a:pt x="115085" y="152552"/>
                    <a:pt x="119340" y="148301"/>
                    <a:pt x="119340" y="139799"/>
                  </a:cubicBezTo>
                  <a:lnTo>
                    <a:pt x="119340" y="66920"/>
                  </a:lnTo>
                  <a:cubicBezTo>
                    <a:pt x="119340" y="52951"/>
                    <a:pt x="122683" y="41412"/>
                    <a:pt x="129978" y="32910"/>
                  </a:cubicBezTo>
                  <a:cubicBezTo>
                    <a:pt x="136968" y="24407"/>
                    <a:pt x="146390" y="20156"/>
                    <a:pt x="158547" y="20156"/>
                  </a:cubicBezTo>
                  <a:cubicBezTo>
                    <a:pt x="169488" y="20156"/>
                    <a:pt x="177087" y="23496"/>
                    <a:pt x="181950" y="29873"/>
                  </a:cubicBezTo>
                  <a:cubicBezTo>
                    <a:pt x="186812" y="36250"/>
                    <a:pt x="189244" y="46271"/>
                    <a:pt x="189244" y="59632"/>
                  </a:cubicBezTo>
                  <a:lnTo>
                    <a:pt x="189244" y="139799"/>
                  </a:lnTo>
                  <a:cubicBezTo>
                    <a:pt x="189244" y="148301"/>
                    <a:pt x="193195" y="152552"/>
                    <a:pt x="201401" y="152552"/>
                  </a:cubicBezTo>
                  <a:cubicBezTo>
                    <a:pt x="209607" y="152552"/>
                    <a:pt x="213862" y="148301"/>
                    <a:pt x="213862" y="139799"/>
                  </a:cubicBezTo>
                  <a:lnTo>
                    <a:pt x="213862" y="58417"/>
                  </a:lnTo>
                  <a:cubicBezTo>
                    <a:pt x="213862" y="19549"/>
                    <a:pt x="197450" y="114"/>
                    <a:pt x="164626" y="114"/>
                  </a:cubicBezTo>
                  <a:cubicBezTo>
                    <a:pt x="153076" y="114"/>
                    <a:pt x="143047" y="2847"/>
                    <a:pt x="134537" y="8313"/>
                  </a:cubicBezTo>
                  <a:cubicBezTo>
                    <a:pt x="125723" y="13779"/>
                    <a:pt x="119036" y="21067"/>
                    <a:pt x="114781" y="30177"/>
                  </a:cubicBezTo>
                  <a:cubicBezTo>
                    <a:pt x="108095" y="10135"/>
                    <a:pt x="93506" y="114"/>
                    <a:pt x="70408" y="114"/>
                  </a:cubicBezTo>
                  <a:cubicBezTo>
                    <a:pt x="59770" y="114"/>
                    <a:pt x="50652" y="2544"/>
                    <a:pt x="42750" y="7402"/>
                  </a:cubicBezTo>
                  <a:cubicBezTo>
                    <a:pt x="34848" y="12261"/>
                    <a:pt x="28466" y="18941"/>
                    <a:pt x="24211" y="27747"/>
                  </a:cubicBezTo>
                  <a:lnTo>
                    <a:pt x="24211" y="13172"/>
                  </a:lnTo>
                  <a:cubicBezTo>
                    <a:pt x="24211" y="4973"/>
                    <a:pt x="19956" y="722"/>
                    <a:pt x="12053" y="722"/>
                  </a:cubicBezTo>
                  <a:cubicBezTo>
                    <a:pt x="4151" y="722"/>
                    <a:pt x="200" y="4973"/>
                    <a:pt x="200" y="13172"/>
                  </a:cubicBezTo>
                  <a:lnTo>
                    <a:pt x="200" y="139799"/>
                  </a:lnTo>
                  <a:cubicBezTo>
                    <a:pt x="200" y="148301"/>
                    <a:pt x="4151" y="152552"/>
                    <a:pt x="12357" y="152552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583A0A1D-69DA-91EE-56FA-97150586A38A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8925345" y="5874204"/>
              <a:ext cx="122179" cy="153045"/>
            </a:xfrm>
            <a:custGeom>
              <a:avLst/>
              <a:gdLst>
                <a:gd name="csX0" fmla="*/ 53396 w 122179"/>
                <a:gd name="csY0" fmla="*/ 153160 h 153045"/>
                <a:gd name="csX1" fmla="*/ 81358 w 122179"/>
                <a:gd name="csY1" fmla="*/ 145568 h 153045"/>
                <a:gd name="csX2" fmla="*/ 99289 w 122179"/>
                <a:gd name="csY2" fmla="*/ 124919 h 153045"/>
                <a:gd name="csX3" fmla="*/ 99289 w 122179"/>
                <a:gd name="csY3" fmla="*/ 139799 h 153045"/>
                <a:gd name="csX4" fmla="*/ 111143 w 122179"/>
                <a:gd name="csY4" fmla="*/ 152552 h 153045"/>
                <a:gd name="csX5" fmla="*/ 122388 w 122179"/>
                <a:gd name="csY5" fmla="*/ 139799 h 153045"/>
                <a:gd name="csX6" fmla="*/ 122388 w 122179"/>
                <a:gd name="csY6" fmla="*/ 57506 h 153045"/>
                <a:gd name="csX7" fmla="*/ 108407 w 122179"/>
                <a:gd name="csY7" fmla="*/ 14083 h 153045"/>
                <a:gd name="csX8" fmla="*/ 66161 w 122179"/>
                <a:gd name="csY8" fmla="*/ 114 h 153045"/>
                <a:gd name="csX9" fmla="*/ 40935 w 122179"/>
                <a:gd name="csY9" fmla="*/ 3151 h 153045"/>
                <a:gd name="csX10" fmla="*/ 14797 w 122179"/>
                <a:gd name="csY10" fmla="*/ 12868 h 153045"/>
                <a:gd name="csX11" fmla="*/ 8719 w 122179"/>
                <a:gd name="csY11" fmla="*/ 19245 h 153045"/>
                <a:gd name="csX12" fmla="*/ 8719 w 122179"/>
                <a:gd name="csY12" fmla="*/ 27140 h 153045"/>
                <a:gd name="csX13" fmla="*/ 13582 w 122179"/>
                <a:gd name="csY13" fmla="*/ 32606 h 153045"/>
                <a:gd name="csX14" fmla="*/ 22396 w 122179"/>
                <a:gd name="csY14" fmla="*/ 31391 h 153045"/>
                <a:gd name="csX15" fmla="*/ 44582 w 122179"/>
                <a:gd name="csY15" fmla="*/ 22585 h 153045"/>
                <a:gd name="csX16" fmla="*/ 66161 w 122179"/>
                <a:gd name="csY16" fmla="*/ 19852 h 153045"/>
                <a:gd name="csX17" fmla="*/ 90779 w 122179"/>
                <a:gd name="csY17" fmla="*/ 28355 h 153045"/>
                <a:gd name="csX18" fmla="*/ 98682 w 122179"/>
                <a:gd name="csY18" fmla="*/ 55381 h 153045"/>
                <a:gd name="csX19" fmla="*/ 98682 w 122179"/>
                <a:gd name="csY19" fmla="*/ 64794 h 153045"/>
                <a:gd name="csX20" fmla="*/ 88956 w 122179"/>
                <a:gd name="csY20" fmla="*/ 64794 h 153045"/>
                <a:gd name="csX21" fmla="*/ 36072 w 122179"/>
                <a:gd name="csY21" fmla="*/ 69045 h 153045"/>
                <a:gd name="csX22" fmla="*/ 8415 w 122179"/>
                <a:gd name="csY22" fmla="*/ 82407 h 153045"/>
                <a:gd name="csX23" fmla="*/ 209 w 122179"/>
                <a:gd name="csY23" fmla="*/ 107914 h 153045"/>
                <a:gd name="csX24" fmla="*/ 7199 w 122179"/>
                <a:gd name="csY24" fmla="*/ 130992 h 153045"/>
                <a:gd name="csX25" fmla="*/ 26043 w 122179"/>
                <a:gd name="csY25" fmla="*/ 147390 h 153045"/>
                <a:gd name="csX26" fmla="*/ 53396 w 122179"/>
                <a:gd name="csY26" fmla="*/ 153160 h 153045"/>
                <a:gd name="csX27" fmla="*/ 57347 w 122179"/>
                <a:gd name="csY27" fmla="*/ 134636 h 153045"/>
                <a:gd name="csX28" fmla="*/ 33641 w 122179"/>
                <a:gd name="csY28" fmla="*/ 126741 h 153045"/>
                <a:gd name="csX29" fmla="*/ 25131 w 122179"/>
                <a:gd name="csY29" fmla="*/ 106396 h 153045"/>
                <a:gd name="csX30" fmla="*/ 30602 w 122179"/>
                <a:gd name="csY30" fmla="*/ 91213 h 153045"/>
                <a:gd name="csX31" fmla="*/ 50357 w 122179"/>
                <a:gd name="csY31" fmla="*/ 83318 h 153045"/>
                <a:gd name="csX32" fmla="*/ 89260 w 122179"/>
                <a:gd name="csY32" fmla="*/ 80888 h 153045"/>
                <a:gd name="csX33" fmla="*/ 98682 w 122179"/>
                <a:gd name="csY33" fmla="*/ 80888 h 153045"/>
                <a:gd name="csX34" fmla="*/ 98682 w 122179"/>
                <a:gd name="csY34" fmla="*/ 89998 h 153045"/>
                <a:gd name="csX35" fmla="*/ 87132 w 122179"/>
                <a:gd name="csY35" fmla="*/ 122186 h 153045"/>
                <a:gd name="csX36" fmla="*/ 57347 w 122179"/>
                <a:gd name="csY36" fmla="*/ 134636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22179" h="153045">
                  <a:moveTo>
                    <a:pt x="53396" y="153160"/>
                  </a:moveTo>
                  <a:cubicBezTo>
                    <a:pt x="64034" y="153160"/>
                    <a:pt x="73456" y="150730"/>
                    <a:pt x="81358" y="145568"/>
                  </a:cubicBezTo>
                  <a:cubicBezTo>
                    <a:pt x="89260" y="140710"/>
                    <a:pt x="95338" y="133725"/>
                    <a:pt x="99289" y="124919"/>
                  </a:cubicBezTo>
                  <a:lnTo>
                    <a:pt x="99289" y="139799"/>
                  </a:lnTo>
                  <a:cubicBezTo>
                    <a:pt x="99289" y="148301"/>
                    <a:pt x="103241" y="152552"/>
                    <a:pt x="111143" y="152552"/>
                  </a:cubicBezTo>
                  <a:cubicBezTo>
                    <a:pt x="118437" y="152552"/>
                    <a:pt x="122388" y="148301"/>
                    <a:pt x="122388" y="139799"/>
                  </a:cubicBezTo>
                  <a:lnTo>
                    <a:pt x="122388" y="57506"/>
                  </a:lnTo>
                  <a:cubicBezTo>
                    <a:pt x="122388" y="38072"/>
                    <a:pt x="117525" y="23496"/>
                    <a:pt x="108407" y="14083"/>
                  </a:cubicBezTo>
                  <a:cubicBezTo>
                    <a:pt x="99289" y="4973"/>
                    <a:pt x="85005" y="114"/>
                    <a:pt x="66161" y="114"/>
                  </a:cubicBezTo>
                  <a:cubicBezTo>
                    <a:pt x="58259" y="114"/>
                    <a:pt x="49749" y="1329"/>
                    <a:pt x="40935" y="3151"/>
                  </a:cubicBezTo>
                  <a:cubicBezTo>
                    <a:pt x="32121" y="5277"/>
                    <a:pt x="23307" y="8617"/>
                    <a:pt x="14797" y="12868"/>
                  </a:cubicBezTo>
                  <a:cubicBezTo>
                    <a:pt x="11758" y="14386"/>
                    <a:pt x="9631" y="16512"/>
                    <a:pt x="8719" y="19245"/>
                  </a:cubicBezTo>
                  <a:cubicBezTo>
                    <a:pt x="7807" y="21978"/>
                    <a:pt x="7807" y="24711"/>
                    <a:pt x="8719" y="27140"/>
                  </a:cubicBezTo>
                  <a:cubicBezTo>
                    <a:pt x="9631" y="29569"/>
                    <a:pt x="11150" y="31391"/>
                    <a:pt x="13582" y="32606"/>
                  </a:cubicBezTo>
                  <a:cubicBezTo>
                    <a:pt x="16013" y="33821"/>
                    <a:pt x="18748" y="33213"/>
                    <a:pt x="22396" y="31391"/>
                  </a:cubicBezTo>
                  <a:cubicBezTo>
                    <a:pt x="29994" y="27444"/>
                    <a:pt x="37288" y="24407"/>
                    <a:pt x="44582" y="22585"/>
                  </a:cubicBezTo>
                  <a:cubicBezTo>
                    <a:pt x="51877" y="20763"/>
                    <a:pt x="58867" y="19852"/>
                    <a:pt x="66161" y="19852"/>
                  </a:cubicBezTo>
                  <a:cubicBezTo>
                    <a:pt x="77407" y="19852"/>
                    <a:pt x="85613" y="22889"/>
                    <a:pt x="90779" y="28355"/>
                  </a:cubicBezTo>
                  <a:cubicBezTo>
                    <a:pt x="95946" y="33821"/>
                    <a:pt x="98682" y="42931"/>
                    <a:pt x="98682" y="55381"/>
                  </a:cubicBezTo>
                  <a:lnTo>
                    <a:pt x="98682" y="64794"/>
                  </a:lnTo>
                  <a:lnTo>
                    <a:pt x="88956" y="64794"/>
                  </a:lnTo>
                  <a:cubicBezTo>
                    <a:pt x="66465" y="64794"/>
                    <a:pt x="48837" y="66313"/>
                    <a:pt x="36072" y="69045"/>
                  </a:cubicBezTo>
                  <a:cubicBezTo>
                    <a:pt x="23307" y="71778"/>
                    <a:pt x="13886" y="76333"/>
                    <a:pt x="8415" y="82407"/>
                  </a:cubicBezTo>
                  <a:cubicBezTo>
                    <a:pt x="2944" y="88783"/>
                    <a:pt x="209" y="97286"/>
                    <a:pt x="209" y="107914"/>
                  </a:cubicBezTo>
                  <a:cubicBezTo>
                    <a:pt x="209" y="116417"/>
                    <a:pt x="2336" y="124312"/>
                    <a:pt x="7199" y="130992"/>
                  </a:cubicBezTo>
                  <a:cubicBezTo>
                    <a:pt x="11758" y="137977"/>
                    <a:pt x="18141" y="143442"/>
                    <a:pt x="26043" y="147390"/>
                  </a:cubicBezTo>
                  <a:cubicBezTo>
                    <a:pt x="33945" y="151338"/>
                    <a:pt x="43063" y="153160"/>
                    <a:pt x="53396" y="153160"/>
                  </a:cubicBezTo>
                  <a:close/>
                  <a:moveTo>
                    <a:pt x="57347" y="134636"/>
                  </a:moveTo>
                  <a:cubicBezTo>
                    <a:pt x="47318" y="134636"/>
                    <a:pt x="39416" y="132207"/>
                    <a:pt x="33641" y="126741"/>
                  </a:cubicBezTo>
                  <a:cubicBezTo>
                    <a:pt x="27866" y="121579"/>
                    <a:pt x="25131" y="114898"/>
                    <a:pt x="25131" y="106396"/>
                  </a:cubicBezTo>
                  <a:cubicBezTo>
                    <a:pt x="25131" y="100019"/>
                    <a:pt x="26954" y="94857"/>
                    <a:pt x="30602" y="91213"/>
                  </a:cubicBezTo>
                  <a:cubicBezTo>
                    <a:pt x="34249" y="87569"/>
                    <a:pt x="40935" y="84836"/>
                    <a:pt x="50357" y="83318"/>
                  </a:cubicBezTo>
                  <a:cubicBezTo>
                    <a:pt x="59779" y="81799"/>
                    <a:pt x="72848" y="80888"/>
                    <a:pt x="89260" y="80888"/>
                  </a:cubicBezTo>
                  <a:lnTo>
                    <a:pt x="98682" y="80888"/>
                  </a:lnTo>
                  <a:lnTo>
                    <a:pt x="98682" y="89998"/>
                  </a:lnTo>
                  <a:cubicBezTo>
                    <a:pt x="98682" y="103055"/>
                    <a:pt x="94731" y="113684"/>
                    <a:pt x="87132" y="122186"/>
                  </a:cubicBezTo>
                  <a:cubicBezTo>
                    <a:pt x="79230" y="130689"/>
                    <a:pt x="69504" y="134636"/>
                    <a:pt x="57347" y="134636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7BA207FE-3B88-1A04-5D02-082CF9FFAC84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9083486" y="5874811"/>
              <a:ext cx="132802" cy="151526"/>
            </a:xfrm>
            <a:custGeom>
              <a:avLst/>
              <a:gdLst>
                <a:gd name="csX0" fmla="*/ 10449 w 132802"/>
                <a:gd name="csY0" fmla="*/ 151641 h 151526"/>
                <a:gd name="csX1" fmla="*/ 18351 w 132802"/>
                <a:gd name="csY1" fmla="*/ 149819 h 151526"/>
                <a:gd name="csX2" fmla="*/ 24126 w 132802"/>
                <a:gd name="csY2" fmla="*/ 144657 h 151526"/>
                <a:gd name="csX3" fmla="*/ 66372 w 132802"/>
                <a:gd name="csY3" fmla="*/ 91213 h 151526"/>
                <a:gd name="csX4" fmla="*/ 108922 w 132802"/>
                <a:gd name="csY4" fmla="*/ 144657 h 151526"/>
                <a:gd name="csX5" fmla="*/ 122598 w 132802"/>
                <a:gd name="csY5" fmla="*/ 151641 h 151526"/>
                <a:gd name="csX6" fmla="*/ 132020 w 132802"/>
                <a:gd name="csY6" fmla="*/ 146479 h 151526"/>
                <a:gd name="csX7" fmla="*/ 129589 w 132802"/>
                <a:gd name="csY7" fmla="*/ 134029 h 151526"/>
                <a:gd name="csX8" fmla="*/ 80960 w 132802"/>
                <a:gd name="csY8" fmla="*/ 73600 h 151526"/>
                <a:gd name="csX9" fmla="*/ 125942 w 132802"/>
                <a:gd name="csY9" fmla="*/ 18030 h 151526"/>
                <a:gd name="csX10" fmla="*/ 128677 w 132802"/>
                <a:gd name="csY10" fmla="*/ 5580 h 151526"/>
                <a:gd name="csX11" fmla="*/ 119559 w 132802"/>
                <a:gd name="csY11" fmla="*/ 114 h 151526"/>
                <a:gd name="csX12" fmla="*/ 111961 w 132802"/>
                <a:gd name="csY12" fmla="*/ 1936 h 151526"/>
                <a:gd name="csX13" fmla="*/ 106186 w 132802"/>
                <a:gd name="csY13" fmla="*/ 7099 h 151526"/>
                <a:gd name="csX14" fmla="*/ 66676 w 132802"/>
                <a:gd name="csY14" fmla="*/ 56595 h 151526"/>
                <a:gd name="csX15" fmla="*/ 27469 w 132802"/>
                <a:gd name="csY15" fmla="*/ 7099 h 151526"/>
                <a:gd name="csX16" fmla="*/ 21694 w 132802"/>
                <a:gd name="csY16" fmla="*/ 1936 h 151526"/>
                <a:gd name="csX17" fmla="*/ 13792 w 132802"/>
                <a:gd name="csY17" fmla="*/ 114 h 151526"/>
                <a:gd name="csX18" fmla="*/ 4674 w 132802"/>
                <a:gd name="csY18" fmla="*/ 5580 h 151526"/>
                <a:gd name="csX19" fmla="*/ 7410 w 132802"/>
                <a:gd name="csY19" fmla="*/ 17727 h 151526"/>
                <a:gd name="csX20" fmla="*/ 52391 w 132802"/>
                <a:gd name="csY20" fmla="*/ 73600 h 151526"/>
                <a:gd name="csX21" fmla="*/ 4066 w 132802"/>
                <a:gd name="csY21" fmla="*/ 134029 h 151526"/>
                <a:gd name="csX22" fmla="*/ 1331 w 132802"/>
                <a:gd name="csY22" fmla="*/ 146479 h 151526"/>
                <a:gd name="csX23" fmla="*/ 10449 w 132802"/>
                <a:gd name="csY23" fmla="*/ 151641 h 151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32802" h="151526">
                  <a:moveTo>
                    <a:pt x="10449" y="151641"/>
                  </a:moveTo>
                  <a:cubicBezTo>
                    <a:pt x="13488" y="151641"/>
                    <a:pt x="16223" y="151034"/>
                    <a:pt x="18351" y="149819"/>
                  </a:cubicBezTo>
                  <a:cubicBezTo>
                    <a:pt x="20175" y="148605"/>
                    <a:pt x="22302" y="147086"/>
                    <a:pt x="24126" y="144657"/>
                  </a:cubicBezTo>
                  <a:lnTo>
                    <a:pt x="66372" y="91213"/>
                  </a:lnTo>
                  <a:lnTo>
                    <a:pt x="108922" y="144657"/>
                  </a:lnTo>
                  <a:cubicBezTo>
                    <a:pt x="112569" y="149516"/>
                    <a:pt x="117128" y="151641"/>
                    <a:pt x="122598" y="151641"/>
                  </a:cubicBezTo>
                  <a:cubicBezTo>
                    <a:pt x="126853" y="151641"/>
                    <a:pt x="129893" y="150123"/>
                    <a:pt x="132020" y="146479"/>
                  </a:cubicBezTo>
                  <a:cubicBezTo>
                    <a:pt x="133844" y="142835"/>
                    <a:pt x="133236" y="138888"/>
                    <a:pt x="129589" y="134029"/>
                  </a:cubicBezTo>
                  <a:lnTo>
                    <a:pt x="80960" y="73600"/>
                  </a:lnTo>
                  <a:lnTo>
                    <a:pt x="125942" y="18030"/>
                  </a:lnTo>
                  <a:cubicBezTo>
                    <a:pt x="129589" y="13172"/>
                    <a:pt x="130501" y="9224"/>
                    <a:pt x="128677" y="5580"/>
                  </a:cubicBezTo>
                  <a:cubicBezTo>
                    <a:pt x="126853" y="1936"/>
                    <a:pt x="123814" y="114"/>
                    <a:pt x="119559" y="114"/>
                  </a:cubicBezTo>
                  <a:cubicBezTo>
                    <a:pt x="116520" y="114"/>
                    <a:pt x="113785" y="722"/>
                    <a:pt x="111961" y="1936"/>
                  </a:cubicBezTo>
                  <a:cubicBezTo>
                    <a:pt x="109833" y="3151"/>
                    <a:pt x="108010" y="4669"/>
                    <a:pt x="106186" y="7099"/>
                  </a:cubicBezTo>
                  <a:lnTo>
                    <a:pt x="66676" y="56595"/>
                  </a:lnTo>
                  <a:lnTo>
                    <a:pt x="27469" y="7099"/>
                  </a:lnTo>
                  <a:cubicBezTo>
                    <a:pt x="25645" y="4669"/>
                    <a:pt x="23518" y="3151"/>
                    <a:pt x="21694" y="1936"/>
                  </a:cubicBezTo>
                  <a:cubicBezTo>
                    <a:pt x="19567" y="722"/>
                    <a:pt x="16831" y="114"/>
                    <a:pt x="13792" y="114"/>
                  </a:cubicBezTo>
                  <a:cubicBezTo>
                    <a:pt x="9537" y="114"/>
                    <a:pt x="6498" y="1936"/>
                    <a:pt x="4674" y="5580"/>
                  </a:cubicBezTo>
                  <a:cubicBezTo>
                    <a:pt x="2547" y="9224"/>
                    <a:pt x="3458" y="13172"/>
                    <a:pt x="7410" y="17727"/>
                  </a:cubicBezTo>
                  <a:lnTo>
                    <a:pt x="52391" y="73600"/>
                  </a:lnTo>
                  <a:lnTo>
                    <a:pt x="4066" y="134029"/>
                  </a:lnTo>
                  <a:cubicBezTo>
                    <a:pt x="115" y="138888"/>
                    <a:pt x="-797" y="142835"/>
                    <a:pt x="1331" y="146479"/>
                  </a:cubicBezTo>
                  <a:cubicBezTo>
                    <a:pt x="3155" y="150123"/>
                    <a:pt x="6194" y="151641"/>
                    <a:pt x="10449" y="151641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01A5347E-72ED-DFB5-4EB1-A8FA040F9500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9326427" y="5766402"/>
              <a:ext cx="79325" cy="364089"/>
            </a:xfrm>
            <a:custGeom>
              <a:avLst/>
              <a:gdLst>
                <a:gd name="csX0" fmla="*/ 79546 w 79325"/>
                <a:gd name="csY0" fmla="*/ 361160 h 364089"/>
                <a:gd name="csX1" fmla="*/ 78331 w 79325"/>
                <a:gd name="csY1" fmla="*/ 358427 h 364089"/>
                <a:gd name="csX2" fmla="*/ 30918 w 79325"/>
                <a:gd name="csY2" fmla="*/ 269454 h 364089"/>
                <a:gd name="csX3" fmla="*/ 21192 w 79325"/>
                <a:gd name="csY3" fmla="*/ 182303 h 364089"/>
                <a:gd name="csX4" fmla="*/ 76811 w 79325"/>
                <a:gd name="csY4" fmla="*/ 7090 h 364089"/>
                <a:gd name="csX5" fmla="*/ 79546 w 79325"/>
                <a:gd name="csY5" fmla="*/ 3143 h 364089"/>
                <a:gd name="csX6" fmla="*/ 75899 w 79325"/>
                <a:gd name="csY6" fmla="*/ 106 h 364089"/>
                <a:gd name="csX7" fmla="*/ 50977 w 79325"/>
                <a:gd name="csY7" fmla="*/ 22881 h 364089"/>
                <a:gd name="csX8" fmla="*/ 221 w 79325"/>
                <a:gd name="csY8" fmla="*/ 181999 h 364089"/>
                <a:gd name="csX9" fmla="*/ 47634 w 79325"/>
                <a:gd name="csY9" fmla="*/ 337474 h 364089"/>
                <a:gd name="csX10" fmla="*/ 75899 w 79325"/>
                <a:gd name="csY10" fmla="*/ 364196 h 364089"/>
                <a:gd name="csX11" fmla="*/ 79546 w 79325"/>
                <a:gd name="csY11" fmla="*/ 361160 h 364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9325" h="364089">
                  <a:moveTo>
                    <a:pt x="79546" y="361160"/>
                  </a:moveTo>
                  <a:cubicBezTo>
                    <a:pt x="79546" y="359945"/>
                    <a:pt x="78938" y="359338"/>
                    <a:pt x="78331" y="358427"/>
                  </a:cubicBezTo>
                  <a:cubicBezTo>
                    <a:pt x="64350" y="343547"/>
                    <a:pt x="43683" y="318951"/>
                    <a:pt x="30918" y="269454"/>
                  </a:cubicBezTo>
                  <a:cubicBezTo>
                    <a:pt x="23927" y="241821"/>
                    <a:pt x="21192" y="210544"/>
                    <a:pt x="21192" y="182303"/>
                  </a:cubicBezTo>
                  <a:cubicBezTo>
                    <a:pt x="21192" y="102440"/>
                    <a:pt x="40340" y="46566"/>
                    <a:pt x="76811" y="7090"/>
                  </a:cubicBezTo>
                  <a:cubicBezTo>
                    <a:pt x="79546" y="4358"/>
                    <a:pt x="79546" y="3750"/>
                    <a:pt x="79546" y="3143"/>
                  </a:cubicBezTo>
                  <a:cubicBezTo>
                    <a:pt x="79546" y="106"/>
                    <a:pt x="77115" y="106"/>
                    <a:pt x="75899" y="106"/>
                  </a:cubicBezTo>
                  <a:cubicBezTo>
                    <a:pt x="71340" y="106"/>
                    <a:pt x="54928" y="18326"/>
                    <a:pt x="50977" y="22881"/>
                  </a:cubicBezTo>
                  <a:cubicBezTo>
                    <a:pt x="19976" y="59624"/>
                    <a:pt x="221" y="114283"/>
                    <a:pt x="221" y="181999"/>
                  </a:cubicBezTo>
                  <a:cubicBezTo>
                    <a:pt x="221" y="225119"/>
                    <a:pt x="7819" y="286155"/>
                    <a:pt x="47634" y="337474"/>
                  </a:cubicBezTo>
                  <a:cubicBezTo>
                    <a:pt x="50673" y="341118"/>
                    <a:pt x="70428" y="364196"/>
                    <a:pt x="75899" y="364196"/>
                  </a:cubicBezTo>
                  <a:cubicBezTo>
                    <a:pt x="77115" y="364196"/>
                    <a:pt x="79546" y="364196"/>
                    <a:pt x="79546" y="36116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30338DBF-6183-0166-C0E2-602193AADAC6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9431384" y="5822278"/>
              <a:ext cx="127953" cy="208918"/>
            </a:xfrm>
            <a:custGeom>
              <a:avLst/>
              <a:gdLst>
                <a:gd name="csX0" fmla="*/ 128179 w 127953"/>
                <a:gd name="csY0" fmla="*/ 105181 h 208918"/>
                <a:gd name="csX1" fmla="*/ 116022 w 127953"/>
                <a:gd name="csY1" fmla="*/ 34124 h 208918"/>
                <a:gd name="csX2" fmla="*/ 64354 w 127953"/>
                <a:gd name="csY2" fmla="*/ 114 h 208918"/>
                <a:gd name="csX3" fmla="*/ 11471 w 127953"/>
                <a:gd name="csY3" fmla="*/ 36250 h 208918"/>
                <a:gd name="csX4" fmla="*/ 226 w 127953"/>
                <a:gd name="csY4" fmla="*/ 105181 h 208918"/>
                <a:gd name="csX5" fmla="*/ 13902 w 127953"/>
                <a:gd name="csY5" fmla="*/ 178363 h 208918"/>
                <a:gd name="csX6" fmla="*/ 64050 w 127953"/>
                <a:gd name="csY6" fmla="*/ 209033 h 208918"/>
                <a:gd name="csX7" fmla="*/ 116934 w 127953"/>
                <a:gd name="csY7" fmla="*/ 173809 h 208918"/>
                <a:gd name="csX8" fmla="*/ 128179 w 127953"/>
                <a:gd name="csY8" fmla="*/ 105181 h 208918"/>
                <a:gd name="csX9" fmla="*/ 64050 w 127953"/>
                <a:gd name="csY9" fmla="*/ 202353 h 208918"/>
                <a:gd name="csX10" fmla="*/ 28795 w 127953"/>
                <a:gd name="csY10" fmla="*/ 165610 h 208918"/>
                <a:gd name="csX11" fmla="*/ 25452 w 127953"/>
                <a:gd name="csY11" fmla="*/ 101537 h 208918"/>
                <a:gd name="csX12" fmla="*/ 27883 w 127953"/>
                <a:gd name="csY12" fmla="*/ 45664 h 208918"/>
                <a:gd name="csX13" fmla="*/ 64050 w 127953"/>
                <a:gd name="csY13" fmla="*/ 6795 h 208918"/>
                <a:gd name="csX14" fmla="*/ 99914 w 127953"/>
                <a:gd name="csY14" fmla="*/ 42323 h 208918"/>
                <a:gd name="csX15" fmla="*/ 102953 w 127953"/>
                <a:gd name="csY15" fmla="*/ 101537 h 208918"/>
                <a:gd name="csX16" fmla="*/ 99610 w 127953"/>
                <a:gd name="csY16" fmla="*/ 164395 h 208918"/>
                <a:gd name="csX17" fmla="*/ 64050 w 127953"/>
                <a:gd name="csY17" fmla="*/ 202353 h 2089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7953" h="208918">
                  <a:moveTo>
                    <a:pt x="128179" y="105181"/>
                  </a:moveTo>
                  <a:cubicBezTo>
                    <a:pt x="128179" y="80888"/>
                    <a:pt x="126660" y="56595"/>
                    <a:pt x="116022" y="34124"/>
                  </a:cubicBezTo>
                  <a:cubicBezTo>
                    <a:pt x="102042" y="4973"/>
                    <a:pt x="77119" y="114"/>
                    <a:pt x="64354" y="114"/>
                  </a:cubicBezTo>
                  <a:cubicBezTo>
                    <a:pt x="46119" y="114"/>
                    <a:pt x="23932" y="8009"/>
                    <a:pt x="11471" y="36250"/>
                  </a:cubicBezTo>
                  <a:cubicBezTo>
                    <a:pt x="1745" y="57203"/>
                    <a:pt x="226" y="80888"/>
                    <a:pt x="226" y="105181"/>
                  </a:cubicBezTo>
                  <a:cubicBezTo>
                    <a:pt x="226" y="127956"/>
                    <a:pt x="1441" y="155285"/>
                    <a:pt x="13902" y="178363"/>
                  </a:cubicBezTo>
                  <a:cubicBezTo>
                    <a:pt x="26971" y="202960"/>
                    <a:pt x="49158" y="209033"/>
                    <a:pt x="64050" y="209033"/>
                  </a:cubicBezTo>
                  <a:cubicBezTo>
                    <a:pt x="80463" y="209033"/>
                    <a:pt x="103561" y="202656"/>
                    <a:pt x="116934" y="173809"/>
                  </a:cubicBezTo>
                  <a:cubicBezTo>
                    <a:pt x="126660" y="152856"/>
                    <a:pt x="128179" y="129170"/>
                    <a:pt x="128179" y="105181"/>
                  </a:cubicBezTo>
                  <a:close/>
                  <a:moveTo>
                    <a:pt x="64050" y="202353"/>
                  </a:moveTo>
                  <a:cubicBezTo>
                    <a:pt x="52197" y="202353"/>
                    <a:pt x="34266" y="194761"/>
                    <a:pt x="28795" y="165610"/>
                  </a:cubicBezTo>
                  <a:cubicBezTo>
                    <a:pt x="25452" y="147390"/>
                    <a:pt x="25452" y="119453"/>
                    <a:pt x="25452" y="101537"/>
                  </a:cubicBezTo>
                  <a:cubicBezTo>
                    <a:pt x="25452" y="82103"/>
                    <a:pt x="25452" y="62061"/>
                    <a:pt x="27883" y="45664"/>
                  </a:cubicBezTo>
                  <a:cubicBezTo>
                    <a:pt x="33658" y="9528"/>
                    <a:pt x="56452" y="6795"/>
                    <a:pt x="64050" y="6795"/>
                  </a:cubicBezTo>
                  <a:cubicBezTo>
                    <a:pt x="74080" y="6795"/>
                    <a:pt x="94139" y="12261"/>
                    <a:pt x="99914" y="42323"/>
                  </a:cubicBezTo>
                  <a:cubicBezTo>
                    <a:pt x="102953" y="59328"/>
                    <a:pt x="102953" y="82407"/>
                    <a:pt x="102953" y="101537"/>
                  </a:cubicBezTo>
                  <a:cubicBezTo>
                    <a:pt x="102953" y="124312"/>
                    <a:pt x="102953" y="144961"/>
                    <a:pt x="99610" y="164395"/>
                  </a:cubicBezTo>
                  <a:cubicBezTo>
                    <a:pt x="95051" y="193243"/>
                    <a:pt x="77727" y="202353"/>
                    <a:pt x="64050" y="202353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816D8ECA-F315-2CFF-E6A6-782DF2C463ED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9597634" y="5992328"/>
              <a:ext cx="35559" cy="90794"/>
            </a:xfrm>
            <a:custGeom>
              <a:avLst/>
              <a:gdLst>
                <a:gd name="csX0" fmla="*/ 35790 w 35559"/>
                <a:gd name="csY0" fmla="*/ 31999 h 90794"/>
                <a:gd name="csX1" fmla="*/ 16339 w 35559"/>
                <a:gd name="csY1" fmla="*/ 114 h 90794"/>
                <a:gd name="csX2" fmla="*/ 230 w 35559"/>
                <a:gd name="csY2" fmla="*/ 16208 h 90794"/>
                <a:gd name="csX3" fmla="*/ 16339 w 35559"/>
                <a:gd name="csY3" fmla="*/ 32302 h 90794"/>
                <a:gd name="csX4" fmla="*/ 26976 w 35559"/>
                <a:gd name="csY4" fmla="*/ 28355 h 90794"/>
                <a:gd name="csX5" fmla="*/ 28496 w 35559"/>
                <a:gd name="csY5" fmla="*/ 27444 h 90794"/>
                <a:gd name="csX6" fmla="*/ 29104 w 35559"/>
                <a:gd name="csY6" fmla="*/ 31999 h 90794"/>
                <a:gd name="csX7" fmla="*/ 8437 w 35559"/>
                <a:gd name="csY7" fmla="*/ 82710 h 90794"/>
                <a:gd name="csX8" fmla="*/ 5093 w 35559"/>
                <a:gd name="csY8" fmla="*/ 87569 h 90794"/>
                <a:gd name="csX9" fmla="*/ 8133 w 35559"/>
                <a:gd name="csY9" fmla="*/ 90909 h 90794"/>
                <a:gd name="csX10" fmla="*/ 35790 w 35559"/>
                <a:gd name="csY10" fmla="*/ 31999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59" h="90794">
                  <a:moveTo>
                    <a:pt x="35790" y="31999"/>
                  </a:moveTo>
                  <a:cubicBezTo>
                    <a:pt x="35790" y="11957"/>
                    <a:pt x="28192" y="114"/>
                    <a:pt x="16339" y="114"/>
                  </a:cubicBezTo>
                  <a:cubicBezTo>
                    <a:pt x="6309" y="114"/>
                    <a:pt x="230" y="7706"/>
                    <a:pt x="230" y="16208"/>
                  </a:cubicBezTo>
                  <a:cubicBezTo>
                    <a:pt x="230" y="24407"/>
                    <a:pt x="6309" y="32302"/>
                    <a:pt x="16339" y="32302"/>
                  </a:cubicBezTo>
                  <a:cubicBezTo>
                    <a:pt x="19986" y="32302"/>
                    <a:pt x="23937" y="31088"/>
                    <a:pt x="26976" y="28355"/>
                  </a:cubicBezTo>
                  <a:cubicBezTo>
                    <a:pt x="27888" y="27747"/>
                    <a:pt x="28192" y="27444"/>
                    <a:pt x="28496" y="27444"/>
                  </a:cubicBezTo>
                  <a:cubicBezTo>
                    <a:pt x="28800" y="27444"/>
                    <a:pt x="29104" y="27747"/>
                    <a:pt x="29104" y="31999"/>
                  </a:cubicBezTo>
                  <a:cubicBezTo>
                    <a:pt x="29104" y="54470"/>
                    <a:pt x="18466" y="72689"/>
                    <a:pt x="8437" y="82710"/>
                  </a:cubicBezTo>
                  <a:cubicBezTo>
                    <a:pt x="5093" y="86050"/>
                    <a:pt x="5093" y="86658"/>
                    <a:pt x="5093" y="87569"/>
                  </a:cubicBezTo>
                  <a:cubicBezTo>
                    <a:pt x="5093" y="89694"/>
                    <a:pt x="6613" y="90909"/>
                    <a:pt x="8133" y="90909"/>
                  </a:cubicBezTo>
                  <a:cubicBezTo>
                    <a:pt x="11476" y="90909"/>
                    <a:pt x="35790" y="67527"/>
                    <a:pt x="35790" y="3199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5C0C5DCE-1B26-FB23-51B7-B987E754C4EF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9719339" y="5808613"/>
              <a:ext cx="124610" cy="219547"/>
            </a:xfrm>
            <a:custGeom>
              <a:avLst/>
              <a:gdLst>
                <a:gd name="csX0" fmla="*/ 67707 w 124610"/>
                <a:gd name="csY0" fmla="*/ 83318 h 219547"/>
                <a:gd name="csX1" fmla="*/ 235 w 124610"/>
                <a:gd name="csY1" fmla="*/ 168646 h 219547"/>
                <a:gd name="csX2" fmla="*/ 48256 w 124610"/>
                <a:gd name="csY2" fmla="*/ 219661 h 219547"/>
                <a:gd name="csX3" fmla="*/ 109041 w 124610"/>
                <a:gd name="csY3" fmla="*/ 130081 h 219547"/>
                <a:gd name="csX4" fmla="*/ 86551 w 124610"/>
                <a:gd name="csY4" fmla="*/ 73600 h 219547"/>
                <a:gd name="csX5" fmla="*/ 57677 w 124610"/>
                <a:gd name="csY5" fmla="*/ 23800 h 219547"/>
                <a:gd name="csX6" fmla="*/ 74393 w 124610"/>
                <a:gd name="csY6" fmla="*/ 9831 h 219547"/>
                <a:gd name="csX7" fmla="*/ 95972 w 124610"/>
                <a:gd name="csY7" fmla="*/ 18030 h 219547"/>
                <a:gd name="csX8" fmla="*/ 112689 w 124610"/>
                <a:gd name="csY8" fmla="*/ 25622 h 219547"/>
                <a:gd name="csX9" fmla="*/ 124846 w 124610"/>
                <a:gd name="csY9" fmla="*/ 13475 h 219547"/>
                <a:gd name="csX10" fmla="*/ 109041 w 124610"/>
                <a:gd name="csY10" fmla="*/ 3455 h 219547"/>
                <a:gd name="csX11" fmla="*/ 84119 w 124610"/>
                <a:gd name="csY11" fmla="*/ 114 h 219547"/>
                <a:gd name="csX12" fmla="*/ 49471 w 124610"/>
                <a:gd name="csY12" fmla="*/ 31391 h 219547"/>
                <a:gd name="csX13" fmla="*/ 67707 w 124610"/>
                <a:gd name="csY13" fmla="*/ 83318 h 219547"/>
                <a:gd name="csX14" fmla="*/ 71354 w 124610"/>
                <a:gd name="csY14" fmla="*/ 89998 h 219547"/>
                <a:gd name="csX15" fmla="*/ 88070 w 124610"/>
                <a:gd name="csY15" fmla="*/ 142228 h 219547"/>
                <a:gd name="csX16" fmla="*/ 48256 w 124610"/>
                <a:gd name="csY16" fmla="*/ 212981 h 219547"/>
                <a:gd name="csX17" fmla="*/ 19079 w 124610"/>
                <a:gd name="csY17" fmla="*/ 177149 h 219547"/>
                <a:gd name="csX18" fmla="*/ 71354 w 124610"/>
                <a:gd name="csY18" fmla="*/ 89998 h 219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24610" h="219547">
                  <a:moveTo>
                    <a:pt x="67707" y="83318"/>
                  </a:moveTo>
                  <a:cubicBezTo>
                    <a:pt x="29716" y="92427"/>
                    <a:pt x="235" y="131903"/>
                    <a:pt x="235" y="168646"/>
                  </a:cubicBezTo>
                  <a:cubicBezTo>
                    <a:pt x="235" y="197798"/>
                    <a:pt x="19686" y="219661"/>
                    <a:pt x="48256" y="219661"/>
                  </a:cubicBezTo>
                  <a:cubicBezTo>
                    <a:pt x="83815" y="219661"/>
                    <a:pt x="109041" y="171987"/>
                    <a:pt x="109041" y="130081"/>
                  </a:cubicBezTo>
                  <a:cubicBezTo>
                    <a:pt x="109041" y="102448"/>
                    <a:pt x="96884" y="87265"/>
                    <a:pt x="86551" y="73600"/>
                  </a:cubicBezTo>
                  <a:cubicBezTo>
                    <a:pt x="75609" y="59936"/>
                    <a:pt x="57677" y="37161"/>
                    <a:pt x="57677" y="23800"/>
                  </a:cubicBezTo>
                  <a:cubicBezTo>
                    <a:pt x="57677" y="17119"/>
                    <a:pt x="63756" y="9831"/>
                    <a:pt x="74393" y="9831"/>
                  </a:cubicBezTo>
                  <a:cubicBezTo>
                    <a:pt x="83511" y="9831"/>
                    <a:pt x="89590" y="13779"/>
                    <a:pt x="95972" y="18030"/>
                  </a:cubicBezTo>
                  <a:cubicBezTo>
                    <a:pt x="102051" y="21674"/>
                    <a:pt x="108130" y="25622"/>
                    <a:pt x="112689" y="25622"/>
                  </a:cubicBezTo>
                  <a:cubicBezTo>
                    <a:pt x="120287" y="25622"/>
                    <a:pt x="124846" y="18334"/>
                    <a:pt x="124846" y="13475"/>
                  </a:cubicBezTo>
                  <a:cubicBezTo>
                    <a:pt x="124846" y="6795"/>
                    <a:pt x="119983" y="5884"/>
                    <a:pt x="109041" y="3455"/>
                  </a:cubicBezTo>
                  <a:cubicBezTo>
                    <a:pt x="93237" y="114"/>
                    <a:pt x="88982" y="114"/>
                    <a:pt x="84119" y="114"/>
                  </a:cubicBezTo>
                  <a:cubicBezTo>
                    <a:pt x="60413" y="114"/>
                    <a:pt x="49471" y="13172"/>
                    <a:pt x="49471" y="31391"/>
                  </a:cubicBezTo>
                  <a:cubicBezTo>
                    <a:pt x="49471" y="47789"/>
                    <a:pt x="58285" y="64794"/>
                    <a:pt x="67707" y="83318"/>
                  </a:cubicBezTo>
                  <a:close/>
                  <a:moveTo>
                    <a:pt x="71354" y="89998"/>
                  </a:moveTo>
                  <a:cubicBezTo>
                    <a:pt x="78952" y="103966"/>
                    <a:pt x="88070" y="120364"/>
                    <a:pt x="88070" y="142228"/>
                  </a:cubicBezTo>
                  <a:cubicBezTo>
                    <a:pt x="88070" y="162269"/>
                    <a:pt x="76521" y="212981"/>
                    <a:pt x="48256" y="212981"/>
                  </a:cubicBezTo>
                  <a:cubicBezTo>
                    <a:pt x="31540" y="212981"/>
                    <a:pt x="19079" y="200227"/>
                    <a:pt x="19079" y="177149"/>
                  </a:cubicBezTo>
                  <a:cubicBezTo>
                    <a:pt x="19079" y="158018"/>
                    <a:pt x="30324" y="100930"/>
                    <a:pt x="71354" y="89998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B1D02F5A-1BCB-A0FD-8E32-ABB16BD5CC54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9945920" y="5942528"/>
              <a:ext cx="185700" cy="12146"/>
            </a:xfrm>
            <a:custGeom>
              <a:avLst/>
              <a:gdLst>
                <a:gd name="csX0" fmla="*/ 175305 w 185700"/>
                <a:gd name="csY0" fmla="*/ 12261 h 12146"/>
                <a:gd name="csX1" fmla="*/ 185942 w 185700"/>
                <a:gd name="csY1" fmla="*/ 6188 h 12146"/>
                <a:gd name="csX2" fmla="*/ 175305 w 185700"/>
                <a:gd name="csY2" fmla="*/ 114 h 12146"/>
                <a:gd name="csX3" fmla="*/ 10879 w 185700"/>
                <a:gd name="csY3" fmla="*/ 114 h 12146"/>
                <a:gd name="csX4" fmla="*/ 242 w 185700"/>
                <a:gd name="csY4" fmla="*/ 6188 h 12146"/>
                <a:gd name="csX5" fmla="*/ 10879 w 185700"/>
                <a:gd name="csY5" fmla="*/ 12261 h 12146"/>
                <a:gd name="csX6" fmla="*/ 175305 w 185700"/>
                <a:gd name="csY6" fmla="*/ 12261 h 12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5700" h="12146">
                  <a:moveTo>
                    <a:pt x="175305" y="12261"/>
                  </a:moveTo>
                  <a:cubicBezTo>
                    <a:pt x="180472" y="12261"/>
                    <a:pt x="185942" y="12261"/>
                    <a:pt x="185942" y="6188"/>
                  </a:cubicBezTo>
                  <a:cubicBezTo>
                    <a:pt x="185942" y="114"/>
                    <a:pt x="180472" y="114"/>
                    <a:pt x="175305" y="114"/>
                  </a:cubicBezTo>
                  <a:lnTo>
                    <a:pt x="10879" y="114"/>
                  </a:lnTo>
                  <a:cubicBezTo>
                    <a:pt x="5713" y="114"/>
                    <a:pt x="242" y="114"/>
                    <a:pt x="242" y="6188"/>
                  </a:cubicBezTo>
                  <a:cubicBezTo>
                    <a:pt x="242" y="12261"/>
                    <a:pt x="5713" y="12261"/>
                    <a:pt x="10879" y="12261"/>
                  </a:cubicBezTo>
                  <a:lnTo>
                    <a:pt x="175305" y="12261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DB444C0A-F995-2C4C-9110-605A550BF60B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0238603" y="5874204"/>
              <a:ext cx="120486" cy="153045"/>
            </a:xfrm>
            <a:custGeom>
              <a:avLst/>
              <a:gdLst>
                <a:gd name="csX0" fmla="*/ 71979 w 120486"/>
                <a:gd name="csY0" fmla="*/ 153160 h 153045"/>
                <a:gd name="csX1" fmla="*/ 94470 w 120486"/>
                <a:gd name="csY1" fmla="*/ 149819 h 153045"/>
                <a:gd name="csX2" fmla="*/ 115745 w 120486"/>
                <a:gd name="csY2" fmla="*/ 138280 h 153045"/>
                <a:gd name="csX3" fmla="*/ 120000 w 120486"/>
                <a:gd name="csY3" fmla="*/ 129474 h 153045"/>
                <a:gd name="csX4" fmla="*/ 115441 w 120486"/>
                <a:gd name="csY4" fmla="*/ 121275 h 153045"/>
                <a:gd name="csX5" fmla="*/ 105411 w 120486"/>
                <a:gd name="csY5" fmla="*/ 122186 h 153045"/>
                <a:gd name="csX6" fmla="*/ 88999 w 120486"/>
                <a:gd name="csY6" fmla="*/ 130689 h 153045"/>
                <a:gd name="csX7" fmla="*/ 73499 w 120486"/>
                <a:gd name="csY7" fmla="*/ 133118 h 153045"/>
                <a:gd name="csX8" fmla="*/ 37939 w 120486"/>
                <a:gd name="csY8" fmla="*/ 117935 h 153045"/>
                <a:gd name="csX9" fmla="*/ 25478 w 120486"/>
                <a:gd name="csY9" fmla="*/ 76030 h 153045"/>
                <a:gd name="csX10" fmla="*/ 37939 w 120486"/>
                <a:gd name="csY10" fmla="*/ 34732 h 153045"/>
                <a:gd name="csX11" fmla="*/ 73499 w 120486"/>
                <a:gd name="csY11" fmla="*/ 20156 h 153045"/>
                <a:gd name="csX12" fmla="*/ 88999 w 120486"/>
                <a:gd name="csY12" fmla="*/ 22585 h 153045"/>
                <a:gd name="csX13" fmla="*/ 105411 w 120486"/>
                <a:gd name="csY13" fmla="*/ 31088 h 153045"/>
                <a:gd name="csX14" fmla="*/ 115441 w 120486"/>
                <a:gd name="csY14" fmla="*/ 32302 h 153045"/>
                <a:gd name="csX15" fmla="*/ 120608 w 120486"/>
                <a:gd name="csY15" fmla="*/ 24104 h 153045"/>
                <a:gd name="csX16" fmla="*/ 116353 w 120486"/>
                <a:gd name="csY16" fmla="*/ 14994 h 153045"/>
                <a:gd name="csX17" fmla="*/ 94774 w 120486"/>
                <a:gd name="csY17" fmla="*/ 3758 h 153045"/>
                <a:gd name="csX18" fmla="*/ 71979 w 120486"/>
                <a:gd name="csY18" fmla="*/ 114 h 153045"/>
                <a:gd name="csX19" fmla="*/ 19399 w 120486"/>
                <a:gd name="csY19" fmla="*/ 20460 h 153045"/>
                <a:gd name="csX20" fmla="*/ 252 w 120486"/>
                <a:gd name="csY20" fmla="*/ 75726 h 153045"/>
                <a:gd name="csX21" fmla="*/ 8762 w 120486"/>
                <a:gd name="csY21" fmla="*/ 116720 h 153045"/>
                <a:gd name="csX22" fmla="*/ 33684 w 120486"/>
                <a:gd name="csY22" fmla="*/ 143746 h 153045"/>
                <a:gd name="csX23" fmla="*/ 71979 w 120486"/>
                <a:gd name="csY23" fmla="*/ 15316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20486" h="153045">
                  <a:moveTo>
                    <a:pt x="71979" y="153160"/>
                  </a:moveTo>
                  <a:cubicBezTo>
                    <a:pt x="79273" y="153160"/>
                    <a:pt x="86568" y="152249"/>
                    <a:pt x="94470" y="149819"/>
                  </a:cubicBezTo>
                  <a:cubicBezTo>
                    <a:pt x="102068" y="147390"/>
                    <a:pt x="109058" y="143746"/>
                    <a:pt x="115745" y="138280"/>
                  </a:cubicBezTo>
                  <a:cubicBezTo>
                    <a:pt x="118784" y="136155"/>
                    <a:pt x="120304" y="133118"/>
                    <a:pt x="120000" y="129474"/>
                  </a:cubicBezTo>
                  <a:cubicBezTo>
                    <a:pt x="119696" y="125830"/>
                    <a:pt x="118176" y="123097"/>
                    <a:pt x="115441" y="121275"/>
                  </a:cubicBezTo>
                  <a:cubicBezTo>
                    <a:pt x="112402" y="119453"/>
                    <a:pt x="109058" y="119757"/>
                    <a:pt x="105411" y="122186"/>
                  </a:cubicBezTo>
                  <a:cubicBezTo>
                    <a:pt x="99940" y="126437"/>
                    <a:pt x="94470" y="129170"/>
                    <a:pt x="88999" y="130689"/>
                  </a:cubicBezTo>
                  <a:cubicBezTo>
                    <a:pt x="83528" y="132511"/>
                    <a:pt x="78362" y="133118"/>
                    <a:pt x="73499" y="133118"/>
                  </a:cubicBezTo>
                  <a:cubicBezTo>
                    <a:pt x="57998" y="133118"/>
                    <a:pt x="46145" y="128259"/>
                    <a:pt x="37939" y="117935"/>
                  </a:cubicBezTo>
                  <a:cubicBezTo>
                    <a:pt x="29429" y="107610"/>
                    <a:pt x="25478" y="93642"/>
                    <a:pt x="25478" y="76030"/>
                  </a:cubicBezTo>
                  <a:cubicBezTo>
                    <a:pt x="25478" y="58114"/>
                    <a:pt x="29429" y="44449"/>
                    <a:pt x="37939" y="34732"/>
                  </a:cubicBezTo>
                  <a:cubicBezTo>
                    <a:pt x="46145" y="25015"/>
                    <a:pt x="57998" y="20156"/>
                    <a:pt x="73499" y="20156"/>
                  </a:cubicBezTo>
                  <a:cubicBezTo>
                    <a:pt x="78362" y="20156"/>
                    <a:pt x="83528" y="21067"/>
                    <a:pt x="88999" y="22585"/>
                  </a:cubicBezTo>
                  <a:cubicBezTo>
                    <a:pt x="94470" y="24407"/>
                    <a:pt x="99940" y="27140"/>
                    <a:pt x="105411" y="31088"/>
                  </a:cubicBezTo>
                  <a:cubicBezTo>
                    <a:pt x="109058" y="33821"/>
                    <a:pt x="112402" y="34124"/>
                    <a:pt x="115441" y="32302"/>
                  </a:cubicBezTo>
                  <a:cubicBezTo>
                    <a:pt x="118480" y="30480"/>
                    <a:pt x="120000" y="27747"/>
                    <a:pt x="120608" y="24104"/>
                  </a:cubicBezTo>
                  <a:cubicBezTo>
                    <a:pt x="121215" y="20460"/>
                    <a:pt x="119696" y="17423"/>
                    <a:pt x="116353" y="14994"/>
                  </a:cubicBezTo>
                  <a:cubicBezTo>
                    <a:pt x="109666" y="9832"/>
                    <a:pt x="102676" y="6188"/>
                    <a:pt x="94774" y="3758"/>
                  </a:cubicBezTo>
                  <a:cubicBezTo>
                    <a:pt x="86872" y="1329"/>
                    <a:pt x="79273" y="114"/>
                    <a:pt x="71979" y="114"/>
                  </a:cubicBezTo>
                  <a:cubicBezTo>
                    <a:pt x="49488" y="114"/>
                    <a:pt x="32164" y="7099"/>
                    <a:pt x="19399" y="20460"/>
                  </a:cubicBezTo>
                  <a:cubicBezTo>
                    <a:pt x="6634" y="33821"/>
                    <a:pt x="252" y="52344"/>
                    <a:pt x="252" y="75726"/>
                  </a:cubicBezTo>
                  <a:cubicBezTo>
                    <a:pt x="252" y="91516"/>
                    <a:pt x="2987" y="105181"/>
                    <a:pt x="8762" y="116720"/>
                  </a:cubicBezTo>
                  <a:cubicBezTo>
                    <a:pt x="14537" y="128259"/>
                    <a:pt x="22743" y="137369"/>
                    <a:pt x="33684" y="143746"/>
                  </a:cubicBezTo>
                  <a:cubicBezTo>
                    <a:pt x="44322" y="150123"/>
                    <a:pt x="57087" y="153160"/>
                    <a:pt x="71979" y="15316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0208C3D9-07BC-0A33-3530-A2FF72D0C466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0376282" y="5874204"/>
              <a:ext cx="141022" cy="153045"/>
            </a:xfrm>
            <a:custGeom>
              <a:avLst/>
              <a:gdLst>
                <a:gd name="csX0" fmla="*/ 70768 w 141022"/>
                <a:gd name="csY0" fmla="*/ 153160 h 153045"/>
                <a:gd name="csX1" fmla="*/ 107847 w 141022"/>
                <a:gd name="csY1" fmla="*/ 143746 h 153045"/>
                <a:gd name="csX2" fmla="*/ 132465 w 141022"/>
                <a:gd name="csY2" fmla="*/ 117328 h 153045"/>
                <a:gd name="csX3" fmla="*/ 141279 w 141022"/>
                <a:gd name="csY3" fmla="*/ 76637 h 153045"/>
                <a:gd name="csX4" fmla="*/ 132465 w 141022"/>
                <a:gd name="csY4" fmla="*/ 36250 h 153045"/>
                <a:gd name="csX5" fmla="*/ 107847 w 141022"/>
                <a:gd name="csY5" fmla="*/ 9528 h 153045"/>
                <a:gd name="csX6" fmla="*/ 70768 w 141022"/>
                <a:gd name="csY6" fmla="*/ 114 h 153045"/>
                <a:gd name="csX7" fmla="*/ 33385 w 141022"/>
                <a:gd name="csY7" fmla="*/ 9528 h 153045"/>
                <a:gd name="csX8" fmla="*/ 8766 w 141022"/>
                <a:gd name="csY8" fmla="*/ 36250 h 153045"/>
                <a:gd name="csX9" fmla="*/ 256 w 141022"/>
                <a:gd name="csY9" fmla="*/ 76637 h 153045"/>
                <a:gd name="csX10" fmla="*/ 8766 w 141022"/>
                <a:gd name="csY10" fmla="*/ 117328 h 153045"/>
                <a:gd name="csX11" fmla="*/ 33385 w 141022"/>
                <a:gd name="csY11" fmla="*/ 143746 h 153045"/>
                <a:gd name="csX12" fmla="*/ 70768 w 141022"/>
                <a:gd name="csY12" fmla="*/ 153160 h 153045"/>
                <a:gd name="csX13" fmla="*/ 70768 w 141022"/>
                <a:gd name="csY13" fmla="*/ 133422 h 153045"/>
                <a:gd name="csX14" fmla="*/ 37336 w 141022"/>
                <a:gd name="csY14" fmla="*/ 118846 h 153045"/>
                <a:gd name="csX15" fmla="*/ 25179 w 141022"/>
                <a:gd name="csY15" fmla="*/ 76637 h 153045"/>
                <a:gd name="csX16" fmla="*/ 37336 w 141022"/>
                <a:gd name="csY16" fmla="*/ 34428 h 153045"/>
                <a:gd name="csX17" fmla="*/ 70768 w 141022"/>
                <a:gd name="csY17" fmla="*/ 19852 h 153045"/>
                <a:gd name="csX18" fmla="*/ 103896 w 141022"/>
                <a:gd name="csY18" fmla="*/ 34428 h 153045"/>
                <a:gd name="csX19" fmla="*/ 116357 w 141022"/>
                <a:gd name="csY19" fmla="*/ 76637 h 153045"/>
                <a:gd name="csX20" fmla="*/ 103896 w 141022"/>
                <a:gd name="csY20" fmla="*/ 118846 h 153045"/>
                <a:gd name="csX21" fmla="*/ 70768 w 141022"/>
                <a:gd name="csY21" fmla="*/ 133422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1022" h="153045">
                  <a:moveTo>
                    <a:pt x="70768" y="153160"/>
                  </a:moveTo>
                  <a:cubicBezTo>
                    <a:pt x="84749" y="153160"/>
                    <a:pt x="97210" y="150123"/>
                    <a:pt x="107847" y="143746"/>
                  </a:cubicBezTo>
                  <a:cubicBezTo>
                    <a:pt x="118485" y="137673"/>
                    <a:pt x="126691" y="128867"/>
                    <a:pt x="132465" y="117328"/>
                  </a:cubicBezTo>
                  <a:cubicBezTo>
                    <a:pt x="138240" y="105788"/>
                    <a:pt x="141279" y="92427"/>
                    <a:pt x="141279" y="76637"/>
                  </a:cubicBezTo>
                  <a:cubicBezTo>
                    <a:pt x="141279" y="61150"/>
                    <a:pt x="138240" y="47789"/>
                    <a:pt x="132465" y="36250"/>
                  </a:cubicBezTo>
                  <a:cubicBezTo>
                    <a:pt x="126691" y="24711"/>
                    <a:pt x="118485" y="15905"/>
                    <a:pt x="107847" y="9528"/>
                  </a:cubicBezTo>
                  <a:cubicBezTo>
                    <a:pt x="97210" y="3455"/>
                    <a:pt x="84749" y="114"/>
                    <a:pt x="70768" y="114"/>
                  </a:cubicBezTo>
                  <a:cubicBezTo>
                    <a:pt x="56179" y="114"/>
                    <a:pt x="43718" y="3455"/>
                    <a:pt x="33385" y="9528"/>
                  </a:cubicBezTo>
                  <a:cubicBezTo>
                    <a:pt x="22747" y="15905"/>
                    <a:pt x="14541" y="24711"/>
                    <a:pt x="8766" y="36250"/>
                  </a:cubicBezTo>
                  <a:cubicBezTo>
                    <a:pt x="2992" y="47789"/>
                    <a:pt x="256" y="61150"/>
                    <a:pt x="256" y="76637"/>
                  </a:cubicBezTo>
                  <a:cubicBezTo>
                    <a:pt x="256" y="92427"/>
                    <a:pt x="2992" y="105788"/>
                    <a:pt x="8766" y="117328"/>
                  </a:cubicBezTo>
                  <a:cubicBezTo>
                    <a:pt x="14541" y="128867"/>
                    <a:pt x="22747" y="137673"/>
                    <a:pt x="33385" y="143746"/>
                  </a:cubicBezTo>
                  <a:cubicBezTo>
                    <a:pt x="43718" y="150123"/>
                    <a:pt x="56179" y="153160"/>
                    <a:pt x="70768" y="153160"/>
                  </a:cubicBezTo>
                  <a:close/>
                  <a:moveTo>
                    <a:pt x="70768" y="133422"/>
                  </a:moveTo>
                  <a:cubicBezTo>
                    <a:pt x="56787" y="133422"/>
                    <a:pt x="45542" y="128563"/>
                    <a:pt x="37336" y="118846"/>
                  </a:cubicBezTo>
                  <a:cubicBezTo>
                    <a:pt x="29130" y="109129"/>
                    <a:pt x="25179" y="94857"/>
                    <a:pt x="25179" y="76637"/>
                  </a:cubicBezTo>
                  <a:cubicBezTo>
                    <a:pt x="25179" y="58417"/>
                    <a:pt x="29130" y="44145"/>
                    <a:pt x="37336" y="34428"/>
                  </a:cubicBezTo>
                  <a:cubicBezTo>
                    <a:pt x="45542" y="24711"/>
                    <a:pt x="56787" y="19852"/>
                    <a:pt x="70768" y="19852"/>
                  </a:cubicBezTo>
                  <a:cubicBezTo>
                    <a:pt x="84445" y="19852"/>
                    <a:pt x="95386" y="24711"/>
                    <a:pt x="103896" y="34428"/>
                  </a:cubicBezTo>
                  <a:cubicBezTo>
                    <a:pt x="112102" y="44145"/>
                    <a:pt x="116357" y="58417"/>
                    <a:pt x="116357" y="76637"/>
                  </a:cubicBezTo>
                  <a:cubicBezTo>
                    <a:pt x="116357" y="94857"/>
                    <a:pt x="112102" y="109129"/>
                    <a:pt x="103896" y="118846"/>
                  </a:cubicBezTo>
                  <a:cubicBezTo>
                    <a:pt x="95386" y="128563"/>
                    <a:pt x="84445" y="133422"/>
                    <a:pt x="70768" y="133422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2734D7CF-E239-640F-3B44-C8F91640DC53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0545571" y="5874204"/>
              <a:ext cx="117620" cy="153045"/>
            </a:xfrm>
            <a:custGeom>
              <a:avLst/>
              <a:gdLst>
                <a:gd name="csX0" fmla="*/ 58920 w 117620"/>
                <a:gd name="csY0" fmla="*/ 153160 h 153045"/>
                <a:gd name="csX1" fmla="*/ 101774 w 117620"/>
                <a:gd name="csY1" fmla="*/ 141620 h 153045"/>
                <a:gd name="csX2" fmla="*/ 117882 w 117620"/>
                <a:gd name="csY2" fmla="*/ 109432 h 153045"/>
                <a:gd name="csX3" fmla="*/ 107853 w 117620"/>
                <a:gd name="csY3" fmla="*/ 84532 h 153045"/>
                <a:gd name="csX4" fmla="*/ 78372 w 117620"/>
                <a:gd name="csY4" fmla="*/ 70867 h 153045"/>
                <a:gd name="csX5" fmla="*/ 50714 w 117620"/>
                <a:gd name="csY5" fmla="*/ 65098 h 153045"/>
                <a:gd name="csX6" fmla="*/ 28223 w 117620"/>
                <a:gd name="csY6" fmla="*/ 43234 h 153045"/>
                <a:gd name="csX7" fmla="*/ 37037 w 117620"/>
                <a:gd name="csY7" fmla="*/ 25622 h 153045"/>
                <a:gd name="csX8" fmla="*/ 62871 w 117620"/>
                <a:gd name="csY8" fmla="*/ 18941 h 153045"/>
                <a:gd name="csX9" fmla="*/ 81411 w 117620"/>
                <a:gd name="csY9" fmla="*/ 21978 h 153045"/>
                <a:gd name="csX10" fmla="*/ 99951 w 117620"/>
                <a:gd name="csY10" fmla="*/ 30784 h 153045"/>
                <a:gd name="csX11" fmla="*/ 109676 w 117620"/>
                <a:gd name="csY11" fmla="*/ 31695 h 153045"/>
                <a:gd name="csX12" fmla="*/ 114539 w 117620"/>
                <a:gd name="csY12" fmla="*/ 23496 h 153045"/>
                <a:gd name="csX13" fmla="*/ 109980 w 117620"/>
                <a:gd name="csY13" fmla="*/ 14690 h 153045"/>
                <a:gd name="csX14" fmla="*/ 88097 w 117620"/>
                <a:gd name="csY14" fmla="*/ 3758 h 153045"/>
                <a:gd name="csX15" fmla="*/ 62871 w 117620"/>
                <a:gd name="csY15" fmla="*/ 114 h 153045"/>
                <a:gd name="csX16" fmla="*/ 20929 w 117620"/>
                <a:gd name="csY16" fmla="*/ 12261 h 153045"/>
                <a:gd name="csX17" fmla="*/ 5125 w 117620"/>
                <a:gd name="csY17" fmla="*/ 44449 h 153045"/>
                <a:gd name="csX18" fmla="*/ 42812 w 117620"/>
                <a:gd name="csY18" fmla="*/ 83318 h 153045"/>
                <a:gd name="csX19" fmla="*/ 70469 w 117620"/>
                <a:gd name="csY19" fmla="*/ 89391 h 153045"/>
                <a:gd name="csX20" fmla="*/ 88705 w 117620"/>
                <a:gd name="csY20" fmla="*/ 97286 h 153045"/>
                <a:gd name="csX21" fmla="*/ 94480 w 117620"/>
                <a:gd name="csY21" fmla="*/ 110647 h 153045"/>
                <a:gd name="csX22" fmla="*/ 85666 w 117620"/>
                <a:gd name="csY22" fmla="*/ 127956 h 153045"/>
                <a:gd name="csX23" fmla="*/ 59528 w 117620"/>
                <a:gd name="csY23" fmla="*/ 134333 h 153045"/>
                <a:gd name="csX24" fmla="*/ 37341 w 117620"/>
                <a:gd name="csY24" fmla="*/ 131600 h 153045"/>
                <a:gd name="csX25" fmla="*/ 14547 w 117620"/>
                <a:gd name="csY25" fmla="*/ 121275 h 153045"/>
                <a:gd name="csX26" fmla="*/ 4517 w 117620"/>
                <a:gd name="csY26" fmla="*/ 121275 h 153045"/>
                <a:gd name="csX27" fmla="*/ 262 w 117620"/>
                <a:gd name="csY27" fmla="*/ 129778 h 153045"/>
                <a:gd name="csX28" fmla="*/ 5733 w 117620"/>
                <a:gd name="csY28" fmla="*/ 138280 h 153045"/>
                <a:gd name="csX29" fmla="*/ 31263 w 117620"/>
                <a:gd name="csY29" fmla="*/ 149819 h 153045"/>
                <a:gd name="csX30" fmla="*/ 58920 w 117620"/>
                <a:gd name="csY30" fmla="*/ 15316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7620" h="153045">
                  <a:moveTo>
                    <a:pt x="58920" y="153160"/>
                  </a:moveTo>
                  <a:cubicBezTo>
                    <a:pt x="76548" y="153160"/>
                    <a:pt x="90833" y="149516"/>
                    <a:pt x="101774" y="141620"/>
                  </a:cubicBezTo>
                  <a:cubicBezTo>
                    <a:pt x="112412" y="133725"/>
                    <a:pt x="117882" y="123097"/>
                    <a:pt x="117882" y="109432"/>
                  </a:cubicBezTo>
                  <a:cubicBezTo>
                    <a:pt x="117882" y="99108"/>
                    <a:pt x="114539" y="90605"/>
                    <a:pt x="107853" y="84532"/>
                  </a:cubicBezTo>
                  <a:cubicBezTo>
                    <a:pt x="101166" y="78459"/>
                    <a:pt x="91137" y="73904"/>
                    <a:pt x="78372" y="70867"/>
                  </a:cubicBezTo>
                  <a:lnTo>
                    <a:pt x="50714" y="65098"/>
                  </a:lnTo>
                  <a:cubicBezTo>
                    <a:pt x="35518" y="62061"/>
                    <a:pt x="28223" y="54773"/>
                    <a:pt x="28223" y="43234"/>
                  </a:cubicBezTo>
                  <a:cubicBezTo>
                    <a:pt x="28223" y="35946"/>
                    <a:pt x="30959" y="30177"/>
                    <a:pt x="37037" y="25622"/>
                  </a:cubicBezTo>
                  <a:cubicBezTo>
                    <a:pt x="42812" y="21371"/>
                    <a:pt x="51322" y="18941"/>
                    <a:pt x="62871" y="18941"/>
                  </a:cubicBezTo>
                  <a:cubicBezTo>
                    <a:pt x="68950" y="18941"/>
                    <a:pt x="75028" y="20156"/>
                    <a:pt x="81411" y="21978"/>
                  </a:cubicBezTo>
                  <a:cubicBezTo>
                    <a:pt x="87489" y="23800"/>
                    <a:pt x="93872" y="26837"/>
                    <a:pt x="99951" y="30784"/>
                  </a:cubicBezTo>
                  <a:cubicBezTo>
                    <a:pt x="103598" y="33213"/>
                    <a:pt x="106941" y="33517"/>
                    <a:pt x="109676" y="31695"/>
                  </a:cubicBezTo>
                  <a:cubicBezTo>
                    <a:pt x="112412" y="29873"/>
                    <a:pt x="113931" y="27140"/>
                    <a:pt x="114539" y="23496"/>
                  </a:cubicBezTo>
                  <a:cubicBezTo>
                    <a:pt x="114843" y="20156"/>
                    <a:pt x="113323" y="17119"/>
                    <a:pt x="109980" y="14690"/>
                  </a:cubicBezTo>
                  <a:cubicBezTo>
                    <a:pt x="103294" y="9832"/>
                    <a:pt x="95999" y="6188"/>
                    <a:pt x="88097" y="3758"/>
                  </a:cubicBezTo>
                  <a:cubicBezTo>
                    <a:pt x="79891" y="1329"/>
                    <a:pt x="71381" y="114"/>
                    <a:pt x="62871" y="114"/>
                  </a:cubicBezTo>
                  <a:cubicBezTo>
                    <a:pt x="45547" y="114"/>
                    <a:pt x="31567" y="4366"/>
                    <a:pt x="20929" y="12261"/>
                  </a:cubicBezTo>
                  <a:cubicBezTo>
                    <a:pt x="10292" y="20460"/>
                    <a:pt x="5125" y="31088"/>
                    <a:pt x="5125" y="44449"/>
                  </a:cubicBezTo>
                  <a:cubicBezTo>
                    <a:pt x="5125" y="65098"/>
                    <a:pt x="17586" y="77852"/>
                    <a:pt x="42812" y="83318"/>
                  </a:cubicBezTo>
                  <a:lnTo>
                    <a:pt x="70469" y="89391"/>
                  </a:lnTo>
                  <a:cubicBezTo>
                    <a:pt x="78676" y="91213"/>
                    <a:pt x="84754" y="93946"/>
                    <a:pt x="88705" y="97286"/>
                  </a:cubicBezTo>
                  <a:cubicBezTo>
                    <a:pt x="92352" y="100626"/>
                    <a:pt x="94480" y="105181"/>
                    <a:pt x="94480" y="110647"/>
                  </a:cubicBezTo>
                  <a:cubicBezTo>
                    <a:pt x="94480" y="117935"/>
                    <a:pt x="91441" y="123704"/>
                    <a:pt x="85666" y="127956"/>
                  </a:cubicBezTo>
                  <a:cubicBezTo>
                    <a:pt x="79587" y="132207"/>
                    <a:pt x="71077" y="134333"/>
                    <a:pt x="59528" y="134333"/>
                  </a:cubicBezTo>
                  <a:cubicBezTo>
                    <a:pt x="52234" y="134333"/>
                    <a:pt x="44636" y="133422"/>
                    <a:pt x="37341" y="131600"/>
                  </a:cubicBezTo>
                  <a:cubicBezTo>
                    <a:pt x="30047" y="129778"/>
                    <a:pt x="22449" y="126134"/>
                    <a:pt x="14547" y="121275"/>
                  </a:cubicBezTo>
                  <a:cubicBezTo>
                    <a:pt x="10292" y="119453"/>
                    <a:pt x="6948" y="119453"/>
                    <a:pt x="4517" y="121275"/>
                  </a:cubicBezTo>
                  <a:cubicBezTo>
                    <a:pt x="1782" y="123401"/>
                    <a:pt x="262" y="126134"/>
                    <a:pt x="262" y="129778"/>
                  </a:cubicBezTo>
                  <a:cubicBezTo>
                    <a:pt x="262" y="133422"/>
                    <a:pt x="2086" y="136155"/>
                    <a:pt x="5733" y="138280"/>
                  </a:cubicBezTo>
                  <a:cubicBezTo>
                    <a:pt x="13635" y="143746"/>
                    <a:pt x="22145" y="147390"/>
                    <a:pt x="31263" y="149819"/>
                  </a:cubicBezTo>
                  <a:cubicBezTo>
                    <a:pt x="40381" y="152249"/>
                    <a:pt x="49802" y="153160"/>
                    <a:pt x="58920" y="15316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44C98036-678A-16AC-162E-BCE96C3249A6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0707564" y="5796770"/>
              <a:ext cx="70511" cy="303661"/>
            </a:xfrm>
            <a:custGeom>
              <a:avLst/>
              <a:gdLst>
                <a:gd name="csX0" fmla="*/ 70778 w 70511"/>
                <a:gd name="csY0" fmla="*/ 300739 h 303661"/>
                <a:gd name="csX1" fmla="*/ 65611 w 70511"/>
                <a:gd name="csY1" fmla="*/ 294058 h 303661"/>
                <a:gd name="csX2" fmla="*/ 17895 w 70511"/>
                <a:gd name="csY2" fmla="*/ 151945 h 303661"/>
                <a:gd name="csX3" fmla="*/ 66827 w 70511"/>
                <a:gd name="csY3" fmla="*/ 8313 h 303661"/>
                <a:gd name="csX4" fmla="*/ 70778 w 70511"/>
                <a:gd name="csY4" fmla="*/ 3151 h 303661"/>
                <a:gd name="csX5" fmla="*/ 67739 w 70511"/>
                <a:gd name="csY5" fmla="*/ 114 h 303661"/>
                <a:gd name="csX6" fmla="*/ 19414 w 70511"/>
                <a:gd name="csY6" fmla="*/ 59328 h 303661"/>
                <a:gd name="csX7" fmla="*/ 267 w 70511"/>
                <a:gd name="csY7" fmla="*/ 151945 h 303661"/>
                <a:gd name="csX8" fmla="*/ 20326 w 70511"/>
                <a:gd name="csY8" fmla="*/ 246687 h 303661"/>
                <a:gd name="csX9" fmla="*/ 67739 w 70511"/>
                <a:gd name="csY9" fmla="*/ 303776 h 303661"/>
                <a:gd name="csX10" fmla="*/ 70778 w 70511"/>
                <a:gd name="csY10" fmla="*/ 30073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11" h="303661">
                  <a:moveTo>
                    <a:pt x="70778" y="300739"/>
                  </a:moveTo>
                  <a:cubicBezTo>
                    <a:pt x="70778" y="299828"/>
                    <a:pt x="70778" y="299221"/>
                    <a:pt x="65611" y="294058"/>
                  </a:cubicBezTo>
                  <a:cubicBezTo>
                    <a:pt x="27620" y="255797"/>
                    <a:pt x="17895" y="198405"/>
                    <a:pt x="17895" y="151945"/>
                  </a:cubicBezTo>
                  <a:cubicBezTo>
                    <a:pt x="17895" y="99108"/>
                    <a:pt x="29444" y="46271"/>
                    <a:pt x="66827" y="8313"/>
                  </a:cubicBezTo>
                  <a:cubicBezTo>
                    <a:pt x="70778" y="4669"/>
                    <a:pt x="70778" y="4062"/>
                    <a:pt x="70778" y="3151"/>
                  </a:cubicBezTo>
                  <a:cubicBezTo>
                    <a:pt x="70778" y="1025"/>
                    <a:pt x="69562" y="114"/>
                    <a:pt x="67739" y="114"/>
                  </a:cubicBezTo>
                  <a:cubicBezTo>
                    <a:pt x="64700" y="114"/>
                    <a:pt x="37346" y="20763"/>
                    <a:pt x="19414" y="59328"/>
                  </a:cubicBezTo>
                  <a:cubicBezTo>
                    <a:pt x="3914" y="92731"/>
                    <a:pt x="267" y="126437"/>
                    <a:pt x="267" y="151945"/>
                  </a:cubicBezTo>
                  <a:cubicBezTo>
                    <a:pt x="267" y="175631"/>
                    <a:pt x="3610" y="212374"/>
                    <a:pt x="20326" y="246687"/>
                  </a:cubicBezTo>
                  <a:cubicBezTo>
                    <a:pt x="38562" y="284038"/>
                    <a:pt x="64700" y="303776"/>
                    <a:pt x="67739" y="303776"/>
                  </a:cubicBezTo>
                  <a:cubicBezTo>
                    <a:pt x="69562" y="303776"/>
                    <a:pt x="70778" y="302865"/>
                    <a:pt x="70778" y="30073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4813F9D3-CE47-3089-1000-2B682DB759F5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0802964" y="5818938"/>
              <a:ext cx="206671" cy="205578"/>
            </a:xfrm>
            <a:custGeom>
              <a:avLst/>
              <a:gdLst>
                <a:gd name="csX0" fmla="*/ 122754 w 206671"/>
                <a:gd name="csY0" fmla="*/ 21371 h 205578"/>
                <a:gd name="csX1" fmla="*/ 129744 w 206671"/>
                <a:gd name="csY1" fmla="*/ 10135 h 205578"/>
                <a:gd name="csX2" fmla="*/ 148892 w 206671"/>
                <a:gd name="csY2" fmla="*/ 9528 h 205578"/>
                <a:gd name="csX3" fmla="*/ 193265 w 206671"/>
                <a:gd name="csY3" fmla="*/ 34428 h 205578"/>
                <a:gd name="csX4" fmla="*/ 190834 w 206671"/>
                <a:gd name="csY4" fmla="*/ 58721 h 205578"/>
                <a:gd name="csX5" fmla="*/ 189922 w 206671"/>
                <a:gd name="csY5" fmla="*/ 64490 h 205578"/>
                <a:gd name="csX6" fmla="*/ 193569 w 206671"/>
                <a:gd name="csY6" fmla="*/ 68438 h 205578"/>
                <a:gd name="csX7" fmla="*/ 198128 w 206671"/>
                <a:gd name="csY7" fmla="*/ 61454 h 205578"/>
                <a:gd name="csX8" fmla="*/ 206334 w 206671"/>
                <a:gd name="csY8" fmla="*/ 8617 h 205578"/>
                <a:gd name="csX9" fmla="*/ 206942 w 206671"/>
                <a:gd name="csY9" fmla="*/ 3455 h 205578"/>
                <a:gd name="csX10" fmla="*/ 198736 w 206671"/>
                <a:gd name="csY10" fmla="*/ 114 h 205578"/>
                <a:gd name="csX11" fmla="*/ 30056 w 206671"/>
                <a:gd name="csY11" fmla="*/ 114 h 205578"/>
                <a:gd name="csX12" fmla="*/ 20330 w 206671"/>
                <a:gd name="csY12" fmla="*/ 6188 h 205578"/>
                <a:gd name="csX13" fmla="*/ 2094 w 206671"/>
                <a:gd name="csY13" fmla="*/ 59632 h 205578"/>
                <a:gd name="csX14" fmla="*/ 271 w 206671"/>
                <a:gd name="csY14" fmla="*/ 65098 h 205578"/>
                <a:gd name="csX15" fmla="*/ 3918 w 206671"/>
                <a:gd name="csY15" fmla="*/ 68438 h 205578"/>
                <a:gd name="csX16" fmla="*/ 9085 w 206671"/>
                <a:gd name="csY16" fmla="*/ 62061 h 205578"/>
                <a:gd name="csX17" fmla="*/ 78380 w 206671"/>
                <a:gd name="csY17" fmla="*/ 9528 h 205578"/>
                <a:gd name="csX18" fmla="*/ 90233 w 206671"/>
                <a:gd name="csY18" fmla="*/ 9528 h 205578"/>
                <a:gd name="csX19" fmla="*/ 98744 w 206671"/>
                <a:gd name="csY19" fmla="*/ 13172 h 205578"/>
                <a:gd name="csX20" fmla="*/ 97528 w 206671"/>
                <a:gd name="csY20" fmla="*/ 19549 h 205578"/>
                <a:gd name="csX21" fmla="*/ 56801 w 206671"/>
                <a:gd name="csY21" fmla="*/ 181704 h 205578"/>
                <a:gd name="csX22" fmla="*/ 20634 w 206671"/>
                <a:gd name="csY22" fmla="*/ 196279 h 205578"/>
                <a:gd name="csX23" fmla="*/ 7869 w 206671"/>
                <a:gd name="csY23" fmla="*/ 202049 h 205578"/>
                <a:gd name="csX24" fmla="*/ 13036 w 206671"/>
                <a:gd name="csY24" fmla="*/ 205693 h 205578"/>
                <a:gd name="csX25" fmla="*/ 37958 w 206671"/>
                <a:gd name="csY25" fmla="*/ 205086 h 205578"/>
                <a:gd name="csX26" fmla="*/ 63792 w 206671"/>
                <a:gd name="csY26" fmla="*/ 204782 h 205578"/>
                <a:gd name="csX27" fmla="*/ 89018 w 206671"/>
                <a:gd name="csY27" fmla="*/ 205086 h 205578"/>
                <a:gd name="csX28" fmla="*/ 115460 w 206671"/>
                <a:gd name="csY28" fmla="*/ 205693 h 205578"/>
                <a:gd name="csX29" fmla="*/ 122146 w 206671"/>
                <a:gd name="csY29" fmla="*/ 199620 h 205578"/>
                <a:gd name="csX30" fmla="*/ 111812 w 206671"/>
                <a:gd name="csY30" fmla="*/ 196279 h 205578"/>
                <a:gd name="csX31" fmla="*/ 92361 w 206671"/>
                <a:gd name="csY31" fmla="*/ 195672 h 205578"/>
                <a:gd name="csX32" fmla="*/ 81116 w 206671"/>
                <a:gd name="csY32" fmla="*/ 188992 h 205578"/>
                <a:gd name="csX33" fmla="*/ 82331 w 206671"/>
                <a:gd name="csY33" fmla="*/ 182615 h 205578"/>
                <a:gd name="csX34" fmla="*/ 122754 w 206671"/>
                <a:gd name="csY34" fmla="*/ 21371 h 2055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06671" h="205578">
                  <a:moveTo>
                    <a:pt x="122754" y="21371"/>
                  </a:moveTo>
                  <a:cubicBezTo>
                    <a:pt x="124881" y="12868"/>
                    <a:pt x="126097" y="11046"/>
                    <a:pt x="129744" y="10135"/>
                  </a:cubicBezTo>
                  <a:cubicBezTo>
                    <a:pt x="132480" y="9528"/>
                    <a:pt x="142509" y="9528"/>
                    <a:pt x="148892" y="9528"/>
                  </a:cubicBezTo>
                  <a:cubicBezTo>
                    <a:pt x="179589" y="9528"/>
                    <a:pt x="193265" y="10742"/>
                    <a:pt x="193265" y="34428"/>
                  </a:cubicBezTo>
                  <a:cubicBezTo>
                    <a:pt x="193265" y="38983"/>
                    <a:pt x="192050" y="50826"/>
                    <a:pt x="190834" y="58721"/>
                  </a:cubicBezTo>
                  <a:cubicBezTo>
                    <a:pt x="190530" y="59936"/>
                    <a:pt x="189922" y="63580"/>
                    <a:pt x="189922" y="64490"/>
                  </a:cubicBezTo>
                  <a:cubicBezTo>
                    <a:pt x="189922" y="66312"/>
                    <a:pt x="190834" y="68438"/>
                    <a:pt x="193569" y="68438"/>
                  </a:cubicBezTo>
                  <a:cubicBezTo>
                    <a:pt x="196912" y="68438"/>
                    <a:pt x="197520" y="66009"/>
                    <a:pt x="198128" y="61454"/>
                  </a:cubicBezTo>
                  <a:lnTo>
                    <a:pt x="206334" y="8617"/>
                  </a:lnTo>
                  <a:cubicBezTo>
                    <a:pt x="206638" y="7402"/>
                    <a:pt x="206942" y="4366"/>
                    <a:pt x="206942" y="3455"/>
                  </a:cubicBezTo>
                  <a:cubicBezTo>
                    <a:pt x="206942" y="114"/>
                    <a:pt x="203903" y="114"/>
                    <a:pt x="198736" y="114"/>
                  </a:cubicBezTo>
                  <a:lnTo>
                    <a:pt x="30056" y="114"/>
                  </a:lnTo>
                  <a:cubicBezTo>
                    <a:pt x="22761" y="114"/>
                    <a:pt x="22457" y="418"/>
                    <a:pt x="20330" y="6188"/>
                  </a:cubicBezTo>
                  <a:lnTo>
                    <a:pt x="2094" y="59632"/>
                  </a:lnTo>
                  <a:cubicBezTo>
                    <a:pt x="1790" y="60239"/>
                    <a:pt x="271" y="64490"/>
                    <a:pt x="271" y="65098"/>
                  </a:cubicBezTo>
                  <a:cubicBezTo>
                    <a:pt x="271" y="66920"/>
                    <a:pt x="1790" y="68438"/>
                    <a:pt x="3918" y="68438"/>
                  </a:cubicBezTo>
                  <a:cubicBezTo>
                    <a:pt x="6957" y="68438"/>
                    <a:pt x="7261" y="66920"/>
                    <a:pt x="9085" y="62061"/>
                  </a:cubicBezTo>
                  <a:cubicBezTo>
                    <a:pt x="25497" y="14994"/>
                    <a:pt x="33399" y="9528"/>
                    <a:pt x="78380" y="9528"/>
                  </a:cubicBezTo>
                  <a:lnTo>
                    <a:pt x="90233" y="9528"/>
                  </a:lnTo>
                  <a:cubicBezTo>
                    <a:pt x="98744" y="9528"/>
                    <a:pt x="98744" y="10742"/>
                    <a:pt x="98744" y="13172"/>
                  </a:cubicBezTo>
                  <a:cubicBezTo>
                    <a:pt x="98744" y="14994"/>
                    <a:pt x="97832" y="18638"/>
                    <a:pt x="97528" y="19549"/>
                  </a:cubicBezTo>
                  <a:lnTo>
                    <a:pt x="56801" y="181704"/>
                  </a:lnTo>
                  <a:cubicBezTo>
                    <a:pt x="54066" y="192939"/>
                    <a:pt x="53154" y="196279"/>
                    <a:pt x="20634" y="196279"/>
                  </a:cubicBezTo>
                  <a:cubicBezTo>
                    <a:pt x="9692" y="196279"/>
                    <a:pt x="7869" y="196279"/>
                    <a:pt x="7869" y="202049"/>
                  </a:cubicBezTo>
                  <a:cubicBezTo>
                    <a:pt x="7869" y="205693"/>
                    <a:pt x="11212" y="205693"/>
                    <a:pt x="13036" y="205693"/>
                  </a:cubicBezTo>
                  <a:cubicBezTo>
                    <a:pt x="21242" y="205693"/>
                    <a:pt x="29752" y="205086"/>
                    <a:pt x="37958" y="205086"/>
                  </a:cubicBezTo>
                  <a:cubicBezTo>
                    <a:pt x="46468" y="205086"/>
                    <a:pt x="55282" y="204782"/>
                    <a:pt x="63792" y="204782"/>
                  </a:cubicBezTo>
                  <a:cubicBezTo>
                    <a:pt x="72302" y="204782"/>
                    <a:pt x="80812" y="205086"/>
                    <a:pt x="89018" y="205086"/>
                  </a:cubicBezTo>
                  <a:cubicBezTo>
                    <a:pt x="97832" y="205086"/>
                    <a:pt x="106950" y="205693"/>
                    <a:pt x="115460" y="205693"/>
                  </a:cubicBezTo>
                  <a:cubicBezTo>
                    <a:pt x="118499" y="205693"/>
                    <a:pt x="122146" y="205693"/>
                    <a:pt x="122146" y="199620"/>
                  </a:cubicBezTo>
                  <a:cubicBezTo>
                    <a:pt x="122146" y="196279"/>
                    <a:pt x="119715" y="196279"/>
                    <a:pt x="111812" y="196279"/>
                  </a:cubicBezTo>
                  <a:cubicBezTo>
                    <a:pt x="104214" y="196279"/>
                    <a:pt x="100263" y="196279"/>
                    <a:pt x="92361" y="195672"/>
                  </a:cubicBezTo>
                  <a:cubicBezTo>
                    <a:pt x="83547" y="194761"/>
                    <a:pt x="81116" y="193850"/>
                    <a:pt x="81116" y="188992"/>
                  </a:cubicBezTo>
                  <a:cubicBezTo>
                    <a:pt x="81116" y="188688"/>
                    <a:pt x="81116" y="187170"/>
                    <a:pt x="82331" y="182615"/>
                  </a:cubicBezTo>
                  <a:lnTo>
                    <a:pt x="122754" y="21371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E4EF37B1-C488-FB31-C33C-FF2D944E2BEE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1030384" y="5763041"/>
              <a:ext cx="156584" cy="156658"/>
            </a:xfrm>
            <a:custGeom>
              <a:avLst/>
              <a:gdLst>
                <a:gd name="csX0" fmla="*/ 83889 w 156584"/>
                <a:gd name="csY0" fmla="*/ 83647 h 156658"/>
                <a:gd name="csX1" fmla="*/ 148990 w 156584"/>
                <a:gd name="csY1" fmla="*/ 83647 h 156658"/>
                <a:gd name="csX2" fmla="*/ 156862 w 156584"/>
                <a:gd name="csY2" fmla="*/ 78546 h 156658"/>
                <a:gd name="csX3" fmla="*/ 148990 w 156584"/>
                <a:gd name="csY3" fmla="*/ 73232 h 156658"/>
                <a:gd name="csX4" fmla="*/ 83889 w 156584"/>
                <a:gd name="csY4" fmla="*/ 73232 h 156658"/>
                <a:gd name="csX5" fmla="*/ 83889 w 156584"/>
                <a:gd name="csY5" fmla="*/ 7975 h 156658"/>
                <a:gd name="csX6" fmla="*/ 78783 w 156584"/>
                <a:gd name="csY6" fmla="*/ 110 h 156658"/>
                <a:gd name="csX7" fmla="*/ 73464 w 156584"/>
                <a:gd name="csY7" fmla="*/ 7975 h 156658"/>
                <a:gd name="csX8" fmla="*/ 73464 w 156584"/>
                <a:gd name="csY8" fmla="*/ 73232 h 156658"/>
                <a:gd name="csX9" fmla="*/ 8150 w 156584"/>
                <a:gd name="csY9" fmla="*/ 73232 h 156658"/>
                <a:gd name="csX10" fmla="*/ 278 w 156584"/>
                <a:gd name="csY10" fmla="*/ 78333 h 156658"/>
                <a:gd name="csX11" fmla="*/ 8150 w 156584"/>
                <a:gd name="csY11" fmla="*/ 83647 h 156658"/>
                <a:gd name="csX12" fmla="*/ 73464 w 156584"/>
                <a:gd name="csY12" fmla="*/ 83647 h 156658"/>
                <a:gd name="csX13" fmla="*/ 73464 w 156584"/>
                <a:gd name="csY13" fmla="*/ 148904 h 156658"/>
                <a:gd name="csX14" fmla="*/ 78570 w 156584"/>
                <a:gd name="csY14" fmla="*/ 156769 h 156658"/>
                <a:gd name="csX15" fmla="*/ 83889 w 156584"/>
                <a:gd name="csY15" fmla="*/ 148904 h 156658"/>
                <a:gd name="csX16" fmla="*/ 83889 w 156584"/>
                <a:gd name="csY16" fmla="*/ 83647 h 156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6584" h="156658">
                  <a:moveTo>
                    <a:pt x="83889" y="83647"/>
                  </a:moveTo>
                  <a:lnTo>
                    <a:pt x="148990" y="83647"/>
                  </a:lnTo>
                  <a:cubicBezTo>
                    <a:pt x="151756" y="83647"/>
                    <a:pt x="156862" y="83647"/>
                    <a:pt x="156862" y="78546"/>
                  </a:cubicBezTo>
                  <a:cubicBezTo>
                    <a:pt x="156862" y="73232"/>
                    <a:pt x="151969" y="73232"/>
                    <a:pt x="148990" y="73232"/>
                  </a:cubicBezTo>
                  <a:lnTo>
                    <a:pt x="83889" y="73232"/>
                  </a:lnTo>
                  <a:lnTo>
                    <a:pt x="83889" y="7975"/>
                  </a:lnTo>
                  <a:cubicBezTo>
                    <a:pt x="83889" y="5212"/>
                    <a:pt x="83889" y="110"/>
                    <a:pt x="78783" y="110"/>
                  </a:cubicBezTo>
                  <a:cubicBezTo>
                    <a:pt x="73464" y="110"/>
                    <a:pt x="73464" y="4999"/>
                    <a:pt x="73464" y="7975"/>
                  </a:cubicBezTo>
                  <a:lnTo>
                    <a:pt x="73464" y="73232"/>
                  </a:lnTo>
                  <a:lnTo>
                    <a:pt x="8150" y="73232"/>
                  </a:lnTo>
                  <a:cubicBezTo>
                    <a:pt x="5384" y="73232"/>
                    <a:pt x="278" y="73232"/>
                    <a:pt x="278" y="78333"/>
                  </a:cubicBezTo>
                  <a:cubicBezTo>
                    <a:pt x="278" y="83647"/>
                    <a:pt x="5171" y="83647"/>
                    <a:pt x="8150" y="83647"/>
                  </a:cubicBezTo>
                  <a:lnTo>
                    <a:pt x="73464" y="83647"/>
                  </a:lnTo>
                  <a:lnTo>
                    <a:pt x="73464" y="148904"/>
                  </a:lnTo>
                  <a:cubicBezTo>
                    <a:pt x="73464" y="151667"/>
                    <a:pt x="73464" y="156769"/>
                    <a:pt x="78570" y="156769"/>
                  </a:cubicBezTo>
                  <a:cubicBezTo>
                    <a:pt x="83889" y="156769"/>
                    <a:pt x="83889" y="151880"/>
                    <a:pt x="83889" y="148904"/>
                  </a:cubicBezTo>
                  <a:lnTo>
                    <a:pt x="83889" y="83647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56247CC9-1FDE-9CE5-AFC3-0E793F99C618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0988171" y="5964325"/>
              <a:ext cx="156584" cy="153682"/>
            </a:xfrm>
            <a:custGeom>
              <a:avLst/>
              <a:gdLst>
                <a:gd name="csX0" fmla="*/ 156860 w 156584"/>
                <a:gd name="csY0" fmla="*/ 77703 h 153682"/>
                <a:gd name="csX1" fmla="*/ 78568 w 156584"/>
                <a:gd name="csY1" fmla="*/ 117 h 153682"/>
                <a:gd name="csX2" fmla="*/ 276 w 156584"/>
                <a:gd name="csY2" fmla="*/ 77703 h 153682"/>
                <a:gd name="csX3" fmla="*/ 78568 w 156584"/>
                <a:gd name="csY3" fmla="*/ 153800 h 153682"/>
                <a:gd name="csX4" fmla="*/ 156860 w 156584"/>
                <a:gd name="csY4" fmla="*/ 77703 h 153682"/>
                <a:gd name="csX5" fmla="*/ 78568 w 156584"/>
                <a:gd name="csY5" fmla="*/ 147423 h 153682"/>
                <a:gd name="csX6" fmla="*/ 21551 w 156584"/>
                <a:gd name="csY6" fmla="*/ 77490 h 153682"/>
                <a:gd name="csX7" fmla="*/ 78568 w 156584"/>
                <a:gd name="csY7" fmla="*/ 6069 h 153682"/>
                <a:gd name="csX8" fmla="*/ 135585 w 156584"/>
                <a:gd name="csY8" fmla="*/ 77490 h 153682"/>
                <a:gd name="csX9" fmla="*/ 78568 w 156584"/>
                <a:gd name="csY9" fmla="*/ 147423 h 153682"/>
                <a:gd name="csX10" fmla="*/ 122182 w 156584"/>
                <a:gd name="csY10" fmla="*/ 60698 h 153682"/>
                <a:gd name="csX11" fmla="*/ 114949 w 156584"/>
                <a:gd name="csY11" fmla="*/ 60698 h 153682"/>
                <a:gd name="csX12" fmla="*/ 114949 w 156584"/>
                <a:gd name="csY12" fmla="*/ 67925 h 153682"/>
                <a:gd name="csX13" fmla="*/ 42188 w 156584"/>
                <a:gd name="csY13" fmla="*/ 67925 h 153682"/>
                <a:gd name="csX14" fmla="*/ 42188 w 156584"/>
                <a:gd name="csY14" fmla="*/ 60698 h 153682"/>
                <a:gd name="csX15" fmla="*/ 34955 w 156584"/>
                <a:gd name="csY15" fmla="*/ 60698 h 153682"/>
                <a:gd name="csX16" fmla="*/ 34955 w 156584"/>
                <a:gd name="csY16" fmla="*/ 92582 h 153682"/>
                <a:gd name="csX17" fmla="*/ 42188 w 156584"/>
                <a:gd name="csY17" fmla="*/ 92582 h 153682"/>
                <a:gd name="csX18" fmla="*/ 42188 w 156584"/>
                <a:gd name="csY18" fmla="*/ 85355 h 153682"/>
                <a:gd name="csX19" fmla="*/ 114949 w 156584"/>
                <a:gd name="csY19" fmla="*/ 85355 h 153682"/>
                <a:gd name="csX20" fmla="*/ 114949 w 156584"/>
                <a:gd name="csY20" fmla="*/ 92582 h 153682"/>
                <a:gd name="csX21" fmla="*/ 122182 w 156584"/>
                <a:gd name="csY21" fmla="*/ 92582 h 153682"/>
                <a:gd name="csX22" fmla="*/ 122182 w 156584"/>
                <a:gd name="csY22" fmla="*/ 60698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84" h="153682">
                  <a:moveTo>
                    <a:pt x="156860" y="77703"/>
                  </a:moveTo>
                  <a:cubicBezTo>
                    <a:pt x="156860" y="35190"/>
                    <a:pt x="121969" y="117"/>
                    <a:pt x="78568" y="117"/>
                  </a:cubicBezTo>
                  <a:cubicBezTo>
                    <a:pt x="34955" y="117"/>
                    <a:pt x="276" y="35190"/>
                    <a:pt x="276" y="77703"/>
                  </a:cubicBezTo>
                  <a:cubicBezTo>
                    <a:pt x="276" y="119365"/>
                    <a:pt x="34955" y="153800"/>
                    <a:pt x="78568" y="153800"/>
                  </a:cubicBezTo>
                  <a:cubicBezTo>
                    <a:pt x="122182" y="153800"/>
                    <a:pt x="156860" y="119365"/>
                    <a:pt x="156860" y="77703"/>
                  </a:cubicBezTo>
                  <a:close/>
                  <a:moveTo>
                    <a:pt x="78568" y="147423"/>
                  </a:moveTo>
                  <a:cubicBezTo>
                    <a:pt x="52826" y="147423"/>
                    <a:pt x="21551" y="127442"/>
                    <a:pt x="21551" y="77490"/>
                  </a:cubicBezTo>
                  <a:cubicBezTo>
                    <a:pt x="21551" y="27538"/>
                    <a:pt x="52187" y="6069"/>
                    <a:pt x="78568" y="6069"/>
                  </a:cubicBezTo>
                  <a:cubicBezTo>
                    <a:pt x="104949" y="6069"/>
                    <a:pt x="135585" y="27538"/>
                    <a:pt x="135585" y="77490"/>
                  </a:cubicBezTo>
                  <a:cubicBezTo>
                    <a:pt x="135585" y="127655"/>
                    <a:pt x="104098" y="147423"/>
                    <a:pt x="78568" y="147423"/>
                  </a:cubicBezTo>
                  <a:close/>
                  <a:moveTo>
                    <a:pt x="122182" y="60698"/>
                  </a:moveTo>
                  <a:lnTo>
                    <a:pt x="114949" y="60698"/>
                  </a:lnTo>
                  <a:lnTo>
                    <a:pt x="114949" y="67925"/>
                  </a:lnTo>
                  <a:lnTo>
                    <a:pt x="42188" y="67925"/>
                  </a:lnTo>
                  <a:lnTo>
                    <a:pt x="42188" y="60698"/>
                  </a:lnTo>
                  <a:lnTo>
                    <a:pt x="34955" y="60698"/>
                  </a:lnTo>
                  <a:lnTo>
                    <a:pt x="34955" y="92582"/>
                  </a:lnTo>
                  <a:lnTo>
                    <a:pt x="42188" y="92582"/>
                  </a:lnTo>
                  <a:lnTo>
                    <a:pt x="42188" y="85355"/>
                  </a:lnTo>
                  <a:lnTo>
                    <a:pt x="114949" y="85355"/>
                  </a:lnTo>
                  <a:lnTo>
                    <a:pt x="114949" y="92582"/>
                  </a:lnTo>
                  <a:lnTo>
                    <a:pt x="122182" y="92582"/>
                  </a:lnTo>
                  <a:lnTo>
                    <a:pt x="122182" y="60698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E9653208-747C-933E-34C2-536B65463F91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1243404" y="5992328"/>
              <a:ext cx="35559" cy="90794"/>
            </a:xfrm>
            <a:custGeom>
              <a:avLst/>
              <a:gdLst>
                <a:gd name="csX0" fmla="*/ 35844 w 35559"/>
                <a:gd name="csY0" fmla="*/ 31999 h 90794"/>
                <a:gd name="csX1" fmla="*/ 16393 w 35559"/>
                <a:gd name="csY1" fmla="*/ 114 h 90794"/>
                <a:gd name="csX2" fmla="*/ 284 w 35559"/>
                <a:gd name="csY2" fmla="*/ 16208 h 90794"/>
                <a:gd name="csX3" fmla="*/ 16393 w 35559"/>
                <a:gd name="csY3" fmla="*/ 32302 h 90794"/>
                <a:gd name="csX4" fmla="*/ 27030 w 35559"/>
                <a:gd name="csY4" fmla="*/ 28355 h 90794"/>
                <a:gd name="csX5" fmla="*/ 28550 w 35559"/>
                <a:gd name="csY5" fmla="*/ 27444 h 90794"/>
                <a:gd name="csX6" fmla="*/ 29158 w 35559"/>
                <a:gd name="csY6" fmla="*/ 31999 h 90794"/>
                <a:gd name="csX7" fmla="*/ 8490 w 35559"/>
                <a:gd name="csY7" fmla="*/ 82710 h 90794"/>
                <a:gd name="csX8" fmla="*/ 5147 w 35559"/>
                <a:gd name="csY8" fmla="*/ 87569 h 90794"/>
                <a:gd name="csX9" fmla="*/ 8187 w 35559"/>
                <a:gd name="csY9" fmla="*/ 90909 h 90794"/>
                <a:gd name="csX10" fmla="*/ 35844 w 35559"/>
                <a:gd name="csY10" fmla="*/ 31999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59" h="90794">
                  <a:moveTo>
                    <a:pt x="35844" y="31999"/>
                  </a:moveTo>
                  <a:cubicBezTo>
                    <a:pt x="35844" y="11957"/>
                    <a:pt x="28246" y="114"/>
                    <a:pt x="16393" y="114"/>
                  </a:cubicBezTo>
                  <a:cubicBezTo>
                    <a:pt x="6363" y="114"/>
                    <a:pt x="284" y="7706"/>
                    <a:pt x="284" y="16208"/>
                  </a:cubicBezTo>
                  <a:cubicBezTo>
                    <a:pt x="284" y="24407"/>
                    <a:pt x="6363" y="32302"/>
                    <a:pt x="16393" y="32302"/>
                  </a:cubicBezTo>
                  <a:cubicBezTo>
                    <a:pt x="20040" y="32302"/>
                    <a:pt x="23991" y="31088"/>
                    <a:pt x="27030" y="28355"/>
                  </a:cubicBezTo>
                  <a:cubicBezTo>
                    <a:pt x="27942" y="27747"/>
                    <a:pt x="28246" y="27444"/>
                    <a:pt x="28550" y="27444"/>
                  </a:cubicBezTo>
                  <a:cubicBezTo>
                    <a:pt x="28854" y="27444"/>
                    <a:pt x="29158" y="27747"/>
                    <a:pt x="29158" y="31999"/>
                  </a:cubicBezTo>
                  <a:cubicBezTo>
                    <a:pt x="29158" y="54470"/>
                    <a:pt x="18520" y="72689"/>
                    <a:pt x="8490" y="82710"/>
                  </a:cubicBezTo>
                  <a:cubicBezTo>
                    <a:pt x="5147" y="86050"/>
                    <a:pt x="5147" y="86658"/>
                    <a:pt x="5147" y="87569"/>
                  </a:cubicBezTo>
                  <a:cubicBezTo>
                    <a:pt x="5147" y="89694"/>
                    <a:pt x="6667" y="90909"/>
                    <a:pt x="8187" y="90909"/>
                  </a:cubicBezTo>
                  <a:cubicBezTo>
                    <a:pt x="11530" y="90909"/>
                    <a:pt x="35844" y="67527"/>
                    <a:pt x="35844" y="3199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A8B5596C-55DC-1CC8-5998-4EE8596FD5D6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1362678" y="5817116"/>
              <a:ext cx="140718" cy="207400"/>
            </a:xfrm>
            <a:custGeom>
              <a:avLst/>
              <a:gdLst>
                <a:gd name="csX0" fmla="*/ 103625 w 140718"/>
                <a:gd name="csY0" fmla="*/ 23496 h 207400"/>
                <a:gd name="csX1" fmla="*/ 131282 w 140718"/>
                <a:gd name="csY1" fmla="*/ 9528 h 207400"/>
                <a:gd name="csX2" fmla="*/ 141008 w 140718"/>
                <a:gd name="csY2" fmla="*/ 3758 h 207400"/>
                <a:gd name="csX3" fmla="*/ 136449 w 140718"/>
                <a:gd name="csY3" fmla="*/ 114 h 207400"/>
                <a:gd name="csX4" fmla="*/ 96330 w 140718"/>
                <a:gd name="csY4" fmla="*/ 1025 h 207400"/>
                <a:gd name="csX5" fmla="*/ 55908 w 140718"/>
                <a:gd name="csY5" fmla="*/ 114 h 207400"/>
                <a:gd name="csX6" fmla="*/ 49829 w 140718"/>
                <a:gd name="csY6" fmla="*/ 6188 h 207400"/>
                <a:gd name="csX7" fmla="*/ 58339 w 140718"/>
                <a:gd name="csY7" fmla="*/ 9528 h 207400"/>
                <a:gd name="csX8" fmla="*/ 79310 w 140718"/>
                <a:gd name="csY8" fmla="*/ 15297 h 207400"/>
                <a:gd name="csX9" fmla="*/ 78702 w 140718"/>
                <a:gd name="csY9" fmla="*/ 20156 h 207400"/>
                <a:gd name="csX10" fmla="*/ 37672 w 140718"/>
                <a:gd name="csY10" fmla="*/ 183829 h 207400"/>
                <a:gd name="csX11" fmla="*/ 10015 w 140718"/>
                <a:gd name="csY11" fmla="*/ 198101 h 207400"/>
                <a:gd name="csX12" fmla="*/ 289 w 140718"/>
                <a:gd name="csY12" fmla="*/ 204175 h 207400"/>
                <a:gd name="csX13" fmla="*/ 4848 w 140718"/>
                <a:gd name="csY13" fmla="*/ 207515 h 207400"/>
                <a:gd name="csX14" fmla="*/ 44662 w 140718"/>
                <a:gd name="csY14" fmla="*/ 206604 h 207400"/>
                <a:gd name="csX15" fmla="*/ 85389 w 140718"/>
                <a:gd name="csY15" fmla="*/ 207515 h 207400"/>
                <a:gd name="csX16" fmla="*/ 91467 w 140718"/>
                <a:gd name="csY16" fmla="*/ 201745 h 207400"/>
                <a:gd name="csX17" fmla="*/ 82350 w 140718"/>
                <a:gd name="csY17" fmla="*/ 198101 h 207400"/>
                <a:gd name="csX18" fmla="*/ 69281 w 140718"/>
                <a:gd name="csY18" fmla="*/ 197494 h 207400"/>
                <a:gd name="csX19" fmla="*/ 61682 w 140718"/>
                <a:gd name="csY19" fmla="*/ 192332 h 207400"/>
                <a:gd name="csX20" fmla="*/ 62898 w 140718"/>
                <a:gd name="csY20" fmla="*/ 185348 h 207400"/>
                <a:gd name="csX21" fmla="*/ 103625 w 140718"/>
                <a:gd name="csY21" fmla="*/ 23496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0718" h="207400">
                  <a:moveTo>
                    <a:pt x="103625" y="23496"/>
                  </a:moveTo>
                  <a:cubicBezTo>
                    <a:pt x="106360" y="12564"/>
                    <a:pt x="107272" y="9528"/>
                    <a:pt x="131282" y="9528"/>
                  </a:cubicBezTo>
                  <a:cubicBezTo>
                    <a:pt x="138576" y="9528"/>
                    <a:pt x="141008" y="9528"/>
                    <a:pt x="141008" y="3758"/>
                  </a:cubicBezTo>
                  <a:cubicBezTo>
                    <a:pt x="141008" y="114"/>
                    <a:pt x="137665" y="114"/>
                    <a:pt x="136449" y="114"/>
                  </a:cubicBezTo>
                  <a:cubicBezTo>
                    <a:pt x="127635" y="114"/>
                    <a:pt x="105144" y="1025"/>
                    <a:pt x="96330" y="1025"/>
                  </a:cubicBezTo>
                  <a:cubicBezTo>
                    <a:pt x="87212" y="1025"/>
                    <a:pt x="65026" y="114"/>
                    <a:pt x="55908" y="114"/>
                  </a:cubicBezTo>
                  <a:cubicBezTo>
                    <a:pt x="53780" y="114"/>
                    <a:pt x="49829" y="114"/>
                    <a:pt x="49829" y="6188"/>
                  </a:cubicBezTo>
                  <a:cubicBezTo>
                    <a:pt x="49829" y="9528"/>
                    <a:pt x="52565" y="9528"/>
                    <a:pt x="58339" y="9528"/>
                  </a:cubicBezTo>
                  <a:cubicBezTo>
                    <a:pt x="71104" y="9528"/>
                    <a:pt x="79310" y="9528"/>
                    <a:pt x="79310" y="15297"/>
                  </a:cubicBezTo>
                  <a:cubicBezTo>
                    <a:pt x="79310" y="16816"/>
                    <a:pt x="79310" y="17423"/>
                    <a:pt x="78702" y="20156"/>
                  </a:cubicBezTo>
                  <a:lnTo>
                    <a:pt x="37672" y="183829"/>
                  </a:lnTo>
                  <a:cubicBezTo>
                    <a:pt x="34937" y="195065"/>
                    <a:pt x="34025" y="198101"/>
                    <a:pt x="10015" y="198101"/>
                  </a:cubicBezTo>
                  <a:cubicBezTo>
                    <a:pt x="3024" y="198101"/>
                    <a:pt x="289" y="198101"/>
                    <a:pt x="289" y="204175"/>
                  </a:cubicBezTo>
                  <a:cubicBezTo>
                    <a:pt x="289" y="207515"/>
                    <a:pt x="3936" y="207515"/>
                    <a:pt x="4848" y="207515"/>
                  </a:cubicBezTo>
                  <a:cubicBezTo>
                    <a:pt x="13662" y="207515"/>
                    <a:pt x="35849" y="206604"/>
                    <a:pt x="44662" y="206604"/>
                  </a:cubicBezTo>
                  <a:cubicBezTo>
                    <a:pt x="53780" y="206604"/>
                    <a:pt x="76271" y="207515"/>
                    <a:pt x="85389" y="207515"/>
                  </a:cubicBezTo>
                  <a:cubicBezTo>
                    <a:pt x="87820" y="207515"/>
                    <a:pt x="91467" y="207515"/>
                    <a:pt x="91467" y="201745"/>
                  </a:cubicBezTo>
                  <a:cubicBezTo>
                    <a:pt x="91467" y="198101"/>
                    <a:pt x="89036" y="198101"/>
                    <a:pt x="82350" y="198101"/>
                  </a:cubicBezTo>
                  <a:cubicBezTo>
                    <a:pt x="76879" y="198101"/>
                    <a:pt x="75359" y="198101"/>
                    <a:pt x="69281" y="197494"/>
                  </a:cubicBezTo>
                  <a:cubicBezTo>
                    <a:pt x="62898" y="196887"/>
                    <a:pt x="61682" y="195672"/>
                    <a:pt x="61682" y="192332"/>
                  </a:cubicBezTo>
                  <a:cubicBezTo>
                    <a:pt x="61682" y="189903"/>
                    <a:pt x="62290" y="187473"/>
                    <a:pt x="62898" y="185348"/>
                  </a:cubicBezTo>
                  <a:lnTo>
                    <a:pt x="103625" y="23496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6C8A5BDC-486C-F50C-482D-25B90350A5F5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1524689" y="5763041"/>
              <a:ext cx="156584" cy="156658"/>
            </a:xfrm>
            <a:custGeom>
              <a:avLst/>
              <a:gdLst>
                <a:gd name="csX0" fmla="*/ 83905 w 156584"/>
                <a:gd name="csY0" fmla="*/ 83647 h 156658"/>
                <a:gd name="csX1" fmla="*/ 149006 w 156584"/>
                <a:gd name="csY1" fmla="*/ 83647 h 156658"/>
                <a:gd name="csX2" fmla="*/ 156878 w 156584"/>
                <a:gd name="csY2" fmla="*/ 78546 h 156658"/>
                <a:gd name="csX3" fmla="*/ 149006 w 156584"/>
                <a:gd name="csY3" fmla="*/ 73232 h 156658"/>
                <a:gd name="csX4" fmla="*/ 83905 w 156584"/>
                <a:gd name="csY4" fmla="*/ 73232 h 156658"/>
                <a:gd name="csX5" fmla="*/ 83905 w 156584"/>
                <a:gd name="csY5" fmla="*/ 7975 h 156658"/>
                <a:gd name="csX6" fmla="*/ 78799 w 156584"/>
                <a:gd name="csY6" fmla="*/ 110 h 156658"/>
                <a:gd name="csX7" fmla="*/ 73480 w 156584"/>
                <a:gd name="csY7" fmla="*/ 7975 h 156658"/>
                <a:gd name="csX8" fmla="*/ 73480 w 156584"/>
                <a:gd name="csY8" fmla="*/ 73232 h 156658"/>
                <a:gd name="csX9" fmla="*/ 8166 w 156584"/>
                <a:gd name="csY9" fmla="*/ 73232 h 156658"/>
                <a:gd name="csX10" fmla="*/ 294 w 156584"/>
                <a:gd name="csY10" fmla="*/ 78333 h 156658"/>
                <a:gd name="csX11" fmla="*/ 8166 w 156584"/>
                <a:gd name="csY11" fmla="*/ 83647 h 156658"/>
                <a:gd name="csX12" fmla="*/ 73480 w 156584"/>
                <a:gd name="csY12" fmla="*/ 83647 h 156658"/>
                <a:gd name="csX13" fmla="*/ 73480 w 156584"/>
                <a:gd name="csY13" fmla="*/ 148904 h 156658"/>
                <a:gd name="csX14" fmla="*/ 78586 w 156584"/>
                <a:gd name="csY14" fmla="*/ 156769 h 156658"/>
                <a:gd name="csX15" fmla="*/ 83905 w 156584"/>
                <a:gd name="csY15" fmla="*/ 148904 h 156658"/>
                <a:gd name="csX16" fmla="*/ 83905 w 156584"/>
                <a:gd name="csY16" fmla="*/ 83647 h 156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6584" h="156658">
                  <a:moveTo>
                    <a:pt x="83905" y="83647"/>
                  </a:moveTo>
                  <a:lnTo>
                    <a:pt x="149006" y="83647"/>
                  </a:lnTo>
                  <a:cubicBezTo>
                    <a:pt x="151772" y="83647"/>
                    <a:pt x="156878" y="83647"/>
                    <a:pt x="156878" y="78546"/>
                  </a:cubicBezTo>
                  <a:cubicBezTo>
                    <a:pt x="156878" y="73232"/>
                    <a:pt x="151985" y="73232"/>
                    <a:pt x="149006" y="73232"/>
                  </a:cubicBezTo>
                  <a:lnTo>
                    <a:pt x="83905" y="73232"/>
                  </a:lnTo>
                  <a:lnTo>
                    <a:pt x="83905" y="7975"/>
                  </a:lnTo>
                  <a:cubicBezTo>
                    <a:pt x="83905" y="5212"/>
                    <a:pt x="83905" y="110"/>
                    <a:pt x="78799" y="110"/>
                  </a:cubicBezTo>
                  <a:cubicBezTo>
                    <a:pt x="73480" y="110"/>
                    <a:pt x="73480" y="4999"/>
                    <a:pt x="73480" y="7975"/>
                  </a:cubicBezTo>
                  <a:lnTo>
                    <a:pt x="73480" y="73232"/>
                  </a:lnTo>
                  <a:lnTo>
                    <a:pt x="8166" y="73232"/>
                  </a:lnTo>
                  <a:cubicBezTo>
                    <a:pt x="5400" y="73232"/>
                    <a:pt x="294" y="73232"/>
                    <a:pt x="294" y="78333"/>
                  </a:cubicBezTo>
                  <a:cubicBezTo>
                    <a:pt x="294" y="83647"/>
                    <a:pt x="5187" y="83647"/>
                    <a:pt x="8166" y="83647"/>
                  </a:cubicBezTo>
                  <a:lnTo>
                    <a:pt x="73480" y="83647"/>
                  </a:lnTo>
                  <a:lnTo>
                    <a:pt x="73480" y="148904"/>
                  </a:lnTo>
                  <a:cubicBezTo>
                    <a:pt x="73480" y="151667"/>
                    <a:pt x="73480" y="156769"/>
                    <a:pt x="78586" y="156769"/>
                  </a:cubicBezTo>
                  <a:cubicBezTo>
                    <a:pt x="83905" y="156769"/>
                    <a:pt x="83905" y="151880"/>
                    <a:pt x="83905" y="148904"/>
                  </a:cubicBezTo>
                  <a:lnTo>
                    <a:pt x="83905" y="83647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22C859B5-3BB5-22DD-18A6-571AE344D102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1500840" y="5964325"/>
              <a:ext cx="156584" cy="153682"/>
            </a:xfrm>
            <a:custGeom>
              <a:avLst/>
              <a:gdLst>
                <a:gd name="csX0" fmla="*/ 156877 w 156584"/>
                <a:gd name="csY0" fmla="*/ 77703 h 153682"/>
                <a:gd name="csX1" fmla="*/ 78585 w 156584"/>
                <a:gd name="csY1" fmla="*/ 117 h 153682"/>
                <a:gd name="csX2" fmla="*/ 293 w 156584"/>
                <a:gd name="csY2" fmla="*/ 77703 h 153682"/>
                <a:gd name="csX3" fmla="*/ 78585 w 156584"/>
                <a:gd name="csY3" fmla="*/ 153800 h 153682"/>
                <a:gd name="csX4" fmla="*/ 156877 w 156584"/>
                <a:gd name="csY4" fmla="*/ 77703 h 153682"/>
                <a:gd name="csX5" fmla="*/ 78585 w 156584"/>
                <a:gd name="csY5" fmla="*/ 147423 h 153682"/>
                <a:gd name="csX6" fmla="*/ 21568 w 156584"/>
                <a:gd name="csY6" fmla="*/ 77490 h 153682"/>
                <a:gd name="csX7" fmla="*/ 78585 w 156584"/>
                <a:gd name="csY7" fmla="*/ 6069 h 153682"/>
                <a:gd name="csX8" fmla="*/ 135602 w 156584"/>
                <a:gd name="csY8" fmla="*/ 77490 h 153682"/>
                <a:gd name="csX9" fmla="*/ 78585 w 156584"/>
                <a:gd name="csY9" fmla="*/ 147423 h 153682"/>
                <a:gd name="csX10" fmla="*/ 122199 w 156584"/>
                <a:gd name="csY10" fmla="*/ 60698 h 153682"/>
                <a:gd name="csX11" fmla="*/ 114966 w 156584"/>
                <a:gd name="csY11" fmla="*/ 60698 h 153682"/>
                <a:gd name="csX12" fmla="*/ 114966 w 156584"/>
                <a:gd name="csY12" fmla="*/ 67925 h 153682"/>
                <a:gd name="csX13" fmla="*/ 42205 w 156584"/>
                <a:gd name="csY13" fmla="*/ 67925 h 153682"/>
                <a:gd name="csX14" fmla="*/ 42205 w 156584"/>
                <a:gd name="csY14" fmla="*/ 60698 h 153682"/>
                <a:gd name="csX15" fmla="*/ 34972 w 156584"/>
                <a:gd name="csY15" fmla="*/ 60698 h 153682"/>
                <a:gd name="csX16" fmla="*/ 34972 w 156584"/>
                <a:gd name="csY16" fmla="*/ 92582 h 153682"/>
                <a:gd name="csX17" fmla="*/ 42205 w 156584"/>
                <a:gd name="csY17" fmla="*/ 92582 h 153682"/>
                <a:gd name="csX18" fmla="*/ 42205 w 156584"/>
                <a:gd name="csY18" fmla="*/ 85355 h 153682"/>
                <a:gd name="csX19" fmla="*/ 114966 w 156584"/>
                <a:gd name="csY19" fmla="*/ 85355 h 153682"/>
                <a:gd name="csX20" fmla="*/ 114966 w 156584"/>
                <a:gd name="csY20" fmla="*/ 92582 h 153682"/>
                <a:gd name="csX21" fmla="*/ 122199 w 156584"/>
                <a:gd name="csY21" fmla="*/ 92582 h 153682"/>
                <a:gd name="csX22" fmla="*/ 122199 w 156584"/>
                <a:gd name="csY22" fmla="*/ 60698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84" h="153682">
                  <a:moveTo>
                    <a:pt x="156877" y="77703"/>
                  </a:moveTo>
                  <a:cubicBezTo>
                    <a:pt x="156877" y="35190"/>
                    <a:pt x="121986" y="117"/>
                    <a:pt x="78585" y="117"/>
                  </a:cubicBezTo>
                  <a:cubicBezTo>
                    <a:pt x="34972" y="117"/>
                    <a:pt x="293" y="35190"/>
                    <a:pt x="293" y="77703"/>
                  </a:cubicBezTo>
                  <a:cubicBezTo>
                    <a:pt x="293" y="119365"/>
                    <a:pt x="34972" y="153800"/>
                    <a:pt x="78585" y="153800"/>
                  </a:cubicBezTo>
                  <a:cubicBezTo>
                    <a:pt x="122199" y="153800"/>
                    <a:pt x="156877" y="119365"/>
                    <a:pt x="156877" y="77703"/>
                  </a:cubicBezTo>
                  <a:close/>
                  <a:moveTo>
                    <a:pt x="78585" y="147423"/>
                  </a:moveTo>
                  <a:cubicBezTo>
                    <a:pt x="52843" y="147423"/>
                    <a:pt x="21568" y="127442"/>
                    <a:pt x="21568" y="77490"/>
                  </a:cubicBezTo>
                  <a:cubicBezTo>
                    <a:pt x="21568" y="27538"/>
                    <a:pt x="52204" y="6069"/>
                    <a:pt x="78585" y="6069"/>
                  </a:cubicBezTo>
                  <a:cubicBezTo>
                    <a:pt x="104966" y="6069"/>
                    <a:pt x="135602" y="27538"/>
                    <a:pt x="135602" y="77490"/>
                  </a:cubicBezTo>
                  <a:cubicBezTo>
                    <a:pt x="135602" y="127655"/>
                    <a:pt x="104115" y="147423"/>
                    <a:pt x="78585" y="147423"/>
                  </a:cubicBezTo>
                  <a:close/>
                  <a:moveTo>
                    <a:pt x="122199" y="60698"/>
                  </a:moveTo>
                  <a:lnTo>
                    <a:pt x="114966" y="60698"/>
                  </a:lnTo>
                  <a:lnTo>
                    <a:pt x="114966" y="67925"/>
                  </a:lnTo>
                  <a:lnTo>
                    <a:pt x="42205" y="67925"/>
                  </a:lnTo>
                  <a:lnTo>
                    <a:pt x="42205" y="60698"/>
                  </a:lnTo>
                  <a:lnTo>
                    <a:pt x="34972" y="60698"/>
                  </a:lnTo>
                  <a:lnTo>
                    <a:pt x="34972" y="92582"/>
                  </a:lnTo>
                  <a:lnTo>
                    <a:pt x="42205" y="92582"/>
                  </a:lnTo>
                  <a:lnTo>
                    <a:pt x="42205" y="85355"/>
                  </a:lnTo>
                  <a:lnTo>
                    <a:pt x="114966" y="85355"/>
                  </a:lnTo>
                  <a:lnTo>
                    <a:pt x="114966" y="92582"/>
                  </a:lnTo>
                  <a:lnTo>
                    <a:pt x="122199" y="92582"/>
                  </a:lnTo>
                  <a:lnTo>
                    <a:pt x="122199" y="60698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1B43220F-AE29-38C8-50EA-2954F68C0634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1728896" y="5796770"/>
              <a:ext cx="70511" cy="303661"/>
            </a:xfrm>
            <a:custGeom>
              <a:avLst/>
              <a:gdLst>
                <a:gd name="csX0" fmla="*/ 70812 w 70511"/>
                <a:gd name="csY0" fmla="*/ 151945 h 303661"/>
                <a:gd name="csX1" fmla="*/ 50753 w 70511"/>
                <a:gd name="csY1" fmla="*/ 57203 h 303661"/>
                <a:gd name="csX2" fmla="*/ 3340 w 70511"/>
                <a:gd name="csY2" fmla="*/ 114 h 303661"/>
                <a:gd name="csX3" fmla="*/ 301 w 70511"/>
                <a:gd name="csY3" fmla="*/ 3151 h 303661"/>
                <a:gd name="csX4" fmla="*/ 6075 w 70511"/>
                <a:gd name="csY4" fmla="*/ 10135 h 303661"/>
                <a:gd name="csX5" fmla="*/ 53184 w 70511"/>
                <a:gd name="csY5" fmla="*/ 151945 h 303661"/>
                <a:gd name="csX6" fmla="*/ 4252 w 70511"/>
                <a:gd name="csY6" fmla="*/ 295577 h 303661"/>
                <a:gd name="csX7" fmla="*/ 301 w 70511"/>
                <a:gd name="csY7" fmla="*/ 300739 h 303661"/>
                <a:gd name="csX8" fmla="*/ 3340 w 70511"/>
                <a:gd name="csY8" fmla="*/ 303776 h 303661"/>
                <a:gd name="csX9" fmla="*/ 51665 w 70511"/>
                <a:gd name="csY9" fmla="*/ 244562 h 303661"/>
                <a:gd name="csX10" fmla="*/ 70812 w 70511"/>
                <a:gd name="csY10" fmla="*/ 15194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11" h="303661">
                  <a:moveTo>
                    <a:pt x="70812" y="151945"/>
                  </a:moveTo>
                  <a:cubicBezTo>
                    <a:pt x="70812" y="128259"/>
                    <a:pt x="67469" y="91516"/>
                    <a:pt x="50753" y="57203"/>
                  </a:cubicBezTo>
                  <a:cubicBezTo>
                    <a:pt x="32517" y="19852"/>
                    <a:pt x="6379" y="114"/>
                    <a:pt x="3340" y="114"/>
                  </a:cubicBezTo>
                  <a:cubicBezTo>
                    <a:pt x="1516" y="114"/>
                    <a:pt x="301" y="1329"/>
                    <a:pt x="301" y="3151"/>
                  </a:cubicBezTo>
                  <a:cubicBezTo>
                    <a:pt x="301" y="4062"/>
                    <a:pt x="301" y="4669"/>
                    <a:pt x="6075" y="10135"/>
                  </a:cubicBezTo>
                  <a:cubicBezTo>
                    <a:pt x="35860" y="40198"/>
                    <a:pt x="53184" y="88480"/>
                    <a:pt x="53184" y="151945"/>
                  </a:cubicBezTo>
                  <a:cubicBezTo>
                    <a:pt x="53184" y="203871"/>
                    <a:pt x="41939" y="257315"/>
                    <a:pt x="4252" y="295577"/>
                  </a:cubicBezTo>
                  <a:cubicBezTo>
                    <a:pt x="301" y="299221"/>
                    <a:pt x="301" y="299828"/>
                    <a:pt x="301" y="300739"/>
                  </a:cubicBezTo>
                  <a:cubicBezTo>
                    <a:pt x="301" y="302561"/>
                    <a:pt x="1516" y="303776"/>
                    <a:pt x="3340" y="303776"/>
                  </a:cubicBezTo>
                  <a:cubicBezTo>
                    <a:pt x="6379" y="303776"/>
                    <a:pt x="33733" y="283127"/>
                    <a:pt x="51665" y="244562"/>
                  </a:cubicBezTo>
                  <a:cubicBezTo>
                    <a:pt x="67165" y="211159"/>
                    <a:pt x="70812" y="177453"/>
                    <a:pt x="70812" y="151945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ED56D66D-819D-C6C3-76B6-703250599F53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11914325" y="5847482"/>
              <a:ext cx="202112" cy="202238"/>
            </a:xfrm>
            <a:custGeom>
              <a:avLst/>
              <a:gdLst>
                <a:gd name="csX0" fmla="*/ 107594 w 202112"/>
                <a:gd name="csY0" fmla="*/ 107307 h 202238"/>
                <a:gd name="csX1" fmla="*/ 192390 w 202112"/>
                <a:gd name="csY1" fmla="*/ 107307 h 202238"/>
                <a:gd name="csX2" fmla="*/ 202419 w 202112"/>
                <a:gd name="csY2" fmla="*/ 101234 h 202238"/>
                <a:gd name="csX3" fmla="*/ 192390 w 202112"/>
                <a:gd name="csY3" fmla="*/ 95160 h 202238"/>
                <a:gd name="csX4" fmla="*/ 107594 w 202112"/>
                <a:gd name="csY4" fmla="*/ 95160 h 202238"/>
                <a:gd name="csX5" fmla="*/ 107594 w 202112"/>
                <a:gd name="csY5" fmla="*/ 10135 h 202238"/>
                <a:gd name="csX6" fmla="*/ 101515 w 202112"/>
                <a:gd name="csY6" fmla="*/ 114 h 202238"/>
                <a:gd name="csX7" fmla="*/ 95436 w 202112"/>
                <a:gd name="csY7" fmla="*/ 10135 h 202238"/>
                <a:gd name="csX8" fmla="*/ 95436 w 202112"/>
                <a:gd name="csY8" fmla="*/ 95160 h 202238"/>
                <a:gd name="csX9" fmla="*/ 10336 w 202112"/>
                <a:gd name="csY9" fmla="*/ 95160 h 202238"/>
                <a:gd name="csX10" fmla="*/ 307 w 202112"/>
                <a:gd name="csY10" fmla="*/ 101234 h 202238"/>
                <a:gd name="csX11" fmla="*/ 10336 w 202112"/>
                <a:gd name="csY11" fmla="*/ 107307 h 202238"/>
                <a:gd name="csX12" fmla="*/ 95436 w 202112"/>
                <a:gd name="csY12" fmla="*/ 107307 h 202238"/>
                <a:gd name="csX13" fmla="*/ 95436 w 202112"/>
                <a:gd name="csY13" fmla="*/ 192332 h 202238"/>
                <a:gd name="csX14" fmla="*/ 101515 w 202112"/>
                <a:gd name="csY14" fmla="*/ 202353 h 202238"/>
                <a:gd name="csX15" fmla="*/ 107594 w 202112"/>
                <a:gd name="csY15" fmla="*/ 192332 h 202238"/>
                <a:gd name="csX16" fmla="*/ 107594 w 202112"/>
                <a:gd name="csY16" fmla="*/ 107307 h 2022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02112" h="202238">
                  <a:moveTo>
                    <a:pt x="107594" y="107307"/>
                  </a:moveTo>
                  <a:lnTo>
                    <a:pt x="192390" y="107307"/>
                  </a:lnTo>
                  <a:cubicBezTo>
                    <a:pt x="196645" y="107307"/>
                    <a:pt x="202419" y="107307"/>
                    <a:pt x="202419" y="101234"/>
                  </a:cubicBezTo>
                  <a:cubicBezTo>
                    <a:pt x="202419" y="95160"/>
                    <a:pt x="196645" y="95160"/>
                    <a:pt x="192390" y="95160"/>
                  </a:cubicBezTo>
                  <a:lnTo>
                    <a:pt x="107594" y="95160"/>
                  </a:lnTo>
                  <a:lnTo>
                    <a:pt x="107594" y="10135"/>
                  </a:lnTo>
                  <a:cubicBezTo>
                    <a:pt x="107594" y="5884"/>
                    <a:pt x="107594" y="114"/>
                    <a:pt x="101515" y="114"/>
                  </a:cubicBezTo>
                  <a:cubicBezTo>
                    <a:pt x="95436" y="114"/>
                    <a:pt x="95436" y="5884"/>
                    <a:pt x="95436" y="10135"/>
                  </a:cubicBezTo>
                  <a:lnTo>
                    <a:pt x="95436" y="95160"/>
                  </a:lnTo>
                  <a:lnTo>
                    <a:pt x="10336" y="95160"/>
                  </a:lnTo>
                  <a:cubicBezTo>
                    <a:pt x="6081" y="95160"/>
                    <a:pt x="307" y="95160"/>
                    <a:pt x="307" y="101234"/>
                  </a:cubicBezTo>
                  <a:cubicBezTo>
                    <a:pt x="307" y="107307"/>
                    <a:pt x="6081" y="107307"/>
                    <a:pt x="10336" y="107307"/>
                  </a:cubicBezTo>
                  <a:lnTo>
                    <a:pt x="95436" y="107307"/>
                  </a:lnTo>
                  <a:lnTo>
                    <a:pt x="95436" y="192332"/>
                  </a:lnTo>
                  <a:cubicBezTo>
                    <a:pt x="95436" y="196583"/>
                    <a:pt x="95436" y="202353"/>
                    <a:pt x="101515" y="202353"/>
                  </a:cubicBezTo>
                  <a:cubicBezTo>
                    <a:pt x="107594" y="202353"/>
                    <a:pt x="107594" y="196583"/>
                    <a:pt x="107594" y="192332"/>
                  </a:cubicBezTo>
                  <a:lnTo>
                    <a:pt x="107594" y="107307"/>
                  </a:ln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74263E9B-486B-7FE2-6084-0B6134CA7CC1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12215213" y="5874204"/>
              <a:ext cx="120486" cy="153045"/>
            </a:xfrm>
            <a:custGeom>
              <a:avLst/>
              <a:gdLst>
                <a:gd name="csX0" fmla="*/ 72044 w 120486"/>
                <a:gd name="csY0" fmla="*/ 153160 h 153045"/>
                <a:gd name="csX1" fmla="*/ 94535 w 120486"/>
                <a:gd name="csY1" fmla="*/ 149819 h 153045"/>
                <a:gd name="csX2" fmla="*/ 115810 w 120486"/>
                <a:gd name="csY2" fmla="*/ 138280 h 153045"/>
                <a:gd name="csX3" fmla="*/ 120065 w 120486"/>
                <a:gd name="csY3" fmla="*/ 129474 h 153045"/>
                <a:gd name="csX4" fmla="*/ 115506 w 120486"/>
                <a:gd name="csY4" fmla="*/ 121275 h 153045"/>
                <a:gd name="csX5" fmla="*/ 105476 w 120486"/>
                <a:gd name="csY5" fmla="*/ 122186 h 153045"/>
                <a:gd name="csX6" fmla="*/ 89064 w 120486"/>
                <a:gd name="csY6" fmla="*/ 130689 h 153045"/>
                <a:gd name="csX7" fmla="*/ 73564 w 120486"/>
                <a:gd name="csY7" fmla="*/ 133118 h 153045"/>
                <a:gd name="csX8" fmla="*/ 38004 w 120486"/>
                <a:gd name="csY8" fmla="*/ 117935 h 153045"/>
                <a:gd name="csX9" fmla="*/ 25543 w 120486"/>
                <a:gd name="csY9" fmla="*/ 76030 h 153045"/>
                <a:gd name="csX10" fmla="*/ 38004 w 120486"/>
                <a:gd name="csY10" fmla="*/ 34732 h 153045"/>
                <a:gd name="csX11" fmla="*/ 73564 w 120486"/>
                <a:gd name="csY11" fmla="*/ 20156 h 153045"/>
                <a:gd name="csX12" fmla="*/ 89064 w 120486"/>
                <a:gd name="csY12" fmla="*/ 22585 h 153045"/>
                <a:gd name="csX13" fmla="*/ 105476 w 120486"/>
                <a:gd name="csY13" fmla="*/ 31088 h 153045"/>
                <a:gd name="csX14" fmla="*/ 115506 w 120486"/>
                <a:gd name="csY14" fmla="*/ 32302 h 153045"/>
                <a:gd name="csX15" fmla="*/ 120672 w 120486"/>
                <a:gd name="csY15" fmla="*/ 24104 h 153045"/>
                <a:gd name="csX16" fmla="*/ 116417 w 120486"/>
                <a:gd name="csY16" fmla="*/ 14994 h 153045"/>
                <a:gd name="csX17" fmla="*/ 94839 w 120486"/>
                <a:gd name="csY17" fmla="*/ 3758 h 153045"/>
                <a:gd name="csX18" fmla="*/ 72044 w 120486"/>
                <a:gd name="csY18" fmla="*/ 114 h 153045"/>
                <a:gd name="csX19" fmla="*/ 19464 w 120486"/>
                <a:gd name="csY19" fmla="*/ 20460 h 153045"/>
                <a:gd name="csX20" fmla="*/ 317 w 120486"/>
                <a:gd name="csY20" fmla="*/ 75726 h 153045"/>
                <a:gd name="csX21" fmla="*/ 8827 w 120486"/>
                <a:gd name="csY21" fmla="*/ 116720 h 153045"/>
                <a:gd name="csX22" fmla="*/ 33749 w 120486"/>
                <a:gd name="csY22" fmla="*/ 143746 h 153045"/>
                <a:gd name="csX23" fmla="*/ 72044 w 120486"/>
                <a:gd name="csY23" fmla="*/ 15316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20486" h="153045">
                  <a:moveTo>
                    <a:pt x="72044" y="153160"/>
                  </a:moveTo>
                  <a:cubicBezTo>
                    <a:pt x="79338" y="153160"/>
                    <a:pt x="86632" y="152249"/>
                    <a:pt x="94535" y="149819"/>
                  </a:cubicBezTo>
                  <a:cubicBezTo>
                    <a:pt x="102133" y="147390"/>
                    <a:pt x="109123" y="143746"/>
                    <a:pt x="115810" y="138280"/>
                  </a:cubicBezTo>
                  <a:cubicBezTo>
                    <a:pt x="118849" y="136155"/>
                    <a:pt x="120368" y="133118"/>
                    <a:pt x="120065" y="129474"/>
                  </a:cubicBezTo>
                  <a:cubicBezTo>
                    <a:pt x="119761" y="125830"/>
                    <a:pt x="118241" y="123097"/>
                    <a:pt x="115506" y="121275"/>
                  </a:cubicBezTo>
                  <a:cubicBezTo>
                    <a:pt x="112466" y="119453"/>
                    <a:pt x="109123" y="119757"/>
                    <a:pt x="105476" y="122186"/>
                  </a:cubicBezTo>
                  <a:cubicBezTo>
                    <a:pt x="100005" y="126437"/>
                    <a:pt x="94535" y="129170"/>
                    <a:pt x="89064" y="130689"/>
                  </a:cubicBezTo>
                  <a:cubicBezTo>
                    <a:pt x="83593" y="132511"/>
                    <a:pt x="78426" y="133118"/>
                    <a:pt x="73564" y="133118"/>
                  </a:cubicBezTo>
                  <a:cubicBezTo>
                    <a:pt x="58063" y="133118"/>
                    <a:pt x="46210" y="128259"/>
                    <a:pt x="38004" y="117935"/>
                  </a:cubicBezTo>
                  <a:cubicBezTo>
                    <a:pt x="29494" y="107610"/>
                    <a:pt x="25543" y="93642"/>
                    <a:pt x="25543" y="76030"/>
                  </a:cubicBezTo>
                  <a:cubicBezTo>
                    <a:pt x="25543" y="58114"/>
                    <a:pt x="29494" y="44449"/>
                    <a:pt x="38004" y="34732"/>
                  </a:cubicBezTo>
                  <a:cubicBezTo>
                    <a:pt x="46210" y="25015"/>
                    <a:pt x="58063" y="20156"/>
                    <a:pt x="73564" y="20156"/>
                  </a:cubicBezTo>
                  <a:cubicBezTo>
                    <a:pt x="78426" y="20156"/>
                    <a:pt x="83593" y="21067"/>
                    <a:pt x="89064" y="22585"/>
                  </a:cubicBezTo>
                  <a:cubicBezTo>
                    <a:pt x="94535" y="24407"/>
                    <a:pt x="100005" y="27140"/>
                    <a:pt x="105476" y="31088"/>
                  </a:cubicBezTo>
                  <a:cubicBezTo>
                    <a:pt x="109123" y="33821"/>
                    <a:pt x="112466" y="34124"/>
                    <a:pt x="115506" y="32302"/>
                  </a:cubicBezTo>
                  <a:cubicBezTo>
                    <a:pt x="118545" y="30480"/>
                    <a:pt x="120065" y="27747"/>
                    <a:pt x="120672" y="24104"/>
                  </a:cubicBezTo>
                  <a:cubicBezTo>
                    <a:pt x="121280" y="20460"/>
                    <a:pt x="119761" y="17423"/>
                    <a:pt x="116417" y="14994"/>
                  </a:cubicBezTo>
                  <a:cubicBezTo>
                    <a:pt x="109731" y="9832"/>
                    <a:pt x="102741" y="6188"/>
                    <a:pt x="94839" y="3758"/>
                  </a:cubicBezTo>
                  <a:cubicBezTo>
                    <a:pt x="86936" y="1329"/>
                    <a:pt x="79338" y="114"/>
                    <a:pt x="72044" y="114"/>
                  </a:cubicBezTo>
                  <a:cubicBezTo>
                    <a:pt x="49553" y="114"/>
                    <a:pt x="32229" y="7099"/>
                    <a:pt x="19464" y="20460"/>
                  </a:cubicBezTo>
                  <a:cubicBezTo>
                    <a:pt x="6699" y="33821"/>
                    <a:pt x="317" y="52344"/>
                    <a:pt x="317" y="75726"/>
                  </a:cubicBezTo>
                  <a:cubicBezTo>
                    <a:pt x="317" y="91516"/>
                    <a:pt x="3052" y="105181"/>
                    <a:pt x="8827" y="116720"/>
                  </a:cubicBezTo>
                  <a:cubicBezTo>
                    <a:pt x="14601" y="128259"/>
                    <a:pt x="22807" y="137369"/>
                    <a:pt x="33749" y="143746"/>
                  </a:cubicBezTo>
                  <a:cubicBezTo>
                    <a:pt x="44386" y="150123"/>
                    <a:pt x="57151" y="153160"/>
                    <a:pt x="72044" y="15316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219F9AD-CF37-11A6-74C5-70C50D9A2051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12352893" y="5874204"/>
              <a:ext cx="141022" cy="153045"/>
            </a:xfrm>
            <a:custGeom>
              <a:avLst/>
              <a:gdLst>
                <a:gd name="csX0" fmla="*/ 70833 w 141022"/>
                <a:gd name="csY0" fmla="*/ 153160 h 153045"/>
                <a:gd name="csX1" fmla="*/ 107912 w 141022"/>
                <a:gd name="csY1" fmla="*/ 143746 h 153045"/>
                <a:gd name="csX2" fmla="*/ 132530 w 141022"/>
                <a:gd name="csY2" fmla="*/ 117328 h 153045"/>
                <a:gd name="csX3" fmla="*/ 141344 w 141022"/>
                <a:gd name="csY3" fmla="*/ 76637 h 153045"/>
                <a:gd name="csX4" fmla="*/ 132530 w 141022"/>
                <a:gd name="csY4" fmla="*/ 36250 h 153045"/>
                <a:gd name="csX5" fmla="*/ 107912 w 141022"/>
                <a:gd name="csY5" fmla="*/ 9528 h 153045"/>
                <a:gd name="csX6" fmla="*/ 70833 w 141022"/>
                <a:gd name="csY6" fmla="*/ 114 h 153045"/>
                <a:gd name="csX7" fmla="*/ 33449 w 141022"/>
                <a:gd name="csY7" fmla="*/ 9528 h 153045"/>
                <a:gd name="csX8" fmla="*/ 8831 w 141022"/>
                <a:gd name="csY8" fmla="*/ 36250 h 153045"/>
                <a:gd name="csX9" fmla="*/ 321 w 141022"/>
                <a:gd name="csY9" fmla="*/ 76637 h 153045"/>
                <a:gd name="csX10" fmla="*/ 8831 w 141022"/>
                <a:gd name="csY10" fmla="*/ 117328 h 153045"/>
                <a:gd name="csX11" fmla="*/ 33449 w 141022"/>
                <a:gd name="csY11" fmla="*/ 143746 h 153045"/>
                <a:gd name="csX12" fmla="*/ 70833 w 141022"/>
                <a:gd name="csY12" fmla="*/ 153160 h 153045"/>
                <a:gd name="csX13" fmla="*/ 70833 w 141022"/>
                <a:gd name="csY13" fmla="*/ 133422 h 153045"/>
                <a:gd name="csX14" fmla="*/ 37401 w 141022"/>
                <a:gd name="csY14" fmla="*/ 118846 h 153045"/>
                <a:gd name="csX15" fmla="*/ 25243 w 141022"/>
                <a:gd name="csY15" fmla="*/ 76637 h 153045"/>
                <a:gd name="csX16" fmla="*/ 37401 w 141022"/>
                <a:gd name="csY16" fmla="*/ 34428 h 153045"/>
                <a:gd name="csX17" fmla="*/ 70833 w 141022"/>
                <a:gd name="csY17" fmla="*/ 19852 h 153045"/>
                <a:gd name="csX18" fmla="*/ 103961 w 141022"/>
                <a:gd name="csY18" fmla="*/ 34428 h 153045"/>
                <a:gd name="csX19" fmla="*/ 116422 w 141022"/>
                <a:gd name="csY19" fmla="*/ 76637 h 153045"/>
                <a:gd name="csX20" fmla="*/ 103961 w 141022"/>
                <a:gd name="csY20" fmla="*/ 118846 h 153045"/>
                <a:gd name="csX21" fmla="*/ 70833 w 141022"/>
                <a:gd name="csY21" fmla="*/ 133422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1022" h="153045">
                  <a:moveTo>
                    <a:pt x="70833" y="153160"/>
                  </a:moveTo>
                  <a:cubicBezTo>
                    <a:pt x="84813" y="153160"/>
                    <a:pt x="97274" y="150123"/>
                    <a:pt x="107912" y="143746"/>
                  </a:cubicBezTo>
                  <a:cubicBezTo>
                    <a:pt x="118549" y="137673"/>
                    <a:pt x="126756" y="128867"/>
                    <a:pt x="132530" y="117328"/>
                  </a:cubicBezTo>
                  <a:cubicBezTo>
                    <a:pt x="138305" y="105788"/>
                    <a:pt x="141344" y="92427"/>
                    <a:pt x="141344" y="76637"/>
                  </a:cubicBezTo>
                  <a:cubicBezTo>
                    <a:pt x="141344" y="61150"/>
                    <a:pt x="138305" y="47789"/>
                    <a:pt x="132530" y="36250"/>
                  </a:cubicBezTo>
                  <a:cubicBezTo>
                    <a:pt x="126756" y="24711"/>
                    <a:pt x="118549" y="15905"/>
                    <a:pt x="107912" y="9528"/>
                  </a:cubicBezTo>
                  <a:cubicBezTo>
                    <a:pt x="97274" y="3455"/>
                    <a:pt x="84813" y="114"/>
                    <a:pt x="70833" y="114"/>
                  </a:cubicBezTo>
                  <a:cubicBezTo>
                    <a:pt x="56244" y="114"/>
                    <a:pt x="43783" y="3455"/>
                    <a:pt x="33449" y="9528"/>
                  </a:cubicBezTo>
                  <a:cubicBezTo>
                    <a:pt x="22812" y="15905"/>
                    <a:pt x="14606" y="24711"/>
                    <a:pt x="8831" y="36250"/>
                  </a:cubicBezTo>
                  <a:cubicBezTo>
                    <a:pt x="3057" y="47789"/>
                    <a:pt x="321" y="61150"/>
                    <a:pt x="321" y="76637"/>
                  </a:cubicBezTo>
                  <a:cubicBezTo>
                    <a:pt x="321" y="92427"/>
                    <a:pt x="3057" y="105788"/>
                    <a:pt x="8831" y="117328"/>
                  </a:cubicBezTo>
                  <a:cubicBezTo>
                    <a:pt x="14606" y="128867"/>
                    <a:pt x="22812" y="137673"/>
                    <a:pt x="33449" y="143746"/>
                  </a:cubicBezTo>
                  <a:cubicBezTo>
                    <a:pt x="43783" y="150123"/>
                    <a:pt x="56244" y="153160"/>
                    <a:pt x="70833" y="153160"/>
                  </a:cubicBezTo>
                  <a:close/>
                  <a:moveTo>
                    <a:pt x="70833" y="133422"/>
                  </a:moveTo>
                  <a:cubicBezTo>
                    <a:pt x="56852" y="133422"/>
                    <a:pt x="45607" y="128563"/>
                    <a:pt x="37401" y="118846"/>
                  </a:cubicBezTo>
                  <a:cubicBezTo>
                    <a:pt x="29194" y="109129"/>
                    <a:pt x="25243" y="94857"/>
                    <a:pt x="25243" y="76637"/>
                  </a:cubicBezTo>
                  <a:cubicBezTo>
                    <a:pt x="25243" y="58417"/>
                    <a:pt x="29194" y="44145"/>
                    <a:pt x="37401" y="34428"/>
                  </a:cubicBezTo>
                  <a:cubicBezTo>
                    <a:pt x="45607" y="24711"/>
                    <a:pt x="56852" y="19852"/>
                    <a:pt x="70833" y="19852"/>
                  </a:cubicBezTo>
                  <a:cubicBezTo>
                    <a:pt x="84509" y="19852"/>
                    <a:pt x="95451" y="24711"/>
                    <a:pt x="103961" y="34428"/>
                  </a:cubicBezTo>
                  <a:cubicBezTo>
                    <a:pt x="112167" y="44145"/>
                    <a:pt x="116422" y="58417"/>
                    <a:pt x="116422" y="76637"/>
                  </a:cubicBezTo>
                  <a:cubicBezTo>
                    <a:pt x="116422" y="94857"/>
                    <a:pt x="112167" y="109129"/>
                    <a:pt x="103961" y="118846"/>
                  </a:cubicBezTo>
                  <a:cubicBezTo>
                    <a:pt x="95451" y="128563"/>
                    <a:pt x="84509" y="133422"/>
                    <a:pt x="70833" y="133422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9FF35F68-7F82-E0F4-51B5-E2B35E1932AC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12522181" y="5874204"/>
              <a:ext cx="117620" cy="153045"/>
            </a:xfrm>
            <a:custGeom>
              <a:avLst/>
              <a:gdLst>
                <a:gd name="csX0" fmla="*/ 58985 w 117620"/>
                <a:gd name="csY0" fmla="*/ 153160 h 153045"/>
                <a:gd name="csX1" fmla="*/ 101839 w 117620"/>
                <a:gd name="csY1" fmla="*/ 141620 h 153045"/>
                <a:gd name="csX2" fmla="*/ 117947 w 117620"/>
                <a:gd name="csY2" fmla="*/ 109432 h 153045"/>
                <a:gd name="csX3" fmla="*/ 107917 w 117620"/>
                <a:gd name="csY3" fmla="*/ 84532 h 153045"/>
                <a:gd name="csX4" fmla="*/ 78436 w 117620"/>
                <a:gd name="csY4" fmla="*/ 70867 h 153045"/>
                <a:gd name="csX5" fmla="*/ 50779 w 117620"/>
                <a:gd name="csY5" fmla="*/ 65098 h 153045"/>
                <a:gd name="csX6" fmla="*/ 28288 w 117620"/>
                <a:gd name="csY6" fmla="*/ 43234 h 153045"/>
                <a:gd name="csX7" fmla="*/ 37102 w 117620"/>
                <a:gd name="csY7" fmla="*/ 25622 h 153045"/>
                <a:gd name="csX8" fmla="*/ 62936 w 117620"/>
                <a:gd name="csY8" fmla="*/ 18941 h 153045"/>
                <a:gd name="csX9" fmla="*/ 81476 w 117620"/>
                <a:gd name="csY9" fmla="*/ 21978 h 153045"/>
                <a:gd name="csX10" fmla="*/ 100015 w 117620"/>
                <a:gd name="csY10" fmla="*/ 30784 h 153045"/>
                <a:gd name="csX11" fmla="*/ 109741 w 117620"/>
                <a:gd name="csY11" fmla="*/ 31695 h 153045"/>
                <a:gd name="csX12" fmla="*/ 114604 w 117620"/>
                <a:gd name="csY12" fmla="*/ 23496 h 153045"/>
                <a:gd name="csX13" fmla="*/ 110045 w 117620"/>
                <a:gd name="csY13" fmla="*/ 14690 h 153045"/>
                <a:gd name="csX14" fmla="*/ 88162 w 117620"/>
                <a:gd name="csY14" fmla="*/ 3758 h 153045"/>
                <a:gd name="csX15" fmla="*/ 62936 w 117620"/>
                <a:gd name="csY15" fmla="*/ 114 h 153045"/>
                <a:gd name="csX16" fmla="*/ 20994 w 117620"/>
                <a:gd name="csY16" fmla="*/ 12261 h 153045"/>
                <a:gd name="csX17" fmla="*/ 5190 w 117620"/>
                <a:gd name="csY17" fmla="*/ 44449 h 153045"/>
                <a:gd name="csX18" fmla="*/ 42877 w 117620"/>
                <a:gd name="csY18" fmla="*/ 83318 h 153045"/>
                <a:gd name="csX19" fmla="*/ 70534 w 117620"/>
                <a:gd name="csY19" fmla="*/ 89391 h 153045"/>
                <a:gd name="csX20" fmla="*/ 88770 w 117620"/>
                <a:gd name="csY20" fmla="*/ 97286 h 153045"/>
                <a:gd name="csX21" fmla="*/ 94545 w 117620"/>
                <a:gd name="csY21" fmla="*/ 110647 h 153045"/>
                <a:gd name="csX22" fmla="*/ 85731 w 117620"/>
                <a:gd name="csY22" fmla="*/ 127956 h 153045"/>
                <a:gd name="csX23" fmla="*/ 59593 w 117620"/>
                <a:gd name="csY23" fmla="*/ 134333 h 153045"/>
                <a:gd name="csX24" fmla="*/ 37406 w 117620"/>
                <a:gd name="csY24" fmla="*/ 131600 h 153045"/>
                <a:gd name="csX25" fmla="*/ 14611 w 117620"/>
                <a:gd name="csY25" fmla="*/ 121275 h 153045"/>
                <a:gd name="csX26" fmla="*/ 4582 w 117620"/>
                <a:gd name="csY26" fmla="*/ 121275 h 153045"/>
                <a:gd name="csX27" fmla="*/ 327 w 117620"/>
                <a:gd name="csY27" fmla="*/ 129778 h 153045"/>
                <a:gd name="csX28" fmla="*/ 5797 w 117620"/>
                <a:gd name="csY28" fmla="*/ 138280 h 153045"/>
                <a:gd name="csX29" fmla="*/ 31327 w 117620"/>
                <a:gd name="csY29" fmla="*/ 149819 h 153045"/>
                <a:gd name="csX30" fmla="*/ 58985 w 117620"/>
                <a:gd name="csY30" fmla="*/ 15316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7620" h="153045">
                  <a:moveTo>
                    <a:pt x="58985" y="153160"/>
                  </a:moveTo>
                  <a:cubicBezTo>
                    <a:pt x="76613" y="153160"/>
                    <a:pt x="90897" y="149516"/>
                    <a:pt x="101839" y="141620"/>
                  </a:cubicBezTo>
                  <a:cubicBezTo>
                    <a:pt x="112476" y="133725"/>
                    <a:pt x="117947" y="123097"/>
                    <a:pt x="117947" y="109432"/>
                  </a:cubicBezTo>
                  <a:cubicBezTo>
                    <a:pt x="117947" y="99108"/>
                    <a:pt x="114604" y="90605"/>
                    <a:pt x="107917" y="84532"/>
                  </a:cubicBezTo>
                  <a:cubicBezTo>
                    <a:pt x="101231" y="78459"/>
                    <a:pt x="91201" y="73904"/>
                    <a:pt x="78436" y="70867"/>
                  </a:cubicBezTo>
                  <a:lnTo>
                    <a:pt x="50779" y="65098"/>
                  </a:lnTo>
                  <a:cubicBezTo>
                    <a:pt x="35582" y="62061"/>
                    <a:pt x="28288" y="54773"/>
                    <a:pt x="28288" y="43234"/>
                  </a:cubicBezTo>
                  <a:cubicBezTo>
                    <a:pt x="28288" y="35946"/>
                    <a:pt x="31024" y="30177"/>
                    <a:pt x="37102" y="25622"/>
                  </a:cubicBezTo>
                  <a:cubicBezTo>
                    <a:pt x="42877" y="21371"/>
                    <a:pt x="51387" y="18941"/>
                    <a:pt x="62936" y="18941"/>
                  </a:cubicBezTo>
                  <a:cubicBezTo>
                    <a:pt x="69015" y="18941"/>
                    <a:pt x="75093" y="20156"/>
                    <a:pt x="81476" y="21978"/>
                  </a:cubicBezTo>
                  <a:cubicBezTo>
                    <a:pt x="87554" y="23800"/>
                    <a:pt x="93937" y="26837"/>
                    <a:pt x="100015" y="30784"/>
                  </a:cubicBezTo>
                  <a:cubicBezTo>
                    <a:pt x="103662" y="33213"/>
                    <a:pt x="107006" y="33517"/>
                    <a:pt x="109741" y="31695"/>
                  </a:cubicBezTo>
                  <a:cubicBezTo>
                    <a:pt x="112476" y="29873"/>
                    <a:pt x="113996" y="27140"/>
                    <a:pt x="114604" y="23496"/>
                  </a:cubicBezTo>
                  <a:cubicBezTo>
                    <a:pt x="114908" y="20156"/>
                    <a:pt x="113388" y="17119"/>
                    <a:pt x="110045" y="14690"/>
                  </a:cubicBezTo>
                  <a:cubicBezTo>
                    <a:pt x="103359" y="9832"/>
                    <a:pt x="96064" y="6188"/>
                    <a:pt x="88162" y="3758"/>
                  </a:cubicBezTo>
                  <a:cubicBezTo>
                    <a:pt x="79956" y="1329"/>
                    <a:pt x="71446" y="114"/>
                    <a:pt x="62936" y="114"/>
                  </a:cubicBezTo>
                  <a:cubicBezTo>
                    <a:pt x="45612" y="114"/>
                    <a:pt x="31631" y="4366"/>
                    <a:pt x="20994" y="12261"/>
                  </a:cubicBezTo>
                  <a:cubicBezTo>
                    <a:pt x="10356" y="20460"/>
                    <a:pt x="5190" y="31088"/>
                    <a:pt x="5190" y="44449"/>
                  </a:cubicBezTo>
                  <a:cubicBezTo>
                    <a:pt x="5190" y="65098"/>
                    <a:pt x="17651" y="77852"/>
                    <a:pt x="42877" y="83318"/>
                  </a:cubicBezTo>
                  <a:lnTo>
                    <a:pt x="70534" y="89391"/>
                  </a:lnTo>
                  <a:cubicBezTo>
                    <a:pt x="78740" y="91213"/>
                    <a:pt x="84819" y="93946"/>
                    <a:pt x="88770" y="97286"/>
                  </a:cubicBezTo>
                  <a:cubicBezTo>
                    <a:pt x="92417" y="100626"/>
                    <a:pt x="94545" y="105181"/>
                    <a:pt x="94545" y="110647"/>
                  </a:cubicBezTo>
                  <a:cubicBezTo>
                    <a:pt x="94545" y="117935"/>
                    <a:pt x="91505" y="123704"/>
                    <a:pt x="85731" y="127956"/>
                  </a:cubicBezTo>
                  <a:cubicBezTo>
                    <a:pt x="79652" y="132207"/>
                    <a:pt x="71142" y="134333"/>
                    <a:pt x="59593" y="134333"/>
                  </a:cubicBezTo>
                  <a:cubicBezTo>
                    <a:pt x="52299" y="134333"/>
                    <a:pt x="44700" y="133422"/>
                    <a:pt x="37406" y="131600"/>
                  </a:cubicBezTo>
                  <a:cubicBezTo>
                    <a:pt x="30112" y="129778"/>
                    <a:pt x="22514" y="126134"/>
                    <a:pt x="14611" y="121275"/>
                  </a:cubicBezTo>
                  <a:cubicBezTo>
                    <a:pt x="10356" y="119453"/>
                    <a:pt x="7013" y="119453"/>
                    <a:pt x="4582" y="121275"/>
                  </a:cubicBezTo>
                  <a:cubicBezTo>
                    <a:pt x="1846" y="123401"/>
                    <a:pt x="327" y="126134"/>
                    <a:pt x="327" y="129778"/>
                  </a:cubicBezTo>
                  <a:cubicBezTo>
                    <a:pt x="327" y="133422"/>
                    <a:pt x="2150" y="136155"/>
                    <a:pt x="5797" y="138280"/>
                  </a:cubicBezTo>
                  <a:cubicBezTo>
                    <a:pt x="13700" y="143746"/>
                    <a:pt x="22210" y="147390"/>
                    <a:pt x="31327" y="149819"/>
                  </a:cubicBezTo>
                  <a:cubicBezTo>
                    <a:pt x="40445" y="152249"/>
                    <a:pt x="49867" y="153160"/>
                    <a:pt x="58985" y="153160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C96D1E1A-6B14-70AA-11EB-966FE1BFDFB1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12684174" y="5796770"/>
              <a:ext cx="70511" cy="303661"/>
            </a:xfrm>
            <a:custGeom>
              <a:avLst/>
              <a:gdLst>
                <a:gd name="csX0" fmla="*/ 70843 w 70511"/>
                <a:gd name="csY0" fmla="*/ 300739 h 303661"/>
                <a:gd name="csX1" fmla="*/ 65676 w 70511"/>
                <a:gd name="csY1" fmla="*/ 294058 h 303661"/>
                <a:gd name="csX2" fmla="*/ 17959 w 70511"/>
                <a:gd name="csY2" fmla="*/ 151945 h 303661"/>
                <a:gd name="csX3" fmla="*/ 66892 w 70511"/>
                <a:gd name="csY3" fmla="*/ 8313 h 303661"/>
                <a:gd name="csX4" fmla="*/ 70843 w 70511"/>
                <a:gd name="csY4" fmla="*/ 3151 h 303661"/>
                <a:gd name="csX5" fmla="*/ 67804 w 70511"/>
                <a:gd name="csY5" fmla="*/ 114 h 303661"/>
                <a:gd name="csX6" fmla="*/ 19479 w 70511"/>
                <a:gd name="csY6" fmla="*/ 59328 h 303661"/>
                <a:gd name="csX7" fmla="*/ 332 w 70511"/>
                <a:gd name="csY7" fmla="*/ 151945 h 303661"/>
                <a:gd name="csX8" fmla="*/ 20391 w 70511"/>
                <a:gd name="csY8" fmla="*/ 246687 h 303661"/>
                <a:gd name="csX9" fmla="*/ 67804 w 70511"/>
                <a:gd name="csY9" fmla="*/ 303776 h 303661"/>
                <a:gd name="csX10" fmla="*/ 70843 w 70511"/>
                <a:gd name="csY10" fmla="*/ 30073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11" h="303661">
                  <a:moveTo>
                    <a:pt x="70843" y="300739"/>
                  </a:moveTo>
                  <a:cubicBezTo>
                    <a:pt x="70843" y="299828"/>
                    <a:pt x="70843" y="299221"/>
                    <a:pt x="65676" y="294058"/>
                  </a:cubicBezTo>
                  <a:cubicBezTo>
                    <a:pt x="27685" y="255797"/>
                    <a:pt x="17959" y="198405"/>
                    <a:pt x="17959" y="151945"/>
                  </a:cubicBezTo>
                  <a:cubicBezTo>
                    <a:pt x="17959" y="99108"/>
                    <a:pt x="29509" y="46271"/>
                    <a:pt x="66892" y="8313"/>
                  </a:cubicBezTo>
                  <a:cubicBezTo>
                    <a:pt x="70843" y="4669"/>
                    <a:pt x="70843" y="4062"/>
                    <a:pt x="70843" y="3151"/>
                  </a:cubicBezTo>
                  <a:cubicBezTo>
                    <a:pt x="70843" y="1025"/>
                    <a:pt x="69627" y="114"/>
                    <a:pt x="67804" y="114"/>
                  </a:cubicBezTo>
                  <a:cubicBezTo>
                    <a:pt x="64764" y="114"/>
                    <a:pt x="37411" y="20763"/>
                    <a:pt x="19479" y="59328"/>
                  </a:cubicBezTo>
                  <a:cubicBezTo>
                    <a:pt x="3979" y="92731"/>
                    <a:pt x="332" y="126437"/>
                    <a:pt x="332" y="151945"/>
                  </a:cubicBezTo>
                  <a:cubicBezTo>
                    <a:pt x="332" y="175631"/>
                    <a:pt x="3675" y="212374"/>
                    <a:pt x="20391" y="246687"/>
                  </a:cubicBezTo>
                  <a:cubicBezTo>
                    <a:pt x="38627" y="284038"/>
                    <a:pt x="64764" y="303776"/>
                    <a:pt x="67804" y="303776"/>
                  </a:cubicBezTo>
                  <a:cubicBezTo>
                    <a:pt x="69627" y="303776"/>
                    <a:pt x="70843" y="302865"/>
                    <a:pt x="70843" y="30073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FF04F25-4943-BF7A-1480-FE4F9E230971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2779575" y="5818938"/>
              <a:ext cx="206671" cy="205578"/>
            </a:xfrm>
            <a:custGeom>
              <a:avLst/>
              <a:gdLst>
                <a:gd name="csX0" fmla="*/ 122819 w 206671"/>
                <a:gd name="csY0" fmla="*/ 21371 h 205578"/>
                <a:gd name="csX1" fmla="*/ 129809 w 206671"/>
                <a:gd name="csY1" fmla="*/ 10135 h 205578"/>
                <a:gd name="csX2" fmla="*/ 148956 w 206671"/>
                <a:gd name="csY2" fmla="*/ 9528 h 205578"/>
                <a:gd name="csX3" fmla="*/ 193330 w 206671"/>
                <a:gd name="csY3" fmla="*/ 34428 h 205578"/>
                <a:gd name="csX4" fmla="*/ 190899 w 206671"/>
                <a:gd name="csY4" fmla="*/ 58721 h 205578"/>
                <a:gd name="csX5" fmla="*/ 189987 w 206671"/>
                <a:gd name="csY5" fmla="*/ 64490 h 205578"/>
                <a:gd name="csX6" fmla="*/ 193634 w 206671"/>
                <a:gd name="csY6" fmla="*/ 68438 h 205578"/>
                <a:gd name="csX7" fmla="*/ 198193 w 206671"/>
                <a:gd name="csY7" fmla="*/ 61454 h 205578"/>
                <a:gd name="csX8" fmla="*/ 206399 w 206671"/>
                <a:gd name="csY8" fmla="*/ 8617 h 205578"/>
                <a:gd name="csX9" fmla="*/ 207007 w 206671"/>
                <a:gd name="csY9" fmla="*/ 3455 h 205578"/>
                <a:gd name="csX10" fmla="*/ 198801 w 206671"/>
                <a:gd name="csY10" fmla="*/ 114 h 205578"/>
                <a:gd name="csX11" fmla="*/ 30120 w 206671"/>
                <a:gd name="csY11" fmla="*/ 114 h 205578"/>
                <a:gd name="csX12" fmla="*/ 20395 w 206671"/>
                <a:gd name="csY12" fmla="*/ 6188 h 205578"/>
                <a:gd name="csX13" fmla="*/ 2159 w 206671"/>
                <a:gd name="csY13" fmla="*/ 59632 h 205578"/>
                <a:gd name="csX14" fmla="*/ 335 w 206671"/>
                <a:gd name="csY14" fmla="*/ 65098 h 205578"/>
                <a:gd name="csX15" fmla="*/ 3983 w 206671"/>
                <a:gd name="csY15" fmla="*/ 68438 h 205578"/>
                <a:gd name="csX16" fmla="*/ 9149 w 206671"/>
                <a:gd name="csY16" fmla="*/ 62061 h 205578"/>
                <a:gd name="csX17" fmla="*/ 78445 w 206671"/>
                <a:gd name="csY17" fmla="*/ 9528 h 205578"/>
                <a:gd name="csX18" fmla="*/ 90298 w 206671"/>
                <a:gd name="csY18" fmla="*/ 9528 h 205578"/>
                <a:gd name="csX19" fmla="*/ 98808 w 206671"/>
                <a:gd name="csY19" fmla="*/ 13172 h 205578"/>
                <a:gd name="csX20" fmla="*/ 97593 w 206671"/>
                <a:gd name="csY20" fmla="*/ 19549 h 205578"/>
                <a:gd name="csX21" fmla="*/ 56866 w 206671"/>
                <a:gd name="csY21" fmla="*/ 181704 h 205578"/>
                <a:gd name="csX22" fmla="*/ 20699 w 206671"/>
                <a:gd name="csY22" fmla="*/ 196279 h 205578"/>
                <a:gd name="csX23" fmla="*/ 7934 w 206671"/>
                <a:gd name="csY23" fmla="*/ 202049 h 205578"/>
                <a:gd name="csX24" fmla="*/ 13100 w 206671"/>
                <a:gd name="csY24" fmla="*/ 205693 h 205578"/>
                <a:gd name="csX25" fmla="*/ 38023 w 206671"/>
                <a:gd name="csY25" fmla="*/ 205086 h 205578"/>
                <a:gd name="csX26" fmla="*/ 63856 w 206671"/>
                <a:gd name="csY26" fmla="*/ 204782 h 205578"/>
                <a:gd name="csX27" fmla="*/ 89083 w 206671"/>
                <a:gd name="csY27" fmla="*/ 205086 h 205578"/>
                <a:gd name="csX28" fmla="*/ 115524 w 206671"/>
                <a:gd name="csY28" fmla="*/ 205693 h 205578"/>
                <a:gd name="csX29" fmla="*/ 122211 w 206671"/>
                <a:gd name="csY29" fmla="*/ 199620 h 205578"/>
                <a:gd name="csX30" fmla="*/ 111877 w 206671"/>
                <a:gd name="csY30" fmla="*/ 196279 h 205578"/>
                <a:gd name="csX31" fmla="*/ 92426 w 206671"/>
                <a:gd name="csY31" fmla="*/ 195672 h 205578"/>
                <a:gd name="csX32" fmla="*/ 81180 w 206671"/>
                <a:gd name="csY32" fmla="*/ 188992 h 205578"/>
                <a:gd name="csX33" fmla="*/ 82396 w 206671"/>
                <a:gd name="csY33" fmla="*/ 182615 h 205578"/>
                <a:gd name="csX34" fmla="*/ 122819 w 206671"/>
                <a:gd name="csY34" fmla="*/ 21371 h 2055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06671" h="205578">
                  <a:moveTo>
                    <a:pt x="122819" y="21371"/>
                  </a:moveTo>
                  <a:cubicBezTo>
                    <a:pt x="124946" y="12868"/>
                    <a:pt x="126162" y="11046"/>
                    <a:pt x="129809" y="10135"/>
                  </a:cubicBezTo>
                  <a:cubicBezTo>
                    <a:pt x="132544" y="9528"/>
                    <a:pt x="142574" y="9528"/>
                    <a:pt x="148956" y="9528"/>
                  </a:cubicBezTo>
                  <a:cubicBezTo>
                    <a:pt x="179653" y="9528"/>
                    <a:pt x="193330" y="10742"/>
                    <a:pt x="193330" y="34428"/>
                  </a:cubicBezTo>
                  <a:cubicBezTo>
                    <a:pt x="193330" y="38983"/>
                    <a:pt x="192114" y="50826"/>
                    <a:pt x="190899" y="58721"/>
                  </a:cubicBezTo>
                  <a:cubicBezTo>
                    <a:pt x="190595" y="59936"/>
                    <a:pt x="189987" y="63580"/>
                    <a:pt x="189987" y="64490"/>
                  </a:cubicBezTo>
                  <a:cubicBezTo>
                    <a:pt x="189987" y="66312"/>
                    <a:pt x="190899" y="68438"/>
                    <a:pt x="193634" y="68438"/>
                  </a:cubicBezTo>
                  <a:cubicBezTo>
                    <a:pt x="196977" y="68438"/>
                    <a:pt x="197585" y="66009"/>
                    <a:pt x="198193" y="61454"/>
                  </a:cubicBezTo>
                  <a:lnTo>
                    <a:pt x="206399" y="8617"/>
                  </a:lnTo>
                  <a:cubicBezTo>
                    <a:pt x="206703" y="7402"/>
                    <a:pt x="207007" y="4366"/>
                    <a:pt x="207007" y="3455"/>
                  </a:cubicBezTo>
                  <a:cubicBezTo>
                    <a:pt x="207007" y="114"/>
                    <a:pt x="203968" y="114"/>
                    <a:pt x="198801" y="114"/>
                  </a:cubicBezTo>
                  <a:lnTo>
                    <a:pt x="30120" y="114"/>
                  </a:lnTo>
                  <a:cubicBezTo>
                    <a:pt x="22826" y="114"/>
                    <a:pt x="22522" y="418"/>
                    <a:pt x="20395" y="6188"/>
                  </a:cubicBezTo>
                  <a:lnTo>
                    <a:pt x="2159" y="59632"/>
                  </a:lnTo>
                  <a:cubicBezTo>
                    <a:pt x="1855" y="60239"/>
                    <a:pt x="335" y="64490"/>
                    <a:pt x="335" y="65098"/>
                  </a:cubicBezTo>
                  <a:cubicBezTo>
                    <a:pt x="335" y="66920"/>
                    <a:pt x="1855" y="68438"/>
                    <a:pt x="3983" y="68438"/>
                  </a:cubicBezTo>
                  <a:cubicBezTo>
                    <a:pt x="7022" y="68438"/>
                    <a:pt x="7326" y="66920"/>
                    <a:pt x="9149" y="62061"/>
                  </a:cubicBezTo>
                  <a:cubicBezTo>
                    <a:pt x="25561" y="14994"/>
                    <a:pt x="33464" y="9528"/>
                    <a:pt x="78445" y="9528"/>
                  </a:cubicBezTo>
                  <a:lnTo>
                    <a:pt x="90298" y="9528"/>
                  </a:lnTo>
                  <a:cubicBezTo>
                    <a:pt x="98808" y="9528"/>
                    <a:pt x="98808" y="10742"/>
                    <a:pt x="98808" y="13172"/>
                  </a:cubicBezTo>
                  <a:cubicBezTo>
                    <a:pt x="98808" y="14994"/>
                    <a:pt x="97896" y="18638"/>
                    <a:pt x="97593" y="19549"/>
                  </a:cubicBezTo>
                  <a:lnTo>
                    <a:pt x="56866" y="181704"/>
                  </a:lnTo>
                  <a:cubicBezTo>
                    <a:pt x="54131" y="192939"/>
                    <a:pt x="53219" y="196279"/>
                    <a:pt x="20699" y="196279"/>
                  </a:cubicBezTo>
                  <a:cubicBezTo>
                    <a:pt x="9757" y="196279"/>
                    <a:pt x="7934" y="196279"/>
                    <a:pt x="7934" y="202049"/>
                  </a:cubicBezTo>
                  <a:cubicBezTo>
                    <a:pt x="7934" y="205693"/>
                    <a:pt x="11277" y="205693"/>
                    <a:pt x="13100" y="205693"/>
                  </a:cubicBezTo>
                  <a:cubicBezTo>
                    <a:pt x="21307" y="205693"/>
                    <a:pt x="29816" y="205086"/>
                    <a:pt x="38023" y="205086"/>
                  </a:cubicBezTo>
                  <a:cubicBezTo>
                    <a:pt x="46533" y="205086"/>
                    <a:pt x="55346" y="204782"/>
                    <a:pt x="63856" y="204782"/>
                  </a:cubicBezTo>
                  <a:cubicBezTo>
                    <a:pt x="72366" y="204782"/>
                    <a:pt x="80877" y="205086"/>
                    <a:pt x="89083" y="205086"/>
                  </a:cubicBezTo>
                  <a:cubicBezTo>
                    <a:pt x="97896" y="205086"/>
                    <a:pt x="107014" y="205693"/>
                    <a:pt x="115524" y="205693"/>
                  </a:cubicBezTo>
                  <a:cubicBezTo>
                    <a:pt x="118564" y="205693"/>
                    <a:pt x="122211" y="205693"/>
                    <a:pt x="122211" y="199620"/>
                  </a:cubicBezTo>
                  <a:cubicBezTo>
                    <a:pt x="122211" y="196279"/>
                    <a:pt x="119779" y="196279"/>
                    <a:pt x="111877" y="196279"/>
                  </a:cubicBezTo>
                  <a:cubicBezTo>
                    <a:pt x="104279" y="196279"/>
                    <a:pt x="100328" y="196279"/>
                    <a:pt x="92426" y="195672"/>
                  </a:cubicBezTo>
                  <a:cubicBezTo>
                    <a:pt x="83612" y="194761"/>
                    <a:pt x="81180" y="193850"/>
                    <a:pt x="81180" y="188992"/>
                  </a:cubicBezTo>
                  <a:cubicBezTo>
                    <a:pt x="81180" y="188688"/>
                    <a:pt x="81180" y="187170"/>
                    <a:pt x="82396" y="182615"/>
                  </a:cubicBezTo>
                  <a:lnTo>
                    <a:pt x="122819" y="21371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CB3FE959-D5F7-E91B-DC9A-5ACF5E22A85E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3006994" y="5763041"/>
              <a:ext cx="156584" cy="156658"/>
            </a:xfrm>
            <a:custGeom>
              <a:avLst/>
              <a:gdLst>
                <a:gd name="csX0" fmla="*/ 83953 w 156584"/>
                <a:gd name="csY0" fmla="*/ 83647 h 156658"/>
                <a:gd name="csX1" fmla="*/ 149055 w 156584"/>
                <a:gd name="csY1" fmla="*/ 83647 h 156658"/>
                <a:gd name="csX2" fmla="*/ 156927 w 156584"/>
                <a:gd name="csY2" fmla="*/ 78546 h 156658"/>
                <a:gd name="csX3" fmla="*/ 149055 w 156584"/>
                <a:gd name="csY3" fmla="*/ 73232 h 156658"/>
                <a:gd name="csX4" fmla="*/ 83953 w 156584"/>
                <a:gd name="csY4" fmla="*/ 73232 h 156658"/>
                <a:gd name="csX5" fmla="*/ 83953 w 156584"/>
                <a:gd name="csY5" fmla="*/ 7975 h 156658"/>
                <a:gd name="csX6" fmla="*/ 78847 w 156584"/>
                <a:gd name="csY6" fmla="*/ 110 h 156658"/>
                <a:gd name="csX7" fmla="*/ 73529 w 156584"/>
                <a:gd name="csY7" fmla="*/ 7975 h 156658"/>
                <a:gd name="csX8" fmla="*/ 73529 w 156584"/>
                <a:gd name="csY8" fmla="*/ 73232 h 156658"/>
                <a:gd name="csX9" fmla="*/ 8214 w 156584"/>
                <a:gd name="csY9" fmla="*/ 73232 h 156658"/>
                <a:gd name="csX10" fmla="*/ 343 w 156584"/>
                <a:gd name="csY10" fmla="*/ 78333 h 156658"/>
                <a:gd name="csX11" fmla="*/ 8214 w 156584"/>
                <a:gd name="csY11" fmla="*/ 83647 h 156658"/>
                <a:gd name="csX12" fmla="*/ 73529 w 156584"/>
                <a:gd name="csY12" fmla="*/ 83647 h 156658"/>
                <a:gd name="csX13" fmla="*/ 73529 w 156584"/>
                <a:gd name="csY13" fmla="*/ 148904 h 156658"/>
                <a:gd name="csX14" fmla="*/ 78635 w 156584"/>
                <a:gd name="csY14" fmla="*/ 156769 h 156658"/>
                <a:gd name="csX15" fmla="*/ 83953 w 156584"/>
                <a:gd name="csY15" fmla="*/ 148904 h 156658"/>
                <a:gd name="csX16" fmla="*/ 83953 w 156584"/>
                <a:gd name="csY16" fmla="*/ 83647 h 156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6584" h="156658">
                  <a:moveTo>
                    <a:pt x="83953" y="83647"/>
                  </a:moveTo>
                  <a:lnTo>
                    <a:pt x="149055" y="83647"/>
                  </a:lnTo>
                  <a:cubicBezTo>
                    <a:pt x="151821" y="83647"/>
                    <a:pt x="156927" y="83647"/>
                    <a:pt x="156927" y="78546"/>
                  </a:cubicBezTo>
                  <a:cubicBezTo>
                    <a:pt x="156927" y="73232"/>
                    <a:pt x="152033" y="73232"/>
                    <a:pt x="149055" y="73232"/>
                  </a:cubicBezTo>
                  <a:lnTo>
                    <a:pt x="83953" y="73232"/>
                  </a:lnTo>
                  <a:lnTo>
                    <a:pt x="83953" y="7975"/>
                  </a:lnTo>
                  <a:cubicBezTo>
                    <a:pt x="83953" y="5212"/>
                    <a:pt x="83953" y="110"/>
                    <a:pt x="78847" y="110"/>
                  </a:cubicBezTo>
                  <a:cubicBezTo>
                    <a:pt x="73529" y="110"/>
                    <a:pt x="73529" y="4999"/>
                    <a:pt x="73529" y="7975"/>
                  </a:cubicBezTo>
                  <a:lnTo>
                    <a:pt x="73529" y="73232"/>
                  </a:lnTo>
                  <a:lnTo>
                    <a:pt x="8214" y="73232"/>
                  </a:lnTo>
                  <a:cubicBezTo>
                    <a:pt x="5449" y="73232"/>
                    <a:pt x="343" y="73232"/>
                    <a:pt x="343" y="78333"/>
                  </a:cubicBezTo>
                  <a:cubicBezTo>
                    <a:pt x="343" y="83647"/>
                    <a:pt x="5236" y="83647"/>
                    <a:pt x="8214" y="83647"/>
                  </a:cubicBezTo>
                  <a:lnTo>
                    <a:pt x="73529" y="83647"/>
                  </a:lnTo>
                  <a:lnTo>
                    <a:pt x="73529" y="148904"/>
                  </a:lnTo>
                  <a:cubicBezTo>
                    <a:pt x="73529" y="151667"/>
                    <a:pt x="73529" y="156769"/>
                    <a:pt x="78635" y="156769"/>
                  </a:cubicBezTo>
                  <a:cubicBezTo>
                    <a:pt x="83953" y="156769"/>
                    <a:pt x="83953" y="151880"/>
                    <a:pt x="83953" y="148904"/>
                  </a:cubicBezTo>
                  <a:lnTo>
                    <a:pt x="83953" y="83647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658EB44A-FE75-D3F8-9252-628EB5B3DD9C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2964782" y="5964325"/>
              <a:ext cx="156584" cy="153682"/>
            </a:xfrm>
            <a:custGeom>
              <a:avLst/>
              <a:gdLst>
                <a:gd name="csX0" fmla="*/ 156925 w 156584"/>
                <a:gd name="csY0" fmla="*/ 77703 h 153682"/>
                <a:gd name="csX1" fmla="*/ 78633 w 156584"/>
                <a:gd name="csY1" fmla="*/ 117 h 153682"/>
                <a:gd name="csX2" fmla="*/ 341 w 156584"/>
                <a:gd name="csY2" fmla="*/ 77703 h 153682"/>
                <a:gd name="csX3" fmla="*/ 78633 w 156584"/>
                <a:gd name="csY3" fmla="*/ 153800 h 153682"/>
                <a:gd name="csX4" fmla="*/ 156925 w 156584"/>
                <a:gd name="csY4" fmla="*/ 77703 h 153682"/>
                <a:gd name="csX5" fmla="*/ 78633 w 156584"/>
                <a:gd name="csY5" fmla="*/ 147423 h 153682"/>
                <a:gd name="csX6" fmla="*/ 21616 w 156584"/>
                <a:gd name="csY6" fmla="*/ 77490 h 153682"/>
                <a:gd name="csX7" fmla="*/ 78633 w 156584"/>
                <a:gd name="csY7" fmla="*/ 6069 h 153682"/>
                <a:gd name="csX8" fmla="*/ 135650 w 156584"/>
                <a:gd name="csY8" fmla="*/ 77490 h 153682"/>
                <a:gd name="csX9" fmla="*/ 78633 w 156584"/>
                <a:gd name="csY9" fmla="*/ 147423 h 153682"/>
                <a:gd name="csX10" fmla="*/ 122247 w 156584"/>
                <a:gd name="csY10" fmla="*/ 60698 h 153682"/>
                <a:gd name="csX11" fmla="*/ 115013 w 156584"/>
                <a:gd name="csY11" fmla="*/ 60698 h 153682"/>
                <a:gd name="csX12" fmla="*/ 115013 w 156584"/>
                <a:gd name="csY12" fmla="*/ 67925 h 153682"/>
                <a:gd name="csX13" fmla="*/ 42253 w 156584"/>
                <a:gd name="csY13" fmla="*/ 67925 h 153682"/>
                <a:gd name="csX14" fmla="*/ 42253 w 156584"/>
                <a:gd name="csY14" fmla="*/ 60698 h 153682"/>
                <a:gd name="csX15" fmla="*/ 35020 w 156584"/>
                <a:gd name="csY15" fmla="*/ 60698 h 153682"/>
                <a:gd name="csX16" fmla="*/ 35020 w 156584"/>
                <a:gd name="csY16" fmla="*/ 92582 h 153682"/>
                <a:gd name="csX17" fmla="*/ 42253 w 156584"/>
                <a:gd name="csY17" fmla="*/ 92582 h 153682"/>
                <a:gd name="csX18" fmla="*/ 42253 w 156584"/>
                <a:gd name="csY18" fmla="*/ 85355 h 153682"/>
                <a:gd name="csX19" fmla="*/ 115013 w 156584"/>
                <a:gd name="csY19" fmla="*/ 85355 h 153682"/>
                <a:gd name="csX20" fmla="*/ 115013 w 156584"/>
                <a:gd name="csY20" fmla="*/ 92582 h 153682"/>
                <a:gd name="csX21" fmla="*/ 122247 w 156584"/>
                <a:gd name="csY21" fmla="*/ 92582 h 153682"/>
                <a:gd name="csX22" fmla="*/ 122247 w 156584"/>
                <a:gd name="csY22" fmla="*/ 60698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84" h="153682">
                  <a:moveTo>
                    <a:pt x="156925" y="77703"/>
                  </a:moveTo>
                  <a:cubicBezTo>
                    <a:pt x="156925" y="35190"/>
                    <a:pt x="122034" y="117"/>
                    <a:pt x="78633" y="117"/>
                  </a:cubicBezTo>
                  <a:cubicBezTo>
                    <a:pt x="35020" y="117"/>
                    <a:pt x="341" y="35190"/>
                    <a:pt x="341" y="77703"/>
                  </a:cubicBezTo>
                  <a:cubicBezTo>
                    <a:pt x="341" y="119365"/>
                    <a:pt x="35020" y="153800"/>
                    <a:pt x="78633" y="153800"/>
                  </a:cubicBezTo>
                  <a:cubicBezTo>
                    <a:pt x="122247" y="153800"/>
                    <a:pt x="156925" y="119365"/>
                    <a:pt x="156925" y="77703"/>
                  </a:cubicBezTo>
                  <a:close/>
                  <a:moveTo>
                    <a:pt x="78633" y="147423"/>
                  </a:moveTo>
                  <a:cubicBezTo>
                    <a:pt x="52891" y="147423"/>
                    <a:pt x="21616" y="127442"/>
                    <a:pt x="21616" y="77490"/>
                  </a:cubicBezTo>
                  <a:cubicBezTo>
                    <a:pt x="21616" y="27538"/>
                    <a:pt x="52252" y="6069"/>
                    <a:pt x="78633" y="6069"/>
                  </a:cubicBezTo>
                  <a:cubicBezTo>
                    <a:pt x="105014" y="6069"/>
                    <a:pt x="135650" y="27538"/>
                    <a:pt x="135650" y="77490"/>
                  </a:cubicBezTo>
                  <a:cubicBezTo>
                    <a:pt x="135650" y="127655"/>
                    <a:pt x="104163" y="147423"/>
                    <a:pt x="78633" y="147423"/>
                  </a:cubicBezTo>
                  <a:close/>
                  <a:moveTo>
                    <a:pt x="122247" y="60698"/>
                  </a:moveTo>
                  <a:lnTo>
                    <a:pt x="115013" y="60698"/>
                  </a:lnTo>
                  <a:lnTo>
                    <a:pt x="115013" y="67925"/>
                  </a:lnTo>
                  <a:lnTo>
                    <a:pt x="42253" y="67925"/>
                  </a:lnTo>
                  <a:lnTo>
                    <a:pt x="42253" y="60698"/>
                  </a:lnTo>
                  <a:lnTo>
                    <a:pt x="35020" y="60698"/>
                  </a:lnTo>
                  <a:lnTo>
                    <a:pt x="35020" y="92582"/>
                  </a:lnTo>
                  <a:lnTo>
                    <a:pt x="42253" y="92582"/>
                  </a:lnTo>
                  <a:lnTo>
                    <a:pt x="42253" y="85355"/>
                  </a:lnTo>
                  <a:lnTo>
                    <a:pt x="115013" y="85355"/>
                  </a:lnTo>
                  <a:lnTo>
                    <a:pt x="115013" y="92582"/>
                  </a:lnTo>
                  <a:lnTo>
                    <a:pt x="122247" y="92582"/>
                  </a:lnTo>
                  <a:lnTo>
                    <a:pt x="122247" y="60698"/>
                  </a:lnTo>
                  <a:close/>
                </a:path>
              </a:pathLst>
            </a:custGeom>
            <a:solidFill>
              <a:srgbClr val="0096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9B3B47F6-2326-51D1-B5E6-1FA0826ACB40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3220015" y="5992328"/>
              <a:ext cx="35559" cy="90794"/>
            </a:xfrm>
            <a:custGeom>
              <a:avLst/>
              <a:gdLst>
                <a:gd name="csX0" fmla="*/ 35909 w 35559"/>
                <a:gd name="csY0" fmla="*/ 31999 h 90794"/>
                <a:gd name="csX1" fmla="*/ 16457 w 35559"/>
                <a:gd name="csY1" fmla="*/ 114 h 90794"/>
                <a:gd name="csX2" fmla="*/ 349 w 35559"/>
                <a:gd name="csY2" fmla="*/ 16208 h 90794"/>
                <a:gd name="csX3" fmla="*/ 16457 w 35559"/>
                <a:gd name="csY3" fmla="*/ 32302 h 90794"/>
                <a:gd name="csX4" fmla="*/ 27095 w 35559"/>
                <a:gd name="csY4" fmla="*/ 28355 h 90794"/>
                <a:gd name="csX5" fmla="*/ 28615 w 35559"/>
                <a:gd name="csY5" fmla="*/ 27444 h 90794"/>
                <a:gd name="csX6" fmla="*/ 29222 w 35559"/>
                <a:gd name="csY6" fmla="*/ 31999 h 90794"/>
                <a:gd name="csX7" fmla="*/ 8555 w 35559"/>
                <a:gd name="csY7" fmla="*/ 82710 h 90794"/>
                <a:gd name="csX8" fmla="*/ 5212 w 35559"/>
                <a:gd name="csY8" fmla="*/ 87569 h 90794"/>
                <a:gd name="csX9" fmla="*/ 8251 w 35559"/>
                <a:gd name="csY9" fmla="*/ 90909 h 90794"/>
                <a:gd name="csX10" fmla="*/ 35909 w 35559"/>
                <a:gd name="csY10" fmla="*/ 31999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59" h="90794">
                  <a:moveTo>
                    <a:pt x="35909" y="31999"/>
                  </a:moveTo>
                  <a:cubicBezTo>
                    <a:pt x="35909" y="11957"/>
                    <a:pt x="28311" y="114"/>
                    <a:pt x="16457" y="114"/>
                  </a:cubicBezTo>
                  <a:cubicBezTo>
                    <a:pt x="6428" y="114"/>
                    <a:pt x="349" y="7706"/>
                    <a:pt x="349" y="16208"/>
                  </a:cubicBezTo>
                  <a:cubicBezTo>
                    <a:pt x="349" y="24407"/>
                    <a:pt x="6428" y="32302"/>
                    <a:pt x="16457" y="32302"/>
                  </a:cubicBezTo>
                  <a:cubicBezTo>
                    <a:pt x="20105" y="32302"/>
                    <a:pt x="24056" y="31088"/>
                    <a:pt x="27095" y="28355"/>
                  </a:cubicBezTo>
                  <a:cubicBezTo>
                    <a:pt x="28007" y="27747"/>
                    <a:pt x="28311" y="27444"/>
                    <a:pt x="28615" y="27444"/>
                  </a:cubicBezTo>
                  <a:cubicBezTo>
                    <a:pt x="28919" y="27444"/>
                    <a:pt x="29222" y="27747"/>
                    <a:pt x="29222" y="31999"/>
                  </a:cubicBezTo>
                  <a:cubicBezTo>
                    <a:pt x="29222" y="54470"/>
                    <a:pt x="18585" y="72689"/>
                    <a:pt x="8555" y="82710"/>
                  </a:cubicBezTo>
                  <a:cubicBezTo>
                    <a:pt x="5212" y="86050"/>
                    <a:pt x="5212" y="86658"/>
                    <a:pt x="5212" y="87569"/>
                  </a:cubicBezTo>
                  <a:cubicBezTo>
                    <a:pt x="5212" y="89694"/>
                    <a:pt x="6732" y="90909"/>
                    <a:pt x="8251" y="90909"/>
                  </a:cubicBezTo>
                  <a:cubicBezTo>
                    <a:pt x="11595" y="90909"/>
                    <a:pt x="35909" y="67527"/>
                    <a:pt x="35909" y="31999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C6DD30A8-6DCF-F904-1B71-A74F81FDFB67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3339289" y="5817116"/>
              <a:ext cx="140718" cy="207400"/>
            </a:xfrm>
            <a:custGeom>
              <a:avLst/>
              <a:gdLst>
                <a:gd name="csX0" fmla="*/ 103689 w 140718"/>
                <a:gd name="csY0" fmla="*/ 23496 h 207400"/>
                <a:gd name="csX1" fmla="*/ 131347 w 140718"/>
                <a:gd name="csY1" fmla="*/ 9528 h 207400"/>
                <a:gd name="csX2" fmla="*/ 141073 w 140718"/>
                <a:gd name="csY2" fmla="*/ 3758 h 207400"/>
                <a:gd name="csX3" fmla="*/ 136514 w 140718"/>
                <a:gd name="csY3" fmla="*/ 114 h 207400"/>
                <a:gd name="csX4" fmla="*/ 96395 w 140718"/>
                <a:gd name="csY4" fmla="*/ 1025 h 207400"/>
                <a:gd name="csX5" fmla="*/ 55973 w 140718"/>
                <a:gd name="csY5" fmla="*/ 114 h 207400"/>
                <a:gd name="csX6" fmla="*/ 49894 w 140718"/>
                <a:gd name="csY6" fmla="*/ 6188 h 207400"/>
                <a:gd name="csX7" fmla="*/ 58404 w 140718"/>
                <a:gd name="csY7" fmla="*/ 9528 h 207400"/>
                <a:gd name="csX8" fmla="*/ 79375 w 140718"/>
                <a:gd name="csY8" fmla="*/ 15297 h 207400"/>
                <a:gd name="csX9" fmla="*/ 78767 w 140718"/>
                <a:gd name="csY9" fmla="*/ 20156 h 207400"/>
                <a:gd name="csX10" fmla="*/ 37737 w 140718"/>
                <a:gd name="csY10" fmla="*/ 183829 h 207400"/>
                <a:gd name="csX11" fmla="*/ 10079 w 140718"/>
                <a:gd name="csY11" fmla="*/ 198101 h 207400"/>
                <a:gd name="csX12" fmla="*/ 354 w 140718"/>
                <a:gd name="csY12" fmla="*/ 204175 h 207400"/>
                <a:gd name="csX13" fmla="*/ 4913 w 140718"/>
                <a:gd name="csY13" fmla="*/ 207515 h 207400"/>
                <a:gd name="csX14" fmla="*/ 44727 w 140718"/>
                <a:gd name="csY14" fmla="*/ 206604 h 207400"/>
                <a:gd name="csX15" fmla="*/ 85454 w 140718"/>
                <a:gd name="csY15" fmla="*/ 207515 h 207400"/>
                <a:gd name="csX16" fmla="*/ 91532 w 140718"/>
                <a:gd name="csY16" fmla="*/ 201745 h 207400"/>
                <a:gd name="csX17" fmla="*/ 82414 w 140718"/>
                <a:gd name="csY17" fmla="*/ 198101 h 207400"/>
                <a:gd name="csX18" fmla="*/ 69345 w 140718"/>
                <a:gd name="csY18" fmla="*/ 197494 h 207400"/>
                <a:gd name="csX19" fmla="*/ 61747 w 140718"/>
                <a:gd name="csY19" fmla="*/ 192332 h 207400"/>
                <a:gd name="csX20" fmla="*/ 62963 w 140718"/>
                <a:gd name="csY20" fmla="*/ 185348 h 207400"/>
                <a:gd name="csX21" fmla="*/ 103689 w 140718"/>
                <a:gd name="csY21" fmla="*/ 23496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0718" h="207400">
                  <a:moveTo>
                    <a:pt x="103689" y="23496"/>
                  </a:moveTo>
                  <a:cubicBezTo>
                    <a:pt x="106425" y="12564"/>
                    <a:pt x="107337" y="9528"/>
                    <a:pt x="131347" y="9528"/>
                  </a:cubicBezTo>
                  <a:cubicBezTo>
                    <a:pt x="138641" y="9528"/>
                    <a:pt x="141073" y="9528"/>
                    <a:pt x="141073" y="3758"/>
                  </a:cubicBezTo>
                  <a:cubicBezTo>
                    <a:pt x="141073" y="114"/>
                    <a:pt x="137729" y="114"/>
                    <a:pt x="136514" y="114"/>
                  </a:cubicBezTo>
                  <a:cubicBezTo>
                    <a:pt x="127700" y="114"/>
                    <a:pt x="105209" y="1025"/>
                    <a:pt x="96395" y="1025"/>
                  </a:cubicBezTo>
                  <a:cubicBezTo>
                    <a:pt x="87277" y="1025"/>
                    <a:pt x="65090" y="114"/>
                    <a:pt x="55973" y="114"/>
                  </a:cubicBezTo>
                  <a:cubicBezTo>
                    <a:pt x="53845" y="114"/>
                    <a:pt x="49894" y="114"/>
                    <a:pt x="49894" y="6188"/>
                  </a:cubicBezTo>
                  <a:cubicBezTo>
                    <a:pt x="49894" y="9528"/>
                    <a:pt x="52629" y="9528"/>
                    <a:pt x="58404" y="9528"/>
                  </a:cubicBezTo>
                  <a:cubicBezTo>
                    <a:pt x="71169" y="9528"/>
                    <a:pt x="79375" y="9528"/>
                    <a:pt x="79375" y="15297"/>
                  </a:cubicBezTo>
                  <a:cubicBezTo>
                    <a:pt x="79375" y="16816"/>
                    <a:pt x="79375" y="17423"/>
                    <a:pt x="78767" y="20156"/>
                  </a:cubicBezTo>
                  <a:lnTo>
                    <a:pt x="37737" y="183829"/>
                  </a:lnTo>
                  <a:cubicBezTo>
                    <a:pt x="35002" y="195065"/>
                    <a:pt x="34090" y="198101"/>
                    <a:pt x="10079" y="198101"/>
                  </a:cubicBezTo>
                  <a:cubicBezTo>
                    <a:pt x="3089" y="198101"/>
                    <a:pt x="354" y="198101"/>
                    <a:pt x="354" y="204175"/>
                  </a:cubicBezTo>
                  <a:cubicBezTo>
                    <a:pt x="354" y="207515"/>
                    <a:pt x="4001" y="207515"/>
                    <a:pt x="4913" y="207515"/>
                  </a:cubicBezTo>
                  <a:cubicBezTo>
                    <a:pt x="13727" y="207515"/>
                    <a:pt x="35913" y="206604"/>
                    <a:pt x="44727" y="206604"/>
                  </a:cubicBezTo>
                  <a:cubicBezTo>
                    <a:pt x="53845" y="206604"/>
                    <a:pt x="76336" y="207515"/>
                    <a:pt x="85454" y="207515"/>
                  </a:cubicBezTo>
                  <a:cubicBezTo>
                    <a:pt x="87885" y="207515"/>
                    <a:pt x="91532" y="207515"/>
                    <a:pt x="91532" y="201745"/>
                  </a:cubicBezTo>
                  <a:cubicBezTo>
                    <a:pt x="91532" y="198101"/>
                    <a:pt x="89101" y="198101"/>
                    <a:pt x="82414" y="198101"/>
                  </a:cubicBezTo>
                  <a:cubicBezTo>
                    <a:pt x="76944" y="198101"/>
                    <a:pt x="75424" y="198101"/>
                    <a:pt x="69345" y="197494"/>
                  </a:cubicBezTo>
                  <a:cubicBezTo>
                    <a:pt x="62963" y="196887"/>
                    <a:pt x="61747" y="195672"/>
                    <a:pt x="61747" y="192332"/>
                  </a:cubicBezTo>
                  <a:cubicBezTo>
                    <a:pt x="61747" y="189903"/>
                    <a:pt x="62355" y="187473"/>
                    <a:pt x="62963" y="185348"/>
                  </a:cubicBezTo>
                  <a:lnTo>
                    <a:pt x="103689" y="23496"/>
                  </a:lnTo>
                  <a:close/>
                </a:path>
              </a:pathLst>
            </a:custGeom>
            <a:solidFill>
              <a:srgbClr val="FF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4E677DE1-E7AF-AE13-44B1-99158F92E30A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3509384" y="5836162"/>
              <a:ext cx="143818" cy="10415"/>
            </a:xfrm>
            <a:custGeom>
              <a:avLst/>
              <a:gdLst>
                <a:gd name="csX0" fmla="*/ 135668 w 143818"/>
                <a:gd name="csY0" fmla="*/ 10526 h 10415"/>
                <a:gd name="csX1" fmla="*/ 144178 w 143818"/>
                <a:gd name="csY1" fmla="*/ 5424 h 10415"/>
                <a:gd name="csX2" fmla="*/ 135668 w 143818"/>
                <a:gd name="csY2" fmla="*/ 110 h 10415"/>
                <a:gd name="csX3" fmla="*/ 8869 w 143818"/>
                <a:gd name="csY3" fmla="*/ 110 h 10415"/>
                <a:gd name="csX4" fmla="*/ 359 w 143818"/>
                <a:gd name="csY4" fmla="*/ 5212 h 10415"/>
                <a:gd name="csX5" fmla="*/ 8869 w 143818"/>
                <a:gd name="csY5" fmla="*/ 10526 h 10415"/>
                <a:gd name="csX6" fmla="*/ 135668 w 143818"/>
                <a:gd name="csY6" fmla="*/ 10526 h 10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818" h="10415">
                  <a:moveTo>
                    <a:pt x="135668" y="10526"/>
                  </a:moveTo>
                  <a:cubicBezTo>
                    <a:pt x="139072" y="10526"/>
                    <a:pt x="144178" y="10526"/>
                    <a:pt x="144178" y="5424"/>
                  </a:cubicBezTo>
                  <a:cubicBezTo>
                    <a:pt x="144178" y="110"/>
                    <a:pt x="139285" y="110"/>
                    <a:pt x="135668" y="110"/>
                  </a:cubicBezTo>
                  <a:lnTo>
                    <a:pt x="8869" y="110"/>
                  </a:lnTo>
                  <a:cubicBezTo>
                    <a:pt x="5465" y="110"/>
                    <a:pt x="359" y="110"/>
                    <a:pt x="359" y="5212"/>
                  </a:cubicBezTo>
                  <a:cubicBezTo>
                    <a:pt x="359" y="10526"/>
                    <a:pt x="5252" y="10526"/>
                    <a:pt x="8869" y="10526"/>
                  </a:cubicBezTo>
                  <a:lnTo>
                    <a:pt x="135668" y="10526"/>
                  </a:lnTo>
                  <a:close/>
                </a:path>
              </a:pathLst>
            </a:custGeom>
            <a:solidFill>
              <a:srgbClr val="FF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C7266AE6-2A76-A061-EE7A-5884EEBE4DD3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3477450" y="5964325"/>
              <a:ext cx="156584" cy="153682"/>
            </a:xfrm>
            <a:custGeom>
              <a:avLst/>
              <a:gdLst>
                <a:gd name="csX0" fmla="*/ 156942 w 156584"/>
                <a:gd name="csY0" fmla="*/ 77703 h 153682"/>
                <a:gd name="csX1" fmla="*/ 78650 w 156584"/>
                <a:gd name="csY1" fmla="*/ 117 h 153682"/>
                <a:gd name="csX2" fmla="*/ 358 w 156584"/>
                <a:gd name="csY2" fmla="*/ 77703 h 153682"/>
                <a:gd name="csX3" fmla="*/ 78650 w 156584"/>
                <a:gd name="csY3" fmla="*/ 153800 h 153682"/>
                <a:gd name="csX4" fmla="*/ 156942 w 156584"/>
                <a:gd name="csY4" fmla="*/ 77703 h 153682"/>
                <a:gd name="csX5" fmla="*/ 78650 w 156584"/>
                <a:gd name="csY5" fmla="*/ 147423 h 153682"/>
                <a:gd name="csX6" fmla="*/ 21633 w 156584"/>
                <a:gd name="csY6" fmla="*/ 77490 h 153682"/>
                <a:gd name="csX7" fmla="*/ 78650 w 156584"/>
                <a:gd name="csY7" fmla="*/ 6069 h 153682"/>
                <a:gd name="csX8" fmla="*/ 135667 w 156584"/>
                <a:gd name="csY8" fmla="*/ 77490 h 153682"/>
                <a:gd name="csX9" fmla="*/ 78650 w 156584"/>
                <a:gd name="csY9" fmla="*/ 147423 h 153682"/>
                <a:gd name="csX10" fmla="*/ 122264 w 156584"/>
                <a:gd name="csY10" fmla="*/ 60698 h 153682"/>
                <a:gd name="csX11" fmla="*/ 115030 w 156584"/>
                <a:gd name="csY11" fmla="*/ 60698 h 153682"/>
                <a:gd name="csX12" fmla="*/ 115030 w 156584"/>
                <a:gd name="csY12" fmla="*/ 67925 h 153682"/>
                <a:gd name="csX13" fmla="*/ 42270 w 156584"/>
                <a:gd name="csY13" fmla="*/ 67925 h 153682"/>
                <a:gd name="csX14" fmla="*/ 42270 w 156584"/>
                <a:gd name="csY14" fmla="*/ 60698 h 153682"/>
                <a:gd name="csX15" fmla="*/ 35036 w 156584"/>
                <a:gd name="csY15" fmla="*/ 60698 h 153682"/>
                <a:gd name="csX16" fmla="*/ 35036 w 156584"/>
                <a:gd name="csY16" fmla="*/ 92582 h 153682"/>
                <a:gd name="csX17" fmla="*/ 42270 w 156584"/>
                <a:gd name="csY17" fmla="*/ 92582 h 153682"/>
                <a:gd name="csX18" fmla="*/ 42270 w 156584"/>
                <a:gd name="csY18" fmla="*/ 85355 h 153682"/>
                <a:gd name="csX19" fmla="*/ 115030 w 156584"/>
                <a:gd name="csY19" fmla="*/ 85355 h 153682"/>
                <a:gd name="csX20" fmla="*/ 115030 w 156584"/>
                <a:gd name="csY20" fmla="*/ 92582 h 153682"/>
                <a:gd name="csX21" fmla="*/ 122264 w 156584"/>
                <a:gd name="csY21" fmla="*/ 92582 h 153682"/>
                <a:gd name="csX22" fmla="*/ 122264 w 156584"/>
                <a:gd name="csY22" fmla="*/ 60698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84" h="153682">
                  <a:moveTo>
                    <a:pt x="156942" y="77703"/>
                  </a:moveTo>
                  <a:cubicBezTo>
                    <a:pt x="156942" y="35190"/>
                    <a:pt x="122051" y="117"/>
                    <a:pt x="78650" y="117"/>
                  </a:cubicBezTo>
                  <a:cubicBezTo>
                    <a:pt x="35036" y="117"/>
                    <a:pt x="358" y="35190"/>
                    <a:pt x="358" y="77703"/>
                  </a:cubicBezTo>
                  <a:cubicBezTo>
                    <a:pt x="358" y="119365"/>
                    <a:pt x="35036" y="153800"/>
                    <a:pt x="78650" y="153800"/>
                  </a:cubicBezTo>
                  <a:cubicBezTo>
                    <a:pt x="122264" y="153800"/>
                    <a:pt x="156942" y="119365"/>
                    <a:pt x="156942" y="77703"/>
                  </a:cubicBezTo>
                  <a:close/>
                  <a:moveTo>
                    <a:pt x="78650" y="147423"/>
                  </a:moveTo>
                  <a:cubicBezTo>
                    <a:pt x="52907" y="147423"/>
                    <a:pt x="21633" y="127442"/>
                    <a:pt x="21633" y="77490"/>
                  </a:cubicBezTo>
                  <a:cubicBezTo>
                    <a:pt x="21633" y="27538"/>
                    <a:pt x="52269" y="6069"/>
                    <a:pt x="78650" y="6069"/>
                  </a:cubicBezTo>
                  <a:cubicBezTo>
                    <a:pt x="105031" y="6069"/>
                    <a:pt x="135667" y="27538"/>
                    <a:pt x="135667" y="77490"/>
                  </a:cubicBezTo>
                  <a:cubicBezTo>
                    <a:pt x="135667" y="127655"/>
                    <a:pt x="104180" y="147423"/>
                    <a:pt x="78650" y="147423"/>
                  </a:cubicBezTo>
                  <a:close/>
                  <a:moveTo>
                    <a:pt x="122264" y="60698"/>
                  </a:moveTo>
                  <a:lnTo>
                    <a:pt x="115030" y="60698"/>
                  </a:lnTo>
                  <a:lnTo>
                    <a:pt x="115030" y="67925"/>
                  </a:lnTo>
                  <a:lnTo>
                    <a:pt x="42270" y="67925"/>
                  </a:lnTo>
                  <a:lnTo>
                    <a:pt x="42270" y="60698"/>
                  </a:lnTo>
                  <a:lnTo>
                    <a:pt x="35036" y="60698"/>
                  </a:lnTo>
                  <a:lnTo>
                    <a:pt x="35036" y="92582"/>
                  </a:lnTo>
                  <a:lnTo>
                    <a:pt x="42270" y="92582"/>
                  </a:lnTo>
                  <a:lnTo>
                    <a:pt x="42270" y="85355"/>
                  </a:lnTo>
                  <a:lnTo>
                    <a:pt x="115030" y="85355"/>
                  </a:lnTo>
                  <a:lnTo>
                    <a:pt x="115030" y="92582"/>
                  </a:lnTo>
                  <a:lnTo>
                    <a:pt x="122264" y="92582"/>
                  </a:lnTo>
                  <a:lnTo>
                    <a:pt x="122264" y="60698"/>
                  </a:lnTo>
                  <a:close/>
                </a:path>
              </a:pathLst>
            </a:custGeom>
            <a:solidFill>
              <a:srgbClr val="FF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B57D3A46-EFC8-13D7-87B5-C88C4449AA31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3708883" y="5796770"/>
              <a:ext cx="70511" cy="303661"/>
            </a:xfrm>
            <a:custGeom>
              <a:avLst/>
              <a:gdLst>
                <a:gd name="csX0" fmla="*/ 70877 w 70511"/>
                <a:gd name="csY0" fmla="*/ 151945 h 303661"/>
                <a:gd name="csX1" fmla="*/ 50818 w 70511"/>
                <a:gd name="csY1" fmla="*/ 57203 h 303661"/>
                <a:gd name="csX2" fmla="*/ 3405 w 70511"/>
                <a:gd name="csY2" fmla="*/ 114 h 303661"/>
                <a:gd name="csX3" fmla="*/ 366 w 70511"/>
                <a:gd name="csY3" fmla="*/ 3151 h 303661"/>
                <a:gd name="csX4" fmla="*/ 6140 w 70511"/>
                <a:gd name="csY4" fmla="*/ 10135 h 303661"/>
                <a:gd name="csX5" fmla="*/ 53249 w 70511"/>
                <a:gd name="csY5" fmla="*/ 151945 h 303661"/>
                <a:gd name="csX6" fmla="*/ 4317 w 70511"/>
                <a:gd name="csY6" fmla="*/ 295577 h 303661"/>
                <a:gd name="csX7" fmla="*/ 366 w 70511"/>
                <a:gd name="csY7" fmla="*/ 300739 h 303661"/>
                <a:gd name="csX8" fmla="*/ 3405 w 70511"/>
                <a:gd name="csY8" fmla="*/ 303776 h 303661"/>
                <a:gd name="csX9" fmla="*/ 51730 w 70511"/>
                <a:gd name="csY9" fmla="*/ 244562 h 303661"/>
                <a:gd name="csX10" fmla="*/ 70877 w 70511"/>
                <a:gd name="csY10" fmla="*/ 15194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11" h="303661">
                  <a:moveTo>
                    <a:pt x="70877" y="151945"/>
                  </a:moveTo>
                  <a:cubicBezTo>
                    <a:pt x="70877" y="128259"/>
                    <a:pt x="67534" y="91516"/>
                    <a:pt x="50818" y="57203"/>
                  </a:cubicBezTo>
                  <a:cubicBezTo>
                    <a:pt x="32582" y="19852"/>
                    <a:pt x="6444" y="114"/>
                    <a:pt x="3405" y="114"/>
                  </a:cubicBezTo>
                  <a:cubicBezTo>
                    <a:pt x="1581" y="114"/>
                    <a:pt x="366" y="1329"/>
                    <a:pt x="366" y="3151"/>
                  </a:cubicBezTo>
                  <a:cubicBezTo>
                    <a:pt x="366" y="4062"/>
                    <a:pt x="366" y="4669"/>
                    <a:pt x="6140" y="10135"/>
                  </a:cubicBezTo>
                  <a:cubicBezTo>
                    <a:pt x="35925" y="40198"/>
                    <a:pt x="53249" y="88480"/>
                    <a:pt x="53249" y="151945"/>
                  </a:cubicBezTo>
                  <a:cubicBezTo>
                    <a:pt x="53249" y="203871"/>
                    <a:pt x="42004" y="257315"/>
                    <a:pt x="4317" y="295577"/>
                  </a:cubicBezTo>
                  <a:cubicBezTo>
                    <a:pt x="366" y="299221"/>
                    <a:pt x="366" y="299828"/>
                    <a:pt x="366" y="300739"/>
                  </a:cubicBezTo>
                  <a:cubicBezTo>
                    <a:pt x="366" y="302561"/>
                    <a:pt x="1581" y="303776"/>
                    <a:pt x="3405" y="303776"/>
                  </a:cubicBezTo>
                  <a:cubicBezTo>
                    <a:pt x="6444" y="303776"/>
                    <a:pt x="33798" y="283127"/>
                    <a:pt x="51730" y="244562"/>
                  </a:cubicBezTo>
                  <a:cubicBezTo>
                    <a:pt x="67230" y="211159"/>
                    <a:pt x="70877" y="177453"/>
                    <a:pt x="70877" y="151945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DA3C54DB-7CB1-3E02-B01E-17712BAB3A91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3823127" y="5766402"/>
              <a:ext cx="79325" cy="364089"/>
            </a:xfrm>
            <a:custGeom>
              <a:avLst/>
              <a:gdLst>
                <a:gd name="csX0" fmla="*/ 79695 w 79325"/>
                <a:gd name="csY0" fmla="*/ 182303 h 364089"/>
                <a:gd name="csX1" fmla="*/ 32282 w 79325"/>
                <a:gd name="csY1" fmla="*/ 26828 h 364089"/>
                <a:gd name="csX2" fmla="*/ 4017 w 79325"/>
                <a:gd name="csY2" fmla="*/ 106 h 364089"/>
                <a:gd name="csX3" fmla="*/ 369 w 79325"/>
                <a:gd name="csY3" fmla="*/ 3143 h 364089"/>
                <a:gd name="csX4" fmla="*/ 2193 w 79325"/>
                <a:gd name="csY4" fmla="*/ 6179 h 364089"/>
                <a:gd name="csX5" fmla="*/ 48998 w 79325"/>
                <a:gd name="csY5" fmla="*/ 94849 h 364089"/>
                <a:gd name="csX6" fmla="*/ 58724 w 79325"/>
                <a:gd name="csY6" fmla="*/ 181999 h 364089"/>
                <a:gd name="csX7" fmla="*/ 48086 w 79325"/>
                <a:gd name="csY7" fmla="*/ 273401 h 364089"/>
                <a:gd name="csX8" fmla="*/ 3105 w 79325"/>
                <a:gd name="csY8" fmla="*/ 357212 h 364089"/>
                <a:gd name="csX9" fmla="*/ 369 w 79325"/>
                <a:gd name="csY9" fmla="*/ 361160 h 364089"/>
                <a:gd name="csX10" fmla="*/ 4017 w 79325"/>
                <a:gd name="csY10" fmla="*/ 364196 h 364089"/>
                <a:gd name="csX11" fmla="*/ 28939 w 79325"/>
                <a:gd name="csY11" fmla="*/ 341422 h 364089"/>
                <a:gd name="csX12" fmla="*/ 79695 w 79325"/>
                <a:gd name="csY12" fmla="*/ 182303 h 364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9325" h="364089">
                  <a:moveTo>
                    <a:pt x="79695" y="182303"/>
                  </a:moveTo>
                  <a:cubicBezTo>
                    <a:pt x="79695" y="139183"/>
                    <a:pt x="72097" y="78147"/>
                    <a:pt x="32282" y="26828"/>
                  </a:cubicBezTo>
                  <a:cubicBezTo>
                    <a:pt x="29243" y="23185"/>
                    <a:pt x="9487" y="106"/>
                    <a:pt x="4017" y="106"/>
                  </a:cubicBezTo>
                  <a:cubicBezTo>
                    <a:pt x="2497" y="106"/>
                    <a:pt x="369" y="714"/>
                    <a:pt x="369" y="3143"/>
                  </a:cubicBezTo>
                  <a:cubicBezTo>
                    <a:pt x="369" y="4358"/>
                    <a:pt x="977" y="5268"/>
                    <a:pt x="2193" y="6179"/>
                  </a:cubicBezTo>
                  <a:cubicBezTo>
                    <a:pt x="16782" y="21970"/>
                    <a:pt x="36537" y="46566"/>
                    <a:pt x="48998" y="94849"/>
                  </a:cubicBezTo>
                  <a:cubicBezTo>
                    <a:pt x="55988" y="122482"/>
                    <a:pt x="58724" y="153759"/>
                    <a:pt x="58724" y="181999"/>
                  </a:cubicBezTo>
                  <a:cubicBezTo>
                    <a:pt x="58724" y="212669"/>
                    <a:pt x="55988" y="243643"/>
                    <a:pt x="48086" y="273401"/>
                  </a:cubicBezTo>
                  <a:cubicBezTo>
                    <a:pt x="36537" y="315914"/>
                    <a:pt x="18605" y="340207"/>
                    <a:pt x="3105" y="357212"/>
                  </a:cubicBezTo>
                  <a:cubicBezTo>
                    <a:pt x="369" y="359945"/>
                    <a:pt x="369" y="360552"/>
                    <a:pt x="369" y="361160"/>
                  </a:cubicBezTo>
                  <a:cubicBezTo>
                    <a:pt x="369" y="363589"/>
                    <a:pt x="2497" y="364196"/>
                    <a:pt x="4017" y="364196"/>
                  </a:cubicBezTo>
                  <a:cubicBezTo>
                    <a:pt x="8575" y="364196"/>
                    <a:pt x="25292" y="345673"/>
                    <a:pt x="28939" y="341422"/>
                  </a:cubicBezTo>
                  <a:cubicBezTo>
                    <a:pt x="59939" y="304679"/>
                    <a:pt x="79695" y="250019"/>
                    <a:pt x="79695" y="182303"/>
                  </a:cubicBezTo>
                  <a:close/>
                </a:path>
              </a:pathLst>
            </a:custGeom>
            <a:solidFill>
              <a:srgbClr val="000000"/>
            </a:solidFill>
            <a:ln w="3048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pic>
        <p:nvPicPr>
          <p:cNvPr id="1069" name="Picture 1068">
            <a:extLst>
              <a:ext uri="{FF2B5EF4-FFF2-40B4-BE49-F238E27FC236}">
                <a16:creationId xmlns:a16="http://schemas.microsoft.com/office/drawing/2014/main" id="{6B76D6D7-0827-E0BA-8A7B-A98415418D1A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51" y="3219836"/>
            <a:ext cx="6838719" cy="335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40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A9A3-2A01-9F50-E511-D51B1353E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Properties of the Joint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9DFCA-32C4-8603-7D2F-EFDBD328B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Images and text are close in a good joint embedding space if they are semantically related.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b="1" dirty="0"/>
              <a:t>Example applications: </a:t>
            </a:r>
          </a:p>
          <a:p>
            <a:r>
              <a:rPr lang="en-CA" dirty="0"/>
              <a:t>Bidirectional image-caption retrieval, e.g., Google image search. </a:t>
            </a:r>
          </a:p>
          <a:p>
            <a:r>
              <a:rPr lang="en-CA" dirty="0"/>
              <a:t>Image captioning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Text in the training data can be at any level of granularity (words, phrases, sentences, paragraph, documents, etc.).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18514-C242-20E1-5350-9287122BA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198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A6DDC-0135-A6C4-EAE3-45ED2E78B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Contrastive Language-Image Pretraining (CLIP)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E4DD2-CC97-C5E1-47A8-460425E3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16</a:t>
            </a:fld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9A95AD-C754-2F3C-122C-FEC335FA8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351" y="1318670"/>
            <a:ext cx="7361299" cy="4803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BD5EE9-8683-7BAD-EADE-DBADCC455390}"/>
              </a:ext>
            </a:extLst>
          </p:cNvPr>
          <p:cNvSpPr txBox="1"/>
          <p:nvPr/>
        </p:nvSpPr>
        <p:spPr>
          <a:xfrm>
            <a:off x="404750" y="6211669"/>
            <a:ext cx="11126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Nunito" pitchFamily="2" charset="0"/>
              </a:rPr>
              <a:t>[Figure: Radford et al. 2021. Learning transferable visual models from natural language supervision</a:t>
            </a:r>
            <a:r>
              <a:rPr lang="en-US" dirty="0">
                <a:solidFill>
                  <a:srgbClr val="202122"/>
                </a:solidFill>
                <a:latin typeface="Nunito" pitchFamily="2" charset="0"/>
              </a:rPr>
              <a:t>]</a:t>
            </a:r>
            <a:endParaRPr lang="en-CA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887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D1797-C331-8E73-78AD-11E52E338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CLIP Objective: “Classifying for the True Label”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9E22A-5883-C89B-B009-47489B8F5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Image-to-text retrieval: given a pool of text, model the probability of choosing the correct text; and vice versa.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AD2E5-FB62-D361-DE82-3EAF4D752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17</a:t>
            </a:fld>
            <a:endParaRPr lang="en-CA"/>
          </a:p>
        </p:txBody>
      </p:sp>
      <p:grpSp>
        <p:nvGrpSpPr>
          <p:cNvPr id="170" name="Group 169" descr="\documentclass{article}&#10;\usepackage{nunito}&#10;\usepackage[linguistics]{forest}&#10;\usepackage{amsmath,amssymb}&#10;\pagestyle{empty}&#10;\begin{document}&#10;\begin{align*}&#10;        \Theta^* = \arg\min_\Theta &amp; \mathbb{E}_{\left[(I_1, T_1), \ldots (I_n, T_n)\right]}                                                               \left[ \sum_i -\log P_\Theta(T_i \mid I_i; [T_{1\ldots n}])  - \log P_\Theta(I_i \mid T_i; [I_{1\ldots n}]) \right]&#10;    \end{align*}&#10;&#10;\end{document}" title="IguanaTex Shape Display">
            <a:extLst>
              <a:ext uri="{FF2B5EF4-FFF2-40B4-BE49-F238E27FC236}">
                <a16:creationId xmlns:a16="http://schemas.microsoft.com/office/drawing/2014/main" id="{0A94F407-AE07-490D-ECB4-CC963E81D93C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8808" y="2529160"/>
            <a:ext cx="11034385" cy="910680"/>
            <a:chOff x="3593300" y="4996642"/>
            <a:chExt cx="11034385" cy="910680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A6F36A93-BDB7-84BD-4825-F3A2B637CDE0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3593300" y="5313973"/>
              <a:ext cx="202073" cy="220761"/>
            </a:xfrm>
            <a:custGeom>
              <a:avLst/>
              <a:gdLst>
                <a:gd name="csX0" fmla="*/ 202135 w 202073"/>
                <a:gd name="csY0" fmla="*/ 111231 h 220761"/>
                <a:gd name="csX1" fmla="*/ 100946 w 202073"/>
                <a:gd name="csY1" fmla="*/ 91 h 220761"/>
                <a:gd name="csX2" fmla="*/ 62 w 202073"/>
                <a:gd name="csY2" fmla="*/ 111231 h 220761"/>
                <a:gd name="csX3" fmla="*/ 100946 w 202073"/>
                <a:gd name="csY3" fmla="*/ 220853 h 220761"/>
                <a:gd name="csX4" fmla="*/ 202135 w 202073"/>
                <a:gd name="csY4" fmla="*/ 111231 h 220761"/>
                <a:gd name="csX5" fmla="*/ 101250 w 202073"/>
                <a:gd name="csY5" fmla="*/ 213869 h 220761"/>
                <a:gd name="csX6" fmla="*/ 29537 w 202073"/>
                <a:gd name="csY6" fmla="*/ 111231 h 220761"/>
                <a:gd name="csX7" fmla="*/ 100946 w 202073"/>
                <a:gd name="csY7" fmla="*/ 6772 h 220761"/>
                <a:gd name="csX8" fmla="*/ 172659 w 202073"/>
                <a:gd name="csY8" fmla="*/ 111231 h 220761"/>
                <a:gd name="csX9" fmla="*/ 101250 w 202073"/>
                <a:gd name="csY9" fmla="*/ 213869 h 220761"/>
                <a:gd name="csX10" fmla="*/ 155339 w 202073"/>
                <a:gd name="csY10" fmla="*/ 88457 h 220761"/>
                <a:gd name="csX11" fmla="*/ 147742 w 202073"/>
                <a:gd name="csY11" fmla="*/ 88457 h 220761"/>
                <a:gd name="csX12" fmla="*/ 147742 w 202073"/>
                <a:gd name="csY12" fmla="*/ 98781 h 220761"/>
                <a:gd name="csX13" fmla="*/ 54454 w 202073"/>
                <a:gd name="csY13" fmla="*/ 98781 h 220761"/>
                <a:gd name="csX14" fmla="*/ 54454 w 202073"/>
                <a:gd name="csY14" fmla="*/ 88457 h 220761"/>
                <a:gd name="csX15" fmla="*/ 46858 w 202073"/>
                <a:gd name="csY15" fmla="*/ 88457 h 220761"/>
                <a:gd name="csX16" fmla="*/ 46858 w 202073"/>
                <a:gd name="csY16" fmla="*/ 132184 h 220761"/>
                <a:gd name="csX17" fmla="*/ 54454 w 202073"/>
                <a:gd name="csY17" fmla="*/ 132184 h 220761"/>
                <a:gd name="csX18" fmla="*/ 54454 w 202073"/>
                <a:gd name="csY18" fmla="*/ 121859 h 220761"/>
                <a:gd name="csX19" fmla="*/ 147742 w 202073"/>
                <a:gd name="csY19" fmla="*/ 121859 h 220761"/>
                <a:gd name="csX20" fmla="*/ 147742 w 202073"/>
                <a:gd name="csY20" fmla="*/ 132184 h 220761"/>
                <a:gd name="csX21" fmla="*/ 155339 w 202073"/>
                <a:gd name="csY21" fmla="*/ 132184 h 220761"/>
                <a:gd name="csX22" fmla="*/ 155339 w 202073"/>
                <a:gd name="csY22" fmla="*/ 88457 h 220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2073" h="220761">
                  <a:moveTo>
                    <a:pt x="202135" y="111231"/>
                  </a:moveTo>
                  <a:cubicBezTo>
                    <a:pt x="202135" y="49284"/>
                    <a:pt x="156251" y="91"/>
                    <a:pt x="100946" y="91"/>
                  </a:cubicBezTo>
                  <a:cubicBezTo>
                    <a:pt x="46554" y="91"/>
                    <a:pt x="62" y="48677"/>
                    <a:pt x="62" y="111231"/>
                  </a:cubicBezTo>
                  <a:cubicBezTo>
                    <a:pt x="62" y="173482"/>
                    <a:pt x="46858" y="220853"/>
                    <a:pt x="100946" y="220853"/>
                  </a:cubicBezTo>
                  <a:cubicBezTo>
                    <a:pt x="156251" y="220853"/>
                    <a:pt x="202135" y="172571"/>
                    <a:pt x="202135" y="111231"/>
                  </a:cubicBezTo>
                  <a:close/>
                  <a:moveTo>
                    <a:pt x="101250" y="213869"/>
                  </a:moveTo>
                  <a:cubicBezTo>
                    <a:pt x="71167" y="213869"/>
                    <a:pt x="29537" y="187754"/>
                    <a:pt x="29537" y="111231"/>
                  </a:cubicBezTo>
                  <a:cubicBezTo>
                    <a:pt x="29537" y="33190"/>
                    <a:pt x="71775" y="6772"/>
                    <a:pt x="100946" y="6772"/>
                  </a:cubicBezTo>
                  <a:cubicBezTo>
                    <a:pt x="131637" y="6772"/>
                    <a:pt x="172659" y="34405"/>
                    <a:pt x="172659" y="111231"/>
                  </a:cubicBezTo>
                  <a:cubicBezTo>
                    <a:pt x="172659" y="188665"/>
                    <a:pt x="129814" y="213869"/>
                    <a:pt x="101250" y="213869"/>
                  </a:cubicBezTo>
                  <a:close/>
                  <a:moveTo>
                    <a:pt x="155339" y="88457"/>
                  </a:moveTo>
                  <a:lnTo>
                    <a:pt x="147742" y="88457"/>
                  </a:lnTo>
                  <a:lnTo>
                    <a:pt x="147742" y="98781"/>
                  </a:lnTo>
                  <a:lnTo>
                    <a:pt x="54454" y="98781"/>
                  </a:lnTo>
                  <a:lnTo>
                    <a:pt x="54454" y="88457"/>
                  </a:lnTo>
                  <a:lnTo>
                    <a:pt x="46858" y="88457"/>
                  </a:lnTo>
                  <a:lnTo>
                    <a:pt x="46858" y="132184"/>
                  </a:lnTo>
                  <a:lnTo>
                    <a:pt x="54454" y="132184"/>
                  </a:lnTo>
                  <a:lnTo>
                    <a:pt x="54454" y="121859"/>
                  </a:lnTo>
                  <a:lnTo>
                    <a:pt x="147742" y="121859"/>
                  </a:lnTo>
                  <a:lnTo>
                    <a:pt x="147742" y="132184"/>
                  </a:lnTo>
                  <a:lnTo>
                    <a:pt x="155339" y="132184"/>
                  </a:lnTo>
                  <a:lnTo>
                    <a:pt x="155339" y="88457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3C6CCBAC-3CC0-30E2-944D-78B85783219E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3831558" y="5303833"/>
              <a:ext cx="86359" cy="91614"/>
            </a:xfrm>
            <a:custGeom>
              <a:avLst/>
              <a:gdLst>
                <a:gd name="csX0" fmla="*/ 49843 w 86359"/>
                <a:gd name="csY0" fmla="*/ 46001 h 91614"/>
                <a:gd name="csX1" fmla="*/ 80473 w 86359"/>
                <a:gd name="csY1" fmla="*/ 32822 h 91614"/>
                <a:gd name="csX2" fmla="*/ 86429 w 86359"/>
                <a:gd name="csY2" fmla="*/ 26232 h 91614"/>
                <a:gd name="csX3" fmla="*/ 79835 w 86359"/>
                <a:gd name="csY3" fmla="*/ 19430 h 91614"/>
                <a:gd name="csX4" fmla="*/ 75368 w 86359"/>
                <a:gd name="csY4" fmla="*/ 21343 h 91614"/>
                <a:gd name="csX5" fmla="*/ 46440 w 86359"/>
                <a:gd name="csY5" fmla="*/ 40687 h 91614"/>
                <a:gd name="csX6" fmla="*/ 49631 w 86359"/>
                <a:gd name="csY6" fmla="*/ 9227 h 91614"/>
                <a:gd name="csX7" fmla="*/ 43249 w 86359"/>
                <a:gd name="csY7" fmla="*/ 87 h 91614"/>
                <a:gd name="csX8" fmla="*/ 36655 w 86359"/>
                <a:gd name="csY8" fmla="*/ 6464 h 91614"/>
                <a:gd name="csX9" fmla="*/ 37719 w 86359"/>
                <a:gd name="csY9" fmla="*/ 16880 h 91614"/>
                <a:gd name="csX10" fmla="*/ 40059 w 86359"/>
                <a:gd name="csY10" fmla="*/ 40687 h 91614"/>
                <a:gd name="csX11" fmla="*/ 11343 w 86359"/>
                <a:gd name="csY11" fmla="*/ 21343 h 91614"/>
                <a:gd name="csX12" fmla="*/ 6664 w 86359"/>
                <a:gd name="csY12" fmla="*/ 19430 h 91614"/>
                <a:gd name="csX13" fmla="*/ 70 w 86359"/>
                <a:gd name="csY13" fmla="*/ 26232 h 91614"/>
                <a:gd name="csX14" fmla="*/ 4536 w 86359"/>
                <a:gd name="csY14" fmla="*/ 32397 h 91614"/>
                <a:gd name="csX15" fmla="*/ 36655 w 86359"/>
                <a:gd name="csY15" fmla="*/ 45788 h 91614"/>
                <a:gd name="csX16" fmla="*/ 6025 w 86359"/>
                <a:gd name="csY16" fmla="*/ 58967 h 91614"/>
                <a:gd name="csX17" fmla="*/ 70 w 86359"/>
                <a:gd name="csY17" fmla="*/ 65556 h 91614"/>
                <a:gd name="csX18" fmla="*/ 6664 w 86359"/>
                <a:gd name="csY18" fmla="*/ 72358 h 91614"/>
                <a:gd name="csX19" fmla="*/ 11130 w 86359"/>
                <a:gd name="csY19" fmla="*/ 70445 h 91614"/>
                <a:gd name="csX20" fmla="*/ 40059 w 86359"/>
                <a:gd name="csY20" fmla="*/ 51102 h 91614"/>
                <a:gd name="csX21" fmla="*/ 36655 w 86359"/>
                <a:gd name="csY21" fmla="*/ 85325 h 91614"/>
                <a:gd name="csX22" fmla="*/ 43249 w 86359"/>
                <a:gd name="csY22" fmla="*/ 91702 h 91614"/>
                <a:gd name="csX23" fmla="*/ 49843 w 86359"/>
                <a:gd name="csY23" fmla="*/ 85325 h 91614"/>
                <a:gd name="csX24" fmla="*/ 48780 w 86359"/>
                <a:gd name="csY24" fmla="*/ 74909 h 91614"/>
                <a:gd name="csX25" fmla="*/ 46440 w 86359"/>
                <a:gd name="csY25" fmla="*/ 51102 h 91614"/>
                <a:gd name="csX26" fmla="*/ 71965 w 86359"/>
                <a:gd name="csY26" fmla="*/ 68107 h 91614"/>
                <a:gd name="csX27" fmla="*/ 79835 w 86359"/>
                <a:gd name="csY27" fmla="*/ 72358 h 91614"/>
                <a:gd name="csX28" fmla="*/ 86429 w 86359"/>
                <a:gd name="csY28" fmla="*/ 65556 h 91614"/>
                <a:gd name="csX29" fmla="*/ 81962 w 86359"/>
                <a:gd name="csY29" fmla="*/ 59392 h 91614"/>
                <a:gd name="csX30" fmla="*/ 49843 w 86359"/>
                <a:gd name="csY30" fmla="*/ 46001 h 916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86359" h="91614">
                  <a:moveTo>
                    <a:pt x="49843" y="46001"/>
                  </a:moveTo>
                  <a:cubicBezTo>
                    <a:pt x="67285" y="38348"/>
                    <a:pt x="75156" y="35372"/>
                    <a:pt x="80473" y="32822"/>
                  </a:cubicBezTo>
                  <a:cubicBezTo>
                    <a:pt x="84515" y="31121"/>
                    <a:pt x="86429" y="30271"/>
                    <a:pt x="86429" y="26232"/>
                  </a:cubicBezTo>
                  <a:cubicBezTo>
                    <a:pt x="86429" y="22619"/>
                    <a:pt x="83664" y="19430"/>
                    <a:pt x="79835" y="19430"/>
                  </a:cubicBezTo>
                  <a:cubicBezTo>
                    <a:pt x="78346" y="19430"/>
                    <a:pt x="77921" y="19430"/>
                    <a:pt x="75368" y="21343"/>
                  </a:cubicBezTo>
                  <a:lnTo>
                    <a:pt x="46440" y="40687"/>
                  </a:lnTo>
                  <a:lnTo>
                    <a:pt x="49631" y="9227"/>
                  </a:lnTo>
                  <a:cubicBezTo>
                    <a:pt x="50056" y="5401"/>
                    <a:pt x="49631" y="87"/>
                    <a:pt x="43249" y="87"/>
                  </a:cubicBezTo>
                  <a:cubicBezTo>
                    <a:pt x="40697" y="87"/>
                    <a:pt x="36655" y="1788"/>
                    <a:pt x="36655" y="6464"/>
                  </a:cubicBezTo>
                  <a:cubicBezTo>
                    <a:pt x="36655" y="8377"/>
                    <a:pt x="37506" y="14754"/>
                    <a:pt x="37719" y="16880"/>
                  </a:cubicBezTo>
                  <a:cubicBezTo>
                    <a:pt x="38144" y="20493"/>
                    <a:pt x="39633" y="35798"/>
                    <a:pt x="40059" y="40687"/>
                  </a:cubicBezTo>
                  <a:lnTo>
                    <a:pt x="11343" y="21343"/>
                  </a:lnTo>
                  <a:cubicBezTo>
                    <a:pt x="9216" y="20068"/>
                    <a:pt x="8578" y="19430"/>
                    <a:pt x="6664" y="19430"/>
                  </a:cubicBezTo>
                  <a:cubicBezTo>
                    <a:pt x="2835" y="19430"/>
                    <a:pt x="70" y="22619"/>
                    <a:pt x="70" y="26232"/>
                  </a:cubicBezTo>
                  <a:cubicBezTo>
                    <a:pt x="70" y="30484"/>
                    <a:pt x="2622" y="31546"/>
                    <a:pt x="4536" y="32397"/>
                  </a:cubicBezTo>
                  <a:lnTo>
                    <a:pt x="36655" y="45788"/>
                  </a:lnTo>
                  <a:cubicBezTo>
                    <a:pt x="19213" y="53440"/>
                    <a:pt x="11343" y="56416"/>
                    <a:pt x="6025" y="58967"/>
                  </a:cubicBezTo>
                  <a:cubicBezTo>
                    <a:pt x="1984" y="60667"/>
                    <a:pt x="70" y="61518"/>
                    <a:pt x="70" y="65556"/>
                  </a:cubicBezTo>
                  <a:cubicBezTo>
                    <a:pt x="70" y="69170"/>
                    <a:pt x="2835" y="72358"/>
                    <a:pt x="6664" y="72358"/>
                  </a:cubicBezTo>
                  <a:cubicBezTo>
                    <a:pt x="8152" y="72358"/>
                    <a:pt x="8578" y="72358"/>
                    <a:pt x="11130" y="70445"/>
                  </a:cubicBezTo>
                  <a:lnTo>
                    <a:pt x="40059" y="51102"/>
                  </a:lnTo>
                  <a:lnTo>
                    <a:pt x="36655" y="85325"/>
                  </a:lnTo>
                  <a:cubicBezTo>
                    <a:pt x="36655" y="90001"/>
                    <a:pt x="40697" y="91702"/>
                    <a:pt x="43249" y="91702"/>
                  </a:cubicBezTo>
                  <a:cubicBezTo>
                    <a:pt x="45802" y="91702"/>
                    <a:pt x="49843" y="90001"/>
                    <a:pt x="49843" y="85325"/>
                  </a:cubicBezTo>
                  <a:cubicBezTo>
                    <a:pt x="49843" y="83412"/>
                    <a:pt x="48992" y="77035"/>
                    <a:pt x="48780" y="74909"/>
                  </a:cubicBezTo>
                  <a:cubicBezTo>
                    <a:pt x="48354" y="71296"/>
                    <a:pt x="46865" y="55991"/>
                    <a:pt x="46440" y="51102"/>
                  </a:cubicBezTo>
                  <a:lnTo>
                    <a:pt x="71965" y="68107"/>
                  </a:lnTo>
                  <a:cubicBezTo>
                    <a:pt x="77495" y="72358"/>
                    <a:pt x="77921" y="72358"/>
                    <a:pt x="79835" y="72358"/>
                  </a:cubicBezTo>
                  <a:cubicBezTo>
                    <a:pt x="83664" y="72358"/>
                    <a:pt x="86429" y="69170"/>
                    <a:pt x="86429" y="65556"/>
                  </a:cubicBezTo>
                  <a:cubicBezTo>
                    <a:pt x="86429" y="61305"/>
                    <a:pt x="83877" y="60242"/>
                    <a:pt x="81962" y="59392"/>
                  </a:cubicBezTo>
                  <a:lnTo>
                    <a:pt x="49843" y="46001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3021E5F-B875-4FF8-B568-9E4263EC3F13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4053746" y="5416611"/>
              <a:ext cx="202073" cy="71056"/>
            </a:xfrm>
            <a:custGeom>
              <a:avLst/>
              <a:gdLst>
                <a:gd name="csX0" fmla="*/ 191818 w 202073"/>
                <a:gd name="csY0" fmla="*/ 12238 h 71056"/>
                <a:gd name="csX1" fmla="*/ 202150 w 202073"/>
                <a:gd name="csY1" fmla="*/ 6164 h 71056"/>
                <a:gd name="csX2" fmla="*/ 192122 w 202073"/>
                <a:gd name="csY2" fmla="*/ 91 h 71056"/>
                <a:gd name="csX3" fmla="*/ 10105 w 202073"/>
                <a:gd name="csY3" fmla="*/ 91 h 71056"/>
                <a:gd name="csX4" fmla="*/ 77 w 202073"/>
                <a:gd name="csY4" fmla="*/ 6164 h 71056"/>
                <a:gd name="csX5" fmla="*/ 10408 w 202073"/>
                <a:gd name="csY5" fmla="*/ 12238 h 71056"/>
                <a:gd name="csX6" fmla="*/ 191818 w 202073"/>
                <a:gd name="csY6" fmla="*/ 12238 h 71056"/>
                <a:gd name="csX7" fmla="*/ 192122 w 202073"/>
                <a:gd name="csY7" fmla="*/ 71148 h 71056"/>
                <a:gd name="csX8" fmla="*/ 202150 w 202073"/>
                <a:gd name="csY8" fmla="*/ 65075 h 71056"/>
                <a:gd name="csX9" fmla="*/ 191818 w 202073"/>
                <a:gd name="csY9" fmla="*/ 59001 h 71056"/>
                <a:gd name="csX10" fmla="*/ 10408 w 202073"/>
                <a:gd name="csY10" fmla="*/ 59001 h 71056"/>
                <a:gd name="csX11" fmla="*/ 77 w 202073"/>
                <a:gd name="csY11" fmla="*/ 65075 h 71056"/>
                <a:gd name="csX12" fmla="*/ 10105 w 202073"/>
                <a:gd name="csY12" fmla="*/ 71148 h 71056"/>
                <a:gd name="csX13" fmla="*/ 192122 w 202073"/>
                <a:gd name="csY13" fmla="*/ 71148 h 71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2073" h="71056">
                  <a:moveTo>
                    <a:pt x="191818" y="12238"/>
                  </a:moveTo>
                  <a:cubicBezTo>
                    <a:pt x="196376" y="12238"/>
                    <a:pt x="202150" y="12238"/>
                    <a:pt x="202150" y="6164"/>
                  </a:cubicBezTo>
                  <a:cubicBezTo>
                    <a:pt x="202150" y="91"/>
                    <a:pt x="196376" y="91"/>
                    <a:pt x="192122" y="91"/>
                  </a:cubicBezTo>
                  <a:lnTo>
                    <a:pt x="10105" y="91"/>
                  </a:lnTo>
                  <a:cubicBezTo>
                    <a:pt x="5850" y="91"/>
                    <a:pt x="77" y="91"/>
                    <a:pt x="77" y="6164"/>
                  </a:cubicBezTo>
                  <a:cubicBezTo>
                    <a:pt x="77" y="12238"/>
                    <a:pt x="5850" y="12238"/>
                    <a:pt x="10408" y="12238"/>
                  </a:cubicBezTo>
                  <a:lnTo>
                    <a:pt x="191818" y="12238"/>
                  </a:lnTo>
                  <a:close/>
                  <a:moveTo>
                    <a:pt x="192122" y="71148"/>
                  </a:moveTo>
                  <a:cubicBezTo>
                    <a:pt x="196376" y="71148"/>
                    <a:pt x="202150" y="71148"/>
                    <a:pt x="202150" y="65075"/>
                  </a:cubicBezTo>
                  <a:cubicBezTo>
                    <a:pt x="202150" y="59001"/>
                    <a:pt x="196376" y="59001"/>
                    <a:pt x="191818" y="59001"/>
                  </a:cubicBezTo>
                  <a:lnTo>
                    <a:pt x="10408" y="59001"/>
                  </a:lnTo>
                  <a:cubicBezTo>
                    <a:pt x="5850" y="59001"/>
                    <a:pt x="77" y="59001"/>
                    <a:pt x="77" y="65075"/>
                  </a:cubicBezTo>
                  <a:cubicBezTo>
                    <a:pt x="77" y="71148"/>
                    <a:pt x="5850" y="71148"/>
                    <a:pt x="10105" y="71148"/>
                  </a:cubicBezTo>
                  <a:lnTo>
                    <a:pt x="192122" y="71148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5E71F563-7446-BB77-A130-DA62BA0E813B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4370241" y="5392014"/>
              <a:ext cx="137045" cy="139380"/>
            </a:xfrm>
            <a:custGeom>
              <a:avLst/>
              <a:gdLst>
                <a:gd name="csX0" fmla="*/ 88513 w 137045"/>
                <a:gd name="csY0" fmla="*/ 113053 h 139380"/>
                <a:gd name="csX1" fmla="*/ 112215 w 137045"/>
                <a:gd name="csY1" fmla="*/ 137953 h 139380"/>
                <a:gd name="csX2" fmla="*/ 137132 w 137045"/>
                <a:gd name="csY2" fmla="*/ 109106 h 139380"/>
                <a:gd name="csX3" fmla="*/ 137132 w 137045"/>
                <a:gd name="csY3" fmla="*/ 92101 h 139380"/>
                <a:gd name="csX4" fmla="*/ 129536 w 137045"/>
                <a:gd name="csY4" fmla="*/ 92101 h 139380"/>
                <a:gd name="csX5" fmla="*/ 129536 w 137045"/>
                <a:gd name="csY5" fmla="*/ 109106 h 139380"/>
                <a:gd name="csX6" fmla="*/ 118596 w 137045"/>
                <a:gd name="csY6" fmla="*/ 128540 h 139380"/>
                <a:gd name="csX7" fmla="*/ 107353 w 137045"/>
                <a:gd name="csY7" fmla="*/ 113357 h 139380"/>
                <a:gd name="csX8" fmla="*/ 107353 w 137045"/>
                <a:gd name="csY8" fmla="*/ 52625 h 139380"/>
                <a:gd name="csX9" fmla="*/ 96414 w 137045"/>
                <a:gd name="csY9" fmla="*/ 16793 h 139380"/>
                <a:gd name="csX10" fmla="*/ 54784 w 137045"/>
                <a:gd name="csY10" fmla="*/ 91 h 139380"/>
                <a:gd name="csX11" fmla="*/ 8900 w 137045"/>
                <a:gd name="csY11" fmla="*/ 34405 h 139380"/>
                <a:gd name="csX12" fmla="*/ 22878 w 137045"/>
                <a:gd name="csY12" fmla="*/ 48677 h 139380"/>
                <a:gd name="csX13" fmla="*/ 36856 w 137045"/>
                <a:gd name="csY13" fmla="*/ 34709 h 139380"/>
                <a:gd name="csX14" fmla="*/ 21358 w 137045"/>
                <a:gd name="csY14" fmla="*/ 20740 h 139380"/>
                <a:gd name="csX15" fmla="*/ 54176 w 137045"/>
                <a:gd name="csY15" fmla="*/ 6772 h 139380"/>
                <a:gd name="csX16" fmla="*/ 86386 w 137045"/>
                <a:gd name="csY16" fmla="*/ 45640 h 139380"/>
                <a:gd name="csX17" fmla="*/ 86386 w 137045"/>
                <a:gd name="csY17" fmla="*/ 56876 h 139380"/>
                <a:gd name="csX18" fmla="*/ 30474 w 137045"/>
                <a:gd name="csY18" fmla="*/ 67808 h 139380"/>
                <a:gd name="csX19" fmla="*/ 87 w 137045"/>
                <a:gd name="csY19" fmla="*/ 107284 h 139380"/>
                <a:gd name="csX20" fmla="*/ 48706 w 137045"/>
                <a:gd name="csY20" fmla="*/ 139472 h 139380"/>
                <a:gd name="csX21" fmla="*/ 88513 w 137045"/>
                <a:gd name="csY21" fmla="*/ 113053 h 139380"/>
                <a:gd name="csX22" fmla="*/ 86386 w 137045"/>
                <a:gd name="csY22" fmla="*/ 63253 h 139380"/>
                <a:gd name="csX23" fmla="*/ 86386 w 137045"/>
                <a:gd name="csY23" fmla="*/ 93619 h 139380"/>
                <a:gd name="csX24" fmla="*/ 50834 w 137045"/>
                <a:gd name="csY24" fmla="*/ 132791 h 139380"/>
                <a:gd name="csX25" fmla="*/ 23485 w 137045"/>
                <a:gd name="csY25" fmla="*/ 106980 h 139380"/>
                <a:gd name="csX26" fmla="*/ 86386 w 137045"/>
                <a:gd name="csY26" fmla="*/ 63253 h 139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37045" h="139380">
                  <a:moveTo>
                    <a:pt x="88513" y="113053"/>
                  </a:moveTo>
                  <a:cubicBezTo>
                    <a:pt x="89729" y="125200"/>
                    <a:pt x="97933" y="137953"/>
                    <a:pt x="112215" y="137953"/>
                  </a:cubicBezTo>
                  <a:cubicBezTo>
                    <a:pt x="118596" y="137953"/>
                    <a:pt x="137132" y="133702"/>
                    <a:pt x="137132" y="109106"/>
                  </a:cubicBezTo>
                  <a:lnTo>
                    <a:pt x="137132" y="92101"/>
                  </a:lnTo>
                  <a:lnTo>
                    <a:pt x="129536" y="92101"/>
                  </a:lnTo>
                  <a:lnTo>
                    <a:pt x="129536" y="109106"/>
                  </a:lnTo>
                  <a:cubicBezTo>
                    <a:pt x="129536" y="126718"/>
                    <a:pt x="121939" y="128540"/>
                    <a:pt x="118596" y="128540"/>
                  </a:cubicBezTo>
                  <a:cubicBezTo>
                    <a:pt x="108569" y="128540"/>
                    <a:pt x="107353" y="114875"/>
                    <a:pt x="107353" y="113357"/>
                  </a:cubicBezTo>
                  <a:lnTo>
                    <a:pt x="107353" y="52625"/>
                  </a:lnTo>
                  <a:cubicBezTo>
                    <a:pt x="107353" y="39871"/>
                    <a:pt x="107353" y="28028"/>
                    <a:pt x="96414" y="16793"/>
                  </a:cubicBezTo>
                  <a:cubicBezTo>
                    <a:pt x="84563" y="4950"/>
                    <a:pt x="69370" y="91"/>
                    <a:pt x="54784" y="91"/>
                  </a:cubicBezTo>
                  <a:cubicBezTo>
                    <a:pt x="29867" y="91"/>
                    <a:pt x="8900" y="14363"/>
                    <a:pt x="8900" y="34405"/>
                  </a:cubicBezTo>
                  <a:cubicBezTo>
                    <a:pt x="8900" y="43515"/>
                    <a:pt x="14977" y="48677"/>
                    <a:pt x="22878" y="48677"/>
                  </a:cubicBezTo>
                  <a:cubicBezTo>
                    <a:pt x="31386" y="48677"/>
                    <a:pt x="36856" y="42604"/>
                    <a:pt x="36856" y="34709"/>
                  </a:cubicBezTo>
                  <a:cubicBezTo>
                    <a:pt x="36856" y="31065"/>
                    <a:pt x="35336" y="21044"/>
                    <a:pt x="21358" y="20740"/>
                  </a:cubicBezTo>
                  <a:cubicBezTo>
                    <a:pt x="29563" y="10112"/>
                    <a:pt x="44452" y="6772"/>
                    <a:pt x="54176" y="6772"/>
                  </a:cubicBezTo>
                  <a:cubicBezTo>
                    <a:pt x="69066" y="6772"/>
                    <a:pt x="86386" y="18614"/>
                    <a:pt x="86386" y="45640"/>
                  </a:cubicBezTo>
                  <a:lnTo>
                    <a:pt x="86386" y="56876"/>
                  </a:lnTo>
                  <a:cubicBezTo>
                    <a:pt x="70889" y="57787"/>
                    <a:pt x="49618" y="58698"/>
                    <a:pt x="30474" y="67808"/>
                  </a:cubicBezTo>
                  <a:cubicBezTo>
                    <a:pt x="7684" y="78132"/>
                    <a:pt x="87" y="93923"/>
                    <a:pt x="87" y="107284"/>
                  </a:cubicBezTo>
                  <a:cubicBezTo>
                    <a:pt x="87" y="131880"/>
                    <a:pt x="29563" y="139472"/>
                    <a:pt x="48706" y="139472"/>
                  </a:cubicBezTo>
                  <a:cubicBezTo>
                    <a:pt x="68762" y="139472"/>
                    <a:pt x="82740" y="127325"/>
                    <a:pt x="88513" y="113053"/>
                  </a:cubicBezTo>
                  <a:close/>
                  <a:moveTo>
                    <a:pt x="86386" y="63253"/>
                  </a:moveTo>
                  <a:lnTo>
                    <a:pt x="86386" y="93619"/>
                  </a:lnTo>
                  <a:cubicBezTo>
                    <a:pt x="86386" y="122467"/>
                    <a:pt x="64508" y="132791"/>
                    <a:pt x="50834" y="132791"/>
                  </a:cubicBezTo>
                  <a:cubicBezTo>
                    <a:pt x="35944" y="132791"/>
                    <a:pt x="23485" y="122163"/>
                    <a:pt x="23485" y="106980"/>
                  </a:cubicBezTo>
                  <a:cubicBezTo>
                    <a:pt x="23485" y="90279"/>
                    <a:pt x="36248" y="65075"/>
                    <a:pt x="86386" y="63253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FE33A974-A8CC-0B34-1C88-FF6E3543341E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4517922" y="5393836"/>
              <a:ext cx="102100" cy="134218"/>
            </a:xfrm>
            <a:custGeom>
              <a:avLst/>
              <a:gdLst>
                <a:gd name="csX0" fmla="*/ 42330 w 102100"/>
                <a:gd name="csY0" fmla="*/ 33494 h 134218"/>
                <a:gd name="csX1" fmla="*/ 42330 w 102100"/>
                <a:gd name="csY1" fmla="*/ 91 h 134218"/>
                <a:gd name="csX2" fmla="*/ 92 w 102100"/>
                <a:gd name="csY2" fmla="*/ 3431 h 134218"/>
                <a:gd name="csX3" fmla="*/ 92 w 102100"/>
                <a:gd name="csY3" fmla="*/ 12845 h 134218"/>
                <a:gd name="csX4" fmla="*/ 23794 w 102100"/>
                <a:gd name="csY4" fmla="*/ 29850 h 134218"/>
                <a:gd name="csX5" fmla="*/ 23794 w 102100"/>
                <a:gd name="csY5" fmla="*/ 111231 h 134218"/>
                <a:gd name="csX6" fmla="*/ 92 w 102100"/>
                <a:gd name="csY6" fmla="*/ 124896 h 134218"/>
                <a:gd name="csX7" fmla="*/ 92 w 102100"/>
                <a:gd name="csY7" fmla="*/ 134309 h 134218"/>
                <a:gd name="csX8" fmla="*/ 34733 w 102100"/>
                <a:gd name="csY8" fmla="*/ 133398 h 134218"/>
                <a:gd name="csX9" fmla="*/ 73325 w 102100"/>
                <a:gd name="csY9" fmla="*/ 134309 h 134218"/>
                <a:gd name="csX10" fmla="*/ 73325 w 102100"/>
                <a:gd name="csY10" fmla="*/ 124896 h 134218"/>
                <a:gd name="csX11" fmla="*/ 66944 w 102100"/>
                <a:gd name="csY11" fmla="*/ 124896 h 134218"/>
                <a:gd name="csX12" fmla="*/ 43850 w 102100"/>
                <a:gd name="csY12" fmla="*/ 110624 h 134218"/>
                <a:gd name="csX13" fmla="*/ 43850 w 102100"/>
                <a:gd name="csY13" fmla="*/ 63860 h 134218"/>
                <a:gd name="csX14" fmla="*/ 79706 w 102100"/>
                <a:gd name="csY14" fmla="*/ 6772 h 134218"/>
                <a:gd name="csX15" fmla="*/ 83049 w 102100"/>
                <a:gd name="csY15" fmla="*/ 7075 h 134218"/>
                <a:gd name="csX16" fmla="*/ 76060 w 102100"/>
                <a:gd name="csY16" fmla="*/ 18918 h 134218"/>
                <a:gd name="csX17" fmla="*/ 89126 w 102100"/>
                <a:gd name="csY17" fmla="*/ 31976 h 134218"/>
                <a:gd name="csX18" fmla="*/ 102192 w 102100"/>
                <a:gd name="csY18" fmla="*/ 18614 h 134218"/>
                <a:gd name="csX19" fmla="*/ 79706 w 102100"/>
                <a:gd name="csY19" fmla="*/ 91 h 134218"/>
                <a:gd name="csX20" fmla="*/ 42330 w 102100"/>
                <a:gd name="csY20" fmla="*/ 33494 h 134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02100" h="134218">
                  <a:moveTo>
                    <a:pt x="42330" y="33494"/>
                  </a:moveTo>
                  <a:lnTo>
                    <a:pt x="42330" y="91"/>
                  </a:lnTo>
                  <a:lnTo>
                    <a:pt x="92" y="3431"/>
                  </a:lnTo>
                  <a:lnTo>
                    <a:pt x="92" y="12845"/>
                  </a:lnTo>
                  <a:cubicBezTo>
                    <a:pt x="21363" y="12845"/>
                    <a:pt x="23794" y="14971"/>
                    <a:pt x="23794" y="29850"/>
                  </a:cubicBezTo>
                  <a:lnTo>
                    <a:pt x="23794" y="111231"/>
                  </a:lnTo>
                  <a:cubicBezTo>
                    <a:pt x="23794" y="124896"/>
                    <a:pt x="20452" y="124896"/>
                    <a:pt x="92" y="124896"/>
                  </a:cubicBezTo>
                  <a:lnTo>
                    <a:pt x="92" y="134309"/>
                  </a:lnTo>
                  <a:cubicBezTo>
                    <a:pt x="11943" y="134006"/>
                    <a:pt x="26225" y="133398"/>
                    <a:pt x="34733" y="133398"/>
                  </a:cubicBezTo>
                  <a:cubicBezTo>
                    <a:pt x="46888" y="133398"/>
                    <a:pt x="61170" y="133398"/>
                    <a:pt x="73325" y="134309"/>
                  </a:cubicBezTo>
                  <a:lnTo>
                    <a:pt x="73325" y="124896"/>
                  </a:lnTo>
                  <a:lnTo>
                    <a:pt x="66944" y="124896"/>
                  </a:lnTo>
                  <a:cubicBezTo>
                    <a:pt x="44457" y="124896"/>
                    <a:pt x="43850" y="121556"/>
                    <a:pt x="43850" y="110624"/>
                  </a:cubicBezTo>
                  <a:lnTo>
                    <a:pt x="43850" y="63860"/>
                  </a:lnTo>
                  <a:cubicBezTo>
                    <a:pt x="43850" y="33798"/>
                    <a:pt x="56612" y="6772"/>
                    <a:pt x="79706" y="6772"/>
                  </a:cubicBezTo>
                  <a:cubicBezTo>
                    <a:pt x="81833" y="6772"/>
                    <a:pt x="82441" y="6772"/>
                    <a:pt x="83049" y="7075"/>
                  </a:cubicBezTo>
                  <a:cubicBezTo>
                    <a:pt x="82137" y="7379"/>
                    <a:pt x="76060" y="11023"/>
                    <a:pt x="76060" y="18918"/>
                  </a:cubicBezTo>
                  <a:cubicBezTo>
                    <a:pt x="76060" y="27421"/>
                    <a:pt x="82441" y="31976"/>
                    <a:pt x="89126" y="31976"/>
                  </a:cubicBezTo>
                  <a:cubicBezTo>
                    <a:pt x="94596" y="31976"/>
                    <a:pt x="102192" y="28332"/>
                    <a:pt x="102192" y="18614"/>
                  </a:cubicBezTo>
                  <a:cubicBezTo>
                    <a:pt x="102192" y="8897"/>
                    <a:pt x="92772" y="91"/>
                    <a:pt x="79706" y="91"/>
                  </a:cubicBezTo>
                  <a:cubicBezTo>
                    <a:pt x="57524" y="91"/>
                    <a:pt x="46584" y="20436"/>
                    <a:pt x="42330" y="33494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AB64AECA-ECEA-2A35-FF78-72588B7EE805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4636938" y="5390496"/>
              <a:ext cx="138868" cy="200112"/>
            </a:xfrm>
            <a:custGeom>
              <a:avLst/>
              <a:gdLst>
                <a:gd name="csX0" fmla="*/ 59047 w 138868"/>
                <a:gd name="csY0" fmla="*/ 85420 h 200112"/>
                <a:gd name="csX1" fmla="*/ 32610 w 138868"/>
                <a:gd name="csY1" fmla="*/ 48070 h 200112"/>
                <a:gd name="csX2" fmla="*/ 37472 w 138868"/>
                <a:gd name="csY2" fmla="*/ 22562 h 200112"/>
                <a:gd name="csX3" fmla="*/ 59047 w 138868"/>
                <a:gd name="csY3" fmla="*/ 10416 h 200112"/>
                <a:gd name="csX4" fmla="*/ 85484 w 138868"/>
                <a:gd name="csY4" fmla="*/ 47766 h 200112"/>
                <a:gd name="csX5" fmla="*/ 80622 w 138868"/>
                <a:gd name="csY5" fmla="*/ 73274 h 200112"/>
                <a:gd name="csX6" fmla="*/ 59047 w 138868"/>
                <a:gd name="csY6" fmla="*/ 85420 h 200112"/>
                <a:gd name="csX7" fmla="*/ 23798 w 138868"/>
                <a:gd name="csY7" fmla="*/ 97263 h 200112"/>
                <a:gd name="csX8" fmla="*/ 28964 w 138868"/>
                <a:gd name="csY8" fmla="*/ 82991 h 200112"/>
                <a:gd name="csX9" fmla="*/ 59047 w 138868"/>
                <a:gd name="csY9" fmla="*/ 92404 h 200112"/>
                <a:gd name="csX10" fmla="*/ 108274 w 138868"/>
                <a:gd name="csY10" fmla="*/ 48070 h 200112"/>
                <a:gd name="csX11" fmla="*/ 95815 w 138868"/>
                <a:gd name="csY11" fmla="*/ 18614 h 200112"/>
                <a:gd name="csX12" fmla="*/ 123163 w 138868"/>
                <a:gd name="csY12" fmla="*/ 6772 h 200112"/>
                <a:gd name="csX13" fmla="*/ 126202 w 138868"/>
                <a:gd name="csY13" fmla="*/ 7075 h 200112"/>
                <a:gd name="csX14" fmla="*/ 121340 w 138868"/>
                <a:gd name="csY14" fmla="*/ 15274 h 200112"/>
                <a:gd name="csX15" fmla="*/ 130152 w 138868"/>
                <a:gd name="csY15" fmla="*/ 24080 h 200112"/>
                <a:gd name="csX16" fmla="*/ 138964 w 138868"/>
                <a:gd name="csY16" fmla="*/ 14971 h 200112"/>
                <a:gd name="csX17" fmla="*/ 123467 w 138868"/>
                <a:gd name="csY17" fmla="*/ 91 h 200112"/>
                <a:gd name="csX18" fmla="*/ 91257 w 138868"/>
                <a:gd name="csY18" fmla="*/ 14363 h 200112"/>
                <a:gd name="csX19" fmla="*/ 59047 w 138868"/>
                <a:gd name="csY19" fmla="*/ 3431 h 200112"/>
                <a:gd name="csX20" fmla="*/ 9820 w 138868"/>
                <a:gd name="csY20" fmla="*/ 47766 h 200112"/>
                <a:gd name="csX21" fmla="*/ 24102 w 138868"/>
                <a:gd name="csY21" fmla="*/ 79043 h 200112"/>
                <a:gd name="csX22" fmla="*/ 14682 w 138868"/>
                <a:gd name="csY22" fmla="*/ 104247 h 200112"/>
                <a:gd name="csX23" fmla="*/ 28052 w 138868"/>
                <a:gd name="csY23" fmla="*/ 131273 h 200112"/>
                <a:gd name="csX24" fmla="*/ 96 w 138868"/>
                <a:gd name="csY24" fmla="*/ 161639 h 200112"/>
                <a:gd name="csX25" fmla="*/ 67251 w 138868"/>
                <a:gd name="csY25" fmla="*/ 200204 h 200112"/>
                <a:gd name="csX26" fmla="*/ 134710 w 138868"/>
                <a:gd name="csY26" fmla="*/ 161032 h 200112"/>
                <a:gd name="csX27" fmla="*/ 114959 w 138868"/>
                <a:gd name="csY27" fmla="*/ 126414 h 200112"/>
                <a:gd name="csX28" fmla="*/ 62693 w 138868"/>
                <a:gd name="csY28" fmla="*/ 117912 h 200112"/>
                <a:gd name="csX29" fmla="*/ 39903 w 138868"/>
                <a:gd name="csY29" fmla="*/ 117608 h 200112"/>
                <a:gd name="csX30" fmla="*/ 23798 w 138868"/>
                <a:gd name="csY30" fmla="*/ 97263 h 200112"/>
                <a:gd name="csX31" fmla="*/ 67555 w 138868"/>
                <a:gd name="csY31" fmla="*/ 193220 h 200112"/>
                <a:gd name="csX32" fmla="*/ 15897 w 138868"/>
                <a:gd name="csY32" fmla="*/ 161639 h 200112"/>
                <a:gd name="csX33" fmla="*/ 40815 w 138868"/>
                <a:gd name="csY33" fmla="*/ 135524 h 200112"/>
                <a:gd name="csX34" fmla="*/ 58743 w 138868"/>
                <a:gd name="csY34" fmla="*/ 135524 h 200112"/>
                <a:gd name="csX35" fmla="*/ 118909 w 138868"/>
                <a:gd name="csY35" fmla="*/ 161639 h 200112"/>
                <a:gd name="csX36" fmla="*/ 67555 w 138868"/>
                <a:gd name="csY36" fmla="*/ 193220 h 2001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38868" h="200112">
                  <a:moveTo>
                    <a:pt x="59047" y="85420"/>
                  </a:moveTo>
                  <a:cubicBezTo>
                    <a:pt x="32610" y="85420"/>
                    <a:pt x="32610" y="55054"/>
                    <a:pt x="32610" y="48070"/>
                  </a:cubicBezTo>
                  <a:cubicBezTo>
                    <a:pt x="32610" y="39871"/>
                    <a:pt x="32914" y="30154"/>
                    <a:pt x="37472" y="22562"/>
                  </a:cubicBezTo>
                  <a:cubicBezTo>
                    <a:pt x="39903" y="18918"/>
                    <a:pt x="46892" y="10416"/>
                    <a:pt x="59047" y="10416"/>
                  </a:cubicBezTo>
                  <a:cubicBezTo>
                    <a:pt x="85484" y="10416"/>
                    <a:pt x="85484" y="40782"/>
                    <a:pt x="85484" y="47766"/>
                  </a:cubicBezTo>
                  <a:cubicBezTo>
                    <a:pt x="85484" y="55965"/>
                    <a:pt x="85180" y="65682"/>
                    <a:pt x="80622" y="73274"/>
                  </a:cubicBezTo>
                  <a:cubicBezTo>
                    <a:pt x="78191" y="76917"/>
                    <a:pt x="71202" y="85420"/>
                    <a:pt x="59047" y="85420"/>
                  </a:cubicBezTo>
                  <a:close/>
                  <a:moveTo>
                    <a:pt x="23798" y="97263"/>
                  </a:moveTo>
                  <a:cubicBezTo>
                    <a:pt x="23798" y="96048"/>
                    <a:pt x="23798" y="89064"/>
                    <a:pt x="28964" y="82991"/>
                  </a:cubicBezTo>
                  <a:cubicBezTo>
                    <a:pt x="40815" y="91493"/>
                    <a:pt x="53273" y="92404"/>
                    <a:pt x="59047" y="92404"/>
                  </a:cubicBezTo>
                  <a:cubicBezTo>
                    <a:pt x="87307" y="92404"/>
                    <a:pt x="108274" y="71452"/>
                    <a:pt x="108274" y="48070"/>
                  </a:cubicBezTo>
                  <a:cubicBezTo>
                    <a:pt x="108274" y="36834"/>
                    <a:pt x="103412" y="25599"/>
                    <a:pt x="95815" y="18614"/>
                  </a:cubicBezTo>
                  <a:cubicBezTo>
                    <a:pt x="106754" y="8290"/>
                    <a:pt x="117694" y="6772"/>
                    <a:pt x="123163" y="6772"/>
                  </a:cubicBezTo>
                  <a:cubicBezTo>
                    <a:pt x="123771" y="6772"/>
                    <a:pt x="125290" y="6772"/>
                    <a:pt x="126202" y="7075"/>
                  </a:cubicBezTo>
                  <a:cubicBezTo>
                    <a:pt x="122859" y="8290"/>
                    <a:pt x="121340" y="11630"/>
                    <a:pt x="121340" y="15274"/>
                  </a:cubicBezTo>
                  <a:cubicBezTo>
                    <a:pt x="121340" y="20436"/>
                    <a:pt x="125290" y="24080"/>
                    <a:pt x="130152" y="24080"/>
                  </a:cubicBezTo>
                  <a:cubicBezTo>
                    <a:pt x="133191" y="24080"/>
                    <a:pt x="138964" y="21955"/>
                    <a:pt x="138964" y="14971"/>
                  </a:cubicBezTo>
                  <a:cubicBezTo>
                    <a:pt x="138964" y="9808"/>
                    <a:pt x="135318" y="91"/>
                    <a:pt x="123467" y="91"/>
                  </a:cubicBezTo>
                  <a:cubicBezTo>
                    <a:pt x="117390" y="91"/>
                    <a:pt x="104020" y="1913"/>
                    <a:pt x="91257" y="14363"/>
                  </a:cubicBezTo>
                  <a:cubicBezTo>
                    <a:pt x="78495" y="4342"/>
                    <a:pt x="65732" y="3431"/>
                    <a:pt x="59047" y="3431"/>
                  </a:cubicBezTo>
                  <a:cubicBezTo>
                    <a:pt x="30787" y="3431"/>
                    <a:pt x="9820" y="24384"/>
                    <a:pt x="9820" y="47766"/>
                  </a:cubicBezTo>
                  <a:cubicBezTo>
                    <a:pt x="9820" y="61127"/>
                    <a:pt x="16505" y="72666"/>
                    <a:pt x="24102" y="79043"/>
                  </a:cubicBezTo>
                  <a:cubicBezTo>
                    <a:pt x="20152" y="83598"/>
                    <a:pt x="14682" y="93619"/>
                    <a:pt x="14682" y="104247"/>
                  </a:cubicBezTo>
                  <a:cubicBezTo>
                    <a:pt x="14682" y="113660"/>
                    <a:pt x="18632" y="125200"/>
                    <a:pt x="28052" y="131273"/>
                  </a:cubicBezTo>
                  <a:cubicBezTo>
                    <a:pt x="9820" y="136435"/>
                    <a:pt x="96" y="149493"/>
                    <a:pt x="96" y="161639"/>
                  </a:cubicBezTo>
                  <a:cubicBezTo>
                    <a:pt x="96" y="183503"/>
                    <a:pt x="30179" y="200204"/>
                    <a:pt x="67251" y="200204"/>
                  </a:cubicBezTo>
                  <a:cubicBezTo>
                    <a:pt x="103108" y="200204"/>
                    <a:pt x="134710" y="184717"/>
                    <a:pt x="134710" y="161032"/>
                  </a:cubicBezTo>
                  <a:cubicBezTo>
                    <a:pt x="134710" y="150403"/>
                    <a:pt x="130456" y="134917"/>
                    <a:pt x="114959" y="126414"/>
                  </a:cubicBezTo>
                  <a:cubicBezTo>
                    <a:pt x="98854" y="117912"/>
                    <a:pt x="81229" y="117912"/>
                    <a:pt x="62693" y="117912"/>
                  </a:cubicBezTo>
                  <a:cubicBezTo>
                    <a:pt x="55097" y="117912"/>
                    <a:pt x="42030" y="117912"/>
                    <a:pt x="39903" y="117608"/>
                  </a:cubicBezTo>
                  <a:cubicBezTo>
                    <a:pt x="30179" y="116393"/>
                    <a:pt x="23798" y="106980"/>
                    <a:pt x="23798" y="97263"/>
                  </a:cubicBezTo>
                  <a:close/>
                  <a:moveTo>
                    <a:pt x="67555" y="193220"/>
                  </a:moveTo>
                  <a:cubicBezTo>
                    <a:pt x="36864" y="193220"/>
                    <a:pt x="15897" y="177733"/>
                    <a:pt x="15897" y="161639"/>
                  </a:cubicBezTo>
                  <a:cubicBezTo>
                    <a:pt x="15897" y="147671"/>
                    <a:pt x="27445" y="136435"/>
                    <a:pt x="40815" y="135524"/>
                  </a:cubicBezTo>
                  <a:lnTo>
                    <a:pt x="58743" y="135524"/>
                  </a:lnTo>
                  <a:cubicBezTo>
                    <a:pt x="84876" y="135524"/>
                    <a:pt x="118909" y="135524"/>
                    <a:pt x="118909" y="161639"/>
                  </a:cubicBezTo>
                  <a:cubicBezTo>
                    <a:pt x="118909" y="178037"/>
                    <a:pt x="97334" y="193220"/>
                    <a:pt x="67555" y="193220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061F778-6A22-2F02-A1A6-BAFE25B53AA9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4844952" y="5393836"/>
              <a:ext cx="237321" cy="134218"/>
            </a:xfrm>
            <a:custGeom>
              <a:avLst/>
              <a:gdLst>
                <a:gd name="csX0" fmla="*/ 23805 w 237321"/>
                <a:gd name="csY0" fmla="*/ 29850 h 134218"/>
                <a:gd name="csX1" fmla="*/ 23805 w 237321"/>
                <a:gd name="csY1" fmla="*/ 111231 h 134218"/>
                <a:gd name="csX2" fmla="*/ 103 w 237321"/>
                <a:gd name="csY2" fmla="*/ 124896 h 134218"/>
                <a:gd name="csX3" fmla="*/ 103 w 237321"/>
                <a:gd name="csY3" fmla="*/ 134309 h 134218"/>
                <a:gd name="csX4" fmla="*/ 34440 w 237321"/>
                <a:gd name="csY4" fmla="*/ 133398 h 134218"/>
                <a:gd name="csX5" fmla="*/ 68474 w 237321"/>
                <a:gd name="csY5" fmla="*/ 134309 h 134218"/>
                <a:gd name="csX6" fmla="*/ 68474 w 237321"/>
                <a:gd name="csY6" fmla="*/ 124896 h 134218"/>
                <a:gd name="csX7" fmla="*/ 44772 w 237321"/>
                <a:gd name="csY7" fmla="*/ 111231 h 134218"/>
                <a:gd name="csX8" fmla="*/ 44772 w 237321"/>
                <a:gd name="csY8" fmla="*/ 55358 h 134218"/>
                <a:gd name="csX9" fmla="*/ 85794 w 237321"/>
                <a:gd name="csY9" fmla="*/ 6772 h 134218"/>
                <a:gd name="csX10" fmla="*/ 108280 w 237321"/>
                <a:gd name="csY10" fmla="*/ 40478 h 134218"/>
                <a:gd name="csX11" fmla="*/ 108280 w 237321"/>
                <a:gd name="csY11" fmla="*/ 111231 h 134218"/>
                <a:gd name="csX12" fmla="*/ 84579 w 237321"/>
                <a:gd name="csY12" fmla="*/ 124896 h 134218"/>
                <a:gd name="csX13" fmla="*/ 84579 w 237321"/>
                <a:gd name="csY13" fmla="*/ 134309 h 134218"/>
                <a:gd name="csX14" fmla="*/ 118916 w 237321"/>
                <a:gd name="csY14" fmla="*/ 133398 h 134218"/>
                <a:gd name="csX15" fmla="*/ 152949 w 237321"/>
                <a:gd name="csY15" fmla="*/ 134309 h 134218"/>
                <a:gd name="csX16" fmla="*/ 152949 w 237321"/>
                <a:gd name="csY16" fmla="*/ 124896 h 134218"/>
                <a:gd name="csX17" fmla="*/ 129248 w 237321"/>
                <a:gd name="csY17" fmla="*/ 111231 h 134218"/>
                <a:gd name="csX18" fmla="*/ 129248 w 237321"/>
                <a:gd name="csY18" fmla="*/ 55358 h 134218"/>
                <a:gd name="csX19" fmla="*/ 170270 w 237321"/>
                <a:gd name="csY19" fmla="*/ 6772 h 134218"/>
                <a:gd name="csX20" fmla="*/ 192756 w 237321"/>
                <a:gd name="csY20" fmla="*/ 40478 h 134218"/>
                <a:gd name="csX21" fmla="*/ 192756 w 237321"/>
                <a:gd name="csY21" fmla="*/ 111231 h 134218"/>
                <a:gd name="csX22" fmla="*/ 169054 w 237321"/>
                <a:gd name="csY22" fmla="*/ 124896 h 134218"/>
                <a:gd name="csX23" fmla="*/ 169054 w 237321"/>
                <a:gd name="csY23" fmla="*/ 134309 h 134218"/>
                <a:gd name="csX24" fmla="*/ 203392 w 237321"/>
                <a:gd name="csY24" fmla="*/ 133398 h 134218"/>
                <a:gd name="csX25" fmla="*/ 237425 w 237321"/>
                <a:gd name="csY25" fmla="*/ 134309 h 134218"/>
                <a:gd name="csX26" fmla="*/ 237425 w 237321"/>
                <a:gd name="csY26" fmla="*/ 124896 h 134218"/>
                <a:gd name="csX27" fmla="*/ 213723 w 237321"/>
                <a:gd name="csY27" fmla="*/ 115786 h 134218"/>
                <a:gd name="csX28" fmla="*/ 213723 w 237321"/>
                <a:gd name="csY28" fmla="*/ 57787 h 134218"/>
                <a:gd name="csX29" fmla="*/ 204303 w 237321"/>
                <a:gd name="csY29" fmla="*/ 11327 h 134218"/>
                <a:gd name="csX30" fmla="*/ 172397 w 237321"/>
                <a:gd name="csY30" fmla="*/ 91 h 134218"/>
                <a:gd name="csX31" fmla="*/ 128336 w 237321"/>
                <a:gd name="csY31" fmla="*/ 29850 h 134218"/>
                <a:gd name="csX32" fmla="*/ 87921 w 237321"/>
                <a:gd name="csY32" fmla="*/ 91 h 134218"/>
                <a:gd name="csX33" fmla="*/ 42949 w 237321"/>
                <a:gd name="csY33" fmla="*/ 31976 h 134218"/>
                <a:gd name="csX34" fmla="*/ 42949 w 237321"/>
                <a:gd name="csY34" fmla="*/ 91 h 134218"/>
                <a:gd name="csX35" fmla="*/ 103 w 237321"/>
                <a:gd name="csY35" fmla="*/ 3431 h 134218"/>
                <a:gd name="csX36" fmla="*/ 103 w 237321"/>
                <a:gd name="csY36" fmla="*/ 12845 h 134218"/>
                <a:gd name="csX37" fmla="*/ 23805 w 237321"/>
                <a:gd name="csY37" fmla="*/ 29850 h 134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237321" h="134218">
                  <a:moveTo>
                    <a:pt x="23805" y="29850"/>
                  </a:moveTo>
                  <a:lnTo>
                    <a:pt x="23805" y="111231"/>
                  </a:lnTo>
                  <a:cubicBezTo>
                    <a:pt x="23805" y="124896"/>
                    <a:pt x="20462" y="124896"/>
                    <a:pt x="103" y="124896"/>
                  </a:cubicBezTo>
                  <a:lnTo>
                    <a:pt x="103" y="134309"/>
                  </a:lnTo>
                  <a:cubicBezTo>
                    <a:pt x="10738" y="134006"/>
                    <a:pt x="26236" y="133398"/>
                    <a:pt x="34440" y="133398"/>
                  </a:cubicBezTo>
                  <a:cubicBezTo>
                    <a:pt x="42341" y="133398"/>
                    <a:pt x="58142" y="134006"/>
                    <a:pt x="68474" y="134309"/>
                  </a:cubicBezTo>
                  <a:lnTo>
                    <a:pt x="68474" y="124896"/>
                  </a:lnTo>
                  <a:cubicBezTo>
                    <a:pt x="48114" y="124896"/>
                    <a:pt x="44772" y="124896"/>
                    <a:pt x="44772" y="111231"/>
                  </a:cubicBezTo>
                  <a:lnTo>
                    <a:pt x="44772" y="55358"/>
                  </a:lnTo>
                  <a:cubicBezTo>
                    <a:pt x="44772" y="23777"/>
                    <a:pt x="66347" y="6772"/>
                    <a:pt x="85794" y="6772"/>
                  </a:cubicBezTo>
                  <a:cubicBezTo>
                    <a:pt x="104938" y="6772"/>
                    <a:pt x="108280" y="23169"/>
                    <a:pt x="108280" y="40478"/>
                  </a:cubicBezTo>
                  <a:lnTo>
                    <a:pt x="108280" y="111231"/>
                  </a:lnTo>
                  <a:cubicBezTo>
                    <a:pt x="108280" y="124896"/>
                    <a:pt x="104938" y="124896"/>
                    <a:pt x="84579" y="124896"/>
                  </a:cubicBezTo>
                  <a:lnTo>
                    <a:pt x="84579" y="134309"/>
                  </a:lnTo>
                  <a:cubicBezTo>
                    <a:pt x="95214" y="134006"/>
                    <a:pt x="110711" y="133398"/>
                    <a:pt x="118916" y="133398"/>
                  </a:cubicBezTo>
                  <a:cubicBezTo>
                    <a:pt x="126817" y="133398"/>
                    <a:pt x="142618" y="134006"/>
                    <a:pt x="152949" y="134309"/>
                  </a:cubicBezTo>
                  <a:lnTo>
                    <a:pt x="152949" y="124896"/>
                  </a:lnTo>
                  <a:cubicBezTo>
                    <a:pt x="132590" y="124896"/>
                    <a:pt x="129248" y="124896"/>
                    <a:pt x="129248" y="111231"/>
                  </a:cubicBezTo>
                  <a:lnTo>
                    <a:pt x="129248" y="55358"/>
                  </a:lnTo>
                  <a:cubicBezTo>
                    <a:pt x="129248" y="23777"/>
                    <a:pt x="150822" y="6772"/>
                    <a:pt x="170270" y="6772"/>
                  </a:cubicBezTo>
                  <a:cubicBezTo>
                    <a:pt x="189414" y="6772"/>
                    <a:pt x="192756" y="23169"/>
                    <a:pt x="192756" y="40478"/>
                  </a:cubicBezTo>
                  <a:lnTo>
                    <a:pt x="192756" y="111231"/>
                  </a:lnTo>
                  <a:cubicBezTo>
                    <a:pt x="192756" y="124896"/>
                    <a:pt x="189414" y="124896"/>
                    <a:pt x="169054" y="124896"/>
                  </a:cubicBezTo>
                  <a:lnTo>
                    <a:pt x="169054" y="134309"/>
                  </a:lnTo>
                  <a:cubicBezTo>
                    <a:pt x="179690" y="134006"/>
                    <a:pt x="195187" y="133398"/>
                    <a:pt x="203392" y="133398"/>
                  </a:cubicBezTo>
                  <a:cubicBezTo>
                    <a:pt x="211292" y="133398"/>
                    <a:pt x="227093" y="134006"/>
                    <a:pt x="237425" y="134309"/>
                  </a:cubicBezTo>
                  <a:lnTo>
                    <a:pt x="237425" y="124896"/>
                  </a:lnTo>
                  <a:cubicBezTo>
                    <a:pt x="221624" y="124896"/>
                    <a:pt x="214027" y="124896"/>
                    <a:pt x="213723" y="115786"/>
                  </a:cubicBezTo>
                  <a:lnTo>
                    <a:pt x="213723" y="57787"/>
                  </a:lnTo>
                  <a:cubicBezTo>
                    <a:pt x="213723" y="31672"/>
                    <a:pt x="213723" y="22258"/>
                    <a:pt x="204303" y="11327"/>
                  </a:cubicBezTo>
                  <a:cubicBezTo>
                    <a:pt x="200049" y="6164"/>
                    <a:pt x="190021" y="91"/>
                    <a:pt x="172397" y="91"/>
                  </a:cubicBezTo>
                  <a:cubicBezTo>
                    <a:pt x="146872" y="91"/>
                    <a:pt x="133502" y="18311"/>
                    <a:pt x="128336" y="29850"/>
                  </a:cubicBezTo>
                  <a:cubicBezTo>
                    <a:pt x="124082" y="3431"/>
                    <a:pt x="101595" y="91"/>
                    <a:pt x="87921" y="91"/>
                  </a:cubicBezTo>
                  <a:cubicBezTo>
                    <a:pt x="65739" y="91"/>
                    <a:pt x="51457" y="13149"/>
                    <a:pt x="42949" y="31976"/>
                  </a:cubicBezTo>
                  <a:lnTo>
                    <a:pt x="42949" y="91"/>
                  </a:lnTo>
                  <a:lnTo>
                    <a:pt x="103" y="3431"/>
                  </a:lnTo>
                  <a:lnTo>
                    <a:pt x="103" y="12845"/>
                  </a:lnTo>
                  <a:cubicBezTo>
                    <a:pt x="21374" y="12845"/>
                    <a:pt x="23805" y="14971"/>
                    <a:pt x="23805" y="29850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708CB2DA-6A09-8712-3DA8-8C8CB0925B00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5098481" y="5324905"/>
              <a:ext cx="65028" cy="203149"/>
            </a:xfrm>
            <a:custGeom>
              <a:avLst/>
              <a:gdLst>
                <a:gd name="csX0" fmla="*/ 43869 w 65028"/>
                <a:gd name="csY0" fmla="*/ 69022 h 203149"/>
                <a:gd name="csX1" fmla="*/ 1327 w 65028"/>
                <a:gd name="csY1" fmla="*/ 72363 h 203149"/>
                <a:gd name="csX2" fmla="*/ 1327 w 65028"/>
                <a:gd name="csY2" fmla="*/ 81776 h 203149"/>
                <a:gd name="csX3" fmla="*/ 23813 w 65028"/>
                <a:gd name="csY3" fmla="*/ 98477 h 203149"/>
                <a:gd name="csX4" fmla="*/ 23813 w 65028"/>
                <a:gd name="csY4" fmla="*/ 180162 h 203149"/>
                <a:gd name="csX5" fmla="*/ 111 w 65028"/>
                <a:gd name="csY5" fmla="*/ 193827 h 203149"/>
                <a:gd name="csX6" fmla="*/ 111 w 65028"/>
                <a:gd name="csY6" fmla="*/ 203241 h 203149"/>
                <a:gd name="csX7" fmla="*/ 33537 w 65028"/>
                <a:gd name="csY7" fmla="*/ 202330 h 203149"/>
                <a:gd name="csX8" fmla="*/ 65139 w 65028"/>
                <a:gd name="csY8" fmla="*/ 203241 h 203149"/>
                <a:gd name="csX9" fmla="*/ 65139 w 65028"/>
                <a:gd name="csY9" fmla="*/ 193827 h 203149"/>
                <a:gd name="csX10" fmla="*/ 43869 w 65028"/>
                <a:gd name="csY10" fmla="*/ 180466 h 203149"/>
                <a:gd name="csX11" fmla="*/ 43869 w 65028"/>
                <a:gd name="csY11" fmla="*/ 69022 h 203149"/>
                <a:gd name="csX12" fmla="*/ 45084 w 65028"/>
                <a:gd name="csY12" fmla="*/ 16185 h 203149"/>
                <a:gd name="csX13" fmla="*/ 28979 w 65028"/>
                <a:gd name="csY13" fmla="*/ 91 h 203149"/>
                <a:gd name="csX14" fmla="*/ 12874 w 65028"/>
                <a:gd name="csY14" fmla="*/ 16185 h 203149"/>
                <a:gd name="csX15" fmla="*/ 28979 w 65028"/>
                <a:gd name="csY15" fmla="*/ 32279 h 203149"/>
                <a:gd name="csX16" fmla="*/ 45084 w 65028"/>
                <a:gd name="csY16" fmla="*/ 16185 h 203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5028" h="203149">
                  <a:moveTo>
                    <a:pt x="43869" y="69022"/>
                  </a:moveTo>
                  <a:lnTo>
                    <a:pt x="1327" y="72363"/>
                  </a:lnTo>
                  <a:lnTo>
                    <a:pt x="1327" y="81776"/>
                  </a:lnTo>
                  <a:cubicBezTo>
                    <a:pt x="21078" y="81776"/>
                    <a:pt x="23813" y="83598"/>
                    <a:pt x="23813" y="98477"/>
                  </a:cubicBezTo>
                  <a:lnTo>
                    <a:pt x="23813" y="180162"/>
                  </a:lnTo>
                  <a:cubicBezTo>
                    <a:pt x="23813" y="193827"/>
                    <a:pt x="20471" y="193827"/>
                    <a:pt x="111" y="193827"/>
                  </a:cubicBezTo>
                  <a:lnTo>
                    <a:pt x="111" y="203241"/>
                  </a:lnTo>
                  <a:cubicBezTo>
                    <a:pt x="9835" y="202937"/>
                    <a:pt x="26244" y="202330"/>
                    <a:pt x="33537" y="202330"/>
                  </a:cubicBezTo>
                  <a:cubicBezTo>
                    <a:pt x="44172" y="202330"/>
                    <a:pt x="54808" y="202937"/>
                    <a:pt x="65139" y="203241"/>
                  </a:cubicBezTo>
                  <a:lnTo>
                    <a:pt x="65139" y="193827"/>
                  </a:lnTo>
                  <a:cubicBezTo>
                    <a:pt x="45084" y="193827"/>
                    <a:pt x="43869" y="192309"/>
                    <a:pt x="43869" y="180466"/>
                  </a:cubicBezTo>
                  <a:lnTo>
                    <a:pt x="43869" y="69022"/>
                  </a:lnTo>
                  <a:close/>
                  <a:moveTo>
                    <a:pt x="45084" y="16185"/>
                  </a:moveTo>
                  <a:cubicBezTo>
                    <a:pt x="45084" y="6468"/>
                    <a:pt x="37487" y="91"/>
                    <a:pt x="28979" y="91"/>
                  </a:cubicBezTo>
                  <a:cubicBezTo>
                    <a:pt x="19559" y="91"/>
                    <a:pt x="12874" y="8290"/>
                    <a:pt x="12874" y="16185"/>
                  </a:cubicBezTo>
                  <a:cubicBezTo>
                    <a:pt x="12874" y="24384"/>
                    <a:pt x="19559" y="32279"/>
                    <a:pt x="28979" y="32279"/>
                  </a:cubicBezTo>
                  <a:cubicBezTo>
                    <a:pt x="37487" y="32279"/>
                    <a:pt x="45084" y="25902"/>
                    <a:pt x="45084" y="16185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DA2395FD-871F-6FB5-8D75-BF35D9BF079F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5182585" y="5393836"/>
              <a:ext cx="152846" cy="134218"/>
            </a:xfrm>
            <a:custGeom>
              <a:avLst/>
              <a:gdLst>
                <a:gd name="csX0" fmla="*/ 23816 w 152846"/>
                <a:gd name="csY0" fmla="*/ 29850 h 134218"/>
                <a:gd name="csX1" fmla="*/ 23816 w 152846"/>
                <a:gd name="csY1" fmla="*/ 111231 h 134218"/>
                <a:gd name="csX2" fmla="*/ 114 w 152846"/>
                <a:gd name="csY2" fmla="*/ 124896 h 134218"/>
                <a:gd name="csX3" fmla="*/ 114 w 152846"/>
                <a:gd name="csY3" fmla="*/ 134309 h 134218"/>
                <a:gd name="csX4" fmla="*/ 34451 w 152846"/>
                <a:gd name="csY4" fmla="*/ 133398 h 134218"/>
                <a:gd name="csX5" fmla="*/ 68485 w 152846"/>
                <a:gd name="csY5" fmla="*/ 134309 h 134218"/>
                <a:gd name="csX6" fmla="*/ 68485 w 152846"/>
                <a:gd name="csY6" fmla="*/ 124896 h 134218"/>
                <a:gd name="csX7" fmla="*/ 44783 w 152846"/>
                <a:gd name="csY7" fmla="*/ 111231 h 134218"/>
                <a:gd name="csX8" fmla="*/ 44783 w 152846"/>
                <a:gd name="csY8" fmla="*/ 55358 h 134218"/>
                <a:gd name="csX9" fmla="*/ 85805 w 152846"/>
                <a:gd name="csY9" fmla="*/ 6772 h 134218"/>
                <a:gd name="csX10" fmla="*/ 108292 w 152846"/>
                <a:gd name="csY10" fmla="*/ 40478 h 134218"/>
                <a:gd name="csX11" fmla="*/ 108292 w 152846"/>
                <a:gd name="csY11" fmla="*/ 111231 h 134218"/>
                <a:gd name="csX12" fmla="*/ 84590 w 152846"/>
                <a:gd name="csY12" fmla="*/ 124896 h 134218"/>
                <a:gd name="csX13" fmla="*/ 84590 w 152846"/>
                <a:gd name="csY13" fmla="*/ 134309 h 134218"/>
                <a:gd name="csX14" fmla="*/ 118927 w 152846"/>
                <a:gd name="csY14" fmla="*/ 133398 h 134218"/>
                <a:gd name="csX15" fmla="*/ 152960 w 152846"/>
                <a:gd name="csY15" fmla="*/ 134309 h 134218"/>
                <a:gd name="csX16" fmla="*/ 152960 w 152846"/>
                <a:gd name="csY16" fmla="*/ 124896 h 134218"/>
                <a:gd name="csX17" fmla="*/ 129259 w 152846"/>
                <a:gd name="csY17" fmla="*/ 115786 h 134218"/>
                <a:gd name="csX18" fmla="*/ 129259 w 152846"/>
                <a:gd name="csY18" fmla="*/ 57787 h 134218"/>
                <a:gd name="csX19" fmla="*/ 119839 w 152846"/>
                <a:gd name="csY19" fmla="*/ 11327 h 134218"/>
                <a:gd name="csX20" fmla="*/ 87932 w 152846"/>
                <a:gd name="csY20" fmla="*/ 91 h 134218"/>
                <a:gd name="csX21" fmla="*/ 42960 w 152846"/>
                <a:gd name="csY21" fmla="*/ 31976 h 134218"/>
                <a:gd name="csX22" fmla="*/ 42960 w 152846"/>
                <a:gd name="csY22" fmla="*/ 91 h 134218"/>
                <a:gd name="csX23" fmla="*/ 114 w 152846"/>
                <a:gd name="csY23" fmla="*/ 3431 h 134218"/>
                <a:gd name="csX24" fmla="*/ 114 w 152846"/>
                <a:gd name="csY24" fmla="*/ 12845 h 134218"/>
                <a:gd name="csX25" fmla="*/ 23816 w 152846"/>
                <a:gd name="csY25" fmla="*/ 29850 h 134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52846" h="134218">
                  <a:moveTo>
                    <a:pt x="23816" y="29850"/>
                  </a:moveTo>
                  <a:lnTo>
                    <a:pt x="23816" y="111231"/>
                  </a:lnTo>
                  <a:cubicBezTo>
                    <a:pt x="23816" y="124896"/>
                    <a:pt x="20473" y="124896"/>
                    <a:pt x="114" y="124896"/>
                  </a:cubicBezTo>
                  <a:lnTo>
                    <a:pt x="114" y="134309"/>
                  </a:lnTo>
                  <a:cubicBezTo>
                    <a:pt x="10750" y="134006"/>
                    <a:pt x="26247" y="133398"/>
                    <a:pt x="34451" y="133398"/>
                  </a:cubicBezTo>
                  <a:cubicBezTo>
                    <a:pt x="42352" y="133398"/>
                    <a:pt x="58153" y="134006"/>
                    <a:pt x="68485" y="134309"/>
                  </a:cubicBezTo>
                  <a:lnTo>
                    <a:pt x="68485" y="124896"/>
                  </a:lnTo>
                  <a:cubicBezTo>
                    <a:pt x="48125" y="124896"/>
                    <a:pt x="44783" y="124896"/>
                    <a:pt x="44783" y="111231"/>
                  </a:cubicBezTo>
                  <a:lnTo>
                    <a:pt x="44783" y="55358"/>
                  </a:lnTo>
                  <a:cubicBezTo>
                    <a:pt x="44783" y="23777"/>
                    <a:pt x="66358" y="6772"/>
                    <a:pt x="85805" y="6772"/>
                  </a:cubicBezTo>
                  <a:cubicBezTo>
                    <a:pt x="104949" y="6772"/>
                    <a:pt x="108292" y="23169"/>
                    <a:pt x="108292" y="40478"/>
                  </a:cubicBezTo>
                  <a:lnTo>
                    <a:pt x="108292" y="111231"/>
                  </a:lnTo>
                  <a:cubicBezTo>
                    <a:pt x="108292" y="124896"/>
                    <a:pt x="104949" y="124896"/>
                    <a:pt x="84590" y="124896"/>
                  </a:cubicBezTo>
                  <a:lnTo>
                    <a:pt x="84590" y="134309"/>
                  </a:lnTo>
                  <a:cubicBezTo>
                    <a:pt x="95225" y="134006"/>
                    <a:pt x="110723" y="133398"/>
                    <a:pt x="118927" y="133398"/>
                  </a:cubicBezTo>
                  <a:cubicBezTo>
                    <a:pt x="126828" y="133398"/>
                    <a:pt x="142629" y="134006"/>
                    <a:pt x="152960" y="134309"/>
                  </a:cubicBezTo>
                  <a:lnTo>
                    <a:pt x="152960" y="124896"/>
                  </a:lnTo>
                  <a:cubicBezTo>
                    <a:pt x="137159" y="124896"/>
                    <a:pt x="129562" y="124896"/>
                    <a:pt x="129259" y="115786"/>
                  </a:cubicBezTo>
                  <a:lnTo>
                    <a:pt x="129259" y="57787"/>
                  </a:lnTo>
                  <a:cubicBezTo>
                    <a:pt x="129259" y="31672"/>
                    <a:pt x="129259" y="22258"/>
                    <a:pt x="119839" y="11327"/>
                  </a:cubicBezTo>
                  <a:cubicBezTo>
                    <a:pt x="115584" y="6164"/>
                    <a:pt x="105557" y="91"/>
                    <a:pt x="87932" y="91"/>
                  </a:cubicBezTo>
                  <a:cubicBezTo>
                    <a:pt x="65750" y="91"/>
                    <a:pt x="51468" y="13149"/>
                    <a:pt x="42960" y="31976"/>
                  </a:cubicBezTo>
                  <a:lnTo>
                    <a:pt x="42960" y="91"/>
                  </a:lnTo>
                  <a:lnTo>
                    <a:pt x="114" y="3431"/>
                  </a:lnTo>
                  <a:lnTo>
                    <a:pt x="114" y="12845"/>
                  </a:lnTo>
                  <a:cubicBezTo>
                    <a:pt x="21385" y="12845"/>
                    <a:pt x="23816" y="14971"/>
                    <a:pt x="23816" y="29850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D746790-0776-32F7-BBF7-4A02D9F91B80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5010071" y="5574484"/>
              <a:ext cx="156553" cy="153682"/>
            </a:xfrm>
            <a:custGeom>
              <a:avLst/>
              <a:gdLst>
                <a:gd name="csX0" fmla="*/ 156662 w 156553"/>
                <a:gd name="csY0" fmla="*/ 77683 h 153682"/>
                <a:gd name="csX1" fmla="*/ 78385 w 156553"/>
                <a:gd name="csY1" fmla="*/ 98 h 153682"/>
                <a:gd name="csX2" fmla="*/ 108 w 156553"/>
                <a:gd name="csY2" fmla="*/ 77683 h 153682"/>
                <a:gd name="csX3" fmla="*/ 78385 w 156553"/>
                <a:gd name="csY3" fmla="*/ 153781 h 153682"/>
                <a:gd name="csX4" fmla="*/ 156662 w 156553"/>
                <a:gd name="csY4" fmla="*/ 77683 h 153682"/>
                <a:gd name="csX5" fmla="*/ 78385 w 156553"/>
                <a:gd name="csY5" fmla="*/ 147404 h 153682"/>
                <a:gd name="csX6" fmla="*/ 21379 w 156553"/>
                <a:gd name="csY6" fmla="*/ 77470 h 153682"/>
                <a:gd name="csX7" fmla="*/ 78385 w 156553"/>
                <a:gd name="csY7" fmla="*/ 6049 h 153682"/>
                <a:gd name="csX8" fmla="*/ 135391 w 156553"/>
                <a:gd name="csY8" fmla="*/ 77470 h 153682"/>
                <a:gd name="csX9" fmla="*/ 78385 w 156553"/>
                <a:gd name="csY9" fmla="*/ 147404 h 153682"/>
                <a:gd name="csX10" fmla="*/ 121990 w 156553"/>
                <a:gd name="csY10" fmla="*/ 60678 h 153682"/>
                <a:gd name="csX11" fmla="*/ 114758 w 156553"/>
                <a:gd name="csY11" fmla="*/ 60678 h 153682"/>
                <a:gd name="csX12" fmla="*/ 114758 w 156553"/>
                <a:gd name="csY12" fmla="*/ 67905 h 153682"/>
                <a:gd name="csX13" fmla="*/ 42012 w 156553"/>
                <a:gd name="csY13" fmla="*/ 67905 h 153682"/>
                <a:gd name="csX14" fmla="*/ 42012 w 156553"/>
                <a:gd name="csY14" fmla="*/ 60678 h 153682"/>
                <a:gd name="csX15" fmla="*/ 34780 w 156553"/>
                <a:gd name="csY15" fmla="*/ 60678 h 153682"/>
                <a:gd name="csX16" fmla="*/ 34780 w 156553"/>
                <a:gd name="csY16" fmla="*/ 92562 h 153682"/>
                <a:gd name="csX17" fmla="*/ 42012 w 156553"/>
                <a:gd name="csY17" fmla="*/ 92562 h 153682"/>
                <a:gd name="csX18" fmla="*/ 42012 w 156553"/>
                <a:gd name="csY18" fmla="*/ 85335 h 153682"/>
                <a:gd name="csX19" fmla="*/ 114758 w 156553"/>
                <a:gd name="csY19" fmla="*/ 85335 h 153682"/>
                <a:gd name="csX20" fmla="*/ 114758 w 156553"/>
                <a:gd name="csY20" fmla="*/ 92562 h 153682"/>
                <a:gd name="csX21" fmla="*/ 121990 w 156553"/>
                <a:gd name="csY21" fmla="*/ 92562 h 153682"/>
                <a:gd name="csX22" fmla="*/ 121990 w 156553"/>
                <a:gd name="csY22" fmla="*/ 60678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53" h="153682">
                  <a:moveTo>
                    <a:pt x="156662" y="77683"/>
                  </a:moveTo>
                  <a:cubicBezTo>
                    <a:pt x="156662" y="35170"/>
                    <a:pt x="121778" y="98"/>
                    <a:pt x="78385" y="98"/>
                  </a:cubicBezTo>
                  <a:cubicBezTo>
                    <a:pt x="34780" y="98"/>
                    <a:pt x="108" y="35170"/>
                    <a:pt x="108" y="77683"/>
                  </a:cubicBezTo>
                  <a:cubicBezTo>
                    <a:pt x="108" y="119345"/>
                    <a:pt x="34780" y="153781"/>
                    <a:pt x="78385" y="153781"/>
                  </a:cubicBezTo>
                  <a:cubicBezTo>
                    <a:pt x="121990" y="153781"/>
                    <a:pt x="156662" y="119345"/>
                    <a:pt x="156662" y="77683"/>
                  </a:cubicBezTo>
                  <a:close/>
                  <a:moveTo>
                    <a:pt x="78385" y="147404"/>
                  </a:moveTo>
                  <a:cubicBezTo>
                    <a:pt x="52647" y="147404"/>
                    <a:pt x="21379" y="127423"/>
                    <a:pt x="21379" y="77470"/>
                  </a:cubicBezTo>
                  <a:cubicBezTo>
                    <a:pt x="21379" y="27518"/>
                    <a:pt x="52009" y="6049"/>
                    <a:pt x="78385" y="6049"/>
                  </a:cubicBezTo>
                  <a:cubicBezTo>
                    <a:pt x="104761" y="6049"/>
                    <a:pt x="135391" y="27518"/>
                    <a:pt x="135391" y="77470"/>
                  </a:cubicBezTo>
                  <a:cubicBezTo>
                    <a:pt x="135391" y="127635"/>
                    <a:pt x="103910" y="147404"/>
                    <a:pt x="78385" y="147404"/>
                  </a:cubicBezTo>
                  <a:close/>
                  <a:moveTo>
                    <a:pt x="121990" y="60678"/>
                  </a:moveTo>
                  <a:lnTo>
                    <a:pt x="114758" y="60678"/>
                  </a:lnTo>
                  <a:lnTo>
                    <a:pt x="114758" y="67905"/>
                  </a:lnTo>
                  <a:lnTo>
                    <a:pt x="42012" y="67905"/>
                  </a:lnTo>
                  <a:lnTo>
                    <a:pt x="42012" y="60678"/>
                  </a:lnTo>
                  <a:lnTo>
                    <a:pt x="34780" y="60678"/>
                  </a:lnTo>
                  <a:lnTo>
                    <a:pt x="34780" y="92562"/>
                  </a:lnTo>
                  <a:lnTo>
                    <a:pt x="42012" y="92562"/>
                  </a:lnTo>
                  <a:lnTo>
                    <a:pt x="42012" y="85335"/>
                  </a:lnTo>
                  <a:lnTo>
                    <a:pt x="114758" y="85335"/>
                  </a:lnTo>
                  <a:lnTo>
                    <a:pt x="114758" y="92562"/>
                  </a:lnTo>
                  <a:lnTo>
                    <a:pt x="121990" y="92562"/>
                  </a:lnTo>
                  <a:lnTo>
                    <a:pt x="121990" y="60678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13D76FD1-8620-331C-D20C-90FD398A3092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5345932" y="5320046"/>
              <a:ext cx="189918" cy="208007"/>
            </a:xfrm>
            <a:custGeom>
              <a:avLst/>
              <a:gdLst>
                <a:gd name="csX0" fmla="*/ 74568 w 189918"/>
                <a:gd name="csY0" fmla="*/ 106069 h 208007"/>
                <a:gd name="csX1" fmla="*/ 107385 w 189918"/>
                <a:gd name="csY1" fmla="*/ 112446 h 208007"/>
                <a:gd name="csX2" fmla="*/ 123187 w 189918"/>
                <a:gd name="csY2" fmla="*/ 140079 h 208007"/>
                <a:gd name="csX3" fmla="*/ 128656 w 189918"/>
                <a:gd name="csY3" fmla="*/ 148278 h 208007"/>
                <a:gd name="csX4" fmla="*/ 133822 w 189918"/>
                <a:gd name="csY4" fmla="*/ 138561 h 208007"/>
                <a:gd name="csX5" fmla="*/ 133822 w 189918"/>
                <a:gd name="csY5" fmla="*/ 56268 h 208007"/>
                <a:gd name="csX6" fmla="*/ 128656 w 189918"/>
                <a:gd name="csY6" fmla="*/ 46551 h 208007"/>
                <a:gd name="csX7" fmla="*/ 123187 w 189918"/>
                <a:gd name="csY7" fmla="*/ 53536 h 208007"/>
                <a:gd name="csX8" fmla="*/ 74568 w 189918"/>
                <a:gd name="csY8" fmla="*/ 95137 h 208007"/>
                <a:gd name="csX9" fmla="*/ 74568 w 189918"/>
                <a:gd name="csY9" fmla="*/ 31065 h 208007"/>
                <a:gd name="csX10" fmla="*/ 87634 w 189918"/>
                <a:gd name="csY10" fmla="*/ 10719 h 208007"/>
                <a:gd name="csX11" fmla="*/ 102220 w 189918"/>
                <a:gd name="csY11" fmla="*/ 10719 h 208007"/>
                <a:gd name="csX12" fmla="*/ 165425 w 189918"/>
                <a:gd name="csY12" fmla="*/ 52625 h 208007"/>
                <a:gd name="csX13" fmla="*/ 170894 w 189918"/>
                <a:gd name="csY13" fmla="*/ 59609 h 208007"/>
                <a:gd name="csX14" fmla="*/ 176060 w 189918"/>
                <a:gd name="csY14" fmla="*/ 49588 h 208007"/>
                <a:gd name="csX15" fmla="*/ 176060 w 189918"/>
                <a:gd name="csY15" fmla="*/ 10112 h 208007"/>
                <a:gd name="csX16" fmla="*/ 166032 w 189918"/>
                <a:gd name="csY16" fmla="*/ 91 h 208007"/>
                <a:gd name="csX17" fmla="*/ 10451 w 189918"/>
                <a:gd name="csY17" fmla="*/ 91 h 208007"/>
                <a:gd name="csX18" fmla="*/ 120 w 189918"/>
                <a:gd name="csY18" fmla="*/ 5557 h 208007"/>
                <a:gd name="csX19" fmla="*/ 8324 w 189918"/>
                <a:gd name="csY19" fmla="*/ 10719 h 208007"/>
                <a:gd name="csX20" fmla="*/ 26860 w 189918"/>
                <a:gd name="csY20" fmla="*/ 28028 h 208007"/>
                <a:gd name="csX21" fmla="*/ 26860 w 189918"/>
                <a:gd name="csY21" fmla="*/ 180162 h 208007"/>
                <a:gd name="csX22" fmla="*/ 9843 w 189918"/>
                <a:gd name="csY22" fmla="*/ 197471 h 208007"/>
                <a:gd name="csX23" fmla="*/ 120 w 189918"/>
                <a:gd name="csY23" fmla="*/ 202633 h 208007"/>
                <a:gd name="csX24" fmla="*/ 10451 w 189918"/>
                <a:gd name="csY24" fmla="*/ 208099 h 208007"/>
                <a:gd name="csX25" fmla="*/ 171502 w 189918"/>
                <a:gd name="csY25" fmla="*/ 208099 h 208007"/>
                <a:gd name="csX26" fmla="*/ 181226 w 189918"/>
                <a:gd name="csY26" fmla="*/ 203848 h 208007"/>
                <a:gd name="csX27" fmla="*/ 190038 w 189918"/>
                <a:gd name="csY27" fmla="*/ 151314 h 208007"/>
                <a:gd name="csX28" fmla="*/ 184872 w 189918"/>
                <a:gd name="csY28" fmla="*/ 145849 h 208007"/>
                <a:gd name="csX29" fmla="*/ 179403 w 189918"/>
                <a:gd name="csY29" fmla="*/ 150100 h 208007"/>
                <a:gd name="csX30" fmla="*/ 152358 w 189918"/>
                <a:gd name="csY30" fmla="*/ 183806 h 208007"/>
                <a:gd name="csX31" fmla="*/ 104347 w 189918"/>
                <a:gd name="csY31" fmla="*/ 197471 h 208007"/>
                <a:gd name="csX32" fmla="*/ 87634 w 189918"/>
                <a:gd name="csY32" fmla="*/ 197471 h 208007"/>
                <a:gd name="csX33" fmla="*/ 74568 w 189918"/>
                <a:gd name="csY33" fmla="*/ 177126 h 208007"/>
                <a:gd name="csX34" fmla="*/ 74568 w 189918"/>
                <a:gd name="csY34" fmla="*/ 106069 h 208007"/>
                <a:gd name="csX35" fmla="*/ 165425 w 189918"/>
                <a:gd name="csY35" fmla="*/ 10719 h 208007"/>
                <a:gd name="csX36" fmla="*/ 165425 w 189918"/>
                <a:gd name="csY36" fmla="*/ 25295 h 208007"/>
                <a:gd name="csX37" fmla="*/ 148104 w 189918"/>
                <a:gd name="csY37" fmla="*/ 10719 h 208007"/>
                <a:gd name="csX38" fmla="*/ 165425 w 189918"/>
                <a:gd name="csY38" fmla="*/ 10719 h 208007"/>
                <a:gd name="csX39" fmla="*/ 106170 w 189918"/>
                <a:gd name="csY39" fmla="*/ 99692 h 208007"/>
                <a:gd name="csX40" fmla="*/ 123187 w 189918"/>
                <a:gd name="csY40" fmla="*/ 86635 h 208007"/>
                <a:gd name="csX41" fmla="*/ 123187 w 189918"/>
                <a:gd name="csY41" fmla="*/ 112142 h 208007"/>
                <a:gd name="csX42" fmla="*/ 106170 w 189918"/>
                <a:gd name="csY42" fmla="*/ 99996 h 208007"/>
                <a:gd name="csX43" fmla="*/ 106170 w 189918"/>
                <a:gd name="csY43" fmla="*/ 99692 h 208007"/>
                <a:gd name="csX44" fmla="*/ 37496 w 189918"/>
                <a:gd name="csY44" fmla="*/ 27421 h 208007"/>
                <a:gd name="csX45" fmla="*/ 35065 w 189918"/>
                <a:gd name="csY45" fmla="*/ 10719 h 208007"/>
                <a:gd name="csX46" fmla="*/ 67275 w 189918"/>
                <a:gd name="csY46" fmla="*/ 10719 h 208007"/>
                <a:gd name="csX47" fmla="*/ 63932 w 189918"/>
                <a:gd name="csY47" fmla="*/ 30457 h 208007"/>
                <a:gd name="csX48" fmla="*/ 63932 w 189918"/>
                <a:gd name="csY48" fmla="*/ 177733 h 208007"/>
                <a:gd name="csX49" fmla="*/ 67275 w 189918"/>
                <a:gd name="csY49" fmla="*/ 197471 h 208007"/>
                <a:gd name="csX50" fmla="*/ 35065 w 189918"/>
                <a:gd name="csY50" fmla="*/ 197471 h 208007"/>
                <a:gd name="csX51" fmla="*/ 37496 w 189918"/>
                <a:gd name="csY51" fmla="*/ 180770 h 208007"/>
                <a:gd name="csX52" fmla="*/ 37496 w 189918"/>
                <a:gd name="csY52" fmla="*/ 27421 h 208007"/>
                <a:gd name="csX53" fmla="*/ 150535 w 189918"/>
                <a:gd name="csY53" fmla="*/ 197471 h 208007"/>
                <a:gd name="csX54" fmla="*/ 150535 w 189918"/>
                <a:gd name="csY54" fmla="*/ 197167 h 208007"/>
                <a:gd name="csX55" fmla="*/ 174541 w 189918"/>
                <a:gd name="csY55" fmla="*/ 180466 h 208007"/>
                <a:gd name="csX56" fmla="*/ 171806 w 189918"/>
                <a:gd name="csY56" fmla="*/ 197471 h 208007"/>
                <a:gd name="csX57" fmla="*/ 150535 w 189918"/>
                <a:gd name="csY57" fmla="*/ 197471 h 2080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</a:cxnLst>
              <a:rect l="l" t="t" r="r" b="b"/>
              <a:pathLst>
                <a:path w="189918" h="208007">
                  <a:moveTo>
                    <a:pt x="74568" y="106069"/>
                  </a:moveTo>
                  <a:cubicBezTo>
                    <a:pt x="82164" y="106069"/>
                    <a:pt x="96750" y="106069"/>
                    <a:pt x="107385" y="112446"/>
                  </a:cubicBezTo>
                  <a:cubicBezTo>
                    <a:pt x="121971" y="121859"/>
                    <a:pt x="123187" y="138257"/>
                    <a:pt x="123187" y="140079"/>
                  </a:cubicBezTo>
                  <a:cubicBezTo>
                    <a:pt x="123491" y="144330"/>
                    <a:pt x="123491" y="148278"/>
                    <a:pt x="128656" y="148278"/>
                  </a:cubicBezTo>
                  <a:cubicBezTo>
                    <a:pt x="133822" y="148278"/>
                    <a:pt x="133822" y="144027"/>
                    <a:pt x="133822" y="138561"/>
                  </a:cubicBezTo>
                  <a:lnTo>
                    <a:pt x="133822" y="56268"/>
                  </a:lnTo>
                  <a:cubicBezTo>
                    <a:pt x="133822" y="51410"/>
                    <a:pt x="133822" y="46551"/>
                    <a:pt x="128656" y="46551"/>
                  </a:cubicBezTo>
                  <a:cubicBezTo>
                    <a:pt x="123491" y="46551"/>
                    <a:pt x="123187" y="51106"/>
                    <a:pt x="123187" y="53536"/>
                  </a:cubicBezTo>
                  <a:cubicBezTo>
                    <a:pt x="121363" y="92708"/>
                    <a:pt x="90369" y="94833"/>
                    <a:pt x="74568" y="95137"/>
                  </a:cubicBezTo>
                  <a:lnTo>
                    <a:pt x="74568" y="31065"/>
                  </a:lnTo>
                  <a:cubicBezTo>
                    <a:pt x="74568" y="10719"/>
                    <a:pt x="80341" y="10719"/>
                    <a:pt x="87634" y="10719"/>
                  </a:cubicBezTo>
                  <a:lnTo>
                    <a:pt x="102220" y="10719"/>
                  </a:lnTo>
                  <a:cubicBezTo>
                    <a:pt x="143242" y="10719"/>
                    <a:pt x="163601" y="31672"/>
                    <a:pt x="165425" y="52625"/>
                  </a:cubicBezTo>
                  <a:cubicBezTo>
                    <a:pt x="165728" y="55054"/>
                    <a:pt x="166032" y="59609"/>
                    <a:pt x="170894" y="59609"/>
                  </a:cubicBezTo>
                  <a:cubicBezTo>
                    <a:pt x="176060" y="59609"/>
                    <a:pt x="176060" y="54750"/>
                    <a:pt x="176060" y="49588"/>
                  </a:cubicBezTo>
                  <a:lnTo>
                    <a:pt x="176060" y="10112"/>
                  </a:lnTo>
                  <a:cubicBezTo>
                    <a:pt x="176060" y="698"/>
                    <a:pt x="175452" y="91"/>
                    <a:pt x="166032" y="91"/>
                  </a:cubicBezTo>
                  <a:lnTo>
                    <a:pt x="10451" y="91"/>
                  </a:lnTo>
                  <a:cubicBezTo>
                    <a:pt x="4982" y="91"/>
                    <a:pt x="120" y="91"/>
                    <a:pt x="120" y="5557"/>
                  </a:cubicBezTo>
                  <a:cubicBezTo>
                    <a:pt x="120" y="10719"/>
                    <a:pt x="5893" y="10719"/>
                    <a:pt x="8324" y="10719"/>
                  </a:cubicBezTo>
                  <a:cubicBezTo>
                    <a:pt x="25645" y="10719"/>
                    <a:pt x="26860" y="13149"/>
                    <a:pt x="26860" y="28028"/>
                  </a:cubicBezTo>
                  <a:lnTo>
                    <a:pt x="26860" y="180162"/>
                  </a:lnTo>
                  <a:cubicBezTo>
                    <a:pt x="26860" y="194434"/>
                    <a:pt x="25949" y="197471"/>
                    <a:pt x="9843" y="197471"/>
                  </a:cubicBezTo>
                  <a:cubicBezTo>
                    <a:pt x="5285" y="197471"/>
                    <a:pt x="120" y="197471"/>
                    <a:pt x="120" y="202633"/>
                  </a:cubicBezTo>
                  <a:cubicBezTo>
                    <a:pt x="120" y="208099"/>
                    <a:pt x="4982" y="208099"/>
                    <a:pt x="10451" y="208099"/>
                  </a:cubicBezTo>
                  <a:lnTo>
                    <a:pt x="171502" y="208099"/>
                  </a:lnTo>
                  <a:cubicBezTo>
                    <a:pt x="177275" y="208099"/>
                    <a:pt x="180314" y="208099"/>
                    <a:pt x="181226" y="203848"/>
                  </a:cubicBezTo>
                  <a:cubicBezTo>
                    <a:pt x="181530" y="203544"/>
                    <a:pt x="190038" y="152833"/>
                    <a:pt x="190038" y="151314"/>
                  </a:cubicBezTo>
                  <a:cubicBezTo>
                    <a:pt x="190038" y="147974"/>
                    <a:pt x="187303" y="145849"/>
                    <a:pt x="184872" y="145849"/>
                  </a:cubicBezTo>
                  <a:cubicBezTo>
                    <a:pt x="180618" y="145849"/>
                    <a:pt x="179403" y="149796"/>
                    <a:pt x="179403" y="150100"/>
                  </a:cubicBezTo>
                  <a:cubicBezTo>
                    <a:pt x="177579" y="157995"/>
                    <a:pt x="174541" y="170749"/>
                    <a:pt x="152358" y="183806"/>
                  </a:cubicBezTo>
                  <a:cubicBezTo>
                    <a:pt x="136557" y="193220"/>
                    <a:pt x="121060" y="197471"/>
                    <a:pt x="104347" y="197471"/>
                  </a:cubicBezTo>
                  <a:lnTo>
                    <a:pt x="87634" y="197471"/>
                  </a:lnTo>
                  <a:cubicBezTo>
                    <a:pt x="80341" y="197471"/>
                    <a:pt x="74568" y="197471"/>
                    <a:pt x="74568" y="177126"/>
                  </a:cubicBezTo>
                  <a:lnTo>
                    <a:pt x="74568" y="106069"/>
                  </a:lnTo>
                  <a:close/>
                  <a:moveTo>
                    <a:pt x="165425" y="10719"/>
                  </a:moveTo>
                  <a:lnTo>
                    <a:pt x="165425" y="25295"/>
                  </a:lnTo>
                  <a:cubicBezTo>
                    <a:pt x="160259" y="19525"/>
                    <a:pt x="154485" y="14667"/>
                    <a:pt x="148104" y="10719"/>
                  </a:cubicBezTo>
                  <a:lnTo>
                    <a:pt x="165425" y="10719"/>
                  </a:lnTo>
                  <a:close/>
                  <a:moveTo>
                    <a:pt x="106170" y="99692"/>
                  </a:moveTo>
                  <a:cubicBezTo>
                    <a:pt x="111032" y="97566"/>
                    <a:pt x="117717" y="93011"/>
                    <a:pt x="123187" y="86635"/>
                  </a:cubicBezTo>
                  <a:lnTo>
                    <a:pt x="123187" y="112142"/>
                  </a:lnTo>
                  <a:cubicBezTo>
                    <a:pt x="115894" y="103943"/>
                    <a:pt x="106474" y="99996"/>
                    <a:pt x="106170" y="99996"/>
                  </a:cubicBezTo>
                  <a:lnTo>
                    <a:pt x="106170" y="99692"/>
                  </a:lnTo>
                  <a:close/>
                  <a:moveTo>
                    <a:pt x="37496" y="27421"/>
                  </a:moveTo>
                  <a:cubicBezTo>
                    <a:pt x="37496" y="23777"/>
                    <a:pt x="37496" y="16185"/>
                    <a:pt x="35065" y="10719"/>
                  </a:cubicBezTo>
                  <a:lnTo>
                    <a:pt x="67275" y="10719"/>
                  </a:lnTo>
                  <a:cubicBezTo>
                    <a:pt x="63932" y="17704"/>
                    <a:pt x="63932" y="27724"/>
                    <a:pt x="63932" y="30457"/>
                  </a:cubicBezTo>
                  <a:lnTo>
                    <a:pt x="63932" y="177733"/>
                  </a:lnTo>
                  <a:cubicBezTo>
                    <a:pt x="63932" y="188665"/>
                    <a:pt x="66059" y="194738"/>
                    <a:pt x="67275" y="197471"/>
                  </a:cubicBezTo>
                  <a:lnTo>
                    <a:pt x="35065" y="197471"/>
                  </a:lnTo>
                  <a:cubicBezTo>
                    <a:pt x="37496" y="192005"/>
                    <a:pt x="37496" y="184414"/>
                    <a:pt x="37496" y="180770"/>
                  </a:cubicBezTo>
                  <a:lnTo>
                    <a:pt x="37496" y="27421"/>
                  </a:lnTo>
                  <a:close/>
                  <a:moveTo>
                    <a:pt x="150535" y="197471"/>
                  </a:moveTo>
                  <a:lnTo>
                    <a:pt x="150535" y="197167"/>
                  </a:lnTo>
                  <a:cubicBezTo>
                    <a:pt x="160259" y="192309"/>
                    <a:pt x="168463" y="185932"/>
                    <a:pt x="174541" y="180466"/>
                  </a:cubicBezTo>
                  <a:cubicBezTo>
                    <a:pt x="174237" y="181681"/>
                    <a:pt x="172110" y="195042"/>
                    <a:pt x="171806" y="197471"/>
                  </a:cubicBezTo>
                  <a:lnTo>
                    <a:pt x="150535" y="197471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15131AC-B209-0AE8-0D4C-61B665BDBB2A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5573186" y="5423460"/>
              <a:ext cx="32757" cy="212562"/>
            </a:xfrm>
            <a:custGeom>
              <a:avLst/>
              <a:gdLst>
                <a:gd name="csX0" fmla="*/ 32883 w 32757"/>
                <a:gd name="csY0" fmla="*/ 212656 h 212562"/>
                <a:gd name="csX1" fmla="*/ 32883 w 32757"/>
                <a:gd name="csY1" fmla="*/ 202240 h 212562"/>
                <a:gd name="csX2" fmla="*/ 10549 w 32757"/>
                <a:gd name="csY2" fmla="*/ 202240 h 212562"/>
                <a:gd name="csX3" fmla="*/ 10549 w 32757"/>
                <a:gd name="csY3" fmla="*/ 10509 h 212562"/>
                <a:gd name="csX4" fmla="*/ 32883 w 32757"/>
                <a:gd name="csY4" fmla="*/ 10509 h 212562"/>
                <a:gd name="csX5" fmla="*/ 32883 w 32757"/>
                <a:gd name="csY5" fmla="*/ 93 h 212562"/>
                <a:gd name="csX6" fmla="*/ 126 w 32757"/>
                <a:gd name="csY6" fmla="*/ 93 h 212562"/>
                <a:gd name="csX7" fmla="*/ 126 w 32757"/>
                <a:gd name="csY7" fmla="*/ 212656 h 212562"/>
                <a:gd name="csX8" fmla="*/ 32883 w 32757"/>
                <a:gd name="csY8" fmla="*/ 212656 h 212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2757" h="212562">
                  <a:moveTo>
                    <a:pt x="32883" y="212656"/>
                  </a:moveTo>
                  <a:lnTo>
                    <a:pt x="32883" y="202240"/>
                  </a:lnTo>
                  <a:lnTo>
                    <a:pt x="10549" y="202240"/>
                  </a:lnTo>
                  <a:lnTo>
                    <a:pt x="10549" y="10509"/>
                  </a:lnTo>
                  <a:lnTo>
                    <a:pt x="32883" y="10509"/>
                  </a:lnTo>
                  <a:lnTo>
                    <a:pt x="32883" y="93"/>
                  </a:lnTo>
                  <a:lnTo>
                    <a:pt x="126" y="93"/>
                  </a:lnTo>
                  <a:lnTo>
                    <a:pt x="126" y="212656"/>
                  </a:lnTo>
                  <a:lnTo>
                    <a:pt x="32883" y="212656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DAAC4B7-2978-A959-8357-3264E1104B7E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5637513" y="5423460"/>
              <a:ext cx="55304" cy="212350"/>
            </a:xfrm>
            <a:custGeom>
              <a:avLst/>
              <a:gdLst>
                <a:gd name="csX0" fmla="*/ 51179 w 55304"/>
                <a:gd name="csY0" fmla="*/ 93 h 212350"/>
                <a:gd name="csX1" fmla="*/ 129 w 55304"/>
                <a:gd name="csY1" fmla="*/ 106162 h 212350"/>
                <a:gd name="csX2" fmla="*/ 51179 w 55304"/>
                <a:gd name="csY2" fmla="*/ 212443 h 212350"/>
                <a:gd name="csX3" fmla="*/ 55433 w 55304"/>
                <a:gd name="csY3" fmla="*/ 209893 h 212350"/>
                <a:gd name="csX4" fmla="*/ 53306 w 55304"/>
                <a:gd name="csY4" fmla="*/ 206704 h 212350"/>
                <a:gd name="csX5" fmla="*/ 14593 w 55304"/>
                <a:gd name="csY5" fmla="*/ 106374 h 212350"/>
                <a:gd name="csX6" fmla="*/ 53944 w 55304"/>
                <a:gd name="csY6" fmla="*/ 5194 h 212350"/>
                <a:gd name="csX7" fmla="*/ 55433 w 55304"/>
                <a:gd name="csY7" fmla="*/ 2644 h 212350"/>
                <a:gd name="csX8" fmla="*/ 51179 w 55304"/>
                <a:gd name="csY8" fmla="*/ 93 h 212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5304" h="212350">
                  <a:moveTo>
                    <a:pt x="51179" y="93"/>
                  </a:moveTo>
                  <a:cubicBezTo>
                    <a:pt x="10764" y="28576"/>
                    <a:pt x="129" y="73640"/>
                    <a:pt x="129" y="106162"/>
                  </a:cubicBezTo>
                  <a:cubicBezTo>
                    <a:pt x="129" y="136133"/>
                    <a:pt x="9062" y="182684"/>
                    <a:pt x="51179" y="212443"/>
                  </a:cubicBezTo>
                  <a:cubicBezTo>
                    <a:pt x="52880" y="212443"/>
                    <a:pt x="55433" y="212443"/>
                    <a:pt x="55433" y="209893"/>
                  </a:cubicBezTo>
                  <a:cubicBezTo>
                    <a:pt x="55433" y="208617"/>
                    <a:pt x="54795" y="208192"/>
                    <a:pt x="53306" y="206704"/>
                  </a:cubicBezTo>
                  <a:cubicBezTo>
                    <a:pt x="25015" y="181197"/>
                    <a:pt x="14593" y="145061"/>
                    <a:pt x="14593" y="106374"/>
                  </a:cubicBezTo>
                  <a:cubicBezTo>
                    <a:pt x="14593" y="48982"/>
                    <a:pt x="36502" y="20924"/>
                    <a:pt x="53944" y="5194"/>
                  </a:cubicBezTo>
                  <a:cubicBezTo>
                    <a:pt x="54795" y="4344"/>
                    <a:pt x="55433" y="3707"/>
                    <a:pt x="55433" y="2644"/>
                  </a:cubicBezTo>
                  <a:cubicBezTo>
                    <a:pt x="55433" y="93"/>
                    <a:pt x="52880" y="93"/>
                    <a:pt x="51179" y="93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20998CA-D4B7-1608-49C1-20A1E039D7A8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5721624" y="5437702"/>
              <a:ext cx="100398" cy="145180"/>
            </a:xfrm>
            <a:custGeom>
              <a:avLst/>
              <a:gdLst>
                <a:gd name="csX0" fmla="*/ 74367 w 100398"/>
                <a:gd name="csY0" fmla="*/ 16885 h 145180"/>
                <a:gd name="csX1" fmla="*/ 92660 w 100398"/>
                <a:gd name="csY1" fmla="*/ 7745 h 145180"/>
                <a:gd name="csX2" fmla="*/ 100530 w 100398"/>
                <a:gd name="csY2" fmla="*/ 3281 h 145180"/>
                <a:gd name="csX3" fmla="*/ 97127 w 100398"/>
                <a:gd name="csY3" fmla="*/ 93 h 145180"/>
                <a:gd name="csX4" fmla="*/ 82875 w 100398"/>
                <a:gd name="csY4" fmla="*/ 731 h 145180"/>
                <a:gd name="csX5" fmla="*/ 68411 w 100398"/>
                <a:gd name="csY5" fmla="*/ 943 h 145180"/>
                <a:gd name="csX6" fmla="*/ 53734 w 100398"/>
                <a:gd name="csY6" fmla="*/ 731 h 145180"/>
                <a:gd name="csX7" fmla="*/ 39057 w 100398"/>
                <a:gd name="csY7" fmla="*/ 93 h 145180"/>
                <a:gd name="csX8" fmla="*/ 34590 w 100398"/>
                <a:gd name="csY8" fmla="*/ 4769 h 145180"/>
                <a:gd name="csX9" fmla="*/ 41610 w 100398"/>
                <a:gd name="csY9" fmla="*/ 7745 h 145180"/>
                <a:gd name="csX10" fmla="*/ 49693 w 100398"/>
                <a:gd name="csY10" fmla="*/ 8170 h 145180"/>
                <a:gd name="csX11" fmla="*/ 55436 w 100398"/>
                <a:gd name="csY11" fmla="*/ 11146 h 145180"/>
                <a:gd name="csX12" fmla="*/ 54585 w 100398"/>
                <a:gd name="csY12" fmla="*/ 15610 h 145180"/>
                <a:gd name="csX13" fmla="*/ 26295 w 100398"/>
                <a:gd name="csY13" fmla="*/ 128481 h 145180"/>
                <a:gd name="csX14" fmla="*/ 8002 w 100398"/>
                <a:gd name="csY14" fmla="*/ 137621 h 145180"/>
                <a:gd name="csX15" fmla="*/ 132 w 100398"/>
                <a:gd name="csY15" fmla="*/ 142298 h 145180"/>
                <a:gd name="csX16" fmla="*/ 3535 w 100398"/>
                <a:gd name="csY16" fmla="*/ 145273 h 145180"/>
                <a:gd name="csX17" fmla="*/ 32251 w 100398"/>
                <a:gd name="csY17" fmla="*/ 144423 h 145180"/>
                <a:gd name="csX18" fmla="*/ 46928 w 100398"/>
                <a:gd name="csY18" fmla="*/ 144636 h 145180"/>
                <a:gd name="csX19" fmla="*/ 61604 w 100398"/>
                <a:gd name="csY19" fmla="*/ 145273 h 145180"/>
                <a:gd name="csX20" fmla="*/ 66071 w 100398"/>
                <a:gd name="csY20" fmla="*/ 140597 h 145180"/>
                <a:gd name="csX21" fmla="*/ 59265 w 100398"/>
                <a:gd name="csY21" fmla="*/ 137621 h 145180"/>
                <a:gd name="csX22" fmla="*/ 50118 w 100398"/>
                <a:gd name="csY22" fmla="*/ 137196 h 145180"/>
                <a:gd name="csX23" fmla="*/ 45226 w 100398"/>
                <a:gd name="csY23" fmla="*/ 134008 h 145180"/>
                <a:gd name="csX24" fmla="*/ 46077 w 100398"/>
                <a:gd name="csY24" fmla="*/ 129331 h 145180"/>
                <a:gd name="csX25" fmla="*/ 74367 w 100398"/>
                <a:gd name="csY25" fmla="*/ 16885 h 1451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00398" h="145180">
                  <a:moveTo>
                    <a:pt x="74367" y="16885"/>
                  </a:moveTo>
                  <a:cubicBezTo>
                    <a:pt x="76281" y="9658"/>
                    <a:pt x="76707" y="7745"/>
                    <a:pt x="92660" y="7745"/>
                  </a:cubicBezTo>
                  <a:cubicBezTo>
                    <a:pt x="97978" y="7745"/>
                    <a:pt x="100530" y="7745"/>
                    <a:pt x="100530" y="3281"/>
                  </a:cubicBezTo>
                  <a:cubicBezTo>
                    <a:pt x="100530" y="1368"/>
                    <a:pt x="99041" y="93"/>
                    <a:pt x="97127" y="93"/>
                  </a:cubicBezTo>
                  <a:cubicBezTo>
                    <a:pt x="92660" y="93"/>
                    <a:pt x="87342" y="731"/>
                    <a:pt x="82875" y="731"/>
                  </a:cubicBezTo>
                  <a:cubicBezTo>
                    <a:pt x="78196" y="731"/>
                    <a:pt x="73091" y="943"/>
                    <a:pt x="68411" y="943"/>
                  </a:cubicBezTo>
                  <a:cubicBezTo>
                    <a:pt x="68411" y="943"/>
                    <a:pt x="53734" y="731"/>
                    <a:pt x="53734" y="731"/>
                  </a:cubicBezTo>
                  <a:cubicBezTo>
                    <a:pt x="49055" y="731"/>
                    <a:pt x="43737" y="93"/>
                    <a:pt x="39057" y="93"/>
                  </a:cubicBezTo>
                  <a:cubicBezTo>
                    <a:pt x="37781" y="93"/>
                    <a:pt x="34590" y="93"/>
                    <a:pt x="34590" y="4769"/>
                  </a:cubicBezTo>
                  <a:cubicBezTo>
                    <a:pt x="34590" y="7745"/>
                    <a:pt x="36930" y="7745"/>
                    <a:pt x="41610" y="7745"/>
                  </a:cubicBezTo>
                  <a:cubicBezTo>
                    <a:pt x="41823" y="7745"/>
                    <a:pt x="46077" y="7745"/>
                    <a:pt x="49693" y="8170"/>
                  </a:cubicBezTo>
                  <a:cubicBezTo>
                    <a:pt x="53947" y="8595"/>
                    <a:pt x="55436" y="8808"/>
                    <a:pt x="55436" y="11146"/>
                  </a:cubicBezTo>
                  <a:cubicBezTo>
                    <a:pt x="55436" y="12422"/>
                    <a:pt x="55010" y="13910"/>
                    <a:pt x="54585" y="15610"/>
                  </a:cubicBezTo>
                  <a:lnTo>
                    <a:pt x="26295" y="128481"/>
                  </a:lnTo>
                  <a:cubicBezTo>
                    <a:pt x="24593" y="135496"/>
                    <a:pt x="23955" y="137621"/>
                    <a:pt x="8002" y="137621"/>
                  </a:cubicBezTo>
                  <a:cubicBezTo>
                    <a:pt x="2259" y="137621"/>
                    <a:pt x="132" y="137621"/>
                    <a:pt x="132" y="142298"/>
                  </a:cubicBezTo>
                  <a:cubicBezTo>
                    <a:pt x="132" y="142510"/>
                    <a:pt x="132" y="145273"/>
                    <a:pt x="3535" y="145273"/>
                  </a:cubicBezTo>
                  <a:cubicBezTo>
                    <a:pt x="9916" y="145273"/>
                    <a:pt x="25869" y="144423"/>
                    <a:pt x="32251" y="144423"/>
                  </a:cubicBezTo>
                  <a:lnTo>
                    <a:pt x="46928" y="144636"/>
                  </a:lnTo>
                  <a:cubicBezTo>
                    <a:pt x="51607" y="144636"/>
                    <a:pt x="56925" y="145273"/>
                    <a:pt x="61604" y="145273"/>
                  </a:cubicBezTo>
                  <a:cubicBezTo>
                    <a:pt x="62881" y="145273"/>
                    <a:pt x="66071" y="145273"/>
                    <a:pt x="66071" y="140597"/>
                  </a:cubicBezTo>
                  <a:cubicBezTo>
                    <a:pt x="66071" y="137621"/>
                    <a:pt x="63519" y="137621"/>
                    <a:pt x="59265" y="137621"/>
                  </a:cubicBezTo>
                  <a:cubicBezTo>
                    <a:pt x="58839" y="137621"/>
                    <a:pt x="54372" y="137621"/>
                    <a:pt x="50118" y="137196"/>
                  </a:cubicBezTo>
                  <a:cubicBezTo>
                    <a:pt x="45226" y="136771"/>
                    <a:pt x="45226" y="135921"/>
                    <a:pt x="45226" y="134008"/>
                  </a:cubicBezTo>
                  <a:cubicBezTo>
                    <a:pt x="45226" y="133795"/>
                    <a:pt x="45226" y="132520"/>
                    <a:pt x="46077" y="129331"/>
                  </a:cubicBezTo>
                  <a:lnTo>
                    <a:pt x="74367" y="16885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DAA6D2B-85A5-551A-DB19-90A5D1F8F52D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5837432" y="5512129"/>
              <a:ext cx="62445" cy="101119"/>
            </a:xfrm>
            <a:custGeom>
              <a:avLst/>
              <a:gdLst>
                <a:gd name="csX0" fmla="*/ 38879 w 62445"/>
                <a:gd name="csY0" fmla="*/ 4649 h 101119"/>
                <a:gd name="csX1" fmla="*/ 33409 w 62445"/>
                <a:gd name="csY1" fmla="*/ 94 h 101119"/>
                <a:gd name="csX2" fmla="*/ 2718 w 62445"/>
                <a:gd name="csY2" fmla="*/ 9811 h 101119"/>
                <a:gd name="csX3" fmla="*/ 135 w 62445"/>
                <a:gd name="csY3" fmla="*/ 9811 h 101119"/>
                <a:gd name="csX4" fmla="*/ 135 w 62445"/>
                <a:gd name="csY4" fmla="*/ 16492 h 101119"/>
                <a:gd name="csX5" fmla="*/ 2718 w 62445"/>
                <a:gd name="csY5" fmla="*/ 16492 h 101119"/>
                <a:gd name="csX6" fmla="*/ 24901 w 62445"/>
                <a:gd name="csY6" fmla="*/ 12240 h 101119"/>
                <a:gd name="csX7" fmla="*/ 24901 w 62445"/>
                <a:gd name="csY7" fmla="*/ 88156 h 101119"/>
                <a:gd name="csX8" fmla="*/ 8795 w 62445"/>
                <a:gd name="csY8" fmla="*/ 94533 h 101119"/>
                <a:gd name="csX9" fmla="*/ 1199 w 62445"/>
                <a:gd name="csY9" fmla="*/ 94533 h 101119"/>
                <a:gd name="csX10" fmla="*/ 1199 w 62445"/>
                <a:gd name="csY10" fmla="*/ 101213 h 101119"/>
                <a:gd name="csX11" fmla="*/ 31890 w 62445"/>
                <a:gd name="csY11" fmla="*/ 100606 h 101119"/>
                <a:gd name="csX12" fmla="*/ 62580 w 62445"/>
                <a:gd name="csY12" fmla="*/ 101213 h 101119"/>
                <a:gd name="csX13" fmla="*/ 62580 w 62445"/>
                <a:gd name="csY13" fmla="*/ 94533 h 101119"/>
                <a:gd name="csX14" fmla="*/ 54984 w 62445"/>
                <a:gd name="csY14" fmla="*/ 94533 h 101119"/>
                <a:gd name="csX15" fmla="*/ 38879 w 62445"/>
                <a:gd name="csY15" fmla="*/ 88156 h 101119"/>
                <a:gd name="csX16" fmla="*/ 38879 w 62445"/>
                <a:gd name="csY16" fmla="*/ 4649 h 101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2445" h="101119">
                  <a:moveTo>
                    <a:pt x="38879" y="4649"/>
                  </a:moveTo>
                  <a:cubicBezTo>
                    <a:pt x="38879" y="94"/>
                    <a:pt x="38423" y="94"/>
                    <a:pt x="33409" y="94"/>
                  </a:cubicBezTo>
                  <a:cubicBezTo>
                    <a:pt x="22622" y="9811"/>
                    <a:pt x="5757" y="9811"/>
                    <a:pt x="2718" y="9811"/>
                  </a:cubicBezTo>
                  <a:lnTo>
                    <a:pt x="135" y="9811"/>
                  </a:lnTo>
                  <a:lnTo>
                    <a:pt x="135" y="16492"/>
                  </a:lnTo>
                  <a:lnTo>
                    <a:pt x="2718" y="16492"/>
                  </a:lnTo>
                  <a:cubicBezTo>
                    <a:pt x="6213" y="16492"/>
                    <a:pt x="16088" y="16036"/>
                    <a:pt x="24901" y="12240"/>
                  </a:cubicBezTo>
                  <a:lnTo>
                    <a:pt x="24901" y="88156"/>
                  </a:lnTo>
                  <a:cubicBezTo>
                    <a:pt x="24901" y="92862"/>
                    <a:pt x="24901" y="94533"/>
                    <a:pt x="8795" y="94533"/>
                  </a:cubicBezTo>
                  <a:lnTo>
                    <a:pt x="1199" y="94533"/>
                  </a:lnTo>
                  <a:lnTo>
                    <a:pt x="1199" y="101213"/>
                  </a:lnTo>
                  <a:cubicBezTo>
                    <a:pt x="9555" y="100606"/>
                    <a:pt x="23077" y="100606"/>
                    <a:pt x="31890" y="100606"/>
                  </a:cubicBezTo>
                  <a:cubicBezTo>
                    <a:pt x="40702" y="100606"/>
                    <a:pt x="54224" y="100606"/>
                    <a:pt x="62580" y="101213"/>
                  </a:cubicBezTo>
                  <a:lnTo>
                    <a:pt x="62580" y="94533"/>
                  </a:lnTo>
                  <a:lnTo>
                    <a:pt x="54984" y="94533"/>
                  </a:lnTo>
                  <a:cubicBezTo>
                    <a:pt x="38879" y="94533"/>
                    <a:pt x="38879" y="92862"/>
                    <a:pt x="38879" y="88156"/>
                  </a:cubicBezTo>
                  <a:lnTo>
                    <a:pt x="38879" y="4649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21B1327-8DF4-D578-D6D7-AB5A4F37F512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5958124" y="5558438"/>
              <a:ext cx="27013" cy="65469"/>
            </a:xfrm>
            <a:custGeom>
              <a:avLst/>
              <a:gdLst>
                <a:gd name="csX0" fmla="*/ 21197 w 27013"/>
                <a:gd name="csY0" fmla="*/ 21137 h 65469"/>
                <a:gd name="csX1" fmla="*/ 4606 w 27013"/>
                <a:gd name="csY1" fmla="*/ 60036 h 65469"/>
                <a:gd name="csX2" fmla="*/ 3117 w 27013"/>
                <a:gd name="csY2" fmla="*/ 62586 h 65469"/>
                <a:gd name="csX3" fmla="*/ 6095 w 27013"/>
                <a:gd name="csY3" fmla="*/ 65562 h 65469"/>
                <a:gd name="csX4" fmla="*/ 27153 w 27013"/>
                <a:gd name="csY4" fmla="*/ 23262 h 65469"/>
                <a:gd name="csX5" fmla="*/ 12263 w 27013"/>
                <a:gd name="csY5" fmla="*/ 93 h 65469"/>
                <a:gd name="csX6" fmla="*/ 139 w 27013"/>
                <a:gd name="csY6" fmla="*/ 12209 h 65469"/>
                <a:gd name="csX7" fmla="*/ 12476 w 27013"/>
                <a:gd name="csY7" fmla="*/ 24538 h 65469"/>
                <a:gd name="csX8" fmla="*/ 21197 w 27013"/>
                <a:gd name="csY8" fmla="*/ 21137 h 65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013" h="65469">
                  <a:moveTo>
                    <a:pt x="21197" y="21137"/>
                  </a:moveTo>
                  <a:cubicBezTo>
                    <a:pt x="21197" y="32828"/>
                    <a:pt x="19070" y="46432"/>
                    <a:pt x="4606" y="60036"/>
                  </a:cubicBezTo>
                  <a:cubicBezTo>
                    <a:pt x="3755" y="60886"/>
                    <a:pt x="3117" y="61524"/>
                    <a:pt x="3117" y="62586"/>
                  </a:cubicBezTo>
                  <a:cubicBezTo>
                    <a:pt x="3117" y="64074"/>
                    <a:pt x="4819" y="65562"/>
                    <a:pt x="6095" y="65562"/>
                  </a:cubicBezTo>
                  <a:cubicBezTo>
                    <a:pt x="9073" y="65562"/>
                    <a:pt x="27153" y="48557"/>
                    <a:pt x="27153" y="23262"/>
                  </a:cubicBezTo>
                  <a:cubicBezTo>
                    <a:pt x="27153" y="10083"/>
                    <a:pt x="22048" y="93"/>
                    <a:pt x="12263" y="93"/>
                  </a:cubicBezTo>
                  <a:cubicBezTo>
                    <a:pt x="5244" y="93"/>
                    <a:pt x="139" y="5620"/>
                    <a:pt x="139" y="12209"/>
                  </a:cubicBezTo>
                  <a:cubicBezTo>
                    <a:pt x="139" y="19011"/>
                    <a:pt x="5031" y="24538"/>
                    <a:pt x="12476" y="24538"/>
                  </a:cubicBezTo>
                  <a:cubicBezTo>
                    <a:pt x="17581" y="24538"/>
                    <a:pt x="20985" y="21137"/>
                    <a:pt x="21197" y="21137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DE92CDD-71AD-A66A-BC0B-4F01ADB3ADCE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6015617" y="5439190"/>
              <a:ext cx="158893" cy="143692"/>
            </a:xfrm>
            <a:custGeom>
              <a:avLst/>
              <a:gdLst>
                <a:gd name="csX0" fmla="*/ 94371 w 158893"/>
                <a:gd name="csY0" fmla="*/ 15185 h 143692"/>
                <a:gd name="csX1" fmla="*/ 100965 w 158893"/>
                <a:gd name="csY1" fmla="*/ 7958 h 143692"/>
                <a:gd name="csX2" fmla="*/ 113728 w 158893"/>
                <a:gd name="csY2" fmla="*/ 7745 h 143692"/>
                <a:gd name="csX3" fmla="*/ 137551 w 158893"/>
                <a:gd name="csY3" fmla="*/ 9446 h 143692"/>
                <a:gd name="csX4" fmla="*/ 147548 w 158893"/>
                <a:gd name="csY4" fmla="*/ 26238 h 143692"/>
                <a:gd name="csX5" fmla="*/ 146059 w 158893"/>
                <a:gd name="csY5" fmla="*/ 43456 h 143692"/>
                <a:gd name="csX6" fmla="*/ 145634 w 158893"/>
                <a:gd name="csY6" fmla="*/ 45794 h 143692"/>
                <a:gd name="csX7" fmla="*/ 149250 w 158893"/>
                <a:gd name="csY7" fmla="*/ 48982 h 143692"/>
                <a:gd name="csX8" fmla="*/ 153292 w 158893"/>
                <a:gd name="csY8" fmla="*/ 43668 h 143692"/>
                <a:gd name="csX9" fmla="*/ 159035 w 158893"/>
                <a:gd name="csY9" fmla="*/ 3069 h 143692"/>
                <a:gd name="csX10" fmla="*/ 152653 w 158893"/>
                <a:gd name="csY10" fmla="*/ 93 h 143692"/>
                <a:gd name="csX11" fmla="*/ 21838 w 158893"/>
                <a:gd name="csY11" fmla="*/ 93 h 143692"/>
                <a:gd name="csX12" fmla="*/ 14606 w 158893"/>
                <a:gd name="csY12" fmla="*/ 4557 h 143692"/>
                <a:gd name="csX13" fmla="*/ 1205 w 158893"/>
                <a:gd name="csY13" fmla="*/ 42180 h 143692"/>
                <a:gd name="csX14" fmla="*/ 141 w 158893"/>
                <a:gd name="csY14" fmla="*/ 46007 h 143692"/>
                <a:gd name="csX15" fmla="*/ 3758 w 158893"/>
                <a:gd name="csY15" fmla="*/ 48982 h 143692"/>
                <a:gd name="csX16" fmla="*/ 8224 w 158893"/>
                <a:gd name="csY16" fmla="*/ 43881 h 143692"/>
                <a:gd name="csX17" fmla="*/ 59913 w 158893"/>
                <a:gd name="csY17" fmla="*/ 7745 h 143692"/>
                <a:gd name="csX18" fmla="*/ 68846 w 158893"/>
                <a:gd name="csY18" fmla="*/ 7745 h 143692"/>
                <a:gd name="csX19" fmla="*/ 75440 w 158893"/>
                <a:gd name="csY19" fmla="*/ 9871 h 143692"/>
                <a:gd name="csX20" fmla="*/ 74589 w 158893"/>
                <a:gd name="csY20" fmla="*/ 14335 h 143692"/>
                <a:gd name="csX21" fmla="*/ 46512 w 158893"/>
                <a:gd name="csY21" fmla="*/ 126143 h 143692"/>
                <a:gd name="csX22" fmla="*/ 21625 w 158893"/>
                <a:gd name="csY22" fmla="*/ 136133 h 143692"/>
                <a:gd name="csX23" fmla="*/ 12053 w 158893"/>
                <a:gd name="csY23" fmla="*/ 140810 h 143692"/>
                <a:gd name="csX24" fmla="*/ 15669 w 158893"/>
                <a:gd name="csY24" fmla="*/ 143785 h 143692"/>
                <a:gd name="csX25" fmla="*/ 33962 w 158893"/>
                <a:gd name="csY25" fmla="*/ 143148 h 143692"/>
                <a:gd name="csX26" fmla="*/ 52255 w 158893"/>
                <a:gd name="csY26" fmla="*/ 142935 h 143692"/>
                <a:gd name="csX27" fmla="*/ 71399 w 158893"/>
                <a:gd name="csY27" fmla="*/ 143148 h 143692"/>
                <a:gd name="csX28" fmla="*/ 89266 w 158893"/>
                <a:gd name="csY28" fmla="*/ 143785 h 143692"/>
                <a:gd name="csX29" fmla="*/ 94159 w 158893"/>
                <a:gd name="csY29" fmla="*/ 139109 h 143692"/>
                <a:gd name="csX30" fmla="*/ 85438 w 158893"/>
                <a:gd name="csY30" fmla="*/ 136133 h 143692"/>
                <a:gd name="csX31" fmla="*/ 73100 w 158893"/>
                <a:gd name="csY31" fmla="*/ 135708 h 143692"/>
                <a:gd name="csX32" fmla="*/ 65443 w 158893"/>
                <a:gd name="csY32" fmla="*/ 131669 h 143692"/>
                <a:gd name="csX33" fmla="*/ 66294 w 158893"/>
                <a:gd name="csY33" fmla="*/ 126780 h 143692"/>
                <a:gd name="csX34" fmla="*/ 94371 w 158893"/>
                <a:gd name="csY34" fmla="*/ 15185 h 143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58893" h="143692">
                  <a:moveTo>
                    <a:pt x="94371" y="15185"/>
                  </a:moveTo>
                  <a:cubicBezTo>
                    <a:pt x="95860" y="9021"/>
                    <a:pt x="96286" y="8383"/>
                    <a:pt x="100965" y="7958"/>
                  </a:cubicBezTo>
                  <a:cubicBezTo>
                    <a:pt x="102029" y="7745"/>
                    <a:pt x="109474" y="7745"/>
                    <a:pt x="113728" y="7745"/>
                  </a:cubicBezTo>
                  <a:cubicBezTo>
                    <a:pt x="126703" y="7745"/>
                    <a:pt x="132233" y="7745"/>
                    <a:pt x="137551" y="9446"/>
                  </a:cubicBezTo>
                  <a:cubicBezTo>
                    <a:pt x="147123" y="12422"/>
                    <a:pt x="147548" y="18586"/>
                    <a:pt x="147548" y="26238"/>
                  </a:cubicBezTo>
                  <a:cubicBezTo>
                    <a:pt x="147548" y="29639"/>
                    <a:pt x="147548" y="32403"/>
                    <a:pt x="146059" y="43456"/>
                  </a:cubicBezTo>
                  <a:lnTo>
                    <a:pt x="145634" y="45794"/>
                  </a:lnTo>
                  <a:cubicBezTo>
                    <a:pt x="145634" y="47920"/>
                    <a:pt x="147123" y="48982"/>
                    <a:pt x="149250" y="48982"/>
                  </a:cubicBezTo>
                  <a:cubicBezTo>
                    <a:pt x="152441" y="48982"/>
                    <a:pt x="152866" y="47069"/>
                    <a:pt x="153292" y="43668"/>
                  </a:cubicBezTo>
                  <a:lnTo>
                    <a:pt x="159035" y="3069"/>
                  </a:lnTo>
                  <a:cubicBezTo>
                    <a:pt x="159035" y="93"/>
                    <a:pt x="156482" y="93"/>
                    <a:pt x="152653" y="93"/>
                  </a:cubicBezTo>
                  <a:lnTo>
                    <a:pt x="21838" y="93"/>
                  </a:lnTo>
                  <a:cubicBezTo>
                    <a:pt x="16520" y="93"/>
                    <a:pt x="16095" y="93"/>
                    <a:pt x="14606" y="4557"/>
                  </a:cubicBezTo>
                  <a:lnTo>
                    <a:pt x="1205" y="42180"/>
                  </a:lnTo>
                  <a:cubicBezTo>
                    <a:pt x="992" y="43031"/>
                    <a:pt x="141" y="44944"/>
                    <a:pt x="141" y="46007"/>
                  </a:cubicBezTo>
                  <a:cubicBezTo>
                    <a:pt x="141" y="46857"/>
                    <a:pt x="567" y="48982"/>
                    <a:pt x="3758" y="48982"/>
                  </a:cubicBezTo>
                  <a:cubicBezTo>
                    <a:pt x="6523" y="48982"/>
                    <a:pt x="6948" y="47920"/>
                    <a:pt x="8224" y="43881"/>
                  </a:cubicBezTo>
                  <a:cubicBezTo>
                    <a:pt x="20561" y="9871"/>
                    <a:pt x="27581" y="7745"/>
                    <a:pt x="59913" y="7745"/>
                  </a:cubicBezTo>
                  <a:lnTo>
                    <a:pt x="68846" y="7745"/>
                  </a:lnTo>
                  <a:cubicBezTo>
                    <a:pt x="75228" y="7745"/>
                    <a:pt x="75440" y="7958"/>
                    <a:pt x="75440" y="9871"/>
                  </a:cubicBezTo>
                  <a:cubicBezTo>
                    <a:pt x="75440" y="10083"/>
                    <a:pt x="75440" y="11146"/>
                    <a:pt x="74589" y="14335"/>
                  </a:cubicBezTo>
                  <a:lnTo>
                    <a:pt x="46512" y="126143"/>
                  </a:lnTo>
                  <a:cubicBezTo>
                    <a:pt x="44598" y="134008"/>
                    <a:pt x="43959" y="136133"/>
                    <a:pt x="21625" y="136133"/>
                  </a:cubicBezTo>
                  <a:cubicBezTo>
                    <a:pt x="13968" y="136133"/>
                    <a:pt x="12053" y="136133"/>
                    <a:pt x="12053" y="140810"/>
                  </a:cubicBezTo>
                  <a:cubicBezTo>
                    <a:pt x="12053" y="141447"/>
                    <a:pt x="12479" y="143785"/>
                    <a:pt x="15669" y="143785"/>
                  </a:cubicBezTo>
                  <a:cubicBezTo>
                    <a:pt x="21625" y="143785"/>
                    <a:pt x="28006" y="143148"/>
                    <a:pt x="33962" y="143148"/>
                  </a:cubicBezTo>
                  <a:cubicBezTo>
                    <a:pt x="39918" y="143148"/>
                    <a:pt x="46299" y="142935"/>
                    <a:pt x="52255" y="142935"/>
                  </a:cubicBezTo>
                  <a:cubicBezTo>
                    <a:pt x="58211" y="142935"/>
                    <a:pt x="65443" y="142935"/>
                    <a:pt x="71399" y="143148"/>
                  </a:cubicBezTo>
                  <a:cubicBezTo>
                    <a:pt x="77142" y="143360"/>
                    <a:pt x="83523" y="143785"/>
                    <a:pt x="89266" y="143785"/>
                  </a:cubicBezTo>
                  <a:cubicBezTo>
                    <a:pt x="90968" y="143785"/>
                    <a:pt x="94159" y="143785"/>
                    <a:pt x="94159" y="139109"/>
                  </a:cubicBezTo>
                  <a:cubicBezTo>
                    <a:pt x="94159" y="136133"/>
                    <a:pt x="92032" y="136133"/>
                    <a:pt x="85438" y="136133"/>
                  </a:cubicBezTo>
                  <a:cubicBezTo>
                    <a:pt x="81396" y="136133"/>
                    <a:pt x="77142" y="135921"/>
                    <a:pt x="73100" y="135708"/>
                  </a:cubicBezTo>
                  <a:cubicBezTo>
                    <a:pt x="65868" y="135070"/>
                    <a:pt x="65443" y="134220"/>
                    <a:pt x="65443" y="131669"/>
                  </a:cubicBezTo>
                  <a:cubicBezTo>
                    <a:pt x="65443" y="130181"/>
                    <a:pt x="65443" y="129756"/>
                    <a:pt x="66294" y="126780"/>
                  </a:cubicBezTo>
                  <a:lnTo>
                    <a:pt x="94371" y="15185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80F0F8FC-ABAA-7AA8-66C4-3B55CF08EF6C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6171723" y="5512129"/>
              <a:ext cx="62445" cy="101119"/>
            </a:xfrm>
            <a:custGeom>
              <a:avLst/>
              <a:gdLst>
                <a:gd name="csX0" fmla="*/ 38889 w 62445"/>
                <a:gd name="csY0" fmla="*/ 4649 h 101119"/>
                <a:gd name="csX1" fmla="*/ 33420 w 62445"/>
                <a:gd name="csY1" fmla="*/ 94 h 101119"/>
                <a:gd name="csX2" fmla="*/ 2729 w 62445"/>
                <a:gd name="csY2" fmla="*/ 9811 h 101119"/>
                <a:gd name="csX3" fmla="*/ 146 w 62445"/>
                <a:gd name="csY3" fmla="*/ 9811 h 101119"/>
                <a:gd name="csX4" fmla="*/ 146 w 62445"/>
                <a:gd name="csY4" fmla="*/ 16492 h 101119"/>
                <a:gd name="csX5" fmla="*/ 2729 w 62445"/>
                <a:gd name="csY5" fmla="*/ 16492 h 101119"/>
                <a:gd name="csX6" fmla="*/ 24911 w 62445"/>
                <a:gd name="csY6" fmla="*/ 12240 h 101119"/>
                <a:gd name="csX7" fmla="*/ 24911 w 62445"/>
                <a:gd name="csY7" fmla="*/ 88156 h 101119"/>
                <a:gd name="csX8" fmla="*/ 8806 w 62445"/>
                <a:gd name="csY8" fmla="*/ 94533 h 101119"/>
                <a:gd name="csX9" fmla="*/ 1210 w 62445"/>
                <a:gd name="csY9" fmla="*/ 94533 h 101119"/>
                <a:gd name="csX10" fmla="*/ 1210 w 62445"/>
                <a:gd name="csY10" fmla="*/ 101213 h 101119"/>
                <a:gd name="csX11" fmla="*/ 31900 w 62445"/>
                <a:gd name="csY11" fmla="*/ 100606 h 101119"/>
                <a:gd name="csX12" fmla="*/ 62591 w 62445"/>
                <a:gd name="csY12" fmla="*/ 101213 h 101119"/>
                <a:gd name="csX13" fmla="*/ 62591 w 62445"/>
                <a:gd name="csY13" fmla="*/ 94533 h 101119"/>
                <a:gd name="csX14" fmla="*/ 54995 w 62445"/>
                <a:gd name="csY14" fmla="*/ 94533 h 101119"/>
                <a:gd name="csX15" fmla="*/ 38889 w 62445"/>
                <a:gd name="csY15" fmla="*/ 88156 h 101119"/>
                <a:gd name="csX16" fmla="*/ 38889 w 62445"/>
                <a:gd name="csY16" fmla="*/ 4649 h 101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2445" h="101119">
                  <a:moveTo>
                    <a:pt x="38889" y="4649"/>
                  </a:moveTo>
                  <a:cubicBezTo>
                    <a:pt x="38889" y="94"/>
                    <a:pt x="38434" y="94"/>
                    <a:pt x="33420" y="94"/>
                  </a:cubicBezTo>
                  <a:cubicBezTo>
                    <a:pt x="22632" y="9811"/>
                    <a:pt x="5768" y="9811"/>
                    <a:pt x="2729" y="9811"/>
                  </a:cubicBezTo>
                  <a:lnTo>
                    <a:pt x="146" y="9811"/>
                  </a:lnTo>
                  <a:lnTo>
                    <a:pt x="146" y="16492"/>
                  </a:lnTo>
                  <a:lnTo>
                    <a:pt x="2729" y="16492"/>
                  </a:lnTo>
                  <a:cubicBezTo>
                    <a:pt x="6224" y="16492"/>
                    <a:pt x="16099" y="16036"/>
                    <a:pt x="24911" y="12240"/>
                  </a:cubicBezTo>
                  <a:lnTo>
                    <a:pt x="24911" y="88156"/>
                  </a:lnTo>
                  <a:cubicBezTo>
                    <a:pt x="24911" y="92862"/>
                    <a:pt x="24911" y="94533"/>
                    <a:pt x="8806" y="94533"/>
                  </a:cubicBezTo>
                  <a:lnTo>
                    <a:pt x="1210" y="94533"/>
                  </a:lnTo>
                  <a:lnTo>
                    <a:pt x="1210" y="101213"/>
                  </a:lnTo>
                  <a:cubicBezTo>
                    <a:pt x="9566" y="100606"/>
                    <a:pt x="23088" y="100606"/>
                    <a:pt x="31900" y="100606"/>
                  </a:cubicBezTo>
                  <a:cubicBezTo>
                    <a:pt x="40713" y="100606"/>
                    <a:pt x="54235" y="100606"/>
                    <a:pt x="62591" y="101213"/>
                  </a:cubicBezTo>
                  <a:lnTo>
                    <a:pt x="62591" y="94533"/>
                  </a:lnTo>
                  <a:lnTo>
                    <a:pt x="54995" y="94533"/>
                  </a:lnTo>
                  <a:cubicBezTo>
                    <a:pt x="38889" y="94533"/>
                    <a:pt x="38889" y="92862"/>
                    <a:pt x="38889" y="88156"/>
                  </a:cubicBezTo>
                  <a:lnTo>
                    <a:pt x="38889" y="4649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20A80CAA-B0F9-AB08-3BBB-A9AC22586549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6283694" y="5423460"/>
              <a:ext cx="55091" cy="212350"/>
            </a:xfrm>
            <a:custGeom>
              <a:avLst/>
              <a:gdLst>
                <a:gd name="csX0" fmla="*/ 4191 w 55091"/>
                <a:gd name="csY0" fmla="*/ 93 h 212350"/>
                <a:gd name="csX1" fmla="*/ 150 w 55091"/>
                <a:gd name="csY1" fmla="*/ 2644 h 212350"/>
                <a:gd name="csX2" fmla="*/ 2064 w 55091"/>
                <a:gd name="csY2" fmla="*/ 5832 h 212350"/>
                <a:gd name="csX3" fmla="*/ 40777 w 55091"/>
                <a:gd name="csY3" fmla="*/ 106162 h 212350"/>
                <a:gd name="csX4" fmla="*/ 3979 w 55091"/>
                <a:gd name="csY4" fmla="*/ 205004 h 212350"/>
                <a:gd name="csX5" fmla="*/ 150 w 55091"/>
                <a:gd name="csY5" fmla="*/ 209893 h 212350"/>
                <a:gd name="csX6" fmla="*/ 2915 w 55091"/>
                <a:gd name="csY6" fmla="*/ 212443 h 212350"/>
                <a:gd name="csX7" fmla="*/ 39714 w 55091"/>
                <a:gd name="csY7" fmla="*/ 171844 h 212350"/>
                <a:gd name="csX8" fmla="*/ 55242 w 55091"/>
                <a:gd name="csY8" fmla="*/ 106374 h 212350"/>
                <a:gd name="csX9" fmla="*/ 4191 w 55091"/>
                <a:gd name="csY9" fmla="*/ 93 h 212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5091" h="212350">
                  <a:moveTo>
                    <a:pt x="4191" y="93"/>
                  </a:moveTo>
                  <a:cubicBezTo>
                    <a:pt x="2703" y="93"/>
                    <a:pt x="150" y="93"/>
                    <a:pt x="150" y="2644"/>
                  </a:cubicBezTo>
                  <a:cubicBezTo>
                    <a:pt x="150" y="3707"/>
                    <a:pt x="788" y="4344"/>
                    <a:pt x="2064" y="5832"/>
                  </a:cubicBezTo>
                  <a:cubicBezTo>
                    <a:pt x="20357" y="22625"/>
                    <a:pt x="40777" y="51321"/>
                    <a:pt x="40777" y="106162"/>
                  </a:cubicBezTo>
                  <a:cubicBezTo>
                    <a:pt x="40777" y="150587"/>
                    <a:pt x="26951" y="184172"/>
                    <a:pt x="3979" y="205004"/>
                  </a:cubicBezTo>
                  <a:cubicBezTo>
                    <a:pt x="363" y="208617"/>
                    <a:pt x="150" y="208830"/>
                    <a:pt x="150" y="209893"/>
                  </a:cubicBezTo>
                  <a:cubicBezTo>
                    <a:pt x="150" y="210955"/>
                    <a:pt x="788" y="212443"/>
                    <a:pt x="2915" y="212443"/>
                  </a:cubicBezTo>
                  <a:cubicBezTo>
                    <a:pt x="5468" y="212443"/>
                    <a:pt x="25675" y="198414"/>
                    <a:pt x="39714" y="171844"/>
                  </a:cubicBezTo>
                  <a:cubicBezTo>
                    <a:pt x="49073" y="154201"/>
                    <a:pt x="55242" y="131244"/>
                    <a:pt x="55242" y="106374"/>
                  </a:cubicBezTo>
                  <a:cubicBezTo>
                    <a:pt x="55242" y="76403"/>
                    <a:pt x="46308" y="29852"/>
                    <a:pt x="4191" y="93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85AF005-1126-F993-4598-EBF36D1EDA2C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6387374" y="5558438"/>
              <a:ext cx="27013" cy="65469"/>
            </a:xfrm>
            <a:custGeom>
              <a:avLst/>
              <a:gdLst>
                <a:gd name="csX0" fmla="*/ 21211 w 27013"/>
                <a:gd name="csY0" fmla="*/ 21137 h 65469"/>
                <a:gd name="csX1" fmla="*/ 4620 w 27013"/>
                <a:gd name="csY1" fmla="*/ 60036 h 65469"/>
                <a:gd name="csX2" fmla="*/ 3131 w 27013"/>
                <a:gd name="csY2" fmla="*/ 62586 h 65469"/>
                <a:gd name="csX3" fmla="*/ 6109 w 27013"/>
                <a:gd name="csY3" fmla="*/ 65562 h 65469"/>
                <a:gd name="csX4" fmla="*/ 27167 w 27013"/>
                <a:gd name="csY4" fmla="*/ 23262 h 65469"/>
                <a:gd name="csX5" fmla="*/ 12278 w 27013"/>
                <a:gd name="csY5" fmla="*/ 93 h 65469"/>
                <a:gd name="csX6" fmla="*/ 153 w 27013"/>
                <a:gd name="csY6" fmla="*/ 12209 h 65469"/>
                <a:gd name="csX7" fmla="*/ 12490 w 27013"/>
                <a:gd name="csY7" fmla="*/ 24538 h 65469"/>
                <a:gd name="csX8" fmla="*/ 21211 w 27013"/>
                <a:gd name="csY8" fmla="*/ 21137 h 65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013" h="65469">
                  <a:moveTo>
                    <a:pt x="21211" y="21137"/>
                  </a:moveTo>
                  <a:cubicBezTo>
                    <a:pt x="21211" y="32828"/>
                    <a:pt x="19084" y="46432"/>
                    <a:pt x="4620" y="60036"/>
                  </a:cubicBezTo>
                  <a:cubicBezTo>
                    <a:pt x="3769" y="60886"/>
                    <a:pt x="3131" y="61524"/>
                    <a:pt x="3131" y="62586"/>
                  </a:cubicBezTo>
                  <a:cubicBezTo>
                    <a:pt x="3131" y="64074"/>
                    <a:pt x="4833" y="65562"/>
                    <a:pt x="6109" y="65562"/>
                  </a:cubicBezTo>
                  <a:cubicBezTo>
                    <a:pt x="9087" y="65562"/>
                    <a:pt x="27167" y="48557"/>
                    <a:pt x="27167" y="23262"/>
                  </a:cubicBezTo>
                  <a:cubicBezTo>
                    <a:pt x="27167" y="10083"/>
                    <a:pt x="22062" y="93"/>
                    <a:pt x="12278" y="93"/>
                  </a:cubicBezTo>
                  <a:cubicBezTo>
                    <a:pt x="5258" y="93"/>
                    <a:pt x="153" y="5620"/>
                    <a:pt x="153" y="12209"/>
                  </a:cubicBezTo>
                  <a:cubicBezTo>
                    <a:pt x="153" y="19011"/>
                    <a:pt x="5045" y="24538"/>
                    <a:pt x="12490" y="24538"/>
                  </a:cubicBezTo>
                  <a:cubicBezTo>
                    <a:pt x="17595" y="24538"/>
                    <a:pt x="20999" y="21137"/>
                    <a:pt x="21211" y="21137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633F1CC4-231F-5FA9-8BAD-8B41DEB61BEB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6459544" y="5558438"/>
              <a:ext cx="24461" cy="24444"/>
            </a:xfrm>
            <a:custGeom>
              <a:avLst/>
              <a:gdLst>
                <a:gd name="csX0" fmla="*/ 24617 w 24461"/>
                <a:gd name="csY0" fmla="*/ 12422 h 24444"/>
                <a:gd name="csX1" fmla="*/ 12493 w 24461"/>
                <a:gd name="csY1" fmla="*/ 93 h 24444"/>
                <a:gd name="csX2" fmla="*/ 156 w 24461"/>
                <a:gd name="csY2" fmla="*/ 12209 h 24444"/>
                <a:gd name="csX3" fmla="*/ 12280 w 24461"/>
                <a:gd name="csY3" fmla="*/ 24538 h 24444"/>
                <a:gd name="csX4" fmla="*/ 24617 w 24461"/>
                <a:gd name="csY4" fmla="*/ 12422 h 24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61" h="24444">
                  <a:moveTo>
                    <a:pt x="24617" y="12422"/>
                  </a:moveTo>
                  <a:cubicBezTo>
                    <a:pt x="24617" y="4769"/>
                    <a:pt x="18236" y="93"/>
                    <a:pt x="12493" y="93"/>
                  </a:cubicBezTo>
                  <a:cubicBezTo>
                    <a:pt x="5473" y="93"/>
                    <a:pt x="156" y="5832"/>
                    <a:pt x="156" y="12209"/>
                  </a:cubicBezTo>
                  <a:cubicBezTo>
                    <a:pt x="156" y="19861"/>
                    <a:pt x="6537" y="24538"/>
                    <a:pt x="12280" y="24538"/>
                  </a:cubicBezTo>
                  <a:cubicBezTo>
                    <a:pt x="19299" y="24538"/>
                    <a:pt x="24617" y="18799"/>
                    <a:pt x="24617" y="12422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42707BE4-BBDF-FBF5-EA8F-F8981F412592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6531713" y="5558438"/>
              <a:ext cx="24461" cy="24444"/>
            </a:xfrm>
            <a:custGeom>
              <a:avLst/>
              <a:gdLst>
                <a:gd name="csX0" fmla="*/ 24619 w 24461"/>
                <a:gd name="csY0" fmla="*/ 12422 h 24444"/>
                <a:gd name="csX1" fmla="*/ 12495 w 24461"/>
                <a:gd name="csY1" fmla="*/ 93 h 24444"/>
                <a:gd name="csX2" fmla="*/ 158 w 24461"/>
                <a:gd name="csY2" fmla="*/ 12209 h 24444"/>
                <a:gd name="csX3" fmla="*/ 12282 w 24461"/>
                <a:gd name="csY3" fmla="*/ 24538 h 24444"/>
                <a:gd name="csX4" fmla="*/ 24619 w 24461"/>
                <a:gd name="csY4" fmla="*/ 12422 h 24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61" h="24444">
                  <a:moveTo>
                    <a:pt x="24619" y="12422"/>
                  </a:moveTo>
                  <a:cubicBezTo>
                    <a:pt x="24619" y="4769"/>
                    <a:pt x="18238" y="93"/>
                    <a:pt x="12495" y="93"/>
                  </a:cubicBezTo>
                  <a:cubicBezTo>
                    <a:pt x="5476" y="93"/>
                    <a:pt x="158" y="5832"/>
                    <a:pt x="158" y="12209"/>
                  </a:cubicBezTo>
                  <a:cubicBezTo>
                    <a:pt x="158" y="19861"/>
                    <a:pt x="6539" y="24538"/>
                    <a:pt x="12282" y="24538"/>
                  </a:cubicBezTo>
                  <a:cubicBezTo>
                    <a:pt x="19302" y="24538"/>
                    <a:pt x="24619" y="18799"/>
                    <a:pt x="24619" y="12422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CB48C2C-1795-704A-F622-F2BB8BEA78B8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6603882" y="5558438"/>
              <a:ext cx="24461" cy="24444"/>
            </a:xfrm>
            <a:custGeom>
              <a:avLst/>
              <a:gdLst>
                <a:gd name="csX0" fmla="*/ 24622 w 24461"/>
                <a:gd name="csY0" fmla="*/ 12422 h 24444"/>
                <a:gd name="csX1" fmla="*/ 12497 w 24461"/>
                <a:gd name="csY1" fmla="*/ 93 h 24444"/>
                <a:gd name="csX2" fmla="*/ 160 w 24461"/>
                <a:gd name="csY2" fmla="*/ 12209 h 24444"/>
                <a:gd name="csX3" fmla="*/ 12285 w 24461"/>
                <a:gd name="csY3" fmla="*/ 24538 h 24444"/>
                <a:gd name="csX4" fmla="*/ 24622 w 24461"/>
                <a:gd name="csY4" fmla="*/ 12422 h 24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61" h="24444">
                  <a:moveTo>
                    <a:pt x="24622" y="12422"/>
                  </a:moveTo>
                  <a:cubicBezTo>
                    <a:pt x="24622" y="4769"/>
                    <a:pt x="18240" y="93"/>
                    <a:pt x="12497" y="93"/>
                  </a:cubicBezTo>
                  <a:cubicBezTo>
                    <a:pt x="5478" y="93"/>
                    <a:pt x="160" y="5832"/>
                    <a:pt x="160" y="12209"/>
                  </a:cubicBezTo>
                  <a:cubicBezTo>
                    <a:pt x="160" y="19861"/>
                    <a:pt x="6541" y="24538"/>
                    <a:pt x="12285" y="24538"/>
                  </a:cubicBezTo>
                  <a:cubicBezTo>
                    <a:pt x="19304" y="24538"/>
                    <a:pt x="24622" y="18799"/>
                    <a:pt x="24622" y="12422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0D5A7D11-5A35-6ED5-7821-345667DA3416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6676689" y="5423460"/>
              <a:ext cx="55304" cy="212350"/>
            </a:xfrm>
            <a:custGeom>
              <a:avLst/>
              <a:gdLst>
                <a:gd name="csX0" fmla="*/ 51213 w 55304"/>
                <a:gd name="csY0" fmla="*/ 93 h 212350"/>
                <a:gd name="csX1" fmla="*/ 163 w 55304"/>
                <a:gd name="csY1" fmla="*/ 106162 h 212350"/>
                <a:gd name="csX2" fmla="*/ 51213 w 55304"/>
                <a:gd name="csY2" fmla="*/ 212443 h 212350"/>
                <a:gd name="csX3" fmla="*/ 55467 w 55304"/>
                <a:gd name="csY3" fmla="*/ 209893 h 212350"/>
                <a:gd name="csX4" fmla="*/ 53340 w 55304"/>
                <a:gd name="csY4" fmla="*/ 206704 h 212350"/>
                <a:gd name="csX5" fmla="*/ 14627 w 55304"/>
                <a:gd name="csY5" fmla="*/ 106374 h 212350"/>
                <a:gd name="csX6" fmla="*/ 53978 w 55304"/>
                <a:gd name="csY6" fmla="*/ 5194 h 212350"/>
                <a:gd name="csX7" fmla="*/ 55467 w 55304"/>
                <a:gd name="csY7" fmla="*/ 2644 h 212350"/>
                <a:gd name="csX8" fmla="*/ 51213 w 55304"/>
                <a:gd name="csY8" fmla="*/ 93 h 212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5304" h="212350">
                  <a:moveTo>
                    <a:pt x="51213" y="93"/>
                  </a:moveTo>
                  <a:cubicBezTo>
                    <a:pt x="10798" y="28576"/>
                    <a:pt x="163" y="73640"/>
                    <a:pt x="163" y="106162"/>
                  </a:cubicBezTo>
                  <a:cubicBezTo>
                    <a:pt x="163" y="136133"/>
                    <a:pt x="9096" y="182684"/>
                    <a:pt x="51213" y="212443"/>
                  </a:cubicBezTo>
                  <a:cubicBezTo>
                    <a:pt x="52914" y="212443"/>
                    <a:pt x="55467" y="212443"/>
                    <a:pt x="55467" y="209893"/>
                  </a:cubicBezTo>
                  <a:cubicBezTo>
                    <a:pt x="55467" y="208617"/>
                    <a:pt x="54829" y="208192"/>
                    <a:pt x="53340" y="206704"/>
                  </a:cubicBezTo>
                  <a:cubicBezTo>
                    <a:pt x="25050" y="181197"/>
                    <a:pt x="14627" y="145061"/>
                    <a:pt x="14627" y="106374"/>
                  </a:cubicBezTo>
                  <a:cubicBezTo>
                    <a:pt x="14627" y="48982"/>
                    <a:pt x="36536" y="20924"/>
                    <a:pt x="53978" y="5194"/>
                  </a:cubicBezTo>
                  <a:cubicBezTo>
                    <a:pt x="54829" y="4344"/>
                    <a:pt x="55467" y="3707"/>
                    <a:pt x="55467" y="2644"/>
                  </a:cubicBezTo>
                  <a:cubicBezTo>
                    <a:pt x="55467" y="93"/>
                    <a:pt x="52914" y="93"/>
                    <a:pt x="51213" y="93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C1EC9C08-2858-0337-4DD6-0E10852CA787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6760800" y="5437702"/>
              <a:ext cx="100398" cy="145180"/>
            </a:xfrm>
            <a:custGeom>
              <a:avLst/>
              <a:gdLst>
                <a:gd name="csX0" fmla="*/ 74401 w 100398"/>
                <a:gd name="csY0" fmla="*/ 16885 h 145180"/>
                <a:gd name="csX1" fmla="*/ 92694 w 100398"/>
                <a:gd name="csY1" fmla="*/ 7745 h 145180"/>
                <a:gd name="csX2" fmla="*/ 100564 w 100398"/>
                <a:gd name="csY2" fmla="*/ 3281 h 145180"/>
                <a:gd name="csX3" fmla="*/ 97161 w 100398"/>
                <a:gd name="csY3" fmla="*/ 93 h 145180"/>
                <a:gd name="csX4" fmla="*/ 82909 w 100398"/>
                <a:gd name="csY4" fmla="*/ 731 h 145180"/>
                <a:gd name="csX5" fmla="*/ 68445 w 100398"/>
                <a:gd name="csY5" fmla="*/ 943 h 145180"/>
                <a:gd name="csX6" fmla="*/ 53768 w 100398"/>
                <a:gd name="csY6" fmla="*/ 731 h 145180"/>
                <a:gd name="csX7" fmla="*/ 39091 w 100398"/>
                <a:gd name="csY7" fmla="*/ 93 h 145180"/>
                <a:gd name="csX8" fmla="*/ 34625 w 100398"/>
                <a:gd name="csY8" fmla="*/ 4769 h 145180"/>
                <a:gd name="csX9" fmla="*/ 41644 w 100398"/>
                <a:gd name="csY9" fmla="*/ 7745 h 145180"/>
                <a:gd name="csX10" fmla="*/ 49727 w 100398"/>
                <a:gd name="csY10" fmla="*/ 8170 h 145180"/>
                <a:gd name="csX11" fmla="*/ 55470 w 100398"/>
                <a:gd name="csY11" fmla="*/ 11146 h 145180"/>
                <a:gd name="csX12" fmla="*/ 54619 w 100398"/>
                <a:gd name="csY12" fmla="*/ 15610 h 145180"/>
                <a:gd name="csX13" fmla="*/ 26329 w 100398"/>
                <a:gd name="csY13" fmla="*/ 128481 h 145180"/>
                <a:gd name="csX14" fmla="*/ 8036 w 100398"/>
                <a:gd name="csY14" fmla="*/ 137621 h 145180"/>
                <a:gd name="csX15" fmla="*/ 166 w 100398"/>
                <a:gd name="csY15" fmla="*/ 142298 h 145180"/>
                <a:gd name="csX16" fmla="*/ 3569 w 100398"/>
                <a:gd name="csY16" fmla="*/ 145273 h 145180"/>
                <a:gd name="csX17" fmla="*/ 32285 w 100398"/>
                <a:gd name="csY17" fmla="*/ 144423 h 145180"/>
                <a:gd name="csX18" fmla="*/ 46962 w 100398"/>
                <a:gd name="csY18" fmla="*/ 144636 h 145180"/>
                <a:gd name="csX19" fmla="*/ 61638 w 100398"/>
                <a:gd name="csY19" fmla="*/ 145273 h 145180"/>
                <a:gd name="csX20" fmla="*/ 66105 w 100398"/>
                <a:gd name="csY20" fmla="*/ 140597 h 145180"/>
                <a:gd name="csX21" fmla="*/ 59299 w 100398"/>
                <a:gd name="csY21" fmla="*/ 137621 h 145180"/>
                <a:gd name="csX22" fmla="*/ 50152 w 100398"/>
                <a:gd name="csY22" fmla="*/ 137196 h 145180"/>
                <a:gd name="csX23" fmla="*/ 45260 w 100398"/>
                <a:gd name="csY23" fmla="*/ 134008 h 145180"/>
                <a:gd name="csX24" fmla="*/ 46111 w 100398"/>
                <a:gd name="csY24" fmla="*/ 129331 h 145180"/>
                <a:gd name="csX25" fmla="*/ 74401 w 100398"/>
                <a:gd name="csY25" fmla="*/ 16885 h 1451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00398" h="145180">
                  <a:moveTo>
                    <a:pt x="74401" y="16885"/>
                  </a:moveTo>
                  <a:cubicBezTo>
                    <a:pt x="76315" y="9658"/>
                    <a:pt x="76741" y="7745"/>
                    <a:pt x="92694" y="7745"/>
                  </a:cubicBezTo>
                  <a:cubicBezTo>
                    <a:pt x="98012" y="7745"/>
                    <a:pt x="100564" y="7745"/>
                    <a:pt x="100564" y="3281"/>
                  </a:cubicBezTo>
                  <a:cubicBezTo>
                    <a:pt x="100564" y="1368"/>
                    <a:pt x="99075" y="93"/>
                    <a:pt x="97161" y="93"/>
                  </a:cubicBezTo>
                  <a:cubicBezTo>
                    <a:pt x="92694" y="93"/>
                    <a:pt x="87376" y="731"/>
                    <a:pt x="82909" y="731"/>
                  </a:cubicBezTo>
                  <a:cubicBezTo>
                    <a:pt x="78230" y="731"/>
                    <a:pt x="73125" y="943"/>
                    <a:pt x="68445" y="943"/>
                  </a:cubicBezTo>
                  <a:cubicBezTo>
                    <a:pt x="68445" y="943"/>
                    <a:pt x="53768" y="731"/>
                    <a:pt x="53768" y="731"/>
                  </a:cubicBezTo>
                  <a:cubicBezTo>
                    <a:pt x="49089" y="731"/>
                    <a:pt x="43771" y="93"/>
                    <a:pt x="39091" y="93"/>
                  </a:cubicBezTo>
                  <a:cubicBezTo>
                    <a:pt x="37815" y="93"/>
                    <a:pt x="34625" y="93"/>
                    <a:pt x="34625" y="4769"/>
                  </a:cubicBezTo>
                  <a:cubicBezTo>
                    <a:pt x="34625" y="7745"/>
                    <a:pt x="36964" y="7745"/>
                    <a:pt x="41644" y="7745"/>
                  </a:cubicBezTo>
                  <a:cubicBezTo>
                    <a:pt x="41857" y="7745"/>
                    <a:pt x="46111" y="7745"/>
                    <a:pt x="49727" y="8170"/>
                  </a:cubicBezTo>
                  <a:cubicBezTo>
                    <a:pt x="53981" y="8595"/>
                    <a:pt x="55470" y="8808"/>
                    <a:pt x="55470" y="11146"/>
                  </a:cubicBezTo>
                  <a:cubicBezTo>
                    <a:pt x="55470" y="12422"/>
                    <a:pt x="55045" y="13910"/>
                    <a:pt x="54619" y="15610"/>
                  </a:cubicBezTo>
                  <a:lnTo>
                    <a:pt x="26329" y="128481"/>
                  </a:lnTo>
                  <a:cubicBezTo>
                    <a:pt x="24627" y="135496"/>
                    <a:pt x="23989" y="137621"/>
                    <a:pt x="8036" y="137621"/>
                  </a:cubicBezTo>
                  <a:cubicBezTo>
                    <a:pt x="2293" y="137621"/>
                    <a:pt x="166" y="137621"/>
                    <a:pt x="166" y="142298"/>
                  </a:cubicBezTo>
                  <a:cubicBezTo>
                    <a:pt x="166" y="142510"/>
                    <a:pt x="166" y="145273"/>
                    <a:pt x="3569" y="145273"/>
                  </a:cubicBezTo>
                  <a:cubicBezTo>
                    <a:pt x="9950" y="145273"/>
                    <a:pt x="25903" y="144423"/>
                    <a:pt x="32285" y="144423"/>
                  </a:cubicBezTo>
                  <a:lnTo>
                    <a:pt x="46962" y="144636"/>
                  </a:lnTo>
                  <a:cubicBezTo>
                    <a:pt x="51641" y="144636"/>
                    <a:pt x="56959" y="145273"/>
                    <a:pt x="61638" y="145273"/>
                  </a:cubicBezTo>
                  <a:cubicBezTo>
                    <a:pt x="62915" y="145273"/>
                    <a:pt x="66105" y="145273"/>
                    <a:pt x="66105" y="140597"/>
                  </a:cubicBezTo>
                  <a:cubicBezTo>
                    <a:pt x="66105" y="137621"/>
                    <a:pt x="63553" y="137621"/>
                    <a:pt x="59299" y="137621"/>
                  </a:cubicBezTo>
                  <a:cubicBezTo>
                    <a:pt x="58873" y="137621"/>
                    <a:pt x="54406" y="137621"/>
                    <a:pt x="50152" y="137196"/>
                  </a:cubicBezTo>
                  <a:cubicBezTo>
                    <a:pt x="45260" y="136771"/>
                    <a:pt x="45260" y="135921"/>
                    <a:pt x="45260" y="134008"/>
                  </a:cubicBezTo>
                  <a:cubicBezTo>
                    <a:pt x="45260" y="133795"/>
                    <a:pt x="45260" y="132520"/>
                    <a:pt x="46111" y="129331"/>
                  </a:cubicBezTo>
                  <a:lnTo>
                    <a:pt x="74401" y="16885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384D2A0-0674-168B-4C11-6A7B30121258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6868708" y="5546140"/>
              <a:ext cx="106354" cy="68779"/>
            </a:xfrm>
            <a:custGeom>
              <a:avLst/>
              <a:gdLst>
                <a:gd name="csX0" fmla="*/ 15970 w 106354"/>
                <a:gd name="csY0" fmla="*/ 52324 h 68779"/>
                <a:gd name="csX1" fmla="*/ 13388 w 106354"/>
                <a:gd name="csY1" fmla="*/ 63559 h 68779"/>
                <a:gd name="csX2" fmla="*/ 19009 w 106354"/>
                <a:gd name="csY2" fmla="*/ 68873 h 68779"/>
                <a:gd name="csX3" fmla="*/ 26302 w 106354"/>
                <a:gd name="csY3" fmla="*/ 63863 h 68779"/>
                <a:gd name="csX4" fmla="*/ 29189 w 106354"/>
                <a:gd name="csY4" fmla="*/ 52020 h 68779"/>
                <a:gd name="csX5" fmla="*/ 34658 w 106354"/>
                <a:gd name="csY5" fmla="*/ 30612 h 68779"/>
                <a:gd name="csX6" fmla="*/ 66109 w 106354"/>
                <a:gd name="csY6" fmla="*/ 5256 h 68779"/>
                <a:gd name="csX7" fmla="*/ 76744 w 106354"/>
                <a:gd name="csY7" fmla="*/ 16188 h 68779"/>
                <a:gd name="csX8" fmla="*/ 66869 w 106354"/>
                <a:gd name="csY8" fmla="*/ 49135 h 68779"/>
                <a:gd name="csX9" fmla="*/ 65349 w 106354"/>
                <a:gd name="csY9" fmla="*/ 55512 h 68779"/>
                <a:gd name="csX10" fmla="*/ 81910 w 106354"/>
                <a:gd name="csY10" fmla="*/ 68873 h 68779"/>
                <a:gd name="csX11" fmla="*/ 106523 w 106354"/>
                <a:gd name="csY11" fmla="*/ 45339 h 68779"/>
                <a:gd name="csX12" fmla="*/ 103333 w 106354"/>
                <a:gd name="csY12" fmla="*/ 43214 h 68779"/>
                <a:gd name="csX13" fmla="*/ 99686 w 106354"/>
                <a:gd name="csY13" fmla="*/ 46706 h 68779"/>
                <a:gd name="csX14" fmla="*/ 82518 w 106354"/>
                <a:gd name="csY14" fmla="*/ 63711 h 68779"/>
                <a:gd name="csX15" fmla="*/ 77960 w 106354"/>
                <a:gd name="csY15" fmla="*/ 57941 h 68779"/>
                <a:gd name="csX16" fmla="*/ 79935 w 106354"/>
                <a:gd name="csY16" fmla="*/ 49894 h 68779"/>
                <a:gd name="csX17" fmla="*/ 89507 w 106354"/>
                <a:gd name="csY17" fmla="*/ 18162 h 68779"/>
                <a:gd name="csX18" fmla="*/ 67021 w 106354"/>
                <a:gd name="csY18" fmla="*/ 94 h 68779"/>
                <a:gd name="csX19" fmla="*/ 38305 w 106354"/>
                <a:gd name="csY19" fmla="*/ 15125 h 68779"/>
                <a:gd name="csX20" fmla="*/ 19769 w 106354"/>
                <a:gd name="csY20" fmla="*/ 94 h 68779"/>
                <a:gd name="csX21" fmla="*/ 169 w 106354"/>
                <a:gd name="csY21" fmla="*/ 23628 h 68779"/>
                <a:gd name="csX22" fmla="*/ 3360 w 106354"/>
                <a:gd name="csY22" fmla="*/ 25753 h 68779"/>
                <a:gd name="csX23" fmla="*/ 6854 w 106354"/>
                <a:gd name="csY23" fmla="*/ 22869 h 68779"/>
                <a:gd name="csX24" fmla="*/ 19009 w 106354"/>
                <a:gd name="csY24" fmla="*/ 5256 h 68779"/>
                <a:gd name="csX25" fmla="*/ 25238 w 106354"/>
                <a:gd name="csY25" fmla="*/ 13303 h 68779"/>
                <a:gd name="csX26" fmla="*/ 22808 w 106354"/>
                <a:gd name="csY26" fmla="*/ 25146 h 68779"/>
                <a:gd name="csX27" fmla="*/ 19465 w 106354"/>
                <a:gd name="csY27" fmla="*/ 38811 h 68779"/>
                <a:gd name="csX28" fmla="*/ 15970 w 106354"/>
                <a:gd name="csY28" fmla="*/ 52324 h 68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06354" h="68779">
                  <a:moveTo>
                    <a:pt x="15970" y="52324"/>
                  </a:moveTo>
                  <a:cubicBezTo>
                    <a:pt x="15059" y="56119"/>
                    <a:pt x="13388" y="62800"/>
                    <a:pt x="13388" y="63559"/>
                  </a:cubicBezTo>
                  <a:cubicBezTo>
                    <a:pt x="13388" y="66899"/>
                    <a:pt x="16122" y="68873"/>
                    <a:pt x="19009" y="68873"/>
                  </a:cubicBezTo>
                  <a:cubicBezTo>
                    <a:pt x="21288" y="68873"/>
                    <a:pt x="24631" y="67659"/>
                    <a:pt x="26302" y="63863"/>
                  </a:cubicBezTo>
                  <a:cubicBezTo>
                    <a:pt x="26454" y="63104"/>
                    <a:pt x="28277" y="55968"/>
                    <a:pt x="29189" y="52020"/>
                  </a:cubicBezTo>
                  <a:cubicBezTo>
                    <a:pt x="34355" y="31523"/>
                    <a:pt x="34355" y="31219"/>
                    <a:pt x="34658" y="30612"/>
                  </a:cubicBezTo>
                  <a:cubicBezTo>
                    <a:pt x="36634" y="26512"/>
                    <a:pt x="47573" y="5256"/>
                    <a:pt x="66109" y="5256"/>
                  </a:cubicBezTo>
                  <a:cubicBezTo>
                    <a:pt x="73554" y="5256"/>
                    <a:pt x="76744" y="9356"/>
                    <a:pt x="76744" y="16188"/>
                  </a:cubicBezTo>
                  <a:cubicBezTo>
                    <a:pt x="76744" y="24842"/>
                    <a:pt x="70363" y="40481"/>
                    <a:pt x="66869" y="49135"/>
                  </a:cubicBezTo>
                  <a:cubicBezTo>
                    <a:pt x="66109" y="50957"/>
                    <a:pt x="65349" y="52931"/>
                    <a:pt x="65349" y="55512"/>
                  </a:cubicBezTo>
                  <a:cubicBezTo>
                    <a:pt x="65349" y="63407"/>
                    <a:pt x="72946" y="68873"/>
                    <a:pt x="81910" y="68873"/>
                  </a:cubicBezTo>
                  <a:cubicBezTo>
                    <a:pt x="98167" y="68873"/>
                    <a:pt x="106523" y="49135"/>
                    <a:pt x="106523" y="45339"/>
                  </a:cubicBezTo>
                  <a:cubicBezTo>
                    <a:pt x="106523" y="43214"/>
                    <a:pt x="103941" y="43214"/>
                    <a:pt x="103333" y="43214"/>
                  </a:cubicBezTo>
                  <a:cubicBezTo>
                    <a:pt x="100750" y="43214"/>
                    <a:pt x="100598" y="43821"/>
                    <a:pt x="99686" y="46706"/>
                  </a:cubicBezTo>
                  <a:cubicBezTo>
                    <a:pt x="96800" y="55816"/>
                    <a:pt x="89811" y="63711"/>
                    <a:pt x="82518" y="63711"/>
                  </a:cubicBezTo>
                  <a:cubicBezTo>
                    <a:pt x="79023" y="63711"/>
                    <a:pt x="77960" y="61282"/>
                    <a:pt x="77960" y="57941"/>
                  </a:cubicBezTo>
                  <a:cubicBezTo>
                    <a:pt x="77960" y="54753"/>
                    <a:pt x="78568" y="53235"/>
                    <a:pt x="79935" y="49894"/>
                  </a:cubicBezTo>
                  <a:cubicBezTo>
                    <a:pt x="82518" y="43821"/>
                    <a:pt x="89507" y="26512"/>
                    <a:pt x="89507" y="18162"/>
                  </a:cubicBezTo>
                  <a:cubicBezTo>
                    <a:pt x="89507" y="6926"/>
                    <a:pt x="81454" y="94"/>
                    <a:pt x="67021" y="94"/>
                  </a:cubicBezTo>
                  <a:cubicBezTo>
                    <a:pt x="53194" y="94"/>
                    <a:pt x="43623" y="8445"/>
                    <a:pt x="38305" y="15125"/>
                  </a:cubicBezTo>
                  <a:cubicBezTo>
                    <a:pt x="37545" y="2675"/>
                    <a:pt x="25390" y="94"/>
                    <a:pt x="19769" y="94"/>
                  </a:cubicBezTo>
                  <a:cubicBezTo>
                    <a:pt x="4575" y="94"/>
                    <a:pt x="169" y="23324"/>
                    <a:pt x="169" y="23628"/>
                  </a:cubicBezTo>
                  <a:cubicBezTo>
                    <a:pt x="169" y="25753"/>
                    <a:pt x="2600" y="25753"/>
                    <a:pt x="3360" y="25753"/>
                  </a:cubicBezTo>
                  <a:cubicBezTo>
                    <a:pt x="5943" y="25753"/>
                    <a:pt x="6247" y="24842"/>
                    <a:pt x="6854" y="22869"/>
                  </a:cubicBezTo>
                  <a:cubicBezTo>
                    <a:pt x="9133" y="14062"/>
                    <a:pt x="12628" y="5256"/>
                    <a:pt x="19009" y="5256"/>
                  </a:cubicBezTo>
                  <a:cubicBezTo>
                    <a:pt x="24175" y="5256"/>
                    <a:pt x="25238" y="10115"/>
                    <a:pt x="25238" y="13303"/>
                  </a:cubicBezTo>
                  <a:cubicBezTo>
                    <a:pt x="25238" y="15429"/>
                    <a:pt x="23719" y="21198"/>
                    <a:pt x="22808" y="25146"/>
                  </a:cubicBezTo>
                  <a:cubicBezTo>
                    <a:pt x="21744" y="29245"/>
                    <a:pt x="20225" y="35470"/>
                    <a:pt x="19465" y="38811"/>
                  </a:cubicBezTo>
                  <a:lnTo>
                    <a:pt x="15970" y="52324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D676F69-7C4C-ADEB-3BD7-4C8005763F0D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7027722" y="5558438"/>
              <a:ext cx="27013" cy="65469"/>
            </a:xfrm>
            <a:custGeom>
              <a:avLst/>
              <a:gdLst>
                <a:gd name="csX0" fmla="*/ 21232 w 27013"/>
                <a:gd name="csY0" fmla="*/ 21137 h 65469"/>
                <a:gd name="csX1" fmla="*/ 4641 w 27013"/>
                <a:gd name="csY1" fmla="*/ 60036 h 65469"/>
                <a:gd name="csX2" fmla="*/ 3152 w 27013"/>
                <a:gd name="csY2" fmla="*/ 62586 h 65469"/>
                <a:gd name="csX3" fmla="*/ 6130 w 27013"/>
                <a:gd name="csY3" fmla="*/ 65562 h 65469"/>
                <a:gd name="csX4" fmla="*/ 27188 w 27013"/>
                <a:gd name="csY4" fmla="*/ 23262 h 65469"/>
                <a:gd name="csX5" fmla="*/ 12299 w 27013"/>
                <a:gd name="csY5" fmla="*/ 93 h 65469"/>
                <a:gd name="csX6" fmla="*/ 174 w 27013"/>
                <a:gd name="csY6" fmla="*/ 12209 h 65469"/>
                <a:gd name="csX7" fmla="*/ 12511 w 27013"/>
                <a:gd name="csY7" fmla="*/ 24538 h 65469"/>
                <a:gd name="csX8" fmla="*/ 21232 w 27013"/>
                <a:gd name="csY8" fmla="*/ 21137 h 65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013" h="65469">
                  <a:moveTo>
                    <a:pt x="21232" y="21137"/>
                  </a:moveTo>
                  <a:cubicBezTo>
                    <a:pt x="21232" y="32828"/>
                    <a:pt x="19105" y="46432"/>
                    <a:pt x="4641" y="60036"/>
                  </a:cubicBezTo>
                  <a:cubicBezTo>
                    <a:pt x="3790" y="60886"/>
                    <a:pt x="3152" y="61524"/>
                    <a:pt x="3152" y="62586"/>
                  </a:cubicBezTo>
                  <a:cubicBezTo>
                    <a:pt x="3152" y="64074"/>
                    <a:pt x="4854" y="65562"/>
                    <a:pt x="6130" y="65562"/>
                  </a:cubicBezTo>
                  <a:cubicBezTo>
                    <a:pt x="9108" y="65562"/>
                    <a:pt x="27188" y="48557"/>
                    <a:pt x="27188" y="23262"/>
                  </a:cubicBezTo>
                  <a:cubicBezTo>
                    <a:pt x="27188" y="10083"/>
                    <a:pt x="22083" y="93"/>
                    <a:pt x="12299" y="93"/>
                  </a:cubicBezTo>
                  <a:cubicBezTo>
                    <a:pt x="5279" y="93"/>
                    <a:pt x="174" y="5620"/>
                    <a:pt x="174" y="12209"/>
                  </a:cubicBezTo>
                  <a:cubicBezTo>
                    <a:pt x="174" y="19011"/>
                    <a:pt x="5066" y="24538"/>
                    <a:pt x="12511" y="24538"/>
                  </a:cubicBezTo>
                  <a:cubicBezTo>
                    <a:pt x="17616" y="24538"/>
                    <a:pt x="21020" y="21137"/>
                    <a:pt x="21232" y="21137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B89B4DB-B02B-2159-0271-7843E78E0E23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7085215" y="5439190"/>
              <a:ext cx="158893" cy="143692"/>
            </a:xfrm>
            <a:custGeom>
              <a:avLst/>
              <a:gdLst>
                <a:gd name="csX0" fmla="*/ 94406 w 158893"/>
                <a:gd name="csY0" fmla="*/ 15185 h 143692"/>
                <a:gd name="csX1" fmla="*/ 101000 w 158893"/>
                <a:gd name="csY1" fmla="*/ 7958 h 143692"/>
                <a:gd name="csX2" fmla="*/ 113763 w 158893"/>
                <a:gd name="csY2" fmla="*/ 7745 h 143692"/>
                <a:gd name="csX3" fmla="*/ 137586 w 158893"/>
                <a:gd name="csY3" fmla="*/ 9446 h 143692"/>
                <a:gd name="csX4" fmla="*/ 147583 w 158893"/>
                <a:gd name="csY4" fmla="*/ 26238 h 143692"/>
                <a:gd name="csX5" fmla="*/ 146095 w 158893"/>
                <a:gd name="csY5" fmla="*/ 43456 h 143692"/>
                <a:gd name="csX6" fmla="*/ 145669 w 158893"/>
                <a:gd name="csY6" fmla="*/ 45794 h 143692"/>
                <a:gd name="csX7" fmla="*/ 149285 w 158893"/>
                <a:gd name="csY7" fmla="*/ 48982 h 143692"/>
                <a:gd name="csX8" fmla="*/ 153327 w 158893"/>
                <a:gd name="csY8" fmla="*/ 43668 h 143692"/>
                <a:gd name="csX9" fmla="*/ 159070 w 158893"/>
                <a:gd name="csY9" fmla="*/ 3069 h 143692"/>
                <a:gd name="csX10" fmla="*/ 152689 w 158893"/>
                <a:gd name="csY10" fmla="*/ 93 h 143692"/>
                <a:gd name="csX11" fmla="*/ 21873 w 158893"/>
                <a:gd name="csY11" fmla="*/ 93 h 143692"/>
                <a:gd name="csX12" fmla="*/ 14641 w 158893"/>
                <a:gd name="csY12" fmla="*/ 4557 h 143692"/>
                <a:gd name="csX13" fmla="*/ 1240 w 158893"/>
                <a:gd name="csY13" fmla="*/ 42180 h 143692"/>
                <a:gd name="csX14" fmla="*/ 177 w 158893"/>
                <a:gd name="csY14" fmla="*/ 46007 h 143692"/>
                <a:gd name="csX15" fmla="*/ 3793 w 158893"/>
                <a:gd name="csY15" fmla="*/ 48982 h 143692"/>
                <a:gd name="csX16" fmla="*/ 8259 w 158893"/>
                <a:gd name="csY16" fmla="*/ 43881 h 143692"/>
                <a:gd name="csX17" fmla="*/ 59948 w 158893"/>
                <a:gd name="csY17" fmla="*/ 7745 h 143692"/>
                <a:gd name="csX18" fmla="*/ 68881 w 158893"/>
                <a:gd name="csY18" fmla="*/ 7745 h 143692"/>
                <a:gd name="csX19" fmla="*/ 75475 w 158893"/>
                <a:gd name="csY19" fmla="*/ 9871 h 143692"/>
                <a:gd name="csX20" fmla="*/ 74624 w 158893"/>
                <a:gd name="csY20" fmla="*/ 14335 h 143692"/>
                <a:gd name="csX21" fmla="*/ 46547 w 158893"/>
                <a:gd name="csY21" fmla="*/ 126143 h 143692"/>
                <a:gd name="csX22" fmla="*/ 21660 w 158893"/>
                <a:gd name="csY22" fmla="*/ 136133 h 143692"/>
                <a:gd name="csX23" fmla="*/ 12088 w 158893"/>
                <a:gd name="csY23" fmla="*/ 140810 h 143692"/>
                <a:gd name="csX24" fmla="*/ 15704 w 158893"/>
                <a:gd name="csY24" fmla="*/ 143785 h 143692"/>
                <a:gd name="csX25" fmla="*/ 33997 w 158893"/>
                <a:gd name="csY25" fmla="*/ 143148 h 143692"/>
                <a:gd name="csX26" fmla="*/ 52290 w 158893"/>
                <a:gd name="csY26" fmla="*/ 142935 h 143692"/>
                <a:gd name="csX27" fmla="*/ 71434 w 158893"/>
                <a:gd name="csY27" fmla="*/ 143148 h 143692"/>
                <a:gd name="csX28" fmla="*/ 89301 w 158893"/>
                <a:gd name="csY28" fmla="*/ 143785 h 143692"/>
                <a:gd name="csX29" fmla="*/ 94194 w 158893"/>
                <a:gd name="csY29" fmla="*/ 139109 h 143692"/>
                <a:gd name="csX30" fmla="*/ 85473 w 158893"/>
                <a:gd name="csY30" fmla="*/ 136133 h 143692"/>
                <a:gd name="csX31" fmla="*/ 73136 w 158893"/>
                <a:gd name="csY31" fmla="*/ 135708 h 143692"/>
                <a:gd name="csX32" fmla="*/ 65478 w 158893"/>
                <a:gd name="csY32" fmla="*/ 131669 h 143692"/>
                <a:gd name="csX33" fmla="*/ 66329 w 158893"/>
                <a:gd name="csY33" fmla="*/ 126780 h 143692"/>
                <a:gd name="csX34" fmla="*/ 94406 w 158893"/>
                <a:gd name="csY34" fmla="*/ 15185 h 143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58893" h="143692">
                  <a:moveTo>
                    <a:pt x="94406" y="15185"/>
                  </a:moveTo>
                  <a:cubicBezTo>
                    <a:pt x="95895" y="9021"/>
                    <a:pt x="96321" y="8383"/>
                    <a:pt x="101000" y="7958"/>
                  </a:cubicBezTo>
                  <a:cubicBezTo>
                    <a:pt x="102064" y="7745"/>
                    <a:pt x="109509" y="7745"/>
                    <a:pt x="113763" y="7745"/>
                  </a:cubicBezTo>
                  <a:cubicBezTo>
                    <a:pt x="126738" y="7745"/>
                    <a:pt x="132268" y="7745"/>
                    <a:pt x="137586" y="9446"/>
                  </a:cubicBezTo>
                  <a:cubicBezTo>
                    <a:pt x="147158" y="12422"/>
                    <a:pt x="147583" y="18586"/>
                    <a:pt x="147583" y="26238"/>
                  </a:cubicBezTo>
                  <a:cubicBezTo>
                    <a:pt x="147583" y="29639"/>
                    <a:pt x="147583" y="32403"/>
                    <a:pt x="146095" y="43456"/>
                  </a:cubicBezTo>
                  <a:lnTo>
                    <a:pt x="145669" y="45794"/>
                  </a:lnTo>
                  <a:cubicBezTo>
                    <a:pt x="145669" y="47920"/>
                    <a:pt x="147158" y="48982"/>
                    <a:pt x="149285" y="48982"/>
                  </a:cubicBezTo>
                  <a:cubicBezTo>
                    <a:pt x="152476" y="48982"/>
                    <a:pt x="152901" y="47069"/>
                    <a:pt x="153327" y="43668"/>
                  </a:cubicBezTo>
                  <a:lnTo>
                    <a:pt x="159070" y="3069"/>
                  </a:lnTo>
                  <a:cubicBezTo>
                    <a:pt x="159070" y="93"/>
                    <a:pt x="156517" y="93"/>
                    <a:pt x="152689" y="93"/>
                  </a:cubicBezTo>
                  <a:lnTo>
                    <a:pt x="21873" y="93"/>
                  </a:lnTo>
                  <a:cubicBezTo>
                    <a:pt x="16555" y="93"/>
                    <a:pt x="16130" y="93"/>
                    <a:pt x="14641" y="4557"/>
                  </a:cubicBezTo>
                  <a:lnTo>
                    <a:pt x="1240" y="42180"/>
                  </a:lnTo>
                  <a:cubicBezTo>
                    <a:pt x="1027" y="43031"/>
                    <a:pt x="177" y="44944"/>
                    <a:pt x="177" y="46007"/>
                  </a:cubicBezTo>
                  <a:cubicBezTo>
                    <a:pt x="177" y="46857"/>
                    <a:pt x="602" y="48982"/>
                    <a:pt x="3793" y="48982"/>
                  </a:cubicBezTo>
                  <a:cubicBezTo>
                    <a:pt x="6558" y="48982"/>
                    <a:pt x="6983" y="47920"/>
                    <a:pt x="8259" y="43881"/>
                  </a:cubicBezTo>
                  <a:cubicBezTo>
                    <a:pt x="20597" y="9871"/>
                    <a:pt x="27616" y="7745"/>
                    <a:pt x="59948" y="7745"/>
                  </a:cubicBezTo>
                  <a:lnTo>
                    <a:pt x="68881" y="7745"/>
                  </a:lnTo>
                  <a:cubicBezTo>
                    <a:pt x="75263" y="7745"/>
                    <a:pt x="75475" y="7958"/>
                    <a:pt x="75475" y="9871"/>
                  </a:cubicBezTo>
                  <a:cubicBezTo>
                    <a:pt x="75475" y="10083"/>
                    <a:pt x="75475" y="11146"/>
                    <a:pt x="74624" y="14335"/>
                  </a:cubicBezTo>
                  <a:lnTo>
                    <a:pt x="46547" y="126143"/>
                  </a:lnTo>
                  <a:cubicBezTo>
                    <a:pt x="44633" y="134008"/>
                    <a:pt x="43994" y="136133"/>
                    <a:pt x="21660" y="136133"/>
                  </a:cubicBezTo>
                  <a:cubicBezTo>
                    <a:pt x="14003" y="136133"/>
                    <a:pt x="12088" y="136133"/>
                    <a:pt x="12088" y="140810"/>
                  </a:cubicBezTo>
                  <a:cubicBezTo>
                    <a:pt x="12088" y="141447"/>
                    <a:pt x="12514" y="143785"/>
                    <a:pt x="15704" y="143785"/>
                  </a:cubicBezTo>
                  <a:cubicBezTo>
                    <a:pt x="21660" y="143785"/>
                    <a:pt x="28041" y="143148"/>
                    <a:pt x="33997" y="143148"/>
                  </a:cubicBezTo>
                  <a:cubicBezTo>
                    <a:pt x="39953" y="143148"/>
                    <a:pt x="46334" y="142935"/>
                    <a:pt x="52290" y="142935"/>
                  </a:cubicBezTo>
                  <a:cubicBezTo>
                    <a:pt x="58246" y="142935"/>
                    <a:pt x="65478" y="142935"/>
                    <a:pt x="71434" y="143148"/>
                  </a:cubicBezTo>
                  <a:cubicBezTo>
                    <a:pt x="77177" y="143360"/>
                    <a:pt x="83558" y="143785"/>
                    <a:pt x="89301" y="143785"/>
                  </a:cubicBezTo>
                  <a:cubicBezTo>
                    <a:pt x="91003" y="143785"/>
                    <a:pt x="94194" y="143785"/>
                    <a:pt x="94194" y="139109"/>
                  </a:cubicBezTo>
                  <a:cubicBezTo>
                    <a:pt x="94194" y="136133"/>
                    <a:pt x="92067" y="136133"/>
                    <a:pt x="85473" y="136133"/>
                  </a:cubicBezTo>
                  <a:cubicBezTo>
                    <a:pt x="81431" y="136133"/>
                    <a:pt x="77177" y="135921"/>
                    <a:pt x="73136" y="135708"/>
                  </a:cubicBezTo>
                  <a:cubicBezTo>
                    <a:pt x="65903" y="135070"/>
                    <a:pt x="65478" y="134220"/>
                    <a:pt x="65478" y="131669"/>
                  </a:cubicBezTo>
                  <a:cubicBezTo>
                    <a:pt x="65478" y="130181"/>
                    <a:pt x="65478" y="129756"/>
                    <a:pt x="66329" y="126780"/>
                  </a:cubicBezTo>
                  <a:lnTo>
                    <a:pt x="94406" y="15185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BDAD80C-C041-C4DE-6B4B-EE93A3DC26E4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7233420" y="5546140"/>
              <a:ext cx="106354" cy="68779"/>
            </a:xfrm>
            <a:custGeom>
              <a:avLst/>
              <a:gdLst>
                <a:gd name="csX0" fmla="*/ 15982 w 106354"/>
                <a:gd name="csY0" fmla="*/ 52324 h 68779"/>
                <a:gd name="csX1" fmla="*/ 13400 w 106354"/>
                <a:gd name="csY1" fmla="*/ 63559 h 68779"/>
                <a:gd name="csX2" fmla="*/ 19021 w 106354"/>
                <a:gd name="csY2" fmla="*/ 68873 h 68779"/>
                <a:gd name="csX3" fmla="*/ 26314 w 106354"/>
                <a:gd name="csY3" fmla="*/ 63863 h 68779"/>
                <a:gd name="csX4" fmla="*/ 29201 w 106354"/>
                <a:gd name="csY4" fmla="*/ 52020 h 68779"/>
                <a:gd name="csX5" fmla="*/ 34670 w 106354"/>
                <a:gd name="csY5" fmla="*/ 30612 h 68779"/>
                <a:gd name="csX6" fmla="*/ 66121 w 106354"/>
                <a:gd name="csY6" fmla="*/ 5256 h 68779"/>
                <a:gd name="csX7" fmla="*/ 76756 w 106354"/>
                <a:gd name="csY7" fmla="*/ 16188 h 68779"/>
                <a:gd name="csX8" fmla="*/ 66881 w 106354"/>
                <a:gd name="csY8" fmla="*/ 49135 h 68779"/>
                <a:gd name="csX9" fmla="*/ 65361 w 106354"/>
                <a:gd name="csY9" fmla="*/ 55512 h 68779"/>
                <a:gd name="csX10" fmla="*/ 81922 w 106354"/>
                <a:gd name="csY10" fmla="*/ 68873 h 68779"/>
                <a:gd name="csX11" fmla="*/ 106535 w 106354"/>
                <a:gd name="csY11" fmla="*/ 45339 h 68779"/>
                <a:gd name="csX12" fmla="*/ 103345 w 106354"/>
                <a:gd name="csY12" fmla="*/ 43214 h 68779"/>
                <a:gd name="csX13" fmla="*/ 99698 w 106354"/>
                <a:gd name="csY13" fmla="*/ 46706 h 68779"/>
                <a:gd name="csX14" fmla="*/ 82530 w 106354"/>
                <a:gd name="csY14" fmla="*/ 63711 h 68779"/>
                <a:gd name="csX15" fmla="*/ 77972 w 106354"/>
                <a:gd name="csY15" fmla="*/ 57941 h 68779"/>
                <a:gd name="csX16" fmla="*/ 79947 w 106354"/>
                <a:gd name="csY16" fmla="*/ 49894 h 68779"/>
                <a:gd name="csX17" fmla="*/ 89519 w 106354"/>
                <a:gd name="csY17" fmla="*/ 18162 h 68779"/>
                <a:gd name="csX18" fmla="*/ 67032 w 106354"/>
                <a:gd name="csY18" fmla="*/ 94 h 68779"/>
                <a:gd name="csX19" fmla="*/ 38317 w 106354"/>
                <a:gd name="csY19" fmla="*/ 15125 h 68779"/>
                <a:gd name="csX20" fmla="*/ 19781 w 106354"/>
                <a:gd name="csY20" fmla="*/ 94 h 68779"/>
                <a:gd name="csX21" fmla="*/ 181 w 106354"/>
                <a:gd name="csY21" fmla="*/ 23628 h 68779"/>
                <a:gd name="csX22" fmla="*/ 3372 w 106354"/>
                <a:gd name="csY22" fmla="*/ 25753 h 68779"/>
                <a:gd name="csX23" fmla="*/ 6866 w 106354"/>
                <a:gd name="csY23" fmla="*/ 22869 h 68779"/>
                <a:gd name="csX24" fmla="*/ 19021 w 106354"/>
                <a:gd name="csY24" fmla="*/ 5256 h 68779"/>
                <a:gd name="csX25" fmla="*/ 25250 w 106354"/>
                <a:gd name="csY25" fmla="*/ 13303 h 68779"/>
                <a:gd name="csX26" fmla="*/ 22819 w 106354"/>
                <a:gd name="csY26" fmla="*/ 25146 h 68779"/>
                <a:gd name="csX27" fmla="*/ 19477 w 106354"/>
                <a:gd name="csY27" fmla="*/ 38811 h 68779"/>
                <a:gd name="csX28" fmla="*/ 15982 w 106354"/>
                <a:gd name="csY28" fmla="*/ 52324 h 68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06354" h="68779">
                  <a:moveTo>
                    <a:pt x="15982" y="52324"/>
                  </a:moveTo>
                  <a:cubicBezTo>
                    <a:pt x="15071" y="56119"/>
                    <a:pt x="13400" y="62800"/>
                    <a:pt x="13400" y="63559"/>
                  </a:cubicBezTo>
                  <a:cubicBezTo>
                    <a:pt x="13400" y="66899"/>
                    <a:pt x="16134" y="68873"/>
                    <a:pt x="19021" y="68873"/>
                  </a:cubicBezTo>
                  <a:cubicBezTo>
                    <a:pt x="21300" y="68873"/>
                    <a:pt x="24643" y="67659"/>
                    <a:pt x="26314" y="63863"/>
                  </a:cubicBezTo>
                  <a:cubicBezTo>
                    <a:pt x="26466" y="63104"/>
                    <a:pt x="28289" y="55968"/>
                    <a:pt x="29201" y="52020"/>
                  </a:cubicBezTo>
                  <a:cubicBezTo>
                    <a:pt x="34367" y="31523"/>
                    <a:pt x="34367" y="31219"/>
                    <a:pt x="34670" y="30612"/>
                  </a:cubicBezTo>
                  <a:cubicBezTo>
                    <a:pt x="36646" y="26512"/>
                    <a:pt x="47585" y="5256"/>
                    <a:pt x="66121" y="5256"/>
                  </a:cubicBezTo>
                  <a:cubicBezTo>
                    <a:pt x="73566" y="5256"/>
                    <a:pt x="76756" y="9356"/>
                    <a:pt x="76756" y="16188"/>
                  </a:cubicBezTo>
                  <a:cubicBezTo>
                    <a:pt x="76756" y="24842"/>
                    <a:pt x="70375" y="40481"/>
                    <a:pt x="66881" y="49135"/>
                  </a:cubicBezTo>
                  <a:cubicBezTo>
                    <a:pt x="66121" y="50957"/>
                    <a:pt x="65361" y="52931"/>
                    <a:pt x="65361" y="55512"/>
                  </a:cubicBezTo>
                  <a:cubicBezTo>
                    <a:pt x="65361" y="63407"/>
                    <a:pt x="72958" y="68873"/>
                    <a:pt x="81922" y="68873"/>
                  </a:cubicBezTo>
                  <a:cubicBezTo>
                    <a:pt x="98179" y="68873"/>
                    <a:pt x="106535" y="49135"/>
                    <a:pt x="106535" y="45339"/>
                  </a:cubicBezTo>
                  <a:cubicBezTo>
                    <a:pt x="106535" y="43214"/>
                    <a:pt x="103953" y="43214"/>
                    <a:pt x="103345" y="43214"/>
                  </a:cubicBezTo>
                  <a:cubicBezTo>
                    <a:pt x="100762" y="43214"/>
                    <a:pt x="100610" y="43821"/>
                    <a:pt x="99698" y="46706"/>
                  </a:cubicBezTo>
                  <a:cubicBezTo>
                    <a:pt x="96812" y="55816"/>
                    <a:pt x="89823" y="63711"/>
                    <a:pt x="82530" y="63711"/>
                  </a:cubicBezTo>
                  <a:cubicBezTo>
                    <a:pt x="79035" y="63711"/>
                    <a:pt x="77972" y="61282"/>
                    <a:pt x="77972" y="57941"/>
                  </a:cubicBezTo>
                  <a:cubicBezTo>
                    <a:pt x="77972" y="54753"/>
                    <a:pt x="78579" y="53235"/>
                    <a:pt x="79947" y="49894"/>
                  </a:cubicBezTo>
                  <a:cubicBezTo>
                    <a:pt x="82530" y="43821"/>
                    <a:pt x="89519" y="26512"/>
                    <a:pt x="89519" y="18162"/>
                  </a:cubicBezTo>
                  <a:cubicBezTo>
                    <a:pt x="89519" y="6926"/>
                    <a:pt x="81466" y="94"/>
                    <a:pt x="67032" y="94"/>
                  </a:cubicBezTo>
                  <a:cubicBezTo>
                    <a:pt x="53206" y="94"/>
                    <a:pt x="43635" y="8445"/>
                    <a:pt x="38317" y="15125"/>
                  </a:cubicBezTo>
                  <a:cubicBezTo>
                    <a:pt x="37557" y="2675"/>
                    <a:pt x="25402" y="94"/>
                    <a:pt x="19781" y="94"/>
                  </a:cubicBezTo>
                  <a:cubicBezTo>
                    <a:pt x="4587" y="94"/>
                    <a:pt x="181" y="23324"/>
                    <a:pt x="181" y="23628"/>
                  </a:cubicBezTo>
                  <a:cubicBezTo>
                    <a:pt x="181" y="25753"/>
                    <a:pt x="2612" y="25753"/>
                    <a:pt x="3372" y="25753"/>
                  </a:cubicBezTo>
                  <a:cubicBezTo>
                    <a:pt x="5955" y="25753"/>
                    <a:pt x="6259" y="24842"/>
                    <a:pt x="6866" y="22869"/>
                  </a:cubicBezTo>
                  <a:cubicBezTo>
                    <a:pt x="9145" y="14062"/>
                    <a:pt x="12640" y="5256"/>
                    <a:pt x="19021" y="5256"/>
                  </a:cubicBezTo>
                  <a:cubicBezTo>
                    <a:pt x="24187" y="5256"/>
                    <a:pt x="25250" y="10115"/>
                    <a:pt x="25250" y="13303"/>
                  </a:cubicBezTo>
                  <a:cubicBezTo>
                    <a:pt x="25250" y="15429"/>
                    <a:pt x="23731" y="21198"/>
                    <a:pt x="22819" y="25146"/>
                  </a:cubicBezTo>
                  <a:cubicBezTo>
                    <a:pt x="21756" y="29245"/>
                    <a:pt x="20237" y="35470"/>
                    <a:pt x="19477" y="38811"/>
                  </a:cubicBezTo>
                  <a:lnTo>
                    <a:pt x="15982" y="52324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261B0F7-D79F-42F0-2086-5F148C7BC282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7383714" y="5423460"/>
              <a:ext cx="55091" cy="212350"/>
            </a:xfrm>
            <a:custGeom>
              <a:avLst/>
              <a:gdLst>
                <a:gd name="csX0" fmla="*/ 4228 w 55091"/>
                <a:gd name="csY0" fmla="*/ 93 h 212350"/>
                <a:gd name="csX1" fmla="*/ 186 w 55091"/>
                <a:gd name="csY1" fmla="*/ 2644 h 212350"/>
                <a:gd name="csX2" fmla="*/ 2100 w 55091"/>
                <a:gd name="csY2" fmla="*/ 5832 h 212350"/>
                <a:gd name="csX3" fmla="*/ 40813 w 55091"/>
                <a:gd name="csY3" fmla="*/ 106162 h 212350"/>
                <a:gd name="csX4" fmla="*/ 4015 w 55091"/>
                <a:gd name="csY4" fmla="*/ 205004 h 212350"/>
                <a:gd name="csX5" fmla="*/ 186 w 55091"/>
                <a:gd name="csY5" fmla="*/ 209893 h 212350"/>
                <a:gd name="csX6" fmla="*/ 2951 w 55091"/>
                <a:gd name="csY6" fmla="*/ 212443 h 212350"/>
                <a:gd name="csX7" fmla="*/ 39750 w 55091"/>
                <a:gd name="csY7" fmla="*/ 171844 h 212350"/>
                <a:gd name="csX8" fmla="*/ 55278 w 55091"/>
                <a:gd name="csY8" fmla="*/ 106374 h 212350"/>
                <a:gd name="csX9" fmla="*/ 4228 w 55091"/>
                <a:gd name="csY9" fmla="*/ 93 h 212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5091" h="212350">
                  <a:moveTo>
                    <a:pt x="4228" y="93"/>
                  </a:moveTo>
                  <a:cubicBezTo>
                    <a:pt x="2739" y="93"/>
                    <a:pt x="186" y="93"/>
                    <a:pt x="186" y="2644"/>
                  </a:cubicBezTo>
                  <a:cubicBezTo>
                    <a:pt x="186" y="3707"/>
                    <a:pt x="824" y="4344"/>
                    <a:pt x="2100" y="5832"/>
                  </a:cubicBezTo>
                  <a:cubicBezTo>
                    <a:pt x="20393" y="22625"/>
                    <a:pt x="40813" y="51321"/>
                    <a:pt x="40813" y="106162"/>
                  </a:cubicBezTo>
                  <a:cubicBezTo>
                    <a:pt x="40813" y="150587"/>
                    <a:pt x="26987" y="184172"/>
                    <a:pt x="4015" y="205004"/>
                  </a:cubicBezTo>
                  <a:cubicBezTo>
                    <a:pt x="399" y="208617"/>
                    <a:pt x="186" y="208830"/>
                    <a:pt x="186" y="209893"/>
                  </a:cubicBezTo>
                  <a:cubicBezTo>
                    <a:pt x="186" y="210955"/>
                    <a:pt x="824" y="212443"/>
                    <a:pt x="2951" y="212443"/>
                  </a:cubicBezTo>
                  <a:cubicBezTo>
                    <a:pt x="5504" y="212443"/>
                    <a:pt x="25711" y="198414"/>
                    <a:pt x="39750" y="171844"/>
                  </a:cubicBezTo>
                  <a:cubicBezTo>
                    <a:pt x="49109" y="154201"/>
                    <a:pt x="55278" y="131244"/>
                    <a:pt x="55278" y="106374"/>
                  </a:cubicBezTo>
                  <a:cubicBezTo>
                    <a:pt x="55278" y="76403"/>
                    <a:pt x="46344" y="29852"/>
                    <a:pt x="4228" y="93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78EF479-B646-0769-2031-8CDBF6BA0CBA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7470378" y="5423460"/>
              <a:ext cx="32757" cy="212562"/>
            </a:xfrm>
            <a:custGeom>
              <a:avLst/>
              <a:gdLst>
                <a:gd name="csX0" fmla="*/ 32946 w 32757"/>
                <a:gd name="csY0" fmla="*/ 93 h 212562"/>
                <a:gd name="csX1" fmla="*/ 189 w 32757"/>
                <a:gd name="csY1" fmla="*/ 93 h 212562"/>
                <a:gd name="csX2" fmla="*/ 189 w 32757"/>
                <a:gd name="csY2" fmla="*/ 10509 h 212562"/>
                <a:gd name="csX3" fmla="*/ 22524 w 32757"/>
                <a:gd name="csY3" fmla="*/ 10509 h 212562"/>
                <a:gd name="csX4" fmla="*/ 22524 w 32757"/>
                <a:gd name="csY4" fmla="*/ 202240 h 212562"/>
                <a:gd name="csX5" fmla="*/ 189 w 32757"/>
                <a:gd name="csY5" fmla="*/ 202240 h 212562"/>
                <a:gd name="csX6" fmla="*/ 189 w 32757"/>
                <a:gd name="csY6" fmla="*/ 212656 h 212562"/>
                <a:gd name="csX7" fmla="*/ 32946 w 32757"/>
                <a:gd name="csY7" fmla="*/ 212656 h 212562"/>
                <a:gd name="csX8" fmla="*/ 32946 w 32757"/>
                <a:gd name="csY8" fmla="*/ 93 h 212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2757" h="212562">
                  <a:moveTo>
                    <a:pt x="32946" y="93"/>
                  </a:moveTo>
                  <a:lnTo>
                    <a:pt x="189" y="93"/>
                  </a:lnTo>
                  <a:lnTo>
                    <a:pt x="189" y="10509"/>
                  </a:lnTo>
                  <a:lnTo>
                    <a:pt x="22524" y="10509"/>
                  </a:lnTo>
                  <a:lnTo>
                    <a:pt x="22524" y="202240"/>
                  </a:lnTo>
                  <a:lnTo>
                    <a:pt x="189" y="202240"/>
                  </a:lnTo>
                  <a:lnTo>
                    <a:pt x="189" y="212656"/>
                  </a:lnTo>
                  <a:lnTo>
                    <a:pt x="32946" y="212656"/>
                  </a:lnTo>
                  <a:lnTo>
                    <a:pt x="32946" y="93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D9856E00-ECE3-52C1-08F8-EAF067204EE6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7681762" y="4996642"/>
              <a:ext cx="89945" cy="910680"/>
            </a:xfrm>
            <a:custGeom>
              <a:avLst/>
              <a:gdLst>
                <a:gd name="csX0" fmla="*/ 194 w 89945"/>
                <a:gd name="csY0" fmla="*/ 910754 h 910680"/>
                <a:gd name="csX1" fmla="*/ 90139 w 89945"/>
                <a:gd name="csY1" fmla="*/ 910754 h 910680"/>
                <a:gd name="csX2" fmla="*/ 90139 w 89945"/>
                <a:gd name="csY2" fmla="*/ 891927 h 910680"/>
                <a:gd name="csX3" fmla="*/ 19034 w 89945"/>
                <a:gd name="csY3" fmla="*/ 891927 h 910680"/>
                <a:gd name="csX4" fmla="*/ 19034 w 89945"/>
                <a:gd name="csY4" fmla="*/ 18901 h 910680"/>
                <a:gd name="csX5" fmla="*/ 90139 w 89945"/>
                <a:gd name="csY5" fmla="*/ 18901 h 910680"/>
                <a:gd name="csX6" fmla="*/ 90139 w 89945"/>
                <a:gd name="csY6" fmla="*/ 74 h 910680"/>
                <a:gd name="csX7" fmla="*/ 194 w 89945"/>
                <a:gd name="csY7" fmla="*/ 74 h 910680"/>
                <a:gd name="csX8" fmla="*/ 194 w 89945"/>
                <a:gd name="csY8" fmla="*/ 910754 h 910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9945" h="910680">
                  <a:moveTo>
                    <a:pt x="194" y="910754"/>
                  </a:moveTo>
                  <a:lnTo>
                    <a:pt x="90139" y="910754"/>
                  </a:lnTo>
                  <a:lnTo>
                    <a:pt x="90139" y="891927"/>
                  </a:lnTo>
                  <a:lnTo>
                    <a:pt x="19034" y="891927"/>
                  </a:lnTo>
                  <a:lnTo>
                    <a:pt x="19034" y="18901"/>
                  </a:lnTo>
                  <a:lnTo>
                    <a:pt x="90139" y="18901"/>
                  </a:lnTo>
                  <a:lnTo>
                    <a:pt x="90139" y="74"/>
                  </a:lnTo>
                  <a:lnTo>
                    <a:pt x="194" y="74"/>
                  </a:lnTo>
                  <a:lnTo>
                    <a:pt x="194" y="910754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F08081B-7396-34F5-95FD-931659784FC9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7792473" y="5239574"/>
              <a:ext cx="404449" cy="425125"/>
            </a:xfrm>
            <a:custGeom>
              <a:avLst/>
              <a:gdLst>
                <a:gd name="csX0" fmla="*/ 367881 w 404449"/>
                <a:gd name="csY0" fmla="*/ 425207 h 425125"/>
                <a:gd name="csX1" fmla="*/ 404649 w 404449"/>
                <a:gd name="csY1" fmla="*/ 328036 h 425125"/>
                <a:gd name="csX2" fmla="*/ 397053 w 404449"/>
                <a:gd name="csY2" fmla="*/ 328036 h 425125"/>
                <a:gd name="csX3" fmla="*/ 318047 w 404449"/>
                <a:gd name="csY3" fmla="*/ 389375 h 425125"/>
                <a:gd name="csX4" fmla="*/ 223543 w 404449"/>
                <a:gd name="csY4" fmla="*/ 398789 h 425125"/>
                <a:gd name="csX5" fmla="*/ 40310 w 404449"/>
                <a:gd name="csY5" fmla="*/ 398789 h 425125"/>
                <a:gd name="csX6" fmla="*/ 194980 w 404449"/>
                <a:gd name="csY6" fmla="*/ 217503 h 425125"/>
                <a:gd name="csX7" fmla="*/ 197714 w 404449"/>
                <a:gd name="csY7" fmla="*/ 212645 h 425125"/>
                <a:gd name="csX8" fmla="*/ 195587 w 404449"/>
                <a:gd name="csY8" fmla="*/ 208090 h 425125"/>
                <a:gd name="csX9" fmla="*/ 53984 w 404449"/>
                <a:gd name="csY9" fmla="*/ 14657 h 425125"/>
                <a:gd name="csX10" fmla="*/ 220505 w 404449"/>
                <a:gd name="csY10" fmla="*/ 14657 h 425125"/>
                <a:gd name="csX11" fmla="*/ 291610 w 404449"/>
                <a:gd name="csY11" fmla="*/ 19516 h 425125"/>
                <a:gd name="csX12" fmla="*/ 358461 w 404449"/>
                <a:gd name="csY12" fmla="*/ 42291 h 425125"/>
                <a:gd name="csX13" fmla="*/ 397053 w 404449"/>
                <a:gd name="csY13" fmla="*/ 85411 h 425125"/>
                <a:gd name="csX14" fmla="*/ 404649 w 404449"/>
                <a:gd name="csY14" fmla="*/ 85411 h 425125"/>
                <a:gd name="csX15" fmla="*/ 367881 w 404449"/>
                <a:gd name="csY15" fmla="*/ 82 h 425125"/>
                <a:gd name="csX16" fmla="*/ 8708 w 404449"/>
                <a:gd name="csY16" fmla="*/ 82 h 425125"/>
                <a:gd name="csX17" fmla="*/ 503 w 404449"/>
                <a:gd name="csY17" fmla="*/ 2207 h 425125"/>
                <a:gd name="csX18" fmla="*/ 199 w 404449"/>
                <a:gd name="csY18" fmla="*/ 12228 h 425125"/>
                <a:gd name="csX19" fmla="*/ 160946 w 404449"/>
                <a:gd name="csY19" fmla="*/ 232079 h 425125"/>
                <a:gd name="csX20" fmla="*/ 3542 w 404449"/>
                <a:gd name="csY20" fmla="*/ 416401 h 425125"/>
                <a:gd name="csX21" fmla="*/ 503 w 404449"/>
                <a:gd name="csY21" fmla="*/ 421867 h 425125"/>
                <a:gd name="csX22" fmla="*/ 8708 w 404449"/>
                <a:gd name="csY22" fmla="*/ 425207 h 425125"/>
                <a:gd name="csX23" fmla="*/ 367881 w 404449"/>
                <a:gd name="csY23" fmla="*/ 425207 h 425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4449" h="425125">
                  <a:moveTo>
                    <a:pt x="367881" y="425207"/>
                  </a:moveTo>
                  <a:lnTo>
                    <a:pt x="404649" y="328036"/>
                  </a:lnTo>
                  <a:lnTo>
                    <a:pt x="397053" y="328036"/>
                  </a:lnTo>
                  <a:cubicBezTo>
                    <a:pt x="385202" y="359617"/>
                    <a:pt x="352992" y="380266"/>
                    <a:pt x="318047" y="389375"/>
                  </a:cubicBezTo>
                  <a:cubicBezTo>
                    <a:pt x="311665" y="390894"/>
                    <a:pt x="281886" y="398789"/>
                    <a:pt x="223543" y="398789"/>
                  </a:cubicBezTo>
                  <a:lnTo>
                    <a:pt x="40310" y="398789"/>
                  </a:lnTo>
                  <a:lnTo>
                    <a:pt x="194980" y="217503"/>
                  </a:lnTo>
                  <a:cubicBezTo>
                    <a:pt x="197107" y="215074"/>
                    <a:pt x="197714" y="214163"/>
                    <a:pt x="197714" y="212645"/>
                  </a:cubicBezTo>
                  <a:cubicBezTo>
                    <a:pt x="197714" y="212037"/>
                    <a:pt x="197714" y="211126"/>
                    <a:pt x="195587" y="208090"/>
                  </a:cubicBezTo>
                  <a:lnTo>
                    <a:pt x="53984" y="14657"/>
                  </a:lnTo>
                  <a:lnTo>
                    <a:pt x="220505" y="14657"/>
                  </a:lnTo>
                  <a:cubicBezTo>
                    <a:pt x="261223" y="14657"/>
                    <a:pt x="288875" y="18909"/>
                    <a:pt x="291610" y="19516"/>
                  </a:cubicBezTo>
                  <a:cubicBezTo>
                    <a:pt x="308019" y="21945"/>
                    <a:pt x="334456" y="27108"/>
                    <a:pt x="358461" y="42291"/>
                  </a:cubicBezTo>
                  <a:cubicBezTo>
                    <a:pt x="366058" y="47149"/>
                    <a:pt x="386721" y="60814"/>
                    <a:pt x="397053" y="85411"/>
                  </a:cubicBezTo>
                  <a:lnTo>
                    <a:pt x="404649" y="85411"/>
                  </a:lnTo>
                  <a:lnTo>
                    <a:pt x="367881" y="82"/>
                  </a:lnTo>
                  <a:lnTo>
                    <a:pt x="8708" y="82"/>
                  </a:lnTo>
                  <a:cubicBezTo>
                    <a:pt x="1719" y="82"/>
                    <a:pt x="1415" y="385"/>
                    <a:pt x="503" y="2207"/>
                  </a:cubicBezTo>
                  <a:cubicBezTo>
                    <a:pt x="199" y="3118"/>
                    <a:pt x="199" y="8888"/>
                    <a:pt x="199" y="12228"/>
                  </a:cubicBezTo>
                  <a:lnTo>
                    <a:pt x="160946" y="232079"/>
                  </a:lnTo>
                  <a:lnTo>
                    <a:pt x="3542" y="416401"/>
                  </a:lnTo>
                  <a:cubicBezTo>
                    <a:pt x="503" y="420045"/>
                    <a:pt x="503" y="421564"/>
                    <a:pt x="503" y="421867"/>
                  </a:cubicBezTo>
                  <a:cubicBezTo>
                    <a:pt x="503" y="425207"/>
                    <a:pt x="3238" y="425207"/>
                    <a:pt x="8708" y="425207"/>
                  </a:cubicBezTo>
                  <a:lnTo>
                    <a:pt x="367881" y="425207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F86A10C4-12FF-BA73-C2CE-7685AF914DE0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7961928" y="5745404"/>
              <a:ext cx="64450" cy="143054"/>
            </a:xfrm>
            <a:custGeom>
              <a:avLst/>
              <a:gdLst>
                <a:gd name="csX0" fmla="*/ 59125 w 64450"/>
                <a:gd name="csY0" fmla="*/ 8180 h 143054"/>
                <a:gd name="csX1" fmla="*/ 50617 w 64450"/>
                <a:gd name="csY1" fmla="*/ 103 h 143054"/>
                <a:gd name="csX2" fmla="*/ 38705 w 64450"/>
                <a:gd name="csY2" fmla="*/ 11794 h 143054"/>
                <a:gd name="csX3" fmla="*/ 47214 w 64450"/>
                <a:gd name="csY3" fmla="*/ 19871 h 143054"/>
                <a:gd name="csX4" fmla="*/ 59125 w 64450"/>
                <a:gd name="csY4" fmla="*/ 8180 h 143054"/>
                <a:gd name="csX5" fmla="*/ 15733 w 64450"/>
                <a:gd name="csY5" fmla="*/ 116162 h 143054"/>
                <a:gd name="csX6" fmla="*/ 13819 w 64450"/>
                <a:gd name="csY6" fmla="*/ 125090 h 143054"/>
                <a:gd name="csX7" fmla="*/ 34026 w 64450"/>
                <a:gd name="csY7" fmla="*/ 143158 h 143054"/>
                <a:gd name="csX8" fmla="*/ 64656 w 64450"/>
                <a:gd name="csY8" fmla="*/ 110636 h 143054"/>
                <a:gd name="csX9" fmla="*/ 61253 w 64450"/>
                <a:gd name="csY9" fmla="*/ 107872 h 143054"/>
                <a:gd name="csX10" fmla="*/ 57211 w 64450"/>
                <a:gd name="csY10" fmla="*/ 111486 h 143054"/>
                <a:gd name="csX11" fmla="*/ 34664 w 64450"/>
                <a:gd name="csY11" fmla="*/ 137206 h 143054"/>
                <a:gd name="csX12" fmla="*/ 29346 w 64450"/>
                <a:gd name="csY12" fmla="*/ 129766 h 143054"/>
                <a:gd name="csX13" fmla="*/ 32750 w 64450"/>
                <a:gd name="csY13" fmla="*/ 116162 h 143054"/>
                <a:gd name="csX14" fmla="*/ 39556 w 64450"/>
                <a:gd name="csY14" fmla="*/ 99157 h 143054"/>
                <a:gd name="csX15" fmla="*/ 49979 w 64450"/>
                <a:gd name="csY15" fmla="*/ 72162 h 143054"/>
                <a:gd name="csX16" fmla="*/ 51255 w 64450"/>
                <a:gd name="csY16" fmla="*/ 65360 h 143054"/>
                <a:gd name="csX17" fmla="*/ 31048 w 64450"/>
                <a:gd name="csY17" fmla="*/ 47292 h 143054"/>
                <a:gd name="csX18" fmla="*/ 205 w 64450"/>
                <a:gd name="csY18" fmla="*/ 79814 h 143054"/>
                <a:gd name="csX19" fmla="*/ 3821 w 64450"/>
                <a:gd name="csY19" fmla="*/ 82577 h 143054"/>
                <a:gd name="csX20" fmla="*/ 7650 w 64450"/>
                <a:gd name="csY20" fmla="*/ 79176 h 143054"/>
                <a:gd name="csX21" fmla="*/ 30410 w 64450"/>
                <a:gd name="csY21" fmla="*/ 53244 h 143054"/>
                <a:gd name="csX22" fmla="*/ 35728 w 64450"/>
                <a:gd name="csY22" fmla="*/ 60683 h 143054"/>
                <a:gd name="csX23" fmla="*/ 29134 w 64450"/>
                <a:gd name="csY23" fmla="*/ 81940 h 143054"/>
                <a:gd name="csX24" fmla="*/ 15733 w 64450"/>
                <a:gd name="csY24" fmla="*/ 116162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450" h="143054">
                  <a:moveTo>
                    <a:pt x="59125" y="8180"/>
                  </a:moveTo>
                  <a:cubicBezTo>
                    <a:pt x="59125" y="4779"/>
                    <a:pt x="56573" y="103"/>
                    <a:pt x="50617" y="103"/>
                  </a:cubicBezTo>
                  <a:cubicBezTo>
                    <a:pt x="44874" y="103"/>
                    <a:pt x="38705" y="5630"/>
                    <a:pt x="38705" y="11794"/>
                  </a:cubicBezTo>
                  <a:cubicBezTo>
                    <a:pt x="38705" y="15407"/>
                    <a:pt x="41471" y="19871"/>
                    <a:pt x="47214" y="19871"/>
                  </a:cubicBezTo>
                  <a:cubicBezTo>
                    <a:pt x="53382" y="19871"/>
                    <a:pt x="59125" y="13919"/>
                    <a:pt x="59125" y="8180"/>
                  </a:cubicBezTo>
                  <a:close/>
                  <a:moveTo>
                    <a:pt x="15733" y="116162"/>
                  </a:moveTo>
                  <a:cubicBezTo>
                    <a:pt x="14882" y="118926"/>
                    <a:pt x="13819" y="121476"/>
                    <a:pt x="13819" y="125090"/>
                  </a:cubicBezTo>
                  <a:cubicBezTo>
                    <a:pt x="13819" y="135080"/>
                    <a:pt x="22327" y="143158"/>
                    <a:pt x="34026" y="143158"/>
                  </a:cubicBezTo>
                  <a:cubicBezTo>
                    <a:pt x="55297" y="143158"/>
                    <a:pt x="64656" y="113824"/>
                    <a:pt x="64656" y="110636"/>
                  </a:cubicBezTo>
                  <a:cubicBezTo>
                    <a:pt x="64656" y="107872"/>
                    <a:pt x="61891" y="107872"/>
                    <a:pt x="61253" y="107872"/>
                  </a:cubicBezTo>
                  <a:cubicBezTo>
                    <a:pt x="58275" y="107872"/>
                    <a:pt x="58062" y="109148"/>
                    <a:pt x="57211" y="111486"/>
                  </a:cubicBezTo>
                  <a:cubicBezTo>
                    <a:pt x="52319" y="128491"/>
                    <a:pt x="42960" y="137206"/>
                    <a:pt x="34664" y="137206"/>
                  </a:cubicBezTo>
                  <a:cubicBezTo>
                    <a:pt x="30410" y="137206"/>
                    <a:pt x="29346" y="134443"/>
                    <a:pt x="29346" y="129766"/>
                  </a:cubicBezTo>
                  <a:cubicBezTo>
                    <a:pt x="29346" y="124877"/>
                    <a:pt x="30835" y="120839"/>
                    <a:pt x="32750" y="116162"/>
                  </a:cubicBezTo>
                  <a:cubicBezTo>
                    <a:pt x="34877" y="110423"/>
                    <a:pt x="37216" y="104684"/>
                    <a:pt x="39556" y="99157"/>
                  </a:cubicBezTo>
                  <a:cubicBezTo>
                    <a:pt x="41471" y="94056"/>
                    <a:pt x="49128" y="74712"/>
                    <a:pt x="49979" y="72162"/>
                  </a:cubicBezTo>
                  <a:cubicBezTo>
                    <a:pt x="50617" y="70036"/>
                    <a:pt x="51255" y="67485"/>
                    <a:pt x="51255" y="65360"/>
                  </a:cubicBezTo>
                  <a:cubicBezTo>
                    <a:pt x="51255" y="55369"/>
                    <a:pt x="42747" y="47292"/>
                    <a:pt x="31048" y="47292"/>
                  </a:cubicBezTo>
                  <a:cubicBezTo>
                    <a:pt x="9990" y="47292"/>
                    <a:pt x="205" y="76200"/>
                    <a:pt x="205" y="79814"/>
                  </a:cubicBezTo>
                  <a:cubicBezTo>
                    <a:pt x="205" y="82577"/>
                    <a:pt x="3183" y="82577"/>
                    <a:pt x="3821" y="82577"/>
                  </a:cubicBezTo>
                  <a:cubicBezTo>
                    <a:pt x="6799" y="82577"/>
                    <a:pt x="7012" y="81515"/>
                    <a:pt x="7650" y="79176"/>
                  </a:cubicBezTo>
                  <a:cubicBezTo>
                    <a:pt x="13180" y="60896"/>
                    <a:pt x="22540" y="53244"/>
                    <a:pt x="30410" y="53244"/>
                  </a:cubicBezTo>
                  <a:cubicBezTo>
                    <a:pt x="33813" y="53244"/>
                    <a:pt x="35728" y="54944"/>
                    <a:pt x="35728" y="60683"/>
                  </a:cubicBezTo>
                  <a:cubicBezTo>
                    <a:pt x="35728" y="65572"/>
                    <a:pt x="34451" y="68761"/>
                    <a:pt x="29134" y="81940"/>
                  </a:cubicBezTo>
                  <a:lnTo>
                    <a:pt x="15733" y="116162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A8C39FE8-7E22-B07A-6C0C-7B590C3EC92A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8290244" y="5446066"/>
              <a:ext cx="185664" cy="12146"/>
            </a:xfrm>
            <a:custGeom>
              <a:avLst/>
              <a:gdLst>
                <a:gd name="csX0" fmla="*/ 175244 w 185664"/>
                <a:gd name="csY0" fmla="*/ 12238 h 12146"/>
                <a:gd name="csX1" fmla="*/ 185880 w 185664"/>
                <a:gd name="csY1" fmla="*/ 6164 h 12146"/>
                <a:gd name="csX2" fmla="*/ 175244 w 185664"/>
                <a:gd name="csY2" fmla="*/ 91 h 12146"/>
                <a:gd name="csX3" fmla="*/ 10851 w 185664"/>
                <a:gd name="csY3" fmla="*/ 91 h 12146"/>
                <a:gd name="csX4" fmla="*/ 215 w 185664"/>
                <a:gd name="csY4" fmla="*/ 6164 h 12146"/>
                <a:gd name="csX5" fmla="*/ 10851 w 185664"/>
                <a:gd name="csY5" fmla="*/ 12238 h 12146"/>
                <a:gd name="csX6" fmla="*/ 175244 w 185664"/>
                <a:gd name="csY6" fmla="*/ 12238 h 12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5664" h="12146">
                  <a:moveTo>
                    <a:pt x="175244" y="12238"/>
                  </a:moveTo>
                  <a:cubicBezTo>
                    <a:pt x="180410" y="12238"/>
                    <a:pt x="185880" y="12238"/>
                    <a:pt x="185880" y="6164"/>
                  </a:cubicBezTo>
                  <a:cubicBezTo>
                    <a:pt x="185880" y="91"/>
                    <a:pt x="180410" y="91"/>
                    <a:pt x="175244" y="91"/>
                  </a:cubicBezTo>
                  <a:lnTo>
                    <a:pt x="10851" y="91"/>
                  </a:lnTo>
                  <a:cubicBezTo>
                    <a:pt x="5685" y="91"/>
                    <a:pt x="215" y="91"/>
                    <a:pt x="215" y="6164"/>
                  </a:cubicBezTo>
                  <a:cubicBezTo>
                    <a:pt x="215" y="12238"/>
                    <a:pt x="5685" y="12238"/>
                    <a:pt x="10851" y="12238"/>
                  </a:cubicBezTo>
                  <a:lnTo>
                    <a:pt x="175244" y="12238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9F202B-9866-F5EA-9085-0674D3122671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8562038" y="5317313"/>
              <a:ext cx="67458" cy="210740"/>
            </a:xfrm>
            <a:custGeom>
              <a:avLst/>
              <a:gdLst>
                <a:gd name="csX0" fmla="*/ 43982 w 67458"/>
                <a:gd name="csY0" fmla="*/ 91 h 210740"/>
                <a:gd name="csX1" fmla="*/ 225 w 67458"/>
                <a:gd name="csY1" fmla="*/ 3431 h 210740"/>
                <a:gd name="csX2" fmla="*/ 225 w 67458"/>
                <a:gd name="csY2" fmla="*/ 12845 h 210740"/>
                <a:gd name="csX3" fmla="*/ 23927 w 67458"/>
                <a:gd name="csY3" fmla="*/ 29850 h 210740"/>
                <a:gd name="csX4" fmla="*/ 23927 w 67458"/>
                <a:gd name="csY4" fmla="*/ 187754 h 210740"/>
                <a:gd name="csX5" fmla="*/ 225 w 67458"/>
                <a:gd name="csY5" fmla="*/ 201419 h 210740"/>
                <a:gd name="csX6" fmla="*/ 225 w 67458"/>
                <a:gd name="csY6" fmla="*/ 210832 h 210740"/>
                <a:gd name="csX7" fmla="*/ 33954 w 67458"/>
                <a:gd name="csY7" fmla="*/ 209921 h 210740"/>
                <a:gd name="csX8" fmla="*/ 67684 w 67458"/>
                <a:gd name="csY8" fmla="*/ 210832 h 210740"/>
                <a:gd name="csX9" fmla="*/ 67684 w 67458"/>
                <a:gd name="csY9" fmla="*/ 201419 h 210740"/>
                <a:gd name="csX10" fmla="*/ 43982 w 67458"/>
                <a:gd name="csY10" fmla="*/ 187754 h 210740"/>
                <a:gd name="csX11" fmla="*/ 43982 w 67458"/>
                <a:gd name="csY11" fmla="*/ 91 h 210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7458" h="210740">
                  <a:moveTo>
                    <a:pt x="43982" y="91"/>
                  </a:moveTo>
                  <a:lnTo>
                    <a:pt x="225" y="3431"/>
                  </a:lnTo>
                  <a:lnTo>
                    <a:pt x="225" y="12845"/>
                  </a:lnTo>
                  <a:cubicBezTo>
                    <a:pt x="21496" y="12845"/>
                    <a:pt x="23927" y="14971"/>
                    <a:pt x="23927" y="29850"/>
                  </a:cubicBezTo>
                  <a:lnTo>
                    <a:pt x="23927" y="187754"/>
                  </a:lnTo>
                  <a:cubicBezTo>
                    <a:pt x="23927" y="201419"/>
                    <a:pt x="20584" y="201419"/>
                    <a:pt x="225" y="201419"/>
                  </a:cubicBezTo>
                  <a:lnTo>
                    <a:pt x="225" y="210832"/>
                  </a:lnTo>
                  <a:cubicBezTo>
                    <a:pt x="10253" y="210528"/>
                    <a:pt x="26358" y="209921"/>
                    <a:pt x="33954" y="209921"/>
                  </a:cubicBezTo>
                  <a:cubicBezTo>
                    <a:pt x="41551" y="209921"/>
                    <a:pt x="56441" y="210528"/>
                    <a:pt x="67684" y="210832"/>
                  </a:cubicBezTo>
                  <a:lnTo>
                    <a:pt x="67684" y="201419"/>
                  </a:lnTo>
                  <a:cubicBezTo>
                    <a:pt x="47325" y="201419"/>
                    <a:pt x="43982" y="201419"/>
                    <a:pt x="43982" y="187754"/>
                  </a:cubicBezTo>
                  <a:lnTo>
                    <a:pt x="43982" y="91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76EA86E-BD68-C2D7-26AD-D52DC6D92A76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8644927" y="5392014"/>
              <a:ext cx="134614" cy="139380"/>
            </a:xfrm>
            <a:custGeom>
              <a:avLst/>
              <a:gdLst>
                <a:gd name="csX0" fmla="*/ 134842 w 134614"/>
                <a:gd name="csY0" fmla="*/ 71148 h 139380"/>
                <a:gd name="csX1" fmla="*/ 67687 w 134614"/>
                <a:gd name="csY1" fmla="*/ 91 h 139380"/>
                <a:gd name="csX2" fmla="*/ 228 w 134614"/>
                <a:gd name="csY2" fmla="*/ 71148 h 139380"/>
                <a:gd name="csX3" fmla="*/ 67383 w 134614"/>
                <a:gd name="csY3" fmla="*/ 139472 h 139380"/>
                <a:gd name="csX4" fmla="*/ 134842 w 134614"/>
                <a:gd name="csY4" fmla="*/ 71148 h 139380"/>
                <a:gd name="csX5" fmla="*/ 67687 w 134614"/>
                <a:gd name="csY5" fmla="*/ 131880 h 139380"/>
                <a:gd name="csX6" fmla="*/ 33046 w 134614"/>
                <a:gd name="csY6" fmla="*/ 111535 h 139380"/>
                <a:gd name="csX7" fmla="*/ 25449 w 134614"/>
                <a:gd name="csY7" fmla="*/ 68719 h 139380"/>
                <a:gd name="csX8" fmla="*/ 32742 w 134614"/>
                <a:gd name="csY8" fmla="*/ 27117 h 139380"/>
                <a:gd name="csX9" fmla="*/ 67383 w 134614"/>
                <a:gd name="csY9" fmla="*/ 6772 h 139380"/>
                <a:gd name="csX10" fmla="*/ 101720 w 134614"/>
                <a:gd name="csY10" fmla="*/ 26510 h 139380"/>
                <a:gd name="csX11" fmla="*/ 109621 w 134614"/>
                <a:gd name="csY11" fmla="*/ 68719 h 139380"/>
                <a:gd name="csX12" fmla="*/ 102935 w 134614"/>
                <a:gd name="csY12" fmla="*/ 109409 h 139380"/>
                <a:gd name="csX13" fmla="*/ 67687 w 134614"/>
                <a:gd name="csY13" fmla="*/ 131880 h 139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4614" h="139380">
                  <a:moveTo>
                    <a:pt x="134842" y="71148"/>
                  </a:moveTo>
                  <a:cubicBezTo>
                    <a:pt x="134842" y="32279"/>
                    <a:pt x="104455" y="91"/>
                    <a:pt x="67687" y="91"/>
                  </a:cubicBezTo>
                  <a:cubicBezTo>
                    <a:pt x="29703" y="91"/>
                    <a:pt x="228" y="33190"/>
                    <a:pt x="228" y="71148"/>
                  </a:cubicBezTo>
                  <a:cubicBezTo>
                    <a:pt x="228" y="110320"/>
                    <a:pt x="31830" y="139472"/>
                    <a:pt x="67383" y="139472"/>
                  </a:cubicBezTo>
                  <a:cubicBezTo>
                    <a:pt x="104151" y="139472"/>
                    <a:pt x="134842" y="109713"/>
                    <a:pt x="134842" y="71148"/>
                  </a:cubicBezTo>
                  <a:close/>
                  <a:moveTo>
                    <a:pt x="67687" y="131880"/>
                  </a:moveTo>
                  <a:cubicBezTo>
                    <a:pt x="54620" y="131880"/>
                    <a:pt x="41250" y="125503"/>
                    <a:pt x="33046" y="111535"/>
                  </a:cubicBezTo>
                  <a:cubicBezTo>
                    <a:pt x="25449" y="98174"/>
                    <a:pt x="25449" y="79650"/>
                    <a:pt x="25449" y="68719"/>
                  </a:cubicBezTo>
                  <a:cubicBezTo>
                    <a:pt x="25449" y="56876"/>
                    <a:pt x="25449" y="40478"/>
                    <a:pt x="32742" y="27117"/>
                  </a:cubicBezTo>
                  <a:cubicBezTo>
                    <a:pt x="40946" y="13149"/>
                    <a:pt x="55228" y="6772"/>
                    <a:pt x="67383" y="6772"/>
                  </a:cubicBezTo>
                  <a:cubicBezTo>
                    <a:pt x="80753" y="6772"/>
                    <a:pt x="93819" y="13452"/>
                    <a:pt x="101720" y="26510"/>
                  </a:cubicBezTo>
                  <a:cubicBezTo>
                    <a:pt x="109621" y="39567"/>
                    <a:pt x="109621" y="57179"/>
                    <a:pt x="109621" y="68719"/>
                  </a:cubicBezTo>
                  <a:cubicBezTo>
                    <a:pt x="109621" y="79650"/>
                    <a:pt x="109621" y="96048"/>
                    <a:pt x="102935" y="109409"/>
                  </a:cubicBezTo>
                  <a:cubicBezTo>
                    <a:pt x="96250" y="123074"/>
                    <a:pt x="82880" y="131880"/>
                    <a:pt x="67687" y="131880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E0071C6-701B-0F7A-6D55-4529BF05FFF2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8796862" y="5390496"/>
              <a:ext cx="138868" cy="200112"/>
            </a:xfrm>
            <a:custGeom>
              <a:avLst/>
              <a:gdLst>
                <a:gd name="csX0" fmla="*/ 59183 w 138868"/>
                <a:gd name="csY0" fmla="*/ 85420 h 200112"/>
                <a:gd name="csX1" fmla="*/ 32747 w 138868"/>
                <a:gd name="csY1" fmla="*/ 48070 h 200112"/>
                <a:gd name="csX2" fmla="*/ 37609 w 138868"/>
                <a:gd name="csY2" fmla="*/ 22562 h 200112"/>
                <a:gd name="csX3" fmla="*/ 59183 w 138868"/>
                <a:gd name="csY3" fmla="*/ 10416 h 200112"/>
                <a:gd name="csX4" fmla="*/ 85620 w 138868"/>
                <a:gd name="csY4" fmla="*/ 47766 h 200112"/>
                <a:gd name="csX5" fmla="*/ 80758 w 138868"/>
                <a:gd name="csY5" fmla="*/ 73274 h 200112"/>
                <a:gd name="csX6" fmla="*/ 59183 w 138868"/>
                <a:gd name="csY6" fmla="*/ 85420 h 200112"/>
                <a:gd name="csX7" fmla="*/ 23934 w 138868"/>
                <a:gd name="csY7" fmla="*/ 97263 h 200112"/>
                <a:gd name="csX8" fmla="*/ 29100 w 138868"/>
                <a:gd name="csY8" fmla="*/ 82991 h 200112"/>
                <a:gd name="csX9" fmla="*/ 59183 w 138868"/>
                <a:gd name="csY9" fmla="*/ 92404 h 200112"/>
                <a:gd name="csX10" fmla="*/ 108410 w 138868"/>
                <a:gd name="csY10" fmla="*/ 48070 h 200112"/>
                <a:gd name="csX11" fmla="*/ 95951 w 138868"/>
                <a:gd name="csY11" fmla="*/ 18614 h 200112"/>
                <a:gd name="csX12" fmla="*/ 123300 w 138868"/>
                <a:gd name="csY12" fmla="*/ 6772 h 200112"/>
                <a:gd name="csX13" fmla="*/ 126338 w 138868"/>
                <a:gd name="csY13" fmla="*/ 7075 h 200112"/>
                <a:gd name="csX14" fmla="*/ 121476 w 138868"/>
                <a:gd name="csY14" fmla="*/ 15274 h 200112"/>
                <a:gd name="csX15" fmla="*/ 130289 w 138868"/>
                <a:gd name="csY15" fmla="*/ 24080 h 200112"/>
                <a:gd name="csX16" fmla="*/ 139101 w 138868"/>
                <a:gd name="csY16" fmla="*/ 14971 h 200112"/>
                <a:gd name="csX17" fmla="*/ 123604 w 138868"/>
                <a:gd name="csY17" fmla="*/ 91 h 200112"/>
                <a:gd name="csX18" fmla="*/ 91393 w 138868"/>
                <a:gd name="csY18" fmla="*/ 14363 h 200112"/>
                <a:gd name="csX19" fmla="*/ 59183 w 138868"/>
                <a:gd name="csY19" fmla="*/ 3431 h 200112"/>
                <a:gd name="csX20" fmla="*/ 9956 w 138868"/>
                <a:gd name="csY20" fmla="*/ 47766 h 200112"/>
                <a:gd name="csX21" fmla="*/ 24238 w 138868"/>
                <a:gd name="csY21" fmla="*/ 79043 h 200112"/>
                <a:gd name="csX22" fmla="*/ 14818 w 138868"/>
                <a:gd name="csY22" fmla="*/ 104247 h 200112"/>
                <a:gd name="csX23" fmla="*/ 28189 w 138868"/>
                <a:gd name="csY23" fmla="*/ 131273 h 200112"/>
                <a:gd name="csX24" fmla="*/ 233 w 138868"/>
                <a:gd name="csY24" fmla="*/ 161639 h 200112"/>
                <a:gd name="csX25" fmla="*/ 67388 w 138868"/>
                <a:gd name="csY25" fmla="*/ 200204 h 200112"/>
                <a:gd name="csX26" fmla="*/ 134847 w 138868"/>
                <a:gd name="csY26" fmla="*/ 161032 h 200112"/>
                <a:gd name="csX27" fmla="*/ 115095 w 138868"/>
                <a:gd name="csY27" fmla="*/ 126414 h 200112"/>
                <a:gd name="csX28" fmla="*/ 62830 w 138868"/>
                <a:gd name="csY28" fmla="*/ 117912 h 200112"/>
                <a:gd name="csX29" fmla="*/ 40040 w 138868"/>
                <a:gd name="csY29" fmla="*/ 117608 h 200112"/>
                <a:gd name="csX30" fmla="*/ 23934 w 138868"/>
                <a:gd name="csY30" fmla="*/ 97263 h 200112"/>
                <a:gd name="csX31" fmla="*/ 67692 w 138868"/>
                <a:gd name="csY31" fmla="*/ 193220 h 200112"/>
                <a:gd name="csX32" fmla="*/ 16034 w 138868"/>
                <a:gd name="csY32" fmla="*/ 161639 h 200112"/>
                <a:gd name="csX33" fmla="*/ 40951 w 138868"/>
                <a:gd name="csY33" fmla="*/ 135524 h 200112"/>
                <a:gd name="csX34" fmla="*/ 58879 w 138868"/>
                <a:gd name="csY34" fmla="*/ 135524 h 200112"/>
                <a:gd name="csX35" fmla="*/ 119046 w 138868"/>
                <a:gd name="csY35" fmla="*/ 161639 h 200112"/>
                <a:gd name="csX36" fmla="*/ 67692 w 138868"/>
                <a:gd name="csY36" fmla="*/ 193220 h 2001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38868" h="200112">
                  <a:moveTo>
                    <a:pt x="59183" y="85420"/>
                  </a:moveTo>
                  <a:cubicBezTo>
                    <a:pt x="32747" y="85420"/>
                    <a:pt x="32747" y="55054"/>
                    <a:pt x="32747" y="48070"/>
                  </a:cubicBezTo>
                  <a:cubicBezTo>
                    <a:pt x="32747" y="39871"/>
                    <a:pt x="33051" y="30154"/>
                    <a:pt x="37609" y="22562"/>
                  </a:cubicBezTo>
                  <a:cubicBezTo>
                    <a:pt x="40040" y="18918"/>
                    <a:pt x="47028" y="10416"/>
                    <a:pt x="59183" y="10416"/>
                  </a:cubicBezTo>
                  <a:cubicBezTo>
                    <a:pt x="85620" y="10416"/>
                    <a:pt x="85620" y="40782"/>
                    <a:pt x="85620" y="47766"/>
                  </a:cubicBezTo>
                  <a:cubicBezTo>
                    <a:pt x="85620" y="55965"/>
                    <a:pt x="85316" y="65682"/>
                    <a:pt x="80758" y="73274"/>
                  </a:cubicBezTo>
                  <a:cubicBezTo>
                    <a:pt x="78327" y="76917"/>
                    <a:pt x="71338" y="85420"/>
                    <a:pt x="59183" y="85420"/>
                  </a:cubicBezTo>
                  <a:close/>
                  <a:moveTo>
                    <a:pt x="23934" y="97263"/>
                  </a:moveTo>
                  <a:cubicBezTo>
                    <a:pt x="23934" y="96048"/>
                    <a:pt x="23934" y="89064"/>
                    <a:pt x="29100" y="82991"/>
                  </a:cubicBezTo>
                  <a:cubicBezTo>
                    <a:pt x="40951" y="91493"/>
                    <a:pt x="53410" y="92404"/>
                    <a:pt x="59183" y="92404"/>
                  </a:cubicBezTo>
                  <a:cubicBezTo>
                    <a:pt x="87443" y="92404"/>
                    <a:pt x="108410" y="71452"/>
                    <a:pt x="108410" y="48070"/>
                  </a:cubicBezTo>
                  <a:cubicBezTo>
                    <a:pt x="108410" y="36834"/>
                    <a:pt x="103548" y="25599"/>
                    <a:pt x="95951" y="18614"/>
                  </a:cubicBezTo>
                  <a:cubicBezTo>
                    <a:pt x="106891" y="8290"/>
                    <a:pt x="117830" y="6772"/>
                    <a:pt x="123300" y="6772"/>
                  </a:cubicBezTo>
                  <a:cubicBezTo>
                    <a:pt x="123907" y="6772"/>
                    <a:pt x="125427" y="6772"/>
                    <a:pt x="126338" y="7075"/>
                  </a:cubicBezTo>
                  <a:cubicBezTo>
                    <a:pt x="122996" y="8290"/>
                    <a:pt x="121476" y="11630"/>
                    <a:pt x="121476" y="15274"/>
                  </a:cubicBezTo>
                  <a:cubicBezTo>
                    <a:pt x="121476" y="20436"/>
                    <a:pt x="125427" y="24080"/>
                    <a:pt x="130289" y="24080"/>
                  </a:cubicBezTo>
                  <a:cubicBezTo>
                    <a:pt x="133327" y="24080"/>
                    <a:pt x="139101" y="21955"/>
                    <a:pt x="139101" y="14971"/>
                  </a:cubicBezTo>
                  <a:cubicBezTo>
                    <a:pt x="139101" y="9808"/>
                    <a:pt x="135454" y="91"/>
                    <a:pt x="123604" y="91"/>
                  </a:cubicBezTo>
                  <a:cubicBezTo>
                    <a:pt x="117526" y="91"/>
                    <a:pt x="104156" y="1913"/>
                    <a:pt x="91393" y="14363"/>
                  </a:cubicBezTo>
                  <a:cubicBezTo>
                    <a:pt x="78631" y="4342"/>
                    <a:pt x="65868" y="3431"/>
                    <a:pt x="59183" y="3431"/>
                  </a:cubicBezTo>
                  <a:cubicBezTo>
                    <a:pt x="30923" y="3431"/>
                    <a:pt x="9956" y="24384"/>
                    <a:pt x="9956" y="47766"/>
                  </a:cubicBezTo>
                  <a:cubicBezTo>
                    <a:pt x="9956" y="61127"/>
                    <a:pt x="16642" y="72666"/>
                    <a:pt x="24238" y="79043"/>
                  </a:cubicBezTo>
                  <a:cubicBezTo>
                    <a:pt x="20288" y="83598"/>
                    <a:pt x="14818" y="93619"/>
                    <a:pt x="14818" y="104247"/>
                  </a:cubicBezTo>
                  <a:cubicBezTo>
                    <a:pt x="14818" y="113660"/>
                    <a:pt x="18769" y="125200"/>
                    <a:pt x="28189" y="131273"/>
                  </a:cubicBezTo>
                  <a:cubicBezTo>
                    <a:pt x="9956" y="136435"/>
                    <a:pt x="233" y="149493"/>
                    <a:pt x="233" y="161639"/>
                  </a:cubicBezTo>
                  <a:cubicBezTo>
                    <a:pt x="233" y="183503"/>
                    <a:pt x="30316" y="200204"/>
                    <a:pt x="67388" y="200204"/>
                  </a:cubicBezTo>
                  <a:cubicBezTo>
                    <a:pt x="103244" y="200204"/>
                    <a:pt x="134847" y="184717"/>
                    <a:pt x="134847" y="161032"/>
                  </a:cubicBezTo>
                  <a:cubicBezTo>
                    <a:pt x="134847" y="150403"/>
                    <a:pt x="130593" y="134917"/>
                    <a:pt x="115095" y="126414"/>
                  </a:cubicBezTo>
                  <a:cubicBezTo>
                    <a:pt x="98990" y="117912"/>
                    <a:pt x="81366" y="117912"/>
                    <a:pt x="62830" y="117912"/>
                  </a:cubicBezTo>
                  <a:cubicBezTo>
                    <a:pt x="55233" y="117912"/>
                    <a:pt x="42167" y="117912"/>
                    <a:pt x="40040" y="117608"/>
                  </a:cubicBezTo>
                  <a:cubicBezTo>
                    <a:pt x="30316" y="116393"/>
                    <a:pt x="23934" y="106980"/>
                    <a:pt x="23934" y="97263"/>
                  </a:cubicBezTo>
                  <a:close/>
                  <a:moveTo>
                    <a:pt x="67692" y="193220"/>
                  </a:moveTo>
                  <a:cubicBezTo>
                    <a:pt x="37001" y="193220"/>
                    <a:pt x="16034" y="177733"/>
                    <a:pt x="16034" y="161639"/>
                  </a:cubicBezTo>
                  <a:cubicBezTo>
                    <a:pt x="16034" y="147671"/>
                    <a:pt x="27581" y="136435"/>
                    <a:pt x="40951" y="135524"/>
                  </a:cubicBezTo>
                  <a:lnTo>
                    <a:pt x="58879" y="135524"/>
                  </a:lnTo>
                  <a:cubicBezTo>
                    <a:pt x="85012" y="135524"/>
                    <a:pt x="119046" y="135524"/>
                    <a:pt x="119046" y="161639"/>
                  </a:cubicBezTo>
                  <a:cubicBezTo>
                    <a:pt x="119046" y="178037"/>
                    <a:pt x="97471" y="193220"/>
                    <a:pt x="67692" y="193220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EDA339FF-461D-69C4-0393-C484C00DBDC2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9007307" y="5320654"/>
              <a:ext cx="216962" cy="207400"/>
            </a:xfrm>
            <a:custGeom>
              <a:avLst/>
              <a:gdLst>
                <a:gd name="csX0" fmla="*/ 80157 w 216962"/>
                <a:gd name="csY0" fmla="*/ 111535 h 207400"/>
                <a:gd name="csX1" fmla="*/ 131815 w 216962"/>
                <a:gd name="csY1" fmla="*/ 111535 h 207400"/>
                <a:gd name="csX2" fmla="*/ 217202 w 216962"/>
                <a:gd name="csY2" fmla="*/ 45944 h 207400"/>
                <a:gd name="csX3" fmla="*/ 157340 w 216962"/>
                <a:gd name="csY3" fmla="*/ 91 h 207400"/>
                <a:gd name="csX4" fmla="*/ 58886 w 216962"/>
                <a:gd name="csY4" fmla="*/ 91 h 207400"/>
                <a:gd name="csX5" fmla="*/ 49770 w 216962"/>
                <a:gd name="csY5" fmla="*/ 5861 h 207400"/>
                <a:gd name="csX6" fmla="*/ 58582 w 216962"/>
                <a:gd name="csY6" fmla="*/ 9505 h 207400"/>
                <a:gd name="csX7" fmla="*/ 71649 w 216962"/>
                <a:gd name="csY7" fmla="*/ 10112 h 207400"/>
                <a:gd name="csX8" fmla="*/ 78334 w 216962"/>
                <a:gd name="csY8" fmla="*/ 14971 h 207400"/>
                <a:gd name="csX9" fmla="*/ 77118 w 216962"/>
                <a:gd name="csY9" fmla="*/ 20740 h 207400"/>
                <a:gd name="csX10" fmla="*/ 36400 w 216962"/>
                <a:gd name="csY10" fmla="*/ 183806 h 207400"/>
                <a:gd name="csX11" fmla="*/ 8748 w 216962"/>
                <a:gd name="csY11" fmla="*/ 198078 h 207400"/>
                <a:gd name="csX12" fmla="*/ 239 w 216962"/>
                <a:gd name="csY12" fmla="*/ 203848 h 207400"/>
                <a:gd name="csX13" fmla="*/ 4797 w 216962"/>
                <a:gd name="csY13" fmla="*/ 207492 h 207400"/>
                <a:gd name="csX14" fmla="*/ 43389 w 216962"/>
                <a:gd name="csY14" fmla="*/ 206581 h 207400"/>
                <a:gd name="csX15" fmla="*/ 62836 w 216962"/>
                <a:gd name="csY15" fmla="*/ 206884 h 207400"/>
                <a:gd name="csX16" fmla="*/ 82588 w 216962"/>
                <a:gd name="csY16" fmla="*/ 207492 h 207400"/>
                <a:gd name="csX17" fmla="*/ 88665 w 216962"/>
                <a:gd name="csY17" fmla="*/ 201419 h 207400"/>
                <a:gd name="csX18" fmla="*/ 80157 w 216962"/>
                <a:gd name="csY18" fmla="*/ 198078 h 207400"/>
                <a:gd name="csX19" fmla="*/ 60406 w 216962"/>
                <a:gd name="csY19" fmla="*/ 192612 h 207400"/>
                <a:gd name="csX20" fmla="*/ 61317 w 216962"/>
                <a:gd name="csY20" fmla="*/ 187450 h 207400"/>
                <a:gd name="csX21" fmla="*/ 80157 w 216962"/>
                <a:gd name="csY21" fmla="*/ 111535 h 207400"/>
                <a:gd name="csX22" fmla="*/ 102036 w 216962"/>
                <a:gd name="csY22" fmla="*/ 21044 h 207400"/>
                <a:gd name="csX23" fmla="*/ 118445 w 216962"/>
                <a:gd name="csY23" fmla="*/ 9505 h 207400"/>
                <a:gd name="csX24" fmla="*/ 147616 w 216962"/>
                <a:gd name="csY24" fmla="*/ 9505 h 207400"/>
                <a:gd name="csX25" fmla="*/ 188942 w 216962"/>
                <a:gd name="csY25" fmla="*/ 38656 h 207400"/>
                <a:gd name="csX26" fmla="*/ 171014 w 216962"/>
                <a:gd name="csY26" fmla="*/ 87546 h 207400"/>
                <a:gd name="csX27" fmla="*/ 124218 w 216962"/>
                <a:gd name="csY27" fmla="*/ 103640 h 207400"/>
                <a:gd name="csX28" fmla="*/ 81373 w 216962"/>
                <a:gd name="csY28" fmla="*/ 103640 h 207400"/>
                <a:gd name="csX29" fmla="*/ 102036 w 216962"/>
                <a:gd name="csY29" fmla="*/ 21044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962" h="207400">
                  <a:moveTo>
                    <a:pt x="80157" y="111535"/>
                  </a:moveTo>
                  <a:lnTo>
                    <a:pt x="131815" y="111535"/>
                  </a:lnTo>
                  <a:cubicBezTo>
                    <a:pt x="174964" y="111535"/>
                    <a:pt x="217202" y="79954"/>
                    <a:pt x="217202" y="45944"/>
                  </a:cubicBezTo>
                  <a:cubicBezTo>
                    <a:pt x="217202" y="22562"/>
                    <a:pt x="197147" y="91"/>
                    <a:pt x="157340" y="91"/>
                  </a:cubicBezTo>
                  <a:lnTo>
                    <a:pt x="58886" y="91"/>
                  </a:lnTo>
                  <a:cubicBezTo>
                    <a:pt x="53113" y="91"/>
                    <a:pt x="49770" y="91"/>
                    <a:pt x="49770" y="5861"/>
                  </a:cubicBezTo>
                  <a:cubicBezTo>
                    <a:pt x="49770" y="9505"/>
                    <a:pt x="52505" y="9505"/>
                    <a:pt x="58582" y="9505"/>
                  </a:cubicBezTo>
                  <a:cubicBezTo>
                    <a:pt x="62533" y="9505"/>
                    <a:pt x="68002" y="9808"/>
                    <a:pt x="71649" y="10112"/>
                  </a:cubicBezTo>
                  <a:cubicBezTo>
                    <a:pt x="76511" y="10719"/>
                    <a:pt x="78334" y="11630"/>
                    <a:pt x="78334" y="14971"/>
                  </a:cubicBezTo>
                  <a:cubicBezTo>
                    <a:pt x="78334" y="16185"/>
                    <a:pt x="78030" y="17096"/>
                    <a:pt x="77118" y="20740"/>
                  </a:cubicBezTo>
                  <a:lnTo>
                    <a:pt x="36400" y="183806"/>
                  </a:lnTo>
                  <a:cubicBezTo>
                    <a:pt x="33361" y="195649"/>
                    <a:pt x="32753" y="198078"/>
                    <a:pt x="8748" y="198078"/>
                  </a:cubicBezTo>
                  <a:cubicBezTo>
                    <a:pt x="3582" y="198078"/>
                    <a:pt x="239" y="198078"/>
                    <a:pt x="239" y="203848"/>
                  </a:cubicBezTo>
                  <a:cubicBezTo>
                    <a:pt x="239" y="207492"/>
                    <a:pt x="3886" y="207492"/>
                    <a:pt x="4797" y="207492"/>
                  </a:cubicBezTo>
                  <a:cubicBezTo>
                    <a:pt x="13306" y="207492"/>
                    <a:pt x="34881" y="206581"/>
                    <a:pt x="43389" y="206581"/>
                  </a:cubicBezTo>
                  <a:cubicBezTo>
                    <a:pt x="49770" y="206581"/>
                    <a:pt x="56455" y="206884"/>
                    <a:pt x="62836" y="206884"/>
                  </a:cubicBezTo>
                  <a:cubicBezTo>
                    <a:pt x="69522" y="206884"/>
                    <a:pt x="76207" y="207492"/>
                    <a:pt x="82588" y="207492"/>
                  </a:cubicBezTo>
                  <a:cubicBezTo>
                    <a:pt x="84715" y="207492"/>
                    <a:pt x="88665" y="207492"/>
                    <a:pt x="88665" y="201419"/>
                  </a:cubicBezTo>
                  <a:cubicBezTo>
                    <a:pt x="88665" y="198078"/>
                    <a:pt x="85931" y="198078"/>
                    <a:pt x="80157" y="198078"/>
                  </a:cubicBezTo>
                  <a:cubicBezTo>
                    <a:pt x="68914" y="198078"/>
                    <a:pt x="60406" y="198078"/>
                    <a:pt x="60406" y="192612"/>
                  </a:cubicBezTo>
                  <a:cubicBezTo>
                    <a:pt x="60406" y="190790"/>
                    <a:pt x="61013" y="189272"/>
                    <a:pt x="61317" y="187450"/>
                  </a:cubicBezTo>
                  <a:lnTo>
                    <a:pt x="80157" y="111535"/>
                  </a:lnTo>
                  <a:close/>
                  <a:moveTo>
                    <a:pt x="102036" y="21044"/>
                  </a:moveTo>
                  <a:cubicBezTo>
                    <a:pt x="104770" y="10416"/>
                    <a:pt x="105378" y="9505"/>
                    <a:pt x="118445" y="9505"/>
                  </a:cubicBezTo>
                  <a:lnTo>
                    <a:pt x="147616" y="9505"/>
                  </a:lnTo>
                  <a:cubicBezTo>
                    <a:pt x="172837" y="9505"/>
                    <a:pt x="188942" y="17703"/>
                    <a:pt x="188942" y="38656"/>
                  </a:cubicBezTo>
                  <a:cubicBezTo>
                    <a:pt x="188942" y="50499"/>
                    <a:pt x="182865" y="76614"/>
                    <a:pt x="171014" y="87546"/>
                  </a:cubicBezTo>
                  <a:cubicBezTo>
                    <a:pt x="155820" y="101210"/>
                    <a:pt x="137588" y="103640"/>
                    <a:pt x="124218" y="103640"/>
                  </a:cubicBezTo>
                  <a:lnTo>
                    <a:pt x="81373" y="103640"/>
                  </a:lnTo>
                  <a:lnTo>
                    <a:pt x="102036" y="21044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1061B6B5-8B8C-1B3C-4892-CA2A9208A61B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9205130" y="5424171"/>
              <a:ext cx="156553" cy="153682"/>
            </a:xfrm>
            <a:custGeom>
              <a:avLst/>
              <a:gdLst>
                <a:gd name="csX0" fmla="*/ 156799 w 156553"/>
                <a:gd name="csY0" fmla="*/ 77678 h 153682"/>
                <a:gd name="csX1" fmla="*/ 78523 w 156553"/>
                <a:gd name="csY1" fmla="*/ 93 h 153682"/>
                <a:gd name="csX2" fmla="*/ 246 w 156553"/>
                <a:gd name="csY2" fmla="*/ 77678 h 153682"/>
                <a:gd name="csX3" fmla="*/ 78523 w 156553"/>
                <a:gd name="csY3" fmla="*/ 153776 h 153682"/>
                <a:gd name="csX4" fmla="*/ 156799 w 156553"/>
                <a:gd name="csY4" fmla="*/ 77678 h 153682"/>
                <a:gd name="csX5" fmla="*/ 78523 w 156553"/>
                <a:gd name="csY5" fmla="*/ 147399 h 153682"/>
                <a:gd name="csX6" fmla="*/ 21517 w 156553"/>
                <a:gd name="csY6" fmla="*/ 77466 h 153682"/>
                <a:gd name="csX7" fmla="*/ 78523 w 156553"/>
                <a:gd name="csY7" fmla="*/ 6044 h 153682"/>
                <a:gd name="csX8" fmla="*/ 135528 w 156553"/>
                <a:gd name="csY8" fmla="*/ 77466 h 153682"/>
                <a:gd name="csX9" fmla="*/ 78523 w 156553"/>
                <a:gd name="csY9" fmla="*/ 147399 h 153682"/>
                <a:gd name="csX10" fmla="*/ 122128 w 156553"/>
                <a:gd name="csY10" fmla="*/ 60673 h 153682"/>
                <a:gd name="csX11" fmla="*/ 114896 w 156553"/>
                <a:gd name="csY11" fmla="*/ 60673 h 153682"/>
                <a:gd name="csX12" fmla="*/ 114896 w 156553"/>
                <a:gd name="csY12" fmla="*/ 67900 h 153682"/>
                <a:gd name="csX13" fmla="*/ 42149 w 156553"/>
                <a:gd name="csY13" fmla="*/ 67900 h 153682"/>
                <a:gd name="csX14" fmla="*/ 42149 w 156553"/>
                <a:gd name="csY14" fmla="*/ 60673 h 153682"/>
                <a:gd name="csX15" fmla="*/ 34917 w 156553"/>
                <a:gd name="csY15" fmla="*/ 60673 h 153682"/>
                <a:gd name="csX16" fmla="*/ 34917 w 156553"/>
                <a:gd name="csY16" fmla="*/ 92558 h 153682"/>
                <a:gd name="csX17" fmla="*/ 42149 w 156553"/>
                <a:gd name="csY17" fmla="*/ 92558 h 153682"/>
                <a:gd name="csX18" fmla="*/ 42149 w 156553"/>
                <a:gd name="csY18" fmla="*/ 85330 h 153682"/>
                <a:gd name="csX19" fmla="*/ 114896 w 156553"/>
                <a:gd name="csY19" fmla="*/ 85330 h 153682"/>
                <a:gd name="csX20" fmla="*/ 114896 w 156553"/>
                <a:gd name="csY20" fmla="*/ 92558 h 153682"/>
                <a:gd name="csX21" fmla="*/ 122128 w 156553"/>
                <a:gd name="csY21" fmla="*/ 92558 h 153682"/>
                <a:gd name="csX22" fmla="*/ 122128 w 156553"/>
                <a:gd name="csY22" fmla="*/ 60673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53" h="153682">
                  <a:moveTo>
                    <a:pt x="156799" y="77678"/>
                  </a:moveTo>
                  <a:cubicBezTo>
                    <a:pt x="156799" y="35166"/>
                    <a:pt x="121915" y="93"/>
                    <a:pt x="78523" y="93"/>
                  </a:cubicBezTo>
                  <a:cubicBezTo>
                    <a:pt x="34917" y="93"/>
                    <a:pt x="246" y="35166"/>
                    <a:pt x="246" y="77678"/>
                  </a:cubicBezTo>
                  <a:cubicBezTo>
                    <a:pt x="246" y="119340"/>
                    <a:pt x="34917" y="153776"/>
                    <a:pt x="78523" y="153776"/>
                  </a:cubicBezTo>
                  <a:cubicBezTo>
                    <a:pt x="122128" y="153776"/>
                    <a:pt x="156799" y="119340"/>
                    <a:pt x="156799" y="77678"/>
                  </a:cubicBezTo>
                  <a:close/>
                  <a:moveTo>
                    <a:pt x="78523" y="147399"/>
                  </a:moveTo>
                  <a:cubicBezTo>
                    <a:pt x="52785" y="147399"/>
                    <a:pt x="21517" y="127418"/>
                    <a:pt x="21517" y="77466"/>
                  </a:cubicBezTo>
                  <a:cubicBezTo>
                    <a:pt x="21517" y="27513"/>
                    <a:pt x="52147" y="6044"/>
                    <a:pt x="78523" y="6044"/>
                  </a:cubicBezTo>
                  <a:cubicBezTo>
                    <a:pt x="104898" y="6044"/>
                    <a:pt x="135528" y="27513"/>
                    <a:pt x="135528" y="77466"/>
                  </a:cubicBezTo>
                  <a:cubicBezTo>
                    <a:pt x="135528" y="127630"/>
                    <a:pt x="104048" y="147399"/>
                    <a:pt x="78523" y="147399"/>
                  </a:cubicBezTo>
                  <a:close/>
                  <a:moveTo>
                    <a:pt x="122128" y="60673"/>
                  </a:moveTo>
                  <a:lnTo>
                    <a:pt x="114896" y="60673"/>
                  </a:lnTo>
                  <a:lnTo>
                    <a:pt x="114896" y="67900"/>
                  </a:lnTo>
                  <a:lnTo>
                    <a:pt x="42149" y="67900"/>
                  </a:lnTo>
                  <a:lnTo>
                    <a:pt x="42149" y="60673"/>
                  </a:lnTo>
                  <a:lnTo>
                    <a:pt x="34917" y="60673"/>
                  </a:lnTo>
                  <a:lnTo>
                    <a:pt x="34917" y="92558"/>
                  </a:lnTo>
                  <a:lnTo>
                    <a:pt x="42149" y="92558"/>
                  </a:lnTo>
                  <a:lnTo>
                    <a:pt x="42149" y="85330"/>
                  </a:lnTo>
                  <a:lnTo>
                    <a:pt x="114896" y="85330"/>
                  </a:lnTo>
                  <a:lnTo>
                    <a:pt x="114896" y="92558"/>
                  </a:lnTo>
                  <a:lnTo>
                    <a:pt x="122128" y="92558"/>
                  </a:lnTo>
                  <a:lnTo>
                    <a:pt x="122128" y="60673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0E1B276-EC4F-6AD0-8052-EC5CF1AA511E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9422059" y="5300308"/>
              <a:ext cx="70497" cy="303661"/>
            </a:xfrm>
            <a:custGeom>
              <a:avLst/>
              <a:gdLst>
                <a:gd name="csX0" fmla="*/ 70750 w 70497"/>
                <a:gd name="csY0" fmla="*/ 300716 h 303661"/>
                <a:gd name="csX1" fmla="*/ 65584 w 70497"/>
                <a:gd name="csY1" fmla="*/ 294035 h 303661"/>
                <a:gd name="csX2" fmla="*/ 17877 w 70497"/>
                <a:gd name="csY2" fmla="*/ 151922 h 303661"/>
                <a:gd name="csX3" fmla="*/ 66800 w 70497"/>
                <a:gd name="csY3" fmla="*/ 8290 h 303661"/>
                <a:gd name="csX4" fmla="*/ 70750 w 70497"/>
                <a:gd name="csY4" fmla="*/ 3128 h 303661"/>
                <a:gd name="csX5" fmla="*/ 67711 w 70497"/>
                <a:gd name="csY5" fmla="*/ 91 h 303661"/>
                <a:gd name="csX6" fmla="*/ 19396 w 70497"/>
                <a:gd name="csY6" fmla="*/ 59305 h 303661"/>
                <a:gd name="csX7" fmla="*/ 252 w 70497"/>
                <a:gd name="csY7" fmla="*/ 151922 h 303661"/>
                <a:gd name="csX8" fmla="*/ 20308 w 70497"/>
                <a:gd name="csY8" fmla="*/ 246664 h 303661"/>
                <a:gd name="csX9" fmla="*/ 67711 w 70497"/>
                <a:gd name="csY9" fmla="*/ 303752 h 303661"/>
                <a:gd name="csX10" fmla="*/ 70750 w 70497"/>
                <a:gd name="csY10" fmla="*/ 300716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97" h="303661">
                  <a:moveTo>
                    <a:pt x="70750" y="300716"/>
                  </a:moveTo>
                  <a:cubicBezTo>
                    <a:pt x="70750" y="299805"/>
                    <a:pt x="70750" y="299198"/>
                    <a:pt x="65584" y="294035"/>
                  </a:cubicBezTo>
                  <a:cubicBezTo>
                    <a:pt x="27601" y="255774"/>
                    <a:pt x="17877" y="198382"/>
                    <a:pt x="17877" y="151922"/>
                  </a:cubicBezTo>
                  <a:cubicBezTo>
                    <a:pt x="17877" y="99085"/>
                    <a:pt x="29424" y="46248"/>
                    <a:pt x="66800" y="8290"/>
                  </a:cubicBezTo>
                  <a:cubicBezTo>
                    <a:pt x="70750" y="4646"/>
                    <a:pt x="70750" y="4039"/>
                    <a:pt x="70750" y="3128"/>
                  </a:cubicBezTo>
                  <a:cubicBezTo>
                    <a:pt x="70750" y="1002"/>
                    <a:pt x="69535" y="91"/>
                    <a:pt x="67711" y="91"/>
                  </a:cubicBezTo>
                  <a:cubicBezTo>
                    <a:pt x="64673" y="91"/>
                    <a:pt x="37324" y="20740"/>
                    <a:pt x="19396" y="59305"/>
                  </a:cubicBezTo>
                  <a:cubicBezTo>
                    <a:pt x="3899" y="92708"/>
                    <a:pt x="252" y="126414"/>
                    <a:pt x="252" y="151922"/>
                  </a:cubicBezTo>
                  <a:cubicBezTo>
                    <a:pt x="252" y="175607"/>
                    <a:pt x="3595" y="212350"/>
                    <a:pt x="20308" y="246664"/>
                  </a:cubicBezTo>
                  <a:cubicBezTo>
                    <a:pt x="38540" y="284014"/>
                    <a:pt x="64673" y="303752"/>
                    <a:pt x="67711" y="303752"/>
                  </a:cubicBezTo>
                  <a:cubicBezTo>
                    <a:pt x="69535" y="303752"/>
                    <a:pt x="70750" y="302841"/>
                    <a:pt x="70750" y="300716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38B9D196-AA0F-FD10-85E4-E81072DAB9C9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9517441" y="5322476"/>
              <a:ext cx="206631" cy="205578"/>
            </a:xfrm>
            <a:custGeom>
              <a:avLst/>
              <a:gdLst>
                <a:gd name="csX0" fmla="*/ 122716 w 206631"/>
                <a:gd name="csY0" fmla="*/ 21347 h 205578"/>
                <a:gd name="csX1" fmla="*/ 129705 w 206631"/>
                <a:gd name="csY1" fmla="*/ 10112 h 205578"/>
                <a:gd name="csX2" fmla="*/ 148848 w 206631"/>
                <a:gd name="csY2" fmla="*/ 9505 h 205578"/>
                <a:gd name="csX3" fmla="*/ 193213 w 206631"/>
                <a:gd name="csY3" fmla="*/ 34405 h 205578"/>
                <a:gd name="csX4" fmla="*/ 190782 w 206631"/>
                <a:gd name="csY4" fmla="*/ 58698 h 205578"/>
                <a:gd name="csX5" fmla="*/ 189871 w 206631"/>
                <a:gd name="csY5" fmla="*/ 64467 h 205578"/>
                <a:gd name="csX6" fmla="*/ 193517 w 206631"/>
                <a:gd name="csY6" fmla="*/ 68415 h 205578"/>
                <a:gd name="csX7" fmla="*/ 198075 w 206631"/>
                <a:gd name="csY7" fmla="*/ 61431 h 205578"/>
                <a:gd name="csX8" fmla="*/ 206280 w 206631"/>
                <a:gd name="csY8" fmla="*/ 8594 h 205578"/>
                <a:gd name="csX9" fmla="*/ 206887 w 206631"/>
                <a:gd name="csY9" fmla="*/ 3431 h 205578"/>
                <a:gd name="csX10" fmla="*/ 198683 w 206631"/>
                <a:gd name="csY10" fmla="*/ 91 h 205578"/>
                <a:gd name="csX11" fmla="*/ 30036 w 206631"/>
                <a:gd name="csY11" fmla="*/ 91 h 205578"/>
                <a:gd name="csX12" fmla="*/ 20312 w 206631"/>
                <a:gd name="csY12" fmla="*/ 6164 h 205578"/>
                <a:gd name="csX13" fmla="*/ 2080 w 206631"/>
                <a:gd name="csY13" fmla="*/ 59609 h 205578"/>
                <a:gd name="csX14" fmla="*/ 256 w 206631"/>
                <a:gd name="csY14" fmla="*/ 65075 h 205578"/>
                <a:gd name="csX15" fmla="*/ 3903 w 206631"/>
                <a:gd name="csY15" fmla="*/ 68415 h 205578"/>
                <a:gd name="csX16" fmla="*/ 9069 w 206631"/>
                <a:gd name="csY16" fmla="*/ 62038 h 205578"/>
                <a:gd name="csX17" fmla="*/ 78351 w 206631"/>
                <a:gd name="csY17" fmla="*/ 9505 h 205578"/>
                <a:gd name="csX18" fmla="*/ 90202 w 206631"/>
                <a:gd name="csY18" fmla="*/ 9505 h 205578"/>
                <a:gd name="csX19" fmla="*/ 98710 w 206631"/>
                <a:gd name="csY19" fmla="*/ 13149 h 205578"/>
                <a:gd name="csX20" fmla="*/ 97494 w 206631"/>
                <a:gd name="csY20" fmla="*/ 19525 h 205578"/>
                <a:gd name="csX21" fmla="*/ 56776 w 206631"/>
                <a:gd name="csY21" fmla="*/ 181681 h 205578"/>
                <a:gd name="csX22" fmla="*/ 20616 w 206631"/>
                <a:gd name="csY22" fmla="*/ 196256 h 205578"/>
                <a:gd name="csX23" fmla="*/ 7853 w 206631"/>
                <a:gd name="csY23" fmla="*/ 202026 h 205578"/>
                <a:gd name="csX24" fmla="*/ 13019 w 206631"/>
                <a:gd name="csY24" fmla="*/ 205670 h 205578"/>
                <a:gd name="csX25" fmla="*/ 37936 w 206631"/>
                <a:gd name="csY25" fmla="*/ 205063 h 205578"/>
                <a:gd name="csX26" fmla="*/ 63765 w 206631"/>
                <a:gd name="csY26" fmla="*/ 204759 h 205578"/>
                <a:gd name="csX27" fmla="*/ 88986 w 206631"/>
                <a:gd name="csY27" fmla="*/ 205063 h 205578"/>
                <a:gd name="csX28" fmla="*/ 115423 w 206631"/>
                <a:gd name="csY28" fmla="*/ 205670 h 205578"/>
                <a:gd name="csX29" fmla="*/ 122108 w 206631"/>
                <a:gd name="csY29" fmla="*/ 199597 h 205578"/>
                <a:gd name="csX30" fmla="*/ 111776 w 206631"/>
                <a:gd name="csY30" fmla="*/ 196256 h 205578"/>
                <a:gd name="csX31" fmla="*/ 92329 w 206631"/>
                <a:gd name="csY31" fmla="*/ 195649 h 205578"/>
                <a:gd name="csX32" fmla="*/ 81086 w 206631"/>
                <a:gd name="csY32" fmla="*/ 188968 h 205578"/>
                <a:gd name="csX33" fmla="*/ 82301 w 206631"/>
                <a:gd name="csY33" fmla="*/ 182592 h 205578"/>
                <a:gd name="csX34" fmla="*/ 122716 w 206631"/>
                <a:gd name="csY34" fmla="*/ 21347 h 2055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06631" h="205578">
                  <a:moveTo>
                    <a:pt x="122716" y="21347"/>
                  </a:moveTo>
                  <a:cubicBezTo>
                    <a:pt x="124843" y="12845"/>
                    <a:pt x="126058" y="11023"/>
                    <a:pt x="129705" y="10112"/>
                  </a:cubicBezTo>
                  <a:cubicBezTo>
                    <a:pt x="132439" y="9505"/>
                    <a:pt x="142467" y="9505"/>
                    <a:pt x="148848" y="9505"/>
                  </a:cubicBezTo>
                  <a:cubicBezTo>
                    <a:pt x="179539" y="9505"/>
                    <a:pt x="193213" y="10719"/>
                    <a:pt x="193213" y="34405"/>
                  </a:cubicBezTo>
                  <a:cubicBezTo>
                    <a:pt x="193213" y="38960"/>
                    <a:pt x="191998" y="50803"/>
                    <a:pt x="190782" y="58698"/>
                  </a:cubicBezTo>
                  <a:cubicBezTo>
                    <a:pt x="190478" y="59912"/>
                    <a:pt x="189871" y="63556"/>
                    <a:pt x="189871" y="64467"/>
                  </a:cubicBezTo>
                  <a:cubicBezTo>
                    <a:pt x="189871" y="66289"/>
                    <a:pt x="190782" y="68415"/>
                    <a:pt x="193517" y="68415"/>
                  </a:cubicBezTo>
                  <a:cubicBezTo>
                    <a:pt x="196860" y="68415"/>
                    <a:pt x="197467" y="65986"/>
                    <a:pt x="198075" y="61431"/>
                  </a:cubicBezTo>
                  <a:lnTo>
                    <a:pt x="206280" y="8594"/>
                  </a:lnTo>
                  <a:cubicBezTo>
                    <a:pt x="206584" y="7379"/>
                    <a:pt x="206887" y="4342"/>
                    <a:pt x="206887" y="3431"/>
                  </a:cubicBezTo>
                  <a:cubicBezTo>
                    <a:pt x="206887" y="91"/>
                    <a:pt x="203849" y="91"/>
                    <a:pt x="198683" y="91"/>
                  </a:cubicBezTo>
                  <a:lnTo>
                    <a:pt x="30036" y="91"/>
                  </a:lnTo>
                  <a:cubicBezTo>
                    <a:pt x="22743" y="91"/>
                    <a:pt x="22439" y="395"/>
                    <a:pt x="20312" y="6164"/>
                  </a:cubicBezTo>
                  <a:lnTo>
                    <a:pt x="2080" y="59609"/>
                  </a:lnTo>
                  <a:cubicBezTo>
                    <a:pt x="1776" y="60216"/>
                    <a:pt x="256" y="64467"/>
                    <a:pt x="256" y="65075"/>
                  </a:cubicBezTo>
                  <a:cubicBezTo>
                    <a:pt x="256" y="66897"/>
                    <a:pt x="1776" y="68415"/>
                    <a:pt x="3903" y="68415"/>
                  </a:cubicBezTo>
                  <a:cubicBezTo>
                    <a:pt x="6941" y="68415"/>
                    <a:pt x="7245" y="66897"/>
                    <a:pt x="9069" y="62038"/>
                  </a:cubicBezTo>
                  <a:cubicBezTo>
                    <a:pt x="25477" y="14971"/>
                    <a:pt x="33378" y="9505"/>
                    <a:pt x="78351" y="9505"/>
                  </a:cubicBezTo>
                  <a:lnTo>
                    <a:pt x="90202" y="9505"/>
                  </a:lnTo>
                  <a:cubicBezTo>
                    <a:pt x="98710" y="9505"/>
                    <a:pt x="98710" y="10719"/>
                    <a:pt x="98710" y="13149"/>
                  </a:cubicBezTo>
                  <a:cubicBezTo>
                    <a:pt x="98710" y="14971"/>
                    <a:pt x="97798" y="18615"/>
                    <a:pt x="97494" y="19525"/>
                  </a:cubicBezTo>
                  <a:lnTo>
                    <a:pt x="56776" y="181681"/>
                  </a:lnTo>
                  <a:cubicBezTo>
                    <a:pt x="54041" y="192916"/>
                    <a:pt x="53130" y="196256"/>
                    <a:pt x="20616" y="196256"/>
                  </a:cubicBezTo>
                  <a:cubicBezTo>
                    <a:pt x="9676" y="196256"/>
                    <a:pt x="7853" y="196256"/>
                    <a:pt x="7853" y="202026"/>
                  </a:cubicBezTo>
                  <a:cubicBezTo>
                    <a:pt x="7853" y="205670"/>
                    <a:pt x="11196" y="205670"/>
                    <a:pt x="13019" y="205670"/>
                  </a:cubicBezTo>
                  <a:cubicBezTo>
                    <a:pt x="21223" y="205670"/>
                    <a:pt x="29732" y="205063"/>
                    <a:pt x="37936" y="205063"/>
                  </a:cubicBezTo>
                  <a:cubicBezTo>
                    <a:pt x="46444" y="205063"/>
                    <a:pt x="55257" y="204759"/>
                    <a:pt x="63765" y="204759"/>
                  </a:cubicBezTo>
                  <a:cubicBezTo>
                    <a:pt x="72273" y="204759"/>
                    <a:pt x="80782" y="205063"/>
                    <a:pt x="88986" y="205063"/>
                  </a:cubicBezTo>
                  <a:cubicBezTo>
                    <a:pt x="97798" y="205063"/>
                    <a:pt x="106914" y="205670"/>
                    <a:pt x="115423" y="205670"/>
                  </a:cubicBezTo>
                  <a:cubicBezTo>
                    <a:pt x="118461" y="205670"/>
                    <a:pt x="122108" y="205670"/>
                    <a:pt x="122108" y="199597"/>
                  </a:cubicBezTo>
                  <a:cubicBezTo>
                    <a:pt x="122108" y="196256"/>
                    <a:pt x="119677" y="196256"/>
                    <a:pt x="111776" y="196256"/>
                  </a:cubicBezTo>
                  <a:cubicBezTo>
                    <a:pt x="104180" y="196256"/>
                    <a:pt x="100229" y="196256"/>
                    <a:pt x="92329" y="195649"/>
                  </a:cubicBezTo>
                  <a:cubicBezTo>
                    <a:pt x="83517" y="194738"/>
                    <a:pt x="81086" y="193827"/>
                    <a:pt x="81086" y="188968"/>
                  </a:cubicBezTo>
                  <a:cubicBezTo>
                    <a:pt x="81086" y="188665"/>
                    <a:pt x="81086" y="187147"/>
                    <a:pt x="82301" y="182592"/>
                  </a:cubicBezTo>
                  <a:lnTo>
                    <a:pt x="122716" y="21347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55496E8-63CC-CB26-9FEC-269548285239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9697719" y="5432674"/>
              <a:ext cx="64450" cy="143054"/>
            </a:xfrm>
            <a:custGeom>
              <a:avLst/>
              <a:gdLst>
                <a:gd name="csX0" fmla="*/ 59182 w 64450"/>
                <a:gd name="csY0" fmla="*/ 8170 h 143054"/>
                <a:gd name="csX1" fmla="*/ 50674 w 64450"/>
                <a:gd name="csY1" fmla="*/ 93 h 143054"/>
                <a:gd name="csX2" fmla="*/ 38762 w 64450"/>
                <a:gd name="csY2" fmla="*/ 11784 h 143054"/>
                <a:gd name="csX3" fmla="*/ 47271 w 64450"/>
                <a:gd name="csY3" fmla="*/ 19861 h 143054"/>
                <a:gd name="csX4" fmla="*/ 59182 w 64450"/>
                <a:gd name="csY4" fmla="*/ 8170 h 143054"/>
                <a:gd name="csX5" fmla="*/ 15790 w 64450"/>
                <a:gd name="csY5" fmla="*/ 116152 h 143054"/>
                <a:gd name="csX6" fmla="*/ 13875 w 64450"/>
                <a:gd name="csY6" fmla="*/ 125080 h 143054"/>
                <a:gd name="csX7" fmla="*/ 34083 w 64450"/>
                <a:gd name="csY7" fmla="*/ 143147 h 143054"/>
                <a:gd name="csX8" fmla="*/ 64713 w 64450"/>
                <a:gd name="csY8" fmla="*/ 110625 h 143054"/>
                <a:gd name="csX9" fmla="*/ 61309 w 64450"/>
                <a:gd name="csY9" fmla="*/ 107862 h 143054"/>
                <a:gd name="csX10" fmla="*/ 57268 w 64450"/>
                <a:gd name="csY10" fmla="*/ 111476 h 143054"/>
                <a:gd name="csX11" fmla="*/ 34721 w 64450"/>
                <a:gd name="csY11" fmla="*/ 137196 h 143054"/>
                <a:gd name="csX12" fmla="*/ 29403 w 64450"/>
                <a:gd name="csY12" fmla="*/ 129756 h 143054"/>
                <a:gd name="csX13" fmla="*/ 32807 w 64450"/>
                <a:gd name="csY13" fmla="*/ 116152 h 143054"/>
                <a:gd name="csX14" fmla="*/ 39613 w 64450"/>
                <a:gd name="csY14" fmla="*/ 99147 h 143054"/>
                <a:gd name="csX15" fmla="*/ 50036 w 64450"/>
                <a:gd name="csY15" fmla="*/ 72151 h 143054"/>
                <a:gd name="csX16" fmla="*/ 51312 w 64450"/>
                <a:gd name="csY16" fmla="*/ 65349 h 143054"/>
                <a:gd name="csX17" fmla="*/ 31105 w 64450"/>
                <a:gd name="csY17" fmla="*/ 47282 h 143054"/>
                <a:gd name="csX18" fmla="*/ 262 w 64450"/>
                <a:gd name="csY18" fmla="*/ 79804 h 143054"/>
                <a:gd name="csX19" fmla="*/ 3878 w 64450"/>
                <a:gd name="csY19" fmla="*/ 82567 h 143054"/>
                <a:gd name="csX20" fmla="*/ 7707 w 64450"/>
                <a:gd name="csY20" fmla="*/ 79166 h 143054"/>
                <a:gd name="csX21" fmla="*/ 30467 w 64450"/>
                <a:gd name="csY21" fmla="*/ 53233 h 143054"/>
                <a:gd name="csX22" fmla="*/ 35784 w 64450"/>
                <a:gd name="csY22" fmla="*/ 60673 h 143054"/>
                <a:gd name="csX23" fmla="*/ 29190 w 64450"/>
                <a:gd name="csY23" fmla="*/ 81929 h 143054"/>
                <a:gd name="csX24" fmla="*/ 15790 w 64450"/>
                <a:gd name="csY24" fmla="*/ 116152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450" h="143054">
                  <a:moveTo>
                    <a:pt x="59182" y="8170"/>
                  </a:moveTo>
                  <a:cubicBezTo>
                    <a:pt x="59182" y="4769"/>
                    <a:pt x="56630" y="93"/>
                    <a:pt x="50674" y="93"/>
                  </a:cubicBezTo>
                  <a:cubicBezTo>
                    <a:pt x="44931" y="93"/>
                    <a:pt x="38762" y="5619"/>
                    <a:pt x="38762" y="11784"/>
                  </a:cubicBezTo>
                  <a:cubicBezTo>
                    <a:pt x="38762" y="15397"/>
                    <a:pt x="41528" y="19861"/>
                    <a:pt x="47271" y="19861"/>
                  </a:cubicBezTo>
                  <a:cubicBezTo>
                    <a:pt x="53439" y="19861"/>
                    <a:pt x="59182" y="13909"/>
                    <a:pt x="59182" y="8170"/>
                  </a:cubicBezTo>
                  <a:close/>
                  <a:moveTo>
                    <a:pt x="15790" y="116152"/>
                  </a:moveTo>
                  <a:cubicBezTo>
                    <a:pt x="14939" y="118915"/>
                    <a:pt x="13875" y="121466"/>
                    <a:pt x="13875" y="125080"/>
                  </a:cubicBezTo>
                  <a:cubicBezTo>
                    <a:pt x="13875" y="135070"/>
                    <a:pt x="22384" y="143147"/>
                    <a:pt x="34083" y="143147"/>
                  </a:cubicBezTo>
                  <a:cubicBezTo>
                    <a:pt x="55354" y="143147"/>
                    <a:pt x="64713" y="113814"/>
                    <a:pt x="64713" y="110625"/>
                  </a:cubicBezTo>
                  <a:cubicBezTo>
                    <a:pt x="64713" y="107862"/>
                    <a:pt x="61948" y="107862"/>
                    <a:pt x="61309" y="107862"/>
                  </a:cubicBezTo>
                  <a:cubicBezTo>
                    <a:pt x="58332" y="107862"/>
                    <a:pt x="58119" y="109137"/>
                    <a:pt x="57268" y="111476"/>
                  </a:cubicBezTo>
                  <a:cubicBezTo>
                    <a:pt x="52376" y="128481"/>
                    <a:pt x="43017" y="137196"/>
                    <a:pt x="34721" y="137196"/>
                  </a:cubicBezTo>
                  <a:cubicBezTo>
                    <a:pt x="30467" y="137196"/>
                    <a:pt x="29403" y="134432"/>
                    <a:pt x="29403" y="129756"/>
                  </a:cubicBezTo>
                  <a:cubicBezTo>
                    <a:pt x="29403" y="124867"/>
                    <a:pt x="30892" y="120828"/>
                    <a:pt x="32807" y="116152"/>
                  </a:cubicBezTo>
                  <a:cubicBezTo>
                    <a:pt x="34934" y="110413"/>
                    <a:pt x="37273" y="104674"/>
                    <a:pt x="39613" y="99147"/>
                  </a:cubicBezTo>
                  <a:cubicBezTo>
                    <a:pt x="41528" y="94045"/>
                    <a:pt x="49185" y="74702"/>
                    <a:pt x="50036" y="72151"/>
                  </a:cubicBezTo>
                  <a:cubicBezTo>
                    <a:pt x="50674" y="70026"/>
                    <a:pt x="51312" y="67475"/>
                    <a:pt x="51312" y="65349"/>
                  </a:cubicBezTo>
                  <a:cubicBezTo>
                    <a:pt x="51312" y="55359"/>
                    <a:pt x="42804" y="47282"/>
                    <a:pt x="31105" y="47282"/>
                  </a:cubicBezTo>
                  <a:cubicBezTo>
                    <a:pt x="10047" y="47282"/>
                    <a:pt x="262" y="76190"/>
                    <a:pt x="262" y="79804"/>
                  </a:cubicBezTo>
                  <a:cubicBezTo>
                    <a:pt x="262" y="82567"/>
                    <a:pt x="3240" y="82567"/>
                    <a:pt x="3878" y="82567"/>
                  </a:cubicBezTo>
                  <a:cubicBezTo>
                    <a:pt x="6856" y="82567"/>
                    <a:pt x="7069" y="81504"/>
                    <a:pt x="7707" y="79166"/>
                  </a:cubicBezTo>
                  <a:cubicBezTo>
                    <a:pt x="13237" y="60886"/>
                    <a:pt x="22597" y="53233"/>
                    <a:pt x="30467" y="53233"/>
                  </a:cubicBezTo>
                  <a:cubicBezTo>
                    <a:pt x="33870" y="53233"/>
                    <a:pt x="35784" y="54934"/>
                    <a:pt x="35784" y="60673"/>
                  </a:cubicBezTo>
                  <a:cubicBezTo>
                    <a:pt x="35784" y="65562"/>
                    <a:pt x="34508" y="68750"/>
                    <a:pt x="29190" y="81929"/>
                  </a:cubicBezTo>
                  <a:lnTo>
                    <a:pt x="15790" y="116152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185B0B09-D0B0-8E6B-6A79-96D343EF0263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9909455" y="5300308"/>
              <a:ext cx="12154" cy="303661"/>
            </a:xfrm>
            <a:custGeom>
              <a:avLst/>
              <a:gdLst>
                <a:gd name="csX0" fmla="*/ 12423 w 12154"/>
                <a:gd name="csY0" fmla="*/ 11023 h 303661"/>
                <a:gd name="csX1" fmla="*/ 6346 w 12154"/>
                <a:gd name="csY1" fmla="*/ 91 h 303661"/>
                <a:gd name="csX2" fmla="*/ 268 w 12154"/>
                <a:gd name="csY2" fmla="*/ 11023 h 303661"/>
                <a:gd name="csX3" fmla="*/ 268 w 12154"/>
                <a:gd name="csY3" fmla="*/ 292821 h 303661"/>
                <a:gd name="csX4" fmla="*/ 6346 w 12154"/>
                <a:gd name="csY4" fmla="*/ 303752 h 303661"/>
                <a:gd name="csX5" fmla="*/ 12423 w 12154"/>
                <a:gd name="csY5" fmla="*/ 292821 h 303661"/>
                <a:gd name="csX6" fmla="*/ 12423 w 12154"/>
                <a:gd name="csY6" fmla="*/ 11023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54" h="303661">
                  <a:moveTo>
                    <a:pt x="12423" y="11023"/>
                  </a:moveTo>
                  <a:cubicBezTo>
                    <a:pt x="12423" y="5557"/>
                    <a:pt x="12423" y="91"/>
                    <a:pt x="6346" y="91"/>
                  </a:cubicBezTo>
                  <a:cubicBezTo>
                    <a:pt x="268" y="91"/>
                    <a:pt x="268" y="5557"/>
                    <a:pt x="268" y="11023"/>
                  </a:cubicBezTo>
                  <a:lnTo>
                    <a:pt x="268" y="292821"/>
                  </a:lnTo>
                  <a:cubicBezTo>
                    <a:pt x="268" y="298287"/>
                    <a:pt x="268" y="303752"/>
                    <a:pt x="6346" y="303752"/>
                  </a:cubicBezTo>
                  <a:cubicBezTo>
                    <a:pt x="12423" y="303752"/>
                    <a:pt x="12423" y="298287"/>
                    <a:pt x="12423" y="292821"/>
                  </a:cubicBezTo>
                  <a:lnTo>
                    <a:pt x="12423" y="11023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39BD8EE6-F97F-51EE-B99D-83FBB9FF17BE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10052441" y="5320654"/>
              <a:ext cx="140691" cy="207400"/>
            </a:xfrm>
            <a:custGeom>
              <a:avLst/>
              <a:gdLst>
                <a:gd name="csX0" fmla="*/ 103589 w 140691"/>
                <a:gd name="csY0" fmla="*/ 23473 h 207400"/>
                <a:gd name="csX1" fmla="*/ 131241 w 140691"/>
                <a:gd name="csY1" fmla="*/ 9505 h 207400"/>
                <a:gd name="csX2" fmla="*/ 140965 w 140691"/>
                <a:gd name="csY2" fmla="*/ 3735 h 207400"/>
                <a:gd name="csX3" fmla="*/ 136407 w 140691"/>
                <a:gd name="csY3" fmla="*/ 91 h 207400"/>
                <a:gd name="csX4" fmla="*/ 96296 w 140691"/>
                <a:gd name="csY4" fmla="*/ 1002 h 207400"/>
                <a:gd name="csX5" fmla="*/ 55882 w 140691"/>
                <a:gd name="csY5" fmla="*/ 91 h 207400"/>
                <a:gd name="csX6" fmla="*/ 49804 w 140691"/>
                <a:gd name="csY6" fmla="*/ 6164 h 207400"/>
                <a:gd name="csX7" fmla="*/ 58313 w 140691"/>
                <a:gd name="csY7" fmla="*/ 9505 h 207400"/>
                <a:gd name="csX8" fmla="*/ 79280 w 140691"/>
                <a:gd name="csY8" fmla="*/ 15274 h 207400"/>
                <a:gd name="csX9" fmla="*/ 78672 w 140691"/>
                <a:gd name="csY9" fmla="*/ 20133 h 207400"/>
                <a:gd name="csX10" fmla="*/ 37650 w 140691"/>
                <a:gd name="csY10" fmla="*/ 183806 h 207400"/>
                <a:gd name="csX11" fmla="*/ 9998 w 140691"/>
                <a:gd name="csY11" fmla="*/ 198078 h 207400"/>
                <a:gd name="csX12" fmla="*/ 274 w 140691"/>
                <a:gd name="csY12" fmla="*/ 204152 h 207400"/>
                <a:gd name="csX13" fmla="*/ 4832 w 140691"/>
                <a:gd name="csY13" fmla="*/ 207492 h 207400"/>
                <a:gd name="csX14" fmla="*/ 44639 w 140691"/>
                <a:gd name="csY14" fmla="*/ 206581 h 207400"/>
                <a:gd name="csX15" fmla="*/ 85357 w 140691"/>
                <a:gd name="csY15" fmla="*/ 207492 h 207400"/>
                <a:gd name="csX16" fmla="*/ 91435 w 140691"/>
                <a:gd name="csY16" fmla="*/ 201722 h 207400"/>
                <a:gd name="csX17" fmla="*/ 82318 w 140691"/>
                <a:gd name="csY17" fmla="*/ 198078 h 207400"/>
                <a:gd name="csX18" fmla="*/ 69252 w 140691"/>
                <a:gd name="csY18" fmla="*/ 197471 h 207400"/>
                <a:gd name="csX19" fmla="*/ 61655 w 140691"/>
                <a:gd name="csY19" fmla="*/ 192309 h 207400"/>
                <a:gd name="csX20" fmla="*/ 62871 w 140691"/>
                <a:gd name="csY20" fmla="*/ 185325 h 207400"/>
                <a:gd name="csX21" fmla="*/ 103589 w 140691"/>
                <a:gd name="csY21" fmla="*/ 23473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0691" h="207400">
                  <a:moveTo>
                    <a:pt x="103589" y="23473"/>
                  </a:moveTo>
                  <a:cubicBezTo>
                    <a:pt x="106324" y="12541"/>
                    <a:pt x="107236" y="9505"/>
                    <a:pt x="131241" y="9505"/>
                  </a:cubicBezTo>
                  <a:cubicBezTo>
                    <a:pt x="138534" y="9505"/>
                    <a:pt x="140965" y="9505"/>
                    <a:pt x="140965" y="3735"/>
                  </a:cubicBezTo>
                  <a:cubicBezTo>
                    <a:pt x="140965" y="91"/>
                    <a:pt x="137623" y="91"/>
                    <a:pt x="136407" y="91"/>
                  </a:cubicBezTo>
                  <a:cubicBezTo>
                    <a:pt x="127595" y="91"/>
                    <a:pt x="105109" y="1002"/>
                    <a:pt x="96296" y="1002"/>
                  </a:cubicBezTo>
                  <a:cubicBezTo>
                    <a:pt x="87180" y="1002"/>
                    <a:pt x="64998" y="91"/>
                    <a:pt x="55882" y="91"/>
                  </a:cubicBezTo>
                  <a:cubicBezTo>
                    <a:pt x="53755" y="91"/>
                    <a:pt x="49804" y="91"/>
                    <a:pt x="49804" y="6164"/>
                  </a:cubicBezTo>
                  <a:cubicBezTo>
                    <a:pt x="49804" y="9505"/>
                    <a:pt x="52539" y="9505"/>
                    <a:pt x="58313" y="9505"/>
                  </a:cubicBezTo>
                  <a:cubicBezTo>
                    <a:pt x="71075" y="9505"/>
                    <a:pt x="79280" y="9505"/>
                    <a:pt x="79280" y="15274"/>
                  </a:cubicBezTo>
                  <a:cubicBezTo>
                    <a:pt x="79280" y="16793"/>
                    <a:pt x="79280" y="17400"/>
                    <a:pt x="78672" y="20133"/>
                  </a:cubicBezTo>
                  <a:lnTo>
                    <a:pt x="37650" y="183806"/>
                  </a:lnTo>
                  <a:cubicBezTo>
                    <a:pt x="34915" y="195042"/>
                    <a:pt x="34003" y="198078"/>
                    <a:pt x="9998" y="198078"/>
                  </a:cubicBezTo>
                  <a:cubicBezTo>
                    <a:pt x="3009" y="198078"/>
                    <a:pt x="274" y="198078"/>
                    <a:pt x="274" y="204152"/>
                  </a:cubicBezTo>
                  <a:cubicBezTo>
                    <a:pt x="274" y="207492"/>
                    <a:pt x="3920" y="207492"/>
                    <a:pt x="4832" y="207492"/>
                  </a:cubicBezTo>
                  <a:cubicBezTo>
                    <a:pt x="13644" y="207492"/>
                    <a:pt x="35826" y="206581"/>
                    <a:pt x="44639" y="206581"/>
                  </a:cubicBezTo>
                  <a:cubicBezTo>
                    <a:pt x="53755" y="206581"/>
                    <a:pt x="76241" y="207492"/>
                    <a:pt x="85357" y="207492"/>
                  </a:cubicBezTo>
                  <a:cubicBezTo>
                    <a:pt x="87788" y="207492"/>
                    <a:pt x="91435" y="207492"/>
                    <a:pt x="91435" y="201722"/>
                  </a:cubicBezTo>
                  <a:cubicBezTo>
                    <a:pt x="91435" y="198078"/>
                    <a:pt x="89004" y="198078"/>
                    <a:pt x="82318" y="198078"/>
                  </a:cubicBezTo>
                  <a:cubicBezTo>
                    <a:pt x="76849" y="198078"/>
                    <a:pt x="75329" y="198078"/>
                    <a:pt x="69252" y="197471"/>
                  </a:cubicBezTo>
                  <a:cubicBezTo>
                    <a:pt x="62871" y="196864"/>
                    <a:pt x="61655" y="195649"/>
                    <a:pt x="61655" y="192309"/>
                  </a:cubicBezTo>
                  <a:cubicBezTo>
                    <a:pt x="61655" y="189879"/>
                    <a:pt x="62263" y="187450"/>
                    <a:pt x="62871" y="185325"/>
                  </a:cubicBezTo>
                  <a:lnTo>
                    <a:pt x="103589" y="23473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14B572EF-0F9E-4420-5276-5313182AF92A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10185683" y="5432674"/>
              <a:ext cx="64450" cy="143054"/>
            </a:xfrm>
            <a:custGeom>
              <a:avLst/>
              <a:gdLst>
                <a:gd name="csX0" fmla="*/ 59198 w 64450"/>
                <a:gd name="csY0" fmla="*/ 8170 h 143054"/>
                <a:gd name="csX1" fmla="*/ 50690 w 64450"/>
                <a:gd name="csY1" fmla="*/ 93 h 143054"/>
                <a:gd name="csX2" fmla="*/ 38778 w 64450"/>
                <a:gd name="csY2" fmla="*/ 11784 h 143054"/>
                <a:gd name="csX3" fmla="*/ 47287 w 64450"/>
                <a:gd name="csY3" fmla="*/ 19861 h 143054"/>
                <a:gd name="csX4" fmla="*/ 59198 w 64450"/>
                <a:gd name="csY4" fmla="*/ 8170 h 143054"/>
                <a:gd name="csX5" fmla="*/ 15806 w 64450"/>
                <a:gd name="csY5" fmla="*/ 116152 h 143054"/>
                <a:gd name="csX6" fmla="*/ 13891 w 64450"/>
                <a:gd name="csY6" fmla="*/ 125080 h 143054"/>
                <a:gd name="csX7" fmla="*/ 34099 w 64450"/>
                <a:gd name="csY7" fmla="*/ 143147 h 143054"/>
                <a:gd name="csX8" fmla="*/ 64729 w 64450"/>
                <a:gd name="csY8" fmla="*/ 110625 h 143054"/>
                <a:gd name="csX9" fmla="*/ 61325 w 64450"/>
                <a:gd name="csY9" fmla="*/ 107862 h 143054"/>
                <a:gd name="csX10" fmla="*/ 57284 w 64450"/>
                <a:gd name="csY10" fmla="*/ 111476 h 143054"/>
                <a:gd name="csX11" fmla="*/ 34737 w 64450"/>
                <a:gd name="csY11" fmla="*/ 137196 h 143054"/>
                <a:gd name="csX12" fmla="*/ 29419 w 64450"/>
                <a:gd name="csY12" fmla="*/ 129756 h 143054"/>
                <a:gd name="csX13" fmla="*/ 32823 w 64450"/>
                <a:gd name="csY13" fmla="*/ 116152 h 143054"/>
                <a:gd name="csX14" fmla="*/ 39629 w 64450"/>
                <a:gd name="csY14" fmla="*/ 99147 h 143054"/>
                <a:gd name="csX15" fmla="*/ 50052 w 64450"/>
                <a:gd name="csY15" fmla="*/ 72151 h 143054"/>
                <a:gd name="csX16" fmla="*/ 51328 w 64450"/>
                <a:gd name="csY16" fmla="*/ 65349 h 143054"/>
                <a:gd name="csX17" fmla="*/ 31121 w 64450"/>
                <a:gd name="csY17" fmla="*/ 47282 h 143054"/>
                <a:gd name="csX18" fmla="*/ 278 w 64450"/>
                <a:gd name="csY18" fmla="*/ 79804 h 143054"/>
                <a:gd name="csX19" fmla="*/ 3894 w 64450"/>
                <a:gd name="csY19" fmla="*/ 82567 h 143054"/>
                <a:gd name="csX20" fmla="*/ 7723 w 64450"/>
                <a:gd name="csY20" fmla="*/ 79166 h 143054"/>
                <a:gd name="csX21" fmla="*/ 30483 w 64450"/>
                <a:gd name="csY21" fmla="*/ 53233 h 143054"/>
                <a:gd name="csX22" fmla="*/ 35800 w 64450"/>
                <a:gd name="csY22" fmla="*/ 60673 h 143054"/>
                <a:gd name="csX23" fmla="*/ 29206 w 64450"/>
                <a:gd name="csY23" fmla="*/ 81929 h 143054"/>
                <a:gd name="csX24" fmla="*/ 15806 w 64450"/>
                <a:gd name="csY24" fmla="*/ 116152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450" h="143054">
                  <a:moveTo>
                    <a:pt x="59198" y="8170"/>
                  </a:moveTo>
                  <a:cubicBezTo>
                    <a:pt x="59198" y="4769"/>
                    <a:pt x="56646" y="93"/>
                    <a:pt x="50690" y="93"/>
                  </a:cubicBezTo>
                  <a:cubicBezTo>
                    <a:pt x="44947" y="93"/>
                    <a:pt x="38778" y="5619"/>
                    <a:pt x="38778" y="11784"/>
                  </a:cubicBezTo>
                  <a:cubicBezTo>
                    <a:pt x="38778" y="15397"/>
                    <a:pt x="41544" y="19861"/>
                    <a:pt x="47287" y="19861"/>
                  </a:cubicBezTo>
                  <a:cubicBezTo>
                    <a:pt x="53455" y="19861"/>
                    <a:pt x="59198" y="13909"/>
                    <a:pt x="59198" y="8170"/>
                  </a:cubicBezTo>
                  <a:close/>
                  <a:moveTo>
                    <a:pt x="15806" y="116152"/>
                  </a:moveTo>
                  <a:cubicBezTo>
                    <a:pt x="14955" y="118915"/>
                    <a:pt x="13891" y="121466"/>
                    <a:pt x="13891" y="125080"/>
                  </a:cubicBezTo>
                  <a:cubicBezTo>
                    <a:pt x="13891" y="135070"/>
                    <a:pt x="22400" y="143147"/>
                    <a:pt x="34099" y="143147"/>
                  </a:cubicBezTo>
                  <a:cubicBezTo>
                    <a:pt x="55370" y="143147"/>
                    <a:pt x="64729" y="113814"/>
                    <a:pt x="64729" y="110625"/>
                  </a:cubicBezTo>
                  <a:cubicBezTo>
                    <a:pt x="64729" y="107862"/>
                    <a:pt x="61964" y="107862"/>
                    <a:pt x="61325" y="107862"/>
                  </a:cubicBezTo>
                  <a:cubicBezTo>
                    <a:pt x="58348" y="107862"/>
                    <a:pt x="58135" y="109137"/>
                    <a:pt x="57284" y="111476"/>
                  </a:cubicBezTo>
                  <a:cubicBezTo>
                    <a:pt x="52392" y="128481"/>
                    <a:pt x="43033" y="137196"/>
                    <a:pt x="34737" y="137196"/>
                  </a:cubicBezTo>
                  <a:cubicBezTo>
                    <a:pt x="30483" y="137196"/>
                    <a:pt x="29419" y="134432"/>
                    <a:pt x="29419" y="129756"/>
                  </a:cubicBezTo>
                  <a:cubicBezTo>
                    <a:pt x="29419" y="124867"/>
                    <a:pt x="30908" y="120828"/>
                    <a:pt x="32823" y="116152"/>
                  </a:cubicBezTo>
                  <a:cubicBezTo>
                    <a:pt x="34950" y="110413"/>
                    <a:pt x="37289" y="104674"/>
                    <a:pt x="39629" y="99147"/>
                  </a:cubicBezTo>
                  <a:cubicBezTo>
                    <a:pt x="41544" y="94045"/>
                    <a:pt x="49201" y="74702"/>
                    <a:pt x="50052" y="72151"/>
                  </a:cubicBezTo>
                  <a:cubicBezTo>
                    <a:pt x="50690" y="70026"/>
                    <a:pt x="51328" y="67475"/>
                    <a:pt x="51328" y="65349"/>
                  </a:cubicBezTo>
                  <a:cubicBezTo>
                    <a:pt x="51328" y="55359"/>
                    <a:pt x="42820" y="47282"/>
                    <a:pt x="31121" y="47282"/>
                  </a:cubicBezTo>
                  <a:cubicBezTo>
                    <a:pt x="10063" y="47282"/>
                    <a:pt x="278" y="76190"/>
                    <a:pt x="278" y="79804"/>
                  </a:cubicBezTo>
                  <a:cubicBezTo>
                    <a:pt x="278" y="82567"/>
                    <a:pt x="3256" y="82567"/>
                    <a:pt x="3894" y="82567"/>
                  </a:cubicBezTo>
                  <a:cubicBezTo>
                    <a:pt x="6872" y="82567"/>
                    <a:pt x="7085" y="81504"/>
                    <a:pt x="7723" y="79166"/>
                  </a:cubicBezTo>
                  <a:cubicBezTo>
                    <a:pt x="13253" y="60886"/>
                    <a:pt x="22613" y="53233"/>
                    <a:pt x="30483" y="53233"/>
                  </a:cubicBezTo>
                  <a:cubicBezTo>
                    <a:pt x="33886" y="53233"/>
                    <a:pt x="35800" y="54934"/>
                    <a:pt x="35800" y="60673"/>
                  </a:cubicBezTo>
                  <a:cubicBezTo>
                    <a:pt x="35800" y="65562"/>
                    <a:pt x="34524" y="68750"/>
                    <a:pt x="29206" y="81929"/>
                  </a:cubicBezTo>
                  <a:lnTo>
                    <a:pt x="15806" y="116152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E27613E-14C3-69AF-71E9-0446093B2E6D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10302985" y="5397176"/>
              <a:ext cx="33121" cy="189484"/>
            </a:xfrm>
            <a:custGeom>
              <a:avLst/>
              <a:gdLst>
                <a:gd name="csX0" fmla="*/ 32492 w 33121"/>
                <a:gd name="csY0" fmla="*/ 16185 h 189484"/>
                <a:gd name="csX1" fmla="*/ 16387 w 33121"/>
                <a:gd name="csY1" fmla="*/ 91 h 189484"/>
                <a:gd name="csX2" fmla="*/ 281 w 33121"/>
                <a:gd name="csY2" fmla="*/ 16185 h 189484"/>
                <a:gd name="csX3" fmla="*/ 16387 w 33121"/>
                <a:gd name="csY3" fmla="*/ 32279 h 189484"/>
                <a:gd name="csX4" fmla="*/ 32492 w 33121"/>
                <a:gd name="csY4" fmla="*/ 16185 h 189484"/>
                <a:gd name="csX5" fmla="*/ 26718 w 33121"/>
                <a:gd name="csY5" fmla="*/ 127629 h 189484"/>
                <a:gd name="csX6" fmla="*/ 7270 w 33121"/>
                <a:gd name="csY6" fmla="*/ 182288 h 189484"/>
                <a:gd name="csX7" fmla="*/ 5143 w 33121"/>
                <a:gd name="csY7" fmla="*/ 186236 h 189484"/>
                <a:gd name="csX8" fmla="*/ 8182 w 33121"/>
                <a:gd name="csY8" fmla="*/ 189576 h 189484"/>
                <a:gd name="csX9" fmla="*/ 33403 w 33121"/>
                <a:gd name="csY9" fmla="*/ 130058 h 189484"/>
                <a:gd name="csX10" fmla="*/ 16387 w 33121"/>
                <a:gd name="csY10" fmla="*/ 98781 h 189484"/>
                <a:gd name="csX11" fmla="*/ 281 w 33121"/>
                <a:gd name="csY11" fmla="*/ 114875 h 189484"/>
                <a:gd name="csX12" fmla="*/ 16387 w 33121"/>
                <a:gd name="csY12" fmla="*/ 130969 h 189484"/>
                <a:gd name="csX13" fmla="*/ 18817 w 33121"/>
                <a:gd name="csY13" fmla="*/ 130666 h 189484"/>
                <a:gd name="csX14" fmla="*/ 26718 w 33121"/>
                <a:gd name="csY14" fmla="*/ 127629 h 189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33121" h="189484">
                  <a:moveTo>
                    <a:pt x="32492" y="16185"/>
                  </a:moveTo>
                  <a:cubicBezTo>
                    <a:pt x="32492" y="7379"/>
                    <a:pt x="25199" y="91"/>
                    <a:pt x="16387" y="91"/>
                  </a:cubicBezTo>
                  <a:cubicBezTo>
                    <a:pt x="7574" y="91"/>
                    <a:pt x="281" y="7379"/>
                    <a:pt x="281" y="16185"/>
                  </a:cubicBezTo>
                  <a:cubicBezTo>
                    <a:pt x="281" y="24991"/>
                    <a:pt x="7574" y="32279"/>
                    <a:pt x="16387" y="32279"/>
                  </a:cubicBezTo>
                  <a:cubicBezTo>
                    <a:pt x="25199" y="32279"/>
                    <a:pt x="32492" y="24991"/>
                    <a:pt x="32492" y="16185"/>
                  </a:cubicBezTo>
                  <a:close/>
                  <a:moveTo>
                    <a:pt x="26718" y="127629"/>
                  </a:moveTo>
                  <a:cubicBezTo>
                    <a:pt x="26718" y="136131"/>
                    <a:pt x="26718" y="159817"/>
                    <a:pt x="7270" y="182288"/>
                  </a:cubicBezTo>
                  <a:cubicBezTo>
                    <a:pt x="5143" y="184717"/>
                    <a:pt x="5143" y="185325"/>
                    <a:pt x="5143" y="186236"/>
                  </a:cubicBezTo>
                  <a:cubicBezTo>
                    <a:pt x="5143" y="188361"/>
                    <a:pt x="6663" y="189576"/>
                    <a:pt x="8182" y="189576"/>
                  </a:cubicBezTo>
                  <a:cubicBezTo>
                    <a:pt x="11525" y="189576"/>
                    <a:pt x="33403" y="165283"/>
                    <a:pt x="33403" y="130058"/>
                  </a:cubicBezTo>
                  <a:cubicBezTo>
                    <a:pt x="33403" y="121252"/>
                    <a:pt x="32795" y="98781"/>
                    <a:pt x="16387" y="98781"/>
                  </a:cubicBezTo>
                  <a:cubicBezTo>
                    <a:pt x="5751" y="98781"/>
                    <a:pt x="281" y="106980"/>
                    <a:pt x="281" y="114875"/>
                  </a:cubicBezTo>
                  <a:cubicBezTo>
                    <a:pt x="281" y="122770"/>
                    <a:pt x="5447" y="130969"/>
                    <a:pt x="16387" y="130969"/>
                  </a:cubicBezTo>
                  <a:cubicBezTo>
                    <a:pt x="17906" y="130969"/>
                    <a:pt x="18514" y="130969"/>
                    <a:pt x="18817" y="130666"/>
                  </a:cubicBezTo>
                  <a:cubicBezTo>
                    <a:pt x="20945" y="130362"/>
                    <a:pt x="24287" y="129755"/>
                    <a:pt x="26718" y="127629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6B1665EE-B2A3-70BB-B8C4-C033E0306966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10447761" y="5300308"/>
              <a:ext cx="41630" cy="303661"/>
            </a:xfrm>
            <a:custGeom>
              <a:avLst/>
              <a:gdLst>
                <a:gd name="csX0" fmla="*/ 41916 w 41630"/>
                <a:gd name="csY0" fmla="*/ 303752 h 303661"/>
                <a:gd name="csX1" fmla="*/ 41916 w 41630"/>
                <a:gd name="csY1" fmla="*/ 291606 h 303661"/>
                <a:gd name="csX2" fmla="*/ 12441 w 41630"/>
                <a:gd name="csY2" fmla="*/ 291606 h 303661"/>
                <a:gd name="csX3" fmla="*/ 12441 w 41630"/>
                <a:gd name="csY3" fmla="*/ 12238 h 303661"/>
                <a:gd name="csX4" fmla="*/ 41916 w 41630"/>
                <a:gd name="csY4" fmla="*/ 12238 h 303661"/>
                <a:gd name="csX5" fmla="*/ 41916 w 41630"/>
                <a:gd name="csY5" fmla="*/ 91 h 303661"/>
                <a:gd name="csX6" fmla="*/ 286 w 41630"/>
                <a:gd name="csY6" fmla="*/ 91 h 303661"/>
                <a:gd name="csX7" fmla="*/ 286 w 41630"/>
                <a:gd name="csY7" fmla="*/ 303752 h 303661"/>
                <a:gd name="csX8" fmla="*/ 41916 w 41630"/>
                <a:gd name="csY8" fmla="*/ 303752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630" h="303661">
                  <a:moveTo>
                    <a:pt x="41916" y="303752"/>
                  </a:moveTo>
                  <a:lnTo>
                    <a:pt x="41916" y="291606"/>
                  </a:lnTo>
                  <a:lnTo>
                    <a:pt x="12441" y="291606"/>
                  </a:lnTo>
                  <a:lnTo>
                    <a:pt x="12441" y="12238"/>
                  </a:lnTo>
                  <a:lnTo>
                    <a:pt x="41916" y="12238"/>
                  </a:lnTo>
                  <a:lnTo>
                    <a:pt x="41916" y="91"/>
                  </a:lnTo>
                  <a:lnTo>
                    <a:pt x="286" y="91"/>
                  </a:lnTo>
                  <a:lnTo>
                    <a:pt x="286" y="303752"/>
                  </a:lnTo>
                  <a:lnTo>
                    <a:pt x="41916" y="303752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0E4142C7-47DF-BCC2-C111-FB6841FCEF1E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10503606" y="5322476"/>
              <a:ext cx="206631" cy="205578"/>
            </a:xfrm>
            <a:custGeom>
              <a:avLst/>
              <a:gdLst>
                <a:gd name="csX0" fmla="*/ 122748 w 206631"/>
                <a:gd name="csY0" fmla="*/ 21347 h 205578"/>
                <a:gd name="csX1" fmla="*/ 129737 w 206631"/>
                <a:gd name="csY1" fmla="*/ 10112 h 205578"/>
                <a:gd name="csX2" fmla="*/ 148881 w 206631"/>
                <a:gd name="csY2" fmla="*/ 9505 h 205578"/>
                <a:gd name="csX3" fmla="*/ 193246 w 206631"/>
                <a:gd name="csY3" fmla="*/ 34405 h 205578"/>
                <a:gd name="csX4" fmla="*/ 190815 w 206631"/>
                <a:gd name="csY4" fmla="*/ 58698 h 205578"/>
                <a:gd name="csX5" fmla="*/ 189903 w 206631"/>
                <a:gd name="csY5" fmla="*/ 64467 h 205578"/>
                <a:gd name="csX6" fmla="*/ 193549 w 206631"/>
                <a:gd name="csY6" fmla="*/ 68415 h 205578"/>
                <a:gd name="csX7" fmla="*/ 198108 w 206631"/>
                <a:gd name="csY7" fmla="*/ 61431 h 205578"/>
                <a:gd name="csX8" fmla="*/ 206312 w 206631"/>
                <a:gd name="csY8" fmla="*/ 8594 h 205578"/>
                <a:gd name="csX9" fmla="*/ 206920 w 206631"/>
                <a:gd name="csY9" fmla="*/ 3431 h 205578"/>
                <a:gd name="csX10" fmla="*/ 198715 w 206631"/>
                <a:gd name="csY10" fmla="*/ 91 h 205578"/>
                <a:gd name="csX11" fmla="*/ 30068 w 206631"/>
                <a:gd name="csY11" fmla="*/ 91 h 205578"/>
                <a:gd name="csX12" fmla="*/ 20344 w 206631"/>
                <a:gd name="csY12" fmla="*/ 6164 h 205578"/>
                <a:gd name="csX13" fmla="*/ 2112 w 206631"/>
                <a:gd name="csY13" fmla="*/ 59609 h 205578"/>
                <a:gd name="csX14" fmla="*/ 289 w 206631"/>
                <a:gd name="csY14" fmla="*/ 65075 h 205578"/>
                <a:gd name="csX15" fmla="*/ 3935 w 206631"/>
                <a:gd name="csY15" fmla="*/ 68415 h 205578"/>
                <a:gd name="csX16" fmla="*/ 9101 w 206631"/>
                <a:gd name="csY16" fmla="*/ 62038 h 205578"/>
                <a:gd name="csX17" fmla="*/ 78383 w 206631"/>
                <a:gd name="csY17" fmla="*/ 9505 h 205578"/>
                <a:gd name="csX18" fmla="*/ 90234 w 206631"/>
                <a:gd name="csY18" fmla="*/ 9505 h 205578"/>
                <a:gd name="csX19" fmla="*/ 98742 w 206631"/>
                <a:gd name="csY19" fmla="*/ 13149 h 205578"/>
                <a:gd name="csX20" fmla="*/ 97527 w 206631"/>
                <a:gd name="csY20" fmla="*/ 19525 h 205578"/>
                <a:gd name="csX21" fmla="*/ 56808 w 206631"/>
                <a:gd name="csY21" fmla="*/ 181681 h 205578"/>
                <a:gd name="csX22" fmla="*/ 20648 w 206631"/>
                <a:gd name="csY22" fmla="*/ 196256 h 205578"/>
                <a:gd name="csX23" fmla="*/ 7885 w 206631"/>
                <a:gd name="csY23" fmla="*/ 202026 h 205578"/>
                <a:gd name="csX24" fmla="*/ 13051 w 206631"/>
                <a:gd name="csY24" fmla="*/ 205670 h 205578"/>
                <a:gd name="csX25" fmla="*/ 37968 w 206631"/>
                <a:gd name="csY25" fmla="*/ 205063 h 205578"/>
                <a:gd name="csX26" fmla="*/ 63797 w 206631"/>
                <a:gd name="csY26" fmla="*/ 204759 h 205578"/>
                <a:gd name="csX27" fmla="*/ 89018 w 206631"/>
                <a:gd name="csY27" fmla="*/ 205063 h 205578"/>
                <a:gd name="csX28" fmla="*/ 115455 w 206631"/>
                <a:gd name="csY28" fmla="*/ 205670 h 205578"/>
                <a:gd name="csX29" fmla="*/ 122140 w 206631"/>
                <a:gd name="csY29" fmla="*/ 199597 h 205578"/>
                <a:gd name="csX30" fmla="*/ 111809 w 206631"/>
                <a:gd name="csY30" fmla="*/ 196256 h 205578"/>
                <a:gd name="csX31" fmla="*/ 92361 w 206631"/>
                <a:gd name="csY31" fmla="*/ 195649 h 205578"/>
                <a:gd name="csX32" fmla="*/ 81118 w 206631"/>
                <a:gd name="csY32" fmla="*/ 188968 h 205578"/>
                <a:gd name="csX33" fmla="*/ 82333 w 206631"/>
                <a:gd name="csY33" fmla="*/ 182592 h 205578"/>
                <a:gd name="csX34" fmla="*/ 122748 w 206631"/>
                <a:gd name="csY34" fmla="*/ 21347 h 2055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06631" h="205578">
                  <a:moveTo>
                    <a:pt x="122748" y="21347"/>
                  </a:moveTo>
                  <a:cubicBezTo>
                    <a:pt x="124875" y="12845"/>
                    <a:pt x="126091" y="11023"/>
                    <a:pt x="129737" y="10112"/>
                  </a:cubicBezTo>
                  <a:cubicBezTo>
                    <a:pt x="132472" y="9505"/>
                    <a:pt x="142499" y="9505"/>
                    <a:pt x="148881" y="9505"/>
                  </a:cubicBezTo>
                  <a:cubicBezTo>
                    <a:pt x="179572" y="9505"/>
                    <a:pt x="193246" y="10719"/>
                    <a:pt x="193246" y="34405"/>
                  </a:cubicBezTo>
                  <a:cubicBezTo>
                    <a:pt x="193246" y="38960"/>
                    <a:pt x="192030" y="50803"/>
                    <a:pt x="190815" y="58698"/>
                  </a:cubicBezTo>
                  <a:cubicBezTo>
                    <a:pt x="190511" y="59912"/>
                    <a:pt x="189903" y="63556"/>
                    <a:pt x="189903" y="64467"/>
                  </a:cubicBezTo>
                  <a:cubicBezTo>
                    <a:pt x="189903" y="66289"/>
                    <a:pt x="190815" y="68415"/>
                    <a:pt x="193549" y="68415"/>
                  </a:cubicBezTo>
                  <a:cubicBezTo>
                    <a:pt x="196892" y="68415"/>
                    <a:pt x="197500" y="65986"/>
                    <a:pt x="198108" y="61431"/>
                  </a:cubicBezTo>
                  <a:lnTo>
                    <a:pt x="206312" y="8594"/>
                  </a:lnTo>
                  <a:cubicBezTo>
                    <a:pt x="206616" y="7379"/>
                    <a:pt x="206920" y="4342"/>
                    <a:pt x="206920" y="3431"/>
                  </a:cubicBezTo>
                  <a:cubicBezTo>
                    <a:pt x="206920" y="91"/>
                    <a:pt x="203881" y="91"/>
                    <a:pt x="198715" y="91"/>
                  </a:cubicBezTo>
                  <a:lnTo>
                    <a:pt x="30068" y="91"/>
                  </a:lnTo>
                  <a:cubicBezTo>
                    <a:pt x="22775" y="91"/>
                    <a:pt x="22471" y="395"/>
                    <a:pt x="20344" y="6164"/>
                  </a:cubicBezTo>
                  <a:lnTo>
                    <a:pt x="2112" y="59609"/>
                  </a:lnTo>
                  <a:cubicBezTo>
                    <a:pt x="1808" y="60216"/>
                    <a:pt x="289" y="64467"/>
                    <a:pt x="289" y="65075"/>
                  </a:cubicBezTo>
                  <a:cubicBezTo>
                    <a:pt x="289" y="66897"/>
                    <a:pt x="1808" y="68415"/>
                    <a:pt x="3935" y="68415"/>
                  </a:cubicBezTo>
                  <a:cubicBezTo>
                    <a:pt x="6974" y="68415"/>
                    <a:pt x="7278" y="66897"/>
                    <a:pt x="9101" y="62038"/>
                  </a:cubicBezTo>
                  <a:cubicBezTo>
                    <a:pt x="25510" y="14971"/>
                    <a:pt x="33410" y="9505"/>
                    <a:pt x="78383" y="9505"/>
                  </a:cubicBezTo>
                  <a:lnTo>
                    <a:pt x="90234" y="9505"/>
                  </a:lnTo>
                  <a:cubicBezTo>
                    <a:pt x="98742" y="9505"/>
                    <a:pt x="98742" y="10719"/>
                    <a:pt x="98742" y="13149"/>
                  </a:cubicBezTo>
                  <a:cubicBezTo>
                    <a:pt x="98742" y="14971"/>
                    <a:pt x="97831" y="18615"/>
                    <a:pt x="97527" y="19525"/>
                  </a:cubicBezTo>
                  <a:lnTo>
                    <a:pt x="56808" y="181681"/>
                  </a:lnTo>
                  <a:cubicBezTo>
                    <a:pt x="54074" y="192916"/>
                    <a:pt x="53162" y="196256"/>
                    <a:pt x="20648" y="196256"/>
                  </a:cubicBezTo>
                  <a:cubicBezTo>
                    <a:pt x="9709" y="196256"/>
                    <a:pt x="7885" y="196256"/>
                    <a:pt x="7885" y="202026"/>
                  </a:cubicBezTo>
                  <a:cubicBezTo>
                    <a:pt x="7885" y="205670"/>
                    <a:pt x="11228" y="205670"/>
                    <a:pt x="13051" y="205670"/>
                  </a:cubicBezTo>
                  <a:cubicBezTo>
                    <a:pt x="21256" y="205670"/>
                    <a:pt x="29764" y="205063"/>
                    <a:pt x="37968" y="205063"/>
                  </a:cubicBezTo>
                  <a:cubicBezTo>
                    <a:pt x="46477" y="205063"/>
                    <a:pt x="55289" y="204759"/>
                    <a:pt x="63797" y="204759"/>
                  </a:cubicBezTo>
                  <a:cubicBezTo>
                    <a:pt x="72306" y="204759"/>
                    <a:pt x="80814" y="205063"/>
                    <a:pt x="89018" y="205063"/>
                  </a:cubicBezTo>
                  <a:cubicBezTo>
                    <a:pt x="97831" y="205063"/>
                    <a:pt x="106947" y="205670"/>
                    <a:pt x="115455" y="205670"/>
                  </a:cubicBezTo>
                  <a:cubicBezTo>
                    <a:pt x="118494" y="205670"/>
                    <a:pt x="122140" y="205670"/>
                    <a:pt x="122140" y="199597"/>
                  </a:cubicBezTo>
                  <a:cubicBezTo>
                    <a:pt x="122140" y="196256"/>
                    <a:pt x="119709" y="196256"/>
                    <a:pt x="111809" y="196256"/>
                  </a:cubicBezTo>
                  <a:cubicBezTo>
                    <a:pt x="104212" y="196256"/>
                    <a:pt x="100262" y="196256"/>
                    <a:pt x="92361" y="195649"/>
                  </a:cubicBezTo>
                  <a:cubicBezTo>
                    <a:pt x="83549" y="194738"/>
                    <a:pt x="81118" y="193827"/>
                    <a:pt x="81118" y="188968"/>
                  </a:cubicBezTo>
                  <a:cubicBezTo>
                    <a:pt x="81118" y="188665"/>
                    <a:pt x="81118" y="187147"/>
                    <a:pt x="82333" y="182592"/>
                  </a:cubicBezTo>
                  <a:lnTo>
                    <a:pt x="122748" y="21347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09C5493D-3DFB-742D-7E02-969DBF484D78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10697072" y="5432461"/>
              <a:ext cx="77425" cy="141141"/>
            </a:xfrm>
            <a:custGeom>
              <a:avLst/>
              <a:gdLst>
                <a:gd name="csX0" fmla="*/ 48367 w 77425"/>
                <a:gd name="csY0" fmla="*/ 6044 h 141141"/>
                <a:gd name="csX1" fmla="*/ 41985 w 77425"/>
                <a:gd name="csY1" fmla="*/ 93 h 141141"/>
                <a:gd name="csX2" fmla="*/ 294 w 77425"/>
                <a:gd name="csY2" fmla="*/ 13697 h 141141"/>
                <a:gd name="csX3" fmla="*/ 294 w 77425"/>
                <a:gd name="csY3" fmla="*/ 21349 h 141141"/>
                <a:gd name="csX4" fmla="*/ 31137 w 77425"/>
                <a:gd name="csY4" fmla="*/ 15397 h 141141"/>
                <a:gd name="csX5" fmla="*/ 31137 w 77425"/>
                <a:gd name="csY5" fmla="*/ 123804 h 141141"/>
                <a:gd name="csX6" fmla="*/ 9866 w 77425"/>
                <a:gd name="csY6" fmla="*/ 133582 h 141141"/>
                <a:gd name="csX7" fmla="*/ 1783 w 77425"/>
                <a:gd name="csY7" fmla="*/ 133582 h 141141"/>
                <a:gd name="csX8" fmla="*/ 1783 w 77425"/>
                <a:gd name="csY8" fmla="*/ 141234 h 141141"/>
                <a:gd name="csX9" fmla="*/ 39646 w 77425"/>
                <a:gd name="csY9" fmla="*/ 140384 h 141141"/>
                <a:gd name="csX10" fmla="*/ 77720 w 77425"/>
                <a:gd name="csY10" fmla="*/ 141234 h 141141"/>
                <a:gd name="csX11" fmla="*/ 77720 w 77425"/>
                <a:gd name="csY11" fmla="*/ 133582 h 141141"/>
                <a:gd name="csX12" fmla="*/ 69637 w 77425"/>
                <a:gd name="csY12" fmla="*/ 133582 h 141141"/>
                <a:gd name="csX13" fmla="*/ 48367 w 77425"/>
                <a:gd name="csY13" fmla="*/ 123804 h 141141"/>
                <a:gd name="csX14" fmla="*/ 48367 w 77425"/>
                <a:gd name="csY14" fmla="*/ 6044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425" h="141141">
                  <a:moveTo>
                    <a:pt x="48367" y="6044"/>
                  </a:moveTo>
                  <a:cubicBezTo>
                    <a:pt x="48367" y="305"/>
                    <a:pt x="47941" y="93"/>
                    <a:pt x="41985" y="93"/>
                  </a:cubicBezTo>
                  <a:cubicBezTo>
                    <a:pt x="28372" y="13484"/>
                    <a:pt x="9016" y="13697"/>
                    <a:pt x="294" y="13697"/>
                  </a:cubicBezTo>
                  <a:lnTo>
                    <a:pt x="294" y="21349"/>
                  </a:lnTo>
                  <a:cubicBezTo>
                    <a:pt x="5399" y="21349"/>
                    <a:pt x="19438" y="21349"/>
                    <a:pt x="31137" y="15397"/>
                  </a:cubicBezTo>
                  <a:lnTo>
                    <a:pt x="31137" y="123804"/>
                  </a:lnTo>
                  <a:cubicBezTo>
                    <a:pt x="31137" y="130819"/>
                    <a:pt x="31137" y="133582"/>
                    <a:pt x="9866" y="133582"/>
                  </a:cubicBezTo>
                  <a:lnTo>
                    <a:pt x="1783" y="133582"/>
                  </a:lnTo>
                  <a:lnTo>
                    <a:pt x="1783" y="141234"/>
                  </a:lnTo>
                  <a:cubicBezTo>
                    <a:pt x="5612" y="141022"/>
                    <a:pt x="31775" y="140384"/>
                    <a:pt x="39646" y="140384"/>
                  </a:cubicBezTo>
                  <a:cubicBezTo>
                    <a:pt x="46240" y="140384"/>
                    <a:pt x="73041" y="141022"/>
                    <a:pt x="77720" y="141234"/>
                  </a:cubicBezTo>
                  <a:lnTo>
                    <a:pt x="77720" y="133582"/>
                  </a:lnTo>
                  <a:lnTo>
                    <a:pt x="69637" y="133582"/>
                  </a:lnTo>
                  <a:cubicBezTo>
                    <a:pt x="48367" y="133582"/>
                    <a:pt x="48367" y="130819"/>
                    <a:pt x="48367" y="123804"/>
                  </a:cubicBezTo>
                  <a:lnTo>
                    <a:pt x="48367" y="6044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0D05908-21D0-6D8E-04E1-BE0E41C64300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10818836" y="5549158"/>
              <a:ext cx="24461" cy="24444"/>
            </a:xfrm>
            <a:custGeom>
              <a:avLst/>
              <a:gdLst>
                <a:gd name="csX0" fmla="*/ 24760 w 24461"/>
                <a:gd name="csY0" fmla="*/ 12421 h 24444"/>
                <a:gd name="csX1" fmla="*/ 12636 w 24461"/>
                <a:gd name="csY1" fmla="*/ 93 h 24444"/>
                <a:gd name="csX2" fmla="*/ 298 w 24461"/>
                <a:gd name="csY2" fmla="*/ 12209 h 24444"/>
                <a:gd name="csX3" fmla="*/ 12423 w 24461"/>
                <a:gd name="csY3" fmla="*/ 24537 h 24444"/>
                <a:gd name="csX4" fmla="*/ 24760 w 24461"/>
                <a:gd name="csY4" fmla="*/ 12421 h 24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61" h="24444">
                  <a:moveTo>
                    <a:pt x="24760" y="12421"/>
                  </a:moveTo>
                  <a:cubicBezTo>
                    <a:pt x="24760" y="4769"/>
                    <a:pt x="18379" y="93"/>
                    <a:pt x="12636" y="93"/>
                  </a:cubicBezTo>
                  <a:cubicBezTo>
                    <a:pt x="5616" y="93"/>
                    <a:pt x="298" y="5832"/>
                    <a:pt x="298" y="12209"/>
                  </a:cubicBezTo>
                  <a:cubicBezTo>
                    <a:pt x="298" y="19861"/>
                    <a:pt x="6680" y="24537"/>
                    <a:pt x="12423" y="24537"/>
                  </a:cubicBezTo>
                  <a:cubicBezTo>
                    <a:pt x="19442" y="24537"/>
                    <a:pt x="24760" y="18798"/>
                    <a:pt x="24760" y="12421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031CAC27-C759-BCEF-0BC7-763D98FCB865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10891006" y="5549158"/>
              <a:ext cx="24461" cy="24444"/>
            </a:xfrm>
            <a:custGeom>
              <a:avLst/>
              <a:gdLst>
                <a:gd name="csX0" fmla="*/ 24762 w 24461"/>
                <a:gd name="csY0" fmla="*/ 12421 h 24444"/>
                <a:gd name="csX1" fmla="*/ 12638 w 24461"/>
                <a:gd name="csY1" fmla="*/ 93 h 24444"/>
                <a:gd name="csX2" fmla="*/ 301 w 24461"/>
                <a:gd name="csY2" fmla="*/ 12209 h 24444"/>
                <a:gd name="csX3" fmla="*/ 12425 w 24461"/>
                <a:gd name="csY3" fmla="*/ 24537 h 24444"/>
                <a:gd name="csX4" fmla="*/ 24762 w 24461"/>
                <a:gd name="csY4" fmla="*/ 12421 h 24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61" h="24444">
                  <a:moveTo>
                    <a:pt x="24762" y="12421"/>
                  </a:moveTo>
                  <a:cubicBezTo>
                    <a:pt x="24762" y="4769"/>
                    <a:pt x="18381" y="93"/>
                    <a:pt x="12638" y="93"/>
                  </a:cubicBezTo>
                  <a:cubicBezTo>
                    <a:pt x="5619" y="93"/>
                    <a:pt x="301" y="5832"/>
                    <a:pt x="301" y="12209"/>
                  </a:cubicBezTo>
                  <a:cubicBezTo>
                    <a:pt x="301" y="19861"/>
                    <a:pt x="6682" y="24537"/>
                    <a:pt x="12425" y="24537"/>
                  </a:cubicBezTo>
                  <a:cubicBezTo>
                    <a:pt x="19445" y="24537"/>
                    <a:pt x="24762" y="18798"/>
                    <a:pt x="24762" y="12421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17BFAB6-C88A-A5DD-D567-7B0C7BB72553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10963175" y="5549158"/>
              <a:ext cx="24461" cy="24444"/>
            </a:xfrm>
            <a:custGeom>
              <a:avLst/>
              <a:gdLst>
                <a:gd name="csX0" fmla="*/ 24765 w 24461"/>
                <a:gd name="csY0" fmla="*/ 12421 h 24444"/>
                <a:gd name="csX1" fmla="*/ 12640 w 24461"/>
                <a:gd name="csY1" fmla="*/ 93 h 24444"/>
                <a:gd name="csX2" fmla="*/ 303 w 24461"/>
                <a:gd name="csY2" fmla="*/ 12209 h 24444"/>
                <a:gd name="csX3" fmla="*/ 12428 w 24461"/>
                <a:gd name="csY3" fmla="*/ 24537 h 24444"/>
                <a:gd name="csX4" fmla="*/ 24765 w 24461"/>
                <a:gd name="csY4" fmla="*/ 12421 h 24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61" h="24444">
                  <a:moveTo>
                    <a:pt x="24765" y="12421"/>
                  </a:moveTo>
                  <a:cubicBezTo>
                    <a:pt x="24765" y="4769"/>
                    <a:pt x="18383" y="93"/>
                    <a:pt x="12640" y="93"/>
                  </a:cubicBezTo>
                  <a:cubicBezTo>
                    <a:pt x="5621" y="93"/>
                    <a:pt x="303" y="5832"/>
                    <a:pt x="303" y="12209"/>
                  </a:cubicBezTo>
                  <a:cubicBezTo>
                    <a:pt x="303" y="19861"/>
                    <a:pt x="6684" y="24537"/>
                    <a:pt x="12428" y="24537"/>
                  </a:cubicBezTo>
                  <a:cubicBezTo>
                    <a:pt x="19447" y="24537"/>
                    <a:pt x="24765" y="18798"/>
                    <a:pt x="24765" y="12421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9E7BF96E-0A47-A9BB-7D77-DD38AAA9E180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11021517" y="5479863"/>
              <a:ext cx="129964" cy="95865"/>
            </a:xfrm>
            <a:custGeom>
              <a:avLst/>
              <a:gdLst>
                <a:gd name="csX0" fmla="*/ 16259 w 129964"/>
                <a:gd name="csY0" fmla="*/ 80441 h 95865"/>
                <a:gd name="csX1" fmla="*/ 14132 w 129964"/>
                <a:gd name="csY1" fmla="*/ 89157 h 95865"/>
                <a:gd name="csX2" fmla="*/ 21364 w 129964"/>
                <a:gd name="csY2" fmla="*/ 95959 h 95865"/>
                <a:gd name="csX3" fmla="*/ 29659 w 129964"/>
                <a:gd name="csY3" fmla="*/ 91282 h 95865"/>
                <a:gd name="csX4" fmla="*/ 33488 w 129964"/>
                <a:gd name="csY4" fmla="*/ 78103 h 95865"/>
                <a:gd name="csX5" fmla="*/ 38168 w 129964"/>
                <a:gd name="csY5" fmla="*/ 58973 h 95865"/>
                <a:gd name="csX6" fmla="*/ 41784 w 129964"/>
                <a:gd name="csY6" fmla="*/ 44731 h 95865"/>
                <a:gd name="csX7" fmla="*/ 50717 w 129964"/>
                <a:gd name="csY7" fmla="*/ 25600 h 95865"/>
                <a:gd name="csX8" fmla="*/ 82624 w 129964"/>
                <a:gd name="csY8" fmla="*/ 6044 h 95865"/>
                <a:gd name="csX9" fmla="*/ 95174 w 129964"/>
                <a:gd name="csY9" fmla="*/ 20924 h 95865"/>
                <a:gd name="csX10" fmla="*/ 82624 w 129964"/>
                <a:gd name="csY10" fmla="*/ 66200 h 95865"/>
                <a:gd name="csX11" fmla="*/ 79433 w 129964"/>
                <a:gd name="csY11" fmla="*/ 77678 h 95865"/>
                <a:gd name="csX12" fmla="*/ 99640 w 129964"/>
                <a:gd name="csY12" fmla="*/ 95959 h 95865"/>
                <a:gd name="csX13" fmla="*/ 130270 w 129964"/>
                <a:gd name="csY13" fmla="*/ 63436 h 95865"/>
                <a:gd name="csX14" fmla="*/ 126867 w 129964"/>
                <a:gd name="csY14" fmla="*/ 60673 h 95865"/>
                <a:gd name="csX15" fmla="*/ 122826 w 129964"/>
                <a:gd name="csY15" fmla="*/ 64287 h 95865"/>
                <a:gd name="csX16" fmla="*/ 100279 w 129964"/>
                <a:gd name="csY16" fmla="*/ 90007 h 95865"/>
                <a:gd name="csX17" fmla="*/ 94961 w 129964"/>
                <a:gd name="csY17" fmla="*/ 82567 h 95865"/>
                <a:gd name="csX18" fmla="*/ 99853 w 129964"/>
                <a:gd name="csY18" fmla="*/ 65349 h 95865"/>
                <a:gd name="csX19" fmla="*/ 111127 w 129964"/>
                <a:gd name="csY19" fmla="*/ 24325 h 95865"/>
                <a:gd name="csX20" fmla="*/ 83475 w 129964"/>
                <a:gd name="csY20" fmla="*/ 93 h 95865"/>
                <a:gd name="csX21" fmla="*/ 47527 w 129964"/>
                <a:gd name="csY21" fmla="*/ 19436 h 95865"/>
                <a:gd name="csX22" fmla="*/ 24767 w 129964"/>
                <a:gd name="csY22" fmla="*/ 93 h 95865"/>
                <a:gd name="csX23" fmla="*/ 7963 w 129964"/>
                <a:gd name="csY23" fmla="*/ 11571 h 95865"/>
                <a:gd name="csX24" fmla="*/ 306 w 129964"/>
                <a:gd name="csY24" fmla="*/ 32615 h 95865"/>
                <a:gd name="csX25" fmla="*/ 3922 w 129964"/>
                <a:gd name="csY25" fmla="*/ 35378 h 95865"/>
                <a:gd name="csX26" fmla="*/ 8601 w 129964"/>
                <a:gd name="csY26" fmla="*/ 29001 h 95865"/>
                <a:gd name="csX27" fmla="*/ 24129 w 129964"/>
                <a:gd name="csY27" fmla="*/ 6044 h 95865"/>
                <a:gd name="csX28" fmla="*/ 31148 w 129964"/>
                <a:gd name="csY28" fmla="*/ 16460 h 95865"/>
                <a:gd name="csX29" fmla="*/ 27745 w 129964"/>
                <a:gd name="csY29" fmla="*/ 34103 h 95865"/>
                <a:gd name="csX30" fmla="*/ 23065 w 129964"/>
                <a:gd name="csY30" fmla="*/ 53233 h 95865"/>
                <a:gd name="csX31" fmla="*/ 16259 w 129964"/>
                <a:gd name="csY31" fmla="*/ 80441 h 95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964" h="95865">
                  <a:moveTo>
                    <a:pt x="16259" y="80441"/>
                  </a:moveTo>
                  <a:cubicBezTo>
                    <a:pt x="15408" y="83205"/>
                    <a:pt x="14132" y="88519"/>
                    <a:pt x="14132" y="89157"/>
                  </a:cubicBezTo>
                  <a:cubicBezTo>
                    <a:pt x="14132" y="93833"/>
                    <a:pt x="17960" y="95959"/>
                    <a:pt x="21364" y="95959"/>
                  </a:cubicBezTo>
                  <a:cubicBezTo>
                    <a:pt x="25192" y="95959"/>
                    <a:pt x="28596" y="93195"/>
                    <a:pt x="29659" y="91282"/>
                  </a:cubicBezTo>
                  <a:cubicBezTo>
                    <a:pt x="30723" y="89369"/>
                    <a:pt x="32425" y="82567"/>
                    <a:pt x="33488" y="78103"/>
                  </a:cubicBezTo>
                  <a:cubicBezTo>
                    <a:pt x="34552" y="74065"/>
                    <a:pt x="36891" y="64287"/>
                    <a:pt x="38168" y="58973"/>
                  </a:cubicBezTo>
                  <a:cubicBezTo>
                    <a:pt x="39444" y="54296"/>
                    <a:pt x="40720" y="49620"/>
                    <a:pt x="41784" y="44731"/>
                  </a:cubicBezTo>
                  <a:cubicBezTo>
                    <a:pt x="44123" y="36016"/>
                    <a:pt x="44549" y="34315"/>
                    <a:pt x="50717" y="25600"/>
                  </a:cubicBezTo>
                  <a:cubicBezTo>
                    <a:pt x="56673" y="17098"/>
                    <a:pt x="66671" y="6044"/>
                    <a:pt x="82624" y="6044"/>
                  </a:cubicBezTo>
                  <a:cubicBezTo>
                    <a:pt x="94961" y="6044"/>
                    <a:pt x="95174" y="16885"/>
                    <a:pt x="95174" y="20924"/>
                  </a:cubicBezTo>
                  <a:cubicBezTo>
                    <a:pt x="95174" y="33678"/>
                    <a:pt x="86027" y="57272"/>
                    <a:pt x="82624" y="66200"/>
                  </a:cubicBezTo>
                  <a:cubicBezTo>
                    <a:pt x="80284" y="72151"/>
                    <a:pt x="79433" y="74065"/>
                    <a:pt x="79433" y="77678"/>
                  </a:cubicBezTo>
                  <a:cubicBezTo>
                    <a:pt x="79433" y="88944"/>
                    <a:pt x="88792" y="95959"/>
                    <a:pt x="99640" y="95959"/>
                  </a:cubicBezTo>
                  <a:cubicBezTo>
                    <a:pt x="120911" y="95959"/>
                    <a:pt x="130270" y="66625"/>
                    <a:pt x="130270" y="63436"/>
                  </a:cubicBezTo>
                  <a:cubicBezTo>
                    <a:pt x="130270" y="60673"/>
                    <a:pt x="127505" y="60673"/>
                    <a:pt x="126867" y="60673"/>
                  </a:cubicBezTo>
                  <a:cubicBezTo>
                    <a:pt x="123889" y="60673"/>
                    <a:pt x="123676" y="61948"/>
                    <a:pt x="122826" y="64287"/>
                  </a:cubicBezTo>
                  <a:cubicBezTo>
                    <a:pt x="117933" y="81292"/>
                    <a:pt x="108787" y="90007"/>
                    <a:pt x="100279" y="90007"/>
                  </a:cubicBezTo>
                  <a:cubicBezTo>
                    <a:pt x="95812" y="90007"/>
                    <a:pt x="94961" y="87031"/>
                    <a:pt x="94961" y="82567"/>
                  </a:cubicBezTo>
                  <a:cubicBezTo>
                    <a:pt x="94961" y="77678"/>
                    <a:pt x="96024" y="74915"/>
                    <a:pt x="99853" y="65349"/>
                  </a:cubicBezTo>
                  <a:cubicBezTo>
                    <a:pt x="102406" y="58760"/>
                    <a:pt x="111127" y="36228"/>
                    <a:pt x="111127" y="24325"/>
                  </a:cubicBezTo>
                  <a:cubicBezTo>
                    <a:pt x="111127" y="3706"/>
                    <a:pt x="94748" y="93"/>
                    <a:pt x="83475" y="93"/>
                  </a:cubicBezTo>
                  <a:cubicBezTo>
                    <a:pt x="65820" y="93"/>
                    <a:pt x="53908" y="10933"/>
                    <a:pt x="47527" y="19436"/>
                  </a:cubicBezTo>
                  <a:cubicBezTo>
                    <a:pt x="46038" y="4769"/>
                    <a:pt x="33488" y="93"/>
                    <a:pt x="24767" y="93"/>
                  </a:cubicBezTo>
                  <a:cubicBezTo>
                    <a:pt x="15621" y="93"/>
                    <a:pt x="10728" y="6682"/>
                    <a:pt x="7963" y="11571"/>
                  </a:cubicBezTo>
                  <a:cubicBezTo>
                    <a:pt x="3283" y="19436"/>
                    <a:pt x="306" y="31552"/>
                    <a:pt x="306" y="32615"/>
                  </a:cubicBezTo>
                  <a:cubicBezTo>
                    <a:pt x="306" y="35378"/>
                    <a:pt x="3283" y="35378"/>
                    <a:pt x="3922" y="35378"/>
                  </a:cubicBezTo>
                  <a:cubicBezTo>
                    <a:pt x="6899" y="35378"/>
                    <a:pt x="7112" y="34740"/>
                    <a:pt x="8601" y="29001"/>
                  </a:cubicBezTo>
                  <a:cubicBezTo>
                    <a:pt x="11792" y="16460"/>
                    <a:pt x="15833" y="6044"/>
                    <a:pt x="24129" y="6044"/>
                  </a:cubicBezTo>
                  <a:cubicBezTo>
                    <a:pt x="29659" y="6044"/>
                    <a:pt x="31148" y="10721"/>
                    <a:pt x="31148" y="16460"/>
                  </a:cubicBezTo>
                  <a:cubicBezTo>
                    <a:pt x="31148" y="20499"/>
                    <a:pt x="29234" y="28364"/>
                    <a:pt x="27745" y="34103"/>
                  </a:cubicBezTo>
                  <a:cubicBezTo>
                    <a:pt x="26256" y="39842"/>
                    <a:pt x="24129" y="48557"/>
                    <a:pt x="23065" y="53233"/>
                  </a:cubicBezTo>
                  <a:lnTo>
                    <a:pt x="16259" y="80441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5EF91ADB-B449-772E-8107-640CD1F0C919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11183611" y="5300308"/>
              <a:ext cx="41630" cy="303661"/>
            </a:xfrm>
            <a:custGeom>
              <a:avLst/>
              <a:gdLst>
                <a:gd name="csX0" fmla="*/ 41941 w 41630"/>
                <a:gd name="csY0" fmla="*/ 91 h 303661"/>
                <a:gd name="csX1" fmla="*/ 311 w 41630"/>
                <a:gd name="csY1" fmla="*/ 91 h 303661"/>
                <a:gd name="csX2" fmla="*/ 311 w 41630"/>
                <a:gd name="csY2" fmla="*/ 12238 h 303661"/>
                <a:gd name="csX3" fmla="*/ 29786 w 41630"/>
                <a:gd name="csY3" fmla="*/ 12238 h 303661"/>
                <a:gd name="csX4" fmla="*/ 29786 w 41630"/>
                <a:gd name="csY4" fmla="*/ 291606 h 303661"/>
                <a:gd name="csX5" fmla="*/ 311 w 41630"/>
                <a:gd name="csY5" fmla="*/ 291606 h 303661"/>
                <a:gd name="csX6" fmla="*/ 311 w 41630"/>
                <a:gd name="csY6" fmla="*/ 303752 h 303661"/>
                <a:gd name="csX7" fmla="*/ 41941 w 41630"/>
                <a:gd name="csY7" fmla="*/ 303752 h 303661"/>
                <a:gd name="csX8" fmla="*/ 41941 w 41630"/>
                <a:gd name="csY8" fmla="*/ 91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630" h="303661">
                  <a:moveTo>
                    <a:pt x="41941" y="91"/>
                  </a:moveTo>
                  <a:lnTo>
                    <a:pt x="311" y="91"/>
                  </a:lnTo>
                  <a:lnTo>
                    <a:pt x="311" y="12238"/>
                  </a:lnTo>
                  <a:lnTo>
                    <a:pt x="29786" y="12238"/>
                  </a:lnTo>
                  <a:lnTo>
                    <a:pt x="29786" y="291606"/>
                  </a:lnTo>
                  <a:lnTo>
                    <a:pt x="311" y="291606"/>
                  </a:lnTo>
                  <a:lnTo>
                    <a:pt x="311" y="303752"/>
                  </a:lnTo>
                  <a:lnTo>
                    <a:pt x="41941" y="303752"/>
                  </a:lnTo>
                  <a:lnTo>
                    <a:pt x="41941" y="91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08499266-4A6E-ED37-786F-D284F14841F5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11278655" y="5300308"/>
              <a:ext cx="70497" cy="303661"/>
            </a:xfrm>
            <a:custGeom>
              <a:avLst/>
              <a:gdLst>
                <a:gd name="csX0" fmla="*/ 70811 w 70497"/>
                <a:gd name="csY0" fmla="*/ 151922 h 303661"/>
                <a:gd name="csX1" fmla="*/ 50756 w 70497"/>
                <a:gd name="csY1" fmla="*/ 57179 h 303661"/>
                <a:gd name="csX2" fmla="*/ 3352 w 70497"/>
                <a:gd name="csY2" fmla="*/ 91 h 303661"/>
                <a:gd name="csX3" fmla="*/ 314 w 70497"/>
                <a:gd name="csY3" fmla="*/ 3128 h 303661"/>
                <a:gd name="csX4" fmla="*/ 6087 w 70497"/>
                <a:gd name="csY4" fmla="*/ 10112 h 303661"/>
                <a:gd name="csX5" fmla="*/ 53187 w 70497"/>
                <a:gd name="csY5" fmla="*/ 151922 h 303661"/>
                <a:gd name="csX6" fmla="*/ 4264 w 70497"/>
                <a:gd name="csY6" fmla="*/ 295554 h 303661"/>
                <a:gd name="csX7" fmla="*/ 314 w 70497"/>
                <a:gd name="csY7" fmla="*/ 300716 h 303661"/>
                <a:gd name="csX8" fmla="*/ 3352 w 70497"/>
                <a:gd name="csY8" fmla="*/ 303752 h 303661"/>
                <a:gd name="csX9" fmla="*/ 51668 w 70497"/>
                <a:gd name="csY9" fmla="*/ 244538 h 303661"/>
                <a:gd name="csX10" fmla="*/ 70811 w 70497"/>
                <a:gd name="csY10" fmla="*/ 151922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97" h="303661">
                  <a:moveTo>
                    <a:pt x="70811" y="151922"/>
                  </a:moveTo>
                  <a:cubicBezTo>
                    <a:pt x="70811" y="128236"/>
                    <a:pt x="67469" y="91493"/>
                    <a:pt x="50756" y="57179"/>
                  </a:cubicBezTo>
                  <a:cubicBezTo>
                    <a:pt x="32524" y="19829"/>
                    <a:pt x="6391" y="91"/>
                    <a:pt x="3352" y="91"/>
                  </a:cubicBezTo>
                  <a:cubicBezTo>
                    <a:pt x="1529" y="91"/>
                    <a:pt x="314" y="1306"/>
                    <a:pt x="314" y="3128"/>
                  </a:cubicBezTo>
                  <a:cubicBezTo>
                    <a:pt x="314" y="4039"/>
                    <a:pt x="314" y="4646"/>
                    <a:pt x="6087" y="10112"/>
                  </a:cubicBezTo>
                  <a:cubicBezTo>
                    <a:pt x="35866" y="40174"/>
                    <a:pt x="53187" y="88457"/>
                    <a:pt x="53187" y="151922"/>
                  </a:cubicBezTo>
                  <a:cubicBezTo>
                    <a:pt x="53187" y="203848"/>
                    <a:pt x="41944" y="257292"/>
                    <a:pt x="4264" y="295554"/>
                  </a:cubicBezTo>
                  <a:cubicBezTo>
                    <a:pt x="314" y="299198"/>
                    <a:pt x="314" y="299805"/>
                    <a:pt x="314" y="300716"/>
                  </a:cubicBezTo>
                  <a:cubicBezTo>
                    <a:pt x="314" y="302538"/>
                    <a:pt x="1529" y="303752"/>
                    <a:pt x="3352" y="303752"/>
                  </a:cubicBezTo>
                  <a:cubicBezTo>
                    <a:pt x="6391" y="303752"/>
                    <a:pt x="33739" y="283103"/>
                    <a:pt x="51668" y="244538"/>
                  </a:cubicBezTo>
                  <a:cubicBezTo>
                    <a:pt x="67165" y="211136"/>
                    <a:pt x="70811" y="177429"/>
                    <a:pt x="70811" y="151922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FAC7AC67-1FB7-C45F-AA4D-9279E909F0F5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11472252" y="5446066"/>
              <a:ext cx="185664" cy="12146"/>
            </a:xfrm>
            <a:custGeom>
              <a:avLst/>
              <a:gdLst>
                <a:gd name="csX0" fmla="*/ 175349 w 185664"/>
                <a:gd name="csY0" fmla="*/ 12238 h 12146"/>
                <a:gd name="csX1" fmla="*/ 185984 w 185664"/>
                <a:gd name="csY1" fmla="*/ 6164 h 12146"/>
                <a:gd name="csX2" fmla="*/ 175349 w 185664"/>
                <a:gd name="csY2" fmla="*/ 91 h 12146"/>
                <a:gd name="csX3" fmla="*/ 10955 w 185664"/>
                <a:gd name="csY3" fmla="*/ 91 h 12146"/>
                <a:gd name="csX4" fmla="*/ 320 w 185664"/>
                <a:gd name="csY4" fmla="*/ 6164 h 12146"/>
                <a:gd name="csX5" fmla="*/ 10955 w 185664"/>
                <a:gd name="csY5" fmla="*/ 12238 h 12146"/>
                <a:gd name="csX6" fmla="*/ 175349 w 185664"/>
                <a:gd name="csY6" fmla="*/ 12238 h 12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5664" h="12146">
                  <a:moveTo>
                    <a:pt x="175349" y="12238"/>
                  </a:moveTo>
                  <a:cubicBezTo>
                    <a:pt x="180514" y="12238"/>
                    <a:pt x="185984" y="12238"/>
                    <a:pt x="185984" y="6164"/>
                  </a:cubicBezTo>
                  <a:cubicBezTo>
                    <a:pt x="185984" y="91"/>
                    <a:pt x="180514" y="91"/>
                    <a:pt x="175349" y="91"/>
                  </a:cubicBezTo>
                  <a:lnTo>
                    <a:pt x="10955" y="91"/>
                  </a:lnTo>
                  <a:cubicBezTo>
                    <a:pt x="5789" y="91"/>
                    <a:pt x="320" y="91"/>
                    <a:pt x="320" y="6164"/>
                  </a:cubicBezTo>
                  <a:cubicBezTo>
                    <a:pt x="320" y="12238"/>
                    <a:pt x="5789" y="12238"/>
                    <a:pt x="10955" y="12238"/>
                  </a:cubicBezTo>
                  <a:lnTo>
                    <a:pt x="175349" y="12238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359A1DAF-A7C5-7ABF-6678-EFCDC9C263C3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11760927" y="5317313"/>
              <a:ext cx="67458" cy="210740"/>
            </a:xfrm>
            <a:custGeom>
              <a:avLst/>
              <a:gdLst>
                <a:gd name="csX0" fmla="*/ 44087 w 67458"/>
                <a:gd name="csY0" fmla="*/ 91 h 210740"/>
                <a:gd name="csX1" fmla="*/ 330 w 67458"/>
                <a:gd name="csY1" fmla="*/ 3431 h 210740"/>
                <a:gd name="csX2" fmla="*/ 330 w 67458"/>
                <a:gd name="csY2" fmla="*/ 12845 h 210740"/>
                <a:gd name="csX3" fmla="*/ 24032 w 67458"/>
                <a:gd name="csY3" fmla="*/ 29850 h 210740"/>
                <a:gd name="csX4" fmla="*/ 24032 w 67458"/>
                <a:gd name="csY4" fmla="*/ 187754 h 210740"/>
                <a:gd name="csX5" fmla="*/ 330 w 67458"/>
                <a:gd name="csY5" fmla="*/ 201419 h 210740"/>
                <a:gd name="csX6" fmla="*/ 330 w 67458"/>
                <a:gd name="csY6" fmla="*/ 210832 h 210740"/>
                <a:gd name="csX7" fmla="*/ 34059 w 67458"/>
                <a:gd name="csY7" fmla="*/ 209921 h 210740"/>
                <a:gd name="csX8" fmla="*/ 67789 w 67458"/>
                <a:gd name="csY8" fmla="*/ 210832 h 210740"/>
                <a:gd name="csX9" fmla="*/ 67789 w 67458"/>
                <a:gd name="csY9" fmla="*/ 201419 h 210740"/>
                <a:gd name="csX10" fmla="*/ 44087 w 67458"/>
                <a:gd name="csY10" fmla="*/ 187754 h 210740"/>
                <a:gd name="csX11" fmla="*/ 44087 w 67458"/>
                <a:gd name="csY11" fmla="*/ 91 h 210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7458" h="210740">
                  <a:moveTo>
                    <a:pt x="44087" y="91"/>
                  </a:moveTo>
                  <a:lnTo>
                    <a:pt x="330" y="3431"/>
                  </a:lnTo>
                  <a:lnTo>
                    <a:pt x="330" y="12845"/>
                  </a:lnTo>
                  <a:cubicBezTo>
                    <a:pt x="21601" y="12845"/>
                    <a:pt x="24032" y="14971"/>
                    <a:pt x="24032" y="29850"/>
                  </a:cubicBezTo>
                  <a:lnTo>
                    <a:pt x="24032" y="187754"/>
                  </a:lnTo>
                  <a:cubicBezTo>
                    <a:pt x="24032" y="201419"/>
                    <a:pt x="20689" y="201419"/>
                    <a:pt x="330" y="201419"/>
                  </a:cubicBezTo>
                  <a:lnTo>
                    <a:pt x="330" y="210832"/>
                  </a:lnTo>
                  <a:cubicBezTo>
                    <a:pt x="10357" y="210528"/>
                    <a:pt x="26463" y="209921"/>
                    <a:pt x="34059" y="209921"/>
                  </a:cubicBezTo>
                  <a:cubicBezTo>
                    <a:pt x="41656" y="209921"/>
                    <a:pt x="56546" y="210528"/>
                    <a:pt x="67789" y="210832"/>
                  </a:cubicBezTo>
                  <a:lnTo>
                    <a:pt x="67789" y="201419"/>
                  </a:lnTo>
                  <a:cubicBezTo>
                    <a:pt x="47430" y="201419"/>
                    <a:pt x="44087" y="201419"/>
                    <a:pt x="44087" y="187754"/>
                  </a:cubicBezTo>
                  <a:lnTo>
                    <a:pt x="44087" y="91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203E797A-BB68-C9B0-A014-59C47F0B1C91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11843816" y="5392014"/>
              <a:ext cx="134614" cy="139380"/>
            </a:xfrm>
            <a:custGeom>
              <a:avLst/>
              <a:gdLst>
                <a:gd name="csX0" fmla="*/ 134947 w 134614"/>
                <a:gd name="csY0" fmla="*/ 71148 h 139380"/>
                <a:gd name="csX1" fmla="*/ 67792 w 134614"/>
                <a:gd name="csY1" fmla="*/ 91 h 139380"/>
                <a:gd name="csX2" fmla="*/ 333 w 134614"/>
                <a:gd name="csY2" fmla="*/ 71148 h 139380"/>
                <a:gd name="csX3" fmla="*/ 67488 w 134614"/>
                <a:gd name="csY3" fmla="*/ 139472 h 139380"/>
                <a:gd name="csX4" fmla="*/ 134947 w 134614"/>
                <a:gd name="csY4" fmla="*/ 71148 h 139380"/>
                <a:gd name="csX5" fmla="*/ 67792 w 134614"/>
                <a:gd name="csY5" fmla="*/ 131880 h 139380"/>
                <a:gd name="csX6" fmla="*/ 33150 w 134614"/>
                <a:gd name="csY6" fmla="*/ 111535 h 139380"/>
                <a:gd name="csX7" fmla="*/ 25554 w 134614"/>
                <a:gd name="csY7" fmla="*/ 68719 h 139380"/>
                <a:gd name="csX8" fmla="*/ 32847 w 134614"/>
                <a:gd name="csY8" fmla="*/ 27117 h 139380"/>
                <a:gd name="csX9" fmla="*/ 67488 w 134614"/>
                <a:gd name="csY9" fmla="*/ 6772 h 139380"/>
                <a:gd name="csX10" fmla="*/ 101825 w 134614"/>
                <a:gd name="csY10" fmla="*/ 26510 h 139380"/>
                <a:gd name="csX11" fmla="*/ 109725 w 134614"/>
                <a:gd name="csY11" fmla="*/ 68719 h 139380"/>
                <a:gd name="csX12" fmla="*/ 103040 w 134614"/>
                <a:gd name="csY12" fmla="*/ 109409 h 139380"/>
                <a:gd name="csX13" fmla="*/ 67792 w 134614"/>
                <a:gd name="csY13" fmla="*/ 131880 h 139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4614" h="139380">
                  <a:moveTo>
                    <a:pt x="134947" y="71148"/>
                  </a:moveTo>
                  <a:cubicBezTo>
                    <a:pt x="134947" y="32279"/>
                    <a:pt x="104560" y="91"/>
                    <a:pt x="67792" y="91"/>
                  </a:cubicBezTo>
                  <a:cubicBezTo>
                    <a:pt x="29808" y="91"/>
                    <a:pt x="333" y="33190"/>
                    <a:pt x="333" y="71148"/>
                  </a:cubicBezTo>
                  <a:cubicBezTo>
                    <a:pt x="333" y="110320"/>
                    <a:pt x="31935" y="139472"/>
                    <a:pt x="67488" y="139472"/>
                  </a:cubicBezTo>
                  <a:cubicBezTo>
                    <a:pt x="104256" y="139472"/>
                    <a:pt x="134947" y="109713"/>
                    <a:pt x="134947" y="71148"/>
                  </a:cubicBezTo>
                  <a:close/>
                  <a:moveTo>
                    <a:pt x="67792" y="131880"/>
                  </a:moveTo>
                  <a:cubicBezTo>
                    <a:pt x="54725" y="131880"/>
                    <a:pt x="41355" y="125503"/>
                    <a:pt x="33150" y="111535"/>
                  </a:cubicBezTo>
                  <a:cubicBezTo>
                    <a:pt x="25554" y="98174"/>
                    <a:pt x="25554" y="79650"/>
                    <a:pt x="25554" y="68719"/>
                  </a:cubicBezTo>
                  <a:cubicBezTo>
                    <a:pt x="25554" y="56876"/>
                    <a:pt x="25554" y="40478"/>
                    <a:pt x="32847" y="27117"/>
                  </a:cubicBezTo>
                  <a:cubicBezTo>
                    <a:pt x="41051" y="13149"/>
                    <a:pt x="55333" y="6772"/>
                    <a:pt x="67488" y="6772"/>
                  </a:cubicBezTo>
                  <a:cubicBezTo>
                    <a:pt x="80858" y="6772"/>
                    <a:pt x="93924" y="13452"/>
                    <a:pt x="101825" y="26510"/>
                  </a:cubicBezTo>
                  <a:cubicBezTo>
                    <a:pt x="109725" y="39567"/>
                    <a:pt x="109725" y="57179"/>
                    <a:pt x="109725" y="68719"/>
                  </a:cubicBezTo>
                  <a:cubicBezTo>
                    <a:pt x="109725" y="79650"/>
                    <a:pt x="109725" y="96048"/>
                    <a:pt x="103040" y="109409"/>
                  </a:cubicBezTo>
                  <a:cubicBezTo>
                    <a:pt x="96355" y="123074"/>
                    <a:pt x="82985" y="131880"/>
                    <a:pt x="67792" y="131880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7D9ACD3A-54ED-02C3-7E06-8DD156EC8F81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11995751" y="5390496"/>
              <a:ext cx="138868" cy="200112"/>
            </a:xfrm>
            <a:custGeom>
              <a:avLst/>
              <a:gdLst>
                <a:gd name="csX0" fmla="*/ 59288 w 138868"/>
                <a:gd name="csY0" fmla="*/ 85420 h 200112"/>
                <a:gd name="csX1" fmla="*/ 32852 w 138868"/>
                <a:gd name="csY1" fmla="*/ 48070 h 200112"/>
                <a:gd name="csX2" fmla="*/ 37713 w 138868"/>
                <a:gd name="csY2" fmla="*/ 22562 h 200112"/>
                <a:gd name="csX3" fmla="*/ 59288 w 138868"/>
                <a:gd name="csY3" fmla="*/ 10416 h 200112"/>
                <a:gd name="csX4" fmla="*/ 85725 w 138868"/>
                <a:gd name="csY4" fmla="*/ 47766 h 200112"/>
                <a:gd name="csX5" fmla="*/ 80863 w 138868"/>
                <a:gd name="csY5" fmla="*/ 73274 h 200112"/>
                <a:gd name="csX6" fmla="*/ 59288 w 138868"/>
                <a:gd name="csY6" fmla="*/ 85420 h 200112"/>
                <a:gd name="csX7" fmla="*/ 24039 w 138868"/>
                <a:gd name="csY7" fmla="*/ 97263 h 200112"/>
                <a:gd name="csX8" fmla="*/ 29205 w 138868"/>
                <a:gd name="csY8" fmla="*/ 82991 h 200112"/>
                <a:gd name="csX9" fmla="*/ 59288 w 138868"/>
                <a:gd name="csY9" fmla="*/ 92404 h 200112"/>
                <a:gd name="csX10" fmla="*/ 108515 w 138868"/>
                <a:gd name="csY10" fmla="*/ 48070 h 200112"/>
                <a:gd name="csX11" fmla="*/ 96056 w 138868"/>
                <a:gd name="csY11" fmla="*/ 18614 h 200112"/>
                <a:gd name="csX12" fmla="*/ 123405 w 138868"/>
                <a:gd name="csY12" fmla="*/ 6772 h 200112"/>
                <a:gd name="csX13" fmla="*/ 126443 w 138868"/>
                <a:gd name="csY13" fmla="*/ 7075 h 200112"/>
                <a:gd name="csX14" fmla="*/ 121581 w 138868"/>
                <a:gd name="csY14" fmla="*/ 15274 h 200112"/>
                <a:gd name="csX15" fmla="*/ 130394 w 138868"/>
                <a:gd name="csY15" fmla="*/ 24080 h 200112"/>
                <a:gd name="csX16" fmla="*/ 139206 w 138868"/>
                <a:gd name="csY16" fmla="*/ 14971 h 200112"/>
                <a:gd name="csX17" fmla="*/ 123708 w 138868"/>
                <a:gd name="csY17" fmla="*/ 91 h 200112"/>
                <a:gd name="csX18" fmla="*/ 91498 w 138868"/>
                <a:gd name="csY18" fmla="*/ 14363 h 200112"/>
                <a:gd name="csX19" fmla="*/ 59288 w 138868"/>
                <a:gd name="csY19" fmla="*/ 3431 h 200112"/>
                <a:gd name="csX20" fmla="*/ 10061 w 138868"/>
                <a:gd name="csY20" fmla="*/ 47766 h 200112"/>
                <a:gd name="csX21" fmla="*/ 24343 w 138868"/>
                <a:gd name="csY21" fmla="*/ 79043 h 200112"/>
                <a:gd name="csX22" fmla="*/ 14923 w 138868"/>
                <a:gd name="csY22" fmla="*/ 104247 h 200112"/>
                <a:gd name="csX23" fmla="*/ 28294 w 138868"/>
                <a:gd name="csY23" fmla="*/ 131273 h 200112"/>
                <a:gd name="csX24" fmla="*/ 338 w 138868"/>
                <a:gd name="csY24" fmla="*/ 161639 h 200112"/>
                <a:gd name="csX25" fmla="*/ 67493 w 138868"/>
                <a:gd name="csY25" fmla="*/ 200204 h 200112"/>
                <a:gd name="csX26" fmla="*/ 134952 w 138868"/>
                <a:gd name="csY26" fmla="*/ 161032 h 200112"/>
                <a:gd name="csX27" fmla="*/ 115200 w 138868"/>
                <a:gd name="csY27" fmla="*/ 126414 h 200112"/>
                <a:gd name="csX28" fmla="*/ 62935 w 138868"/>
                <a:gd name="csY28" fmla="*/ 117912 h 200112"/>
                <a:gd name="csX29" fmla="*/ 40144 w 138868"/>
                <a:gd name="csY29" fmla="*/ 117608 h 200112"/>
                <a:gd name="csX30" fmla="*/ 24039 w 138868"/>
                <a:gd name="csY30" fmla="*/ 97263 h 200112"/>
                <a:gd name="csX31" fmla="*/ 67796 w 138868"/>
                <a:gd name="csY31" fmla="*/ 193220 h 200112"/>
                <a:gd name="csX32" fmla="*/ 16139 w 138868"/>
                <a:gd name="csY32" fmla="*/ 161639 h 200112"/>
                <a:gd name="csX33" fmla="*/ 41056 w 138868"/>
                <a:gd name="csY33" fmla="*/ 135524 h 200112"/>
                <a:gd name="csX34" fmla="*/ 58984 w 138868"/>
                <a:gd name="csY34" fmla="*/ 135524 h 200112"/>
                <a:gd name="csX35" fmla="*/ 119150 w 138868"/>
                <a:gd name="csY35" fmla="*/ 161639 h 200112"/>
                <a:gd name="csX36" fmla="*/ 67796 w 138868"/>
                <a:gd name="csY36" fmla="*/ 193220 h 2001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38868" h="200112">
                  <a:moveTo>
                    <a:pt x="59288" y="85420"/>
                  </a:moveTo>
                  <a:cubicBezTo>
                    <a:pt x="32852" y="85420"/>
                    <a:pt x="32852" y="55054"/>
                    <a:pt x="32852" y="48070"/>
                  </a:cubicBezTo>
                  <a:cubicBezTo>
                    <a:pt x="32852" y="39871"/>
                    <a:pt x="33155" y="30154"/>
                    <a:pt x="37713" y="22562"/>
                  </a:cubicBezTo>
                  <a:cubicBezTo>
                    <a:pt x="40144" y="18918"/>
                    <a:pt x="47133" y="10416"/>
                    <a:pt x="59288" y="10416"/>
                  </a:cubicBezTo>
                  <a:cubicBezTo>
                    <a:pt x="85725" y="10416"/>
                    <a:pt x="85725" y="40782"/>
                    <a:pt x="85725" y="47766"/>
                  </a:cubicBezTo>
                  <a:cubicBezTo>
                    <a:pt x="85725" y="55965"/>
                    <a:pt x="85421" y="65682"/>
                    <a:pt x="80863" y="73274"/>
                  </a:cubicBezTo>
                  <a:cubicBezTo>
                    <a:pt x="78432" y="76917"/>
                    <a:pt x="71443" y="85420"/>
                    <a:pt x="59288" y="85420"/>
                  </a:cubicBezTo>
                  <a:close/>
                  <a:moveTo>
                    <a:pt x="24039" y="97263"/>
                  </a:moveTo>
                  <a:cubicBezTo>
                    <a:pt x="24039" y="96048"/>
                    <a:pt x="24039" y="89064"/>
                    <a:pt x="29205" y="82991"/>
                  </a:cubicBezTo>
                  <a:cubicBezTo>
                    <a:pt x="41056" y="91493"/>
                    <a:pt x="53515" y="92404"/>
                    <a:pt x="59288" y="92404"/>
                  </a:cubicBezTo>
                  <a:cubicBezTo>
                    <a:pt x="87548" y="92404"/>
                    <a:pt x="108515" y="71452"/>
                    <a:pt x="108515" y="48070"/>
                  </a:cubicBezTo>
                  <a:cubicBezTo>
                    <a:pt x="108515" y="36834"/>
                    <a:pt x="103653" y="25599"/>
                    <a:pt x="96056" y="18614"/>
                  </a:cubicBezTo>
                  <a:cubicBezTo>
                    <a:pt x="106996" y="8290"/>
                    <a:pt x="117935" y="6772"/>
                    <a:pt x="123405" y="6772"/>
                  </a:cubicBezTo>
                  <a:cubicBezTo>
                    <a:pt x="124012" y="6772"/>
                    <a:pt x="125532" y="6772"/>
                    <a:pt x="126443" y="7075"/>
                  </a:cubicBezTo>
                  <a:cubicBezTo>
                    <a:pt x="123101" y="8290"/>
                    <a:pt x="121581" y="11630"/>
                    <a:pt x="121581" y="15274"/>
                  </a:cubicBezTo>
                  <a:cubicBezTo>
                    <a:pt x="121581" y="20436"/>
                    <a:pt x="125532" y="24080"/>
                    <a:pt x="130394" y="24080"/>
                  </a:cubicBezTo>
                  <a:cubicBezTo>
                    <a:pt x="133432" y="24080"/>
                    <a:pt x="139206" y="21955"/>
                    <a:pt x="139206" y="14971"/>
                  </a:cubicBezTo>
                  <a:cubicBezTo>
                    <a:pt x="139206" y="9808"/>
                    <a:pt x="135559" y="91"/>
                    <a:pt x="123708" y="91"/>
                  </a:cubicBezTo>
                  <a:cubicBezTo>
                    <a:pt x="117631" y="91"/>
                    <a:pt x="104261" y="1913"/>
                    <a:pt x="91498" y="14363"/>
                  </a:cubicBezTo>
                  <a:cubicBezTo>
                    <a:pt x="78736" y="4342"/>
                    <a:pt x="65973" y="3431"/>
                    <a:pt x="59288" y="3431"/>
                  </a:cubicBezTo>
                  <a:cubicBezTo>
                    <a:pt x="31028" y="3431"/>
                    <a:pt x="10061" y="24384"/>
                    <a:pt x="10061" y="47766"/>
                  </a:cubicBezTo>
                  <a:cubicBezTo>
                    <a:pt x="10061" y="61127"/>
                    <a:pt x="16746" y="72666"/>
                    <a:pt x="24343" y="79043"/>
                  </a:cubicBezTo>
                  <a:cubicBezTo>
                    <a:pt x="20393" y="83598"/>
                    <a:pt x="14923" y="93619"/>
                    <a:pt x="14923" y="104247"/>
                  </a:cubicBezTo>
                  <a:cubicBezTo>
                    <a:pt x="14923" y="113660"/>
                    <a:pt x="18874" y="125200"/>
                    <a:pt x="28294" y="131273"/>
                  </a:cubicBezTo>
                  <a:cubicBezTo>
                    <a:pt x="10061" y="136435"/>
                    <a:pt x="338" y="149493"/>
                    <a:pt x="338" y="161639"/>
                  </a:cubicBezTo>
                  <a:cubicBezTo>
                    <a:pt x="338" y="183503"/>
                    <a:pt x="30421" y="200204"/>
                    <a:pt x="67493" y="200204"/>
                  </a:cubicBezTo>
                  <a:cubicBezTo>
                    <a:pt x="103349" y="200204"/>
                    <a:pt x="134952" y="184717"/>
                    <a:pt x="134952" y="161032"/>
                  </a:cubicBezTo>
                  <a:cubicBezTo>
                    <a:pt x="134952" y="150403"/>
                    <a:pt x="130697" y="134917"/>
                    <a:pt x="115200" y="126414"/>
                  </a:cubicBezTo>
                  <a:cubicBezTo>
                    <a:pt x="99095" y="117912"/>
                    <a:pt x="81471" y="117912"/>
                    <a:pt x="62935" y="117912"/>
                  </a:cubicBezTo>
                  <a:cubicBezTo>
                    <a:pt x="55338" y="117912"/>
                    <a:pt x="42271" y="117912"/>
                    <a:pt x="40144" y="117608"/>
                  </a:cubicBezTo>
                  <a:cubicBezTo>
                    <a:pt x="30421" y="116393"/>
                    <a:pt x="24039" y="106980"/>
                    <a:pt x="24039" y="97263"/>
                  </a:cubicBezTo>
                  <a:close/>
                  <a:moveTo>
                    <a:pt x="67796" y="193220"/>
                  </a:moveTo>
                  <a:cubicBezTo>
                    <a:pt x="37106" y="193220"/>
                    <a:pt x="16139" y="177733"/>
                    <a:pt x="16139" y="161639"/>
                  </a:cubicBezTo>
                  <a:cubicBezTo>
                    <a:pt x="16139" y="147671"/>
                    <a:pt x="27686" y="136435"/>
                    <a:pt x="41056" y="135524"/>
                  </a:cubicBezTo>
                  <a:lnTo>
                    <a:pt x="58984" y="135524"/>
                  </a:lnTo>
                  <a:cubicBezTo>
                    <a:pt x="85117" y="135524"/>
                    <a:pt x="119150" y="135524"/>
                    <a:pt x="119150" y="161639"/>
                  </a:cubicBezTo>
                  <a:cubicBezTo>
                    <a:pt x="119150" y="178037"/>
                    <a:pt x="97576" y="193220"/>
                    <a:pt x="67796" y="193220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99761116-507C-4C5B-D465-7F6AD7827318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12206196" y="5320654"/>
              <a:ext cx="216962" cy="207400"/>
            </a:xfrm>
            <a:custGeom>
              <a:avLst/>
              <a:gdLst>
                <a:gd name="csX0" fmla="*/ 80262 w 216962"/>
                <a:gd name="csY0" fmla="*/ 111535 h 207400"/>
                <a:gd name="csX1" fmla="*/ 131920 w 216962"/>
                <a:gd name="csY1" fmla="*/ 111535 h 207400"/>
                <a:gd name="csX2" fmla="*/ 217307 w 216962"/>
                <a:gd name="csY2" fmla="*/ 45944 h 207400"/>
                <a:gd name="csX3" fmla="*/ 157445 w 216962"/>
                <a:gd name="csY3" fmla="*/ 91 h 207400"/>
                <a:gd name="csX4" fmla="*/ 58991 w 216962"/>
                <a:gd name="csY4" fmla="*/ 91 h 207400"/>
                <a:gd name="csX5" fmla="*/ 49875 w 216962"/>
                <a:gd name="csY5" fmla="*/ 5861 h 207400"/>
                <a:gd name="csX6" fmla="*/ 58687 w 216962"/>
                <a:gd name="csY6" fmla="*/ 9505 h 207400"/>
                <a:gd name="csX7" fmla="*/ 71754 w 216962"/>
                <a:gd name="csY7" fmla="*/ 10112 h 207400"/>
                <a:gd name="csX8" fmla="*/ 78439 w 216962"/>
                <a:gd name="csY8" fmla="*/ 14971 h 207400"/>
                <a:gd name="csX9" fmla="*/ 77223 w 216962"/>
                <a:gd name="csY9" fmla="*/ 20740 h 207400"/>
                <a:gd name="csX10" fmla="*/ 36505 w 216962"/>
                <a:gd name="csY10" fmla="*/ 183806 h 207400"/>
                <a:gd name="csX11" fmla="*/ 8853 w 216962"/>
                <a:gd name="csY11" fmla="*/ 198078 h 207400"/>
                <a:gd name="csX12" fmla="*/ 344 w 216962"/>
                <a:gd name="csY12" fmla="*/ 203848 h 207400"/>
                <a:gd name="csX13" fmla="*/ 4902 w 216962"/>
                <a:gd name="csY13" fmla="*/ 207492 h 207400"/>
                <a:gd name="csX14" fmla="*/ 43494 w 216962"/>
                <a:gd name="csY14" fmla="*/ 206581 h 207400"/>
                <a:gd name="csX15" fmla="*/ 62941 w 216962"/>
                <a:gd name="csY15" fmla="*/ 206884 h 207400"/>
                <a:gd name="csX16" fmla="*/ 82693 w 216962"/>
                <a:gd name="csY16" fmla="*/ 207492 h 207400"/>
                <a:gd name="csX17" fmla="*/ 88770 w 216962"/>
                <a:gd name="csY17" fmla="*/ 201419 h 207400"/>
                <a:gd name="csX18" fmla="*/ 80262 w 216962"/>
                <a:gd name="csY18" fmla="*/ 198078 h 207400"/>
                <a:gd name="csX19" fmla="*/ 60510 w 216962"/>
                <a:gd name="csY19" fmla="*/ 192612 h 207400"/>
                <a:gd name="csX20" fmla="*/ 61422 w 216962"/>
                <a:gd name="csY20" fmla="*/ 187450 h 207400"/>
                <a:gd name="csX21" fmla="*/ 80262 w 216962"/>
                <a:gd name="csY21" fmla="*/ 111535 h 207400"/>
                <a:gd name="csX22" fmla="*/ 102140 w 216962"/>
                <a:gd name="csY22" fmla="*/ 21044 h 207400"/>
                <a:gd name="csX23" fmla="*/ 118549 w 216962"/>
                <a:gd name="csY23" fmla="*/ 9505 h 207400"/>
                <a:gd name="csX24" fmla="*/ 147721 w 216962"/>
                <a:gd name="csY24" fmla="*/ 9505 h 207400"/>
                <a:gd name="csX25" fmla="*/ 189047 w 216962"/>
                <a:gd name="csY25" fmla="*/ 38656 h 207400"/>
                <a:gd name="csX26" fmla="*/ 171119 w 216962"/>
                <a:gd name="csY26" fmla="*/ 87546 h 207400"/>
                <a:gd name="csX27" fmla="*/ 124323 w 216962"/>
                <a:gd name="csY27" fmla="*/ 103640 h 207400"/>
                <a:gd name="csX28" fmla="*/ 81477 w 216962"/>
                <a:gd name="csY28" fmla="*/ 103640 h 207400"/>
                <a:gd name="csX29" fmla="*/ 102140 w 216962"/>
                <a:gd name="csY29" fmla="*/ 21044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962" h="207400">
                  <a:moveTo>
                    <a:pt x="80262" y="111535"/>
                  </a:moveTo>
                  <a:lnTo>
                    <a:pt x="131920" y="111535"/>
                  </a:lnTo>
                  <a:cubicBezTo>
                    <a:pt x="175069" y="111535"/>
                    <a:pt x="217307" y="79954"/>
                    <a:pt x="217307" y="45944"/>
                  </a:cubicBezTo>
                  <a:cubicBezTo>
                    <a:pt x="217307" y="22562"/>
                    <a:pt x="197252" y="91"/>
                    <a:pt x="157445" y="91"/>
                  </a:cubicBezTo>
                  <a:lnTo>
                    <a:pt x="58991" y="91"/>
                  </a:lnTo>
                  <a:cubicBezTo>
                    <a:pt x="53218" y="91"/>
                    <a:pt x="49875" y="91"/>
                    <a:pt x="49875" y="5861"/>
                  </a:cubicBezTo>
                  <a:cubicBezTo>
                    <a:pt x="49875" y="9505"/>
                    <a:pt x="52610" y="9505"/>
                    <a:pt x="58687" y="9505"/>
                  </a:cubicBezTo>
                  <a:cubicBezTo>
                    <a:pt x="62637" y="9505"/>
                    <a:pt x="68107" y="9808"/>
                    <a:pt x="71754" y="10112"/>
                  </a:cubicBezTo>
                  <a:cubicBezTo>
                    <a:pt x="76615" y="10719"/>
                    <a:pt x="78439" y="11630"/>
                    <a:pt x="78439" y="14971"/>
                  </a:cubicBezTo>
                  <a:cubicBezTo>
                    <a:pt x="78439" y="16185"/>
                    <a:pt x="78135" y="17096"/>
                    <a:pt x="77223" y="20740"/>
                  </a:cubicBezTo>
                  <a:lnTo>
                    <a:pt x="36505" y="183806"/>
                  </a:lnTo>
                  <a:cubicBezTo>
                    <a:pt x="33466" y="195649"/>
                    <a:pt x="32858" y="198078"/>
                    <a:pt x="8853" y="198078"/>
                  </a:cubicBezTo>
                  <a:cubicBezTo>
                    <a:pt x="3687" y="198078"/>
                    <a:pt x="344" y="198078"/>
                    <a:pt x="344" y="203848"/>
                  </a:cubicBezTo>
                  <a:cubicBezTo>
                    <a:pt x="344" y="207492"/>
                    <a:pt x="3991" y="207492"/>
                    <a:pt x="4902" y="207492"/>
                  </a:cubicBezTo>
                  <a:cubicBezTo>
                    <a:pt x="13411" y="207492"/>
                    <a:pt x="34985" y="206581"/>
                    <a:pt x="43494" y="206581"/>
                  </a:cubicBezTo>
                  <a:cubicBezTo>
                    <a:pt x="49875" y="206581"/>
                    <a:pt x="56560" y="206884"/>
                    <a:pt x="62941" y="206884"/>
                  </a:cubicBezTo>
                  <a:cubicBezTo>
                    <a:pt x="69626" y="206884"/>
                    <a:pt x="76312" y="207492"/>
                    <a:pt x="82693" y="207492"/>
                  </a:cubicBezTo>
                  <a:cubicBezTo>
                    <a:pt x="84820" y="207492"/>
                    <a:pt x="88770" y="207492"/>
                    <a:pt x="88770" y="201419"/>
                  </a:cubicBezTo>
                  <a:cubicBezTo>
                    <a:pt x="88770" y="198078"/>
                    <a:pt x="86035" y="198078"/>
                    <a:pt x="80262" y="198078"/>
                  </a:cubicBezTo>
                  <a:cubicBezTo>
                    <a:pt x="69019" y="198078"/>
                    <a:pt x="60510" y="198078"/>
                    <a:pt x="60510" y="192612"/>
                  </a:cubicBezTo>
                  <a:cubicBezTo>
                    <a:pt x="60510" y="190790"/>
                    <a:pt x="61118" y="189272"/>
                    <a:pt x="61422" y="187450"/>
                  </a:cubicBezTo>
                  <a:lnTo>
                    <a:pt x="80262" y="111535"/>
                  </a:lnTo>
                  <a:close/>
                  <a:moveTo>
                    <a:pt x="102140" y="21044"/>
                  </a:moveTo>
                  <a:cubicBezTo>
                    <a:pt x="104875" y="10416"/>
                    <a:pt x="105483" y="9505"/>
                    <a:pt x="118549" y="9505"/>
                  </a:cubicBezTo>
                  <a:lnTo>
                    <a:pt x="147721" y="9505"/>
                  </a:lnTo>
                  <a:cubicBezTo>
                    <a:pt x="172942" y="9505"/>
                    <a:pt x="189047" y="17703"/>
                    <a:pt x="189047" y="38656"/>
                  </a:cubicBezTo>
                  <a:cubicBezTo>
                    <a:pt x="189047" y="50499"/>
                    <a:pt x="182970" y="76614"/>
                    <a:pt x="171119" y="87546"/>
                  </a:cubicBezTo>
                  <a:cubicBezTo>
                    <a:pt x="155925" y="101210"/>
                    <a:pt x="137693" y="103640"/>
                    <a:pt x="124323" y="103640"/>
                  </a:cubicBezTo>
                  <a:lnTo>
                    <a:pt x="81477" y="103640"/>
                  </a:lnTo>
                  <a:lnTo>
                    <a:pt x="102140" y="21044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6CEAEDF-6E63-7061-9A4D-1A4D41A06A76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12404019" y="5424171"/>
              <a:ext cx="156553" cy="153682"/>
            </a:xfrm>
            <a:custGeom>
              <a:avLst/>
              <a:gdLst>
                <a:gd name="csX0" fmla="*/ 156904 w 156553"/>
                <a:gd name="csY0" fmla="*/ 77678 h 153682"/>
                <a:gd name="csX1" fmla="*/ 78627 w 156553"/>
                <a:gd name="csY1" fmla="*/ 93 h 153682"/>
                <a:gd name="csX2" fmla="*/ 351 w 156553"/>
                <a:gd name="csY2" fmla="*/ 77678 h 153682"/>
                <a:gd name="csX3" fmla="*/ 78627 w 156553"/>
                <a:gd name="csY3" fmla="*/ 153776 h 153682"/>
                <a:gd name="csX4" fmla="*/ 156904 w 156553"/>
                <a:gd name="csY4" fmla="*/ 77678 h 153682"/>
                <a:gd name="csX5" fmla="*/ 78627 w 156553"/>
                <a:gd name="csY5" fmla="*/ 147399 h 153682"/>
                <a:gd name="csX6" fmla="*/ 21622 w 156553"/>
                <a:gd name="csY6" fmla="*/ 77466 h 153682"/>
                <a:gd name="csX7" fmla="*/ 78627 w 156553"/>
                <a:gd name="csY7" fmla="*/ 6044 h 153682"/>
                <a:gd name="csX8" fmla="*/ 135633 w 156553"/>
                <a:gd name="csY8" fmla="*/ 77466 h 153682"/>
                <a:gd name="csX9" fmla="*/ 78627 w 156553"/>
                <a:gd name="csY9" fmla="*/ 147399 h 153682"/>
                <a:gd name="csX10" fmla="*/ 122233 w 156553"/>
                <a:gd name="csY10" fmla="*/ 60673 h 153682"/>
                <a:gd name="csX11" fmla="*/ 115001 w 156553"/>
                <a:gd name="csY11" fmla="*/ 60673 h 153682"/>
                <a:gd name="csX12" fmla="*/ 115001 w 156553"/>
                <a:gd name="csY12" fmla="*/ 67900 h 153682"/>
                <a:gd name="csX13" fmla="*/ 42254 w 156553"/>
                <a:gd name="csY13" fmla="*/ 67900 h 153682"/>
                <a:gd name="csX14" fmla="*/ 42254 w 156553"/>
                <a:gd name="csY14" fmla="*/ 60673 h 153682"/>
                <a:gd name="csX15" fmla="*/ 35022 w 156553"/>
                <a:gd name="csY15" fmla="*/ 60673 h 153682"/>
                <a:gd name="csX16" fmla="*/ 35022 w 156553"/>
                <a:gd name="csY16" fmla="*/ 92558 h 153682"/>
                <a:gd name="csX17" fmla="*/ 42254 w 156553"/>
                <a:gd name="csY17" fmla="*/ 92558 h 153682"/>
                <a:gd name="csX18" fmla="*/ 42254 w 156553"/>
                <a:gd name="csY18" fmla="*/ 85330 h 153682"/>
                <a:gd name="csX19" fmla="*/ 115001 w 156553"/>
                <a:gd name="csY19" fmla="*/ 85330 h 153682"/>
                <a:gd name="csX20" fmla="*/ 115001 w 156553"/>
                <a:gd name="csY20" fmla="*/ 92558 h 153682"/>
                <a:gd name="csX21" fmla="*/ 122233 w 156553"/>
                <a:gd name="csY21" fmla="*/ 92558 h 153682"/>
                <a:gd name="csX22" fmla="*/ 122233 w 156553"/>
                <a:gd name="csY22" fmla="*/ 60673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553" h="153682">
                  <a:moveTo>
                    <a:pt x="156904" y="77678"/>
                  </a:moveTo>
                  <a:cubicBezTo>
                    <a:pt x="156904" y="35166"/>
                    <a:pt x="122020" y="93"/>
                    <a:pt x="78627" y="93"/>
                  </a:cubicBezTo>
                  <a:cubicBezTo>
                    <a:pt x="35022" y="93"/>
                    <a:pt x="351" y="35166"/>
                    <a:pt x="351" y="77678"/>
                  </a:cubicBezTo>
                  <a:cubicBezTo>
                    <a:pt x="351" y="119340"/>
                    <a:pt x="35022" y="153776"/>
                    <a:pt x="78627" y="153776"/>
                  </a:cubicBezTo>
                  <a:cubicBezTo>
                    <a:pt x="122233" y="153776"/>
                    <a:pt x="156904" y="119340"/>
                    <a:pt x="156904" y="77678"/>
                  </a:cubicBezTo>
                  <a:close/>
                  <a:moveTo>
                    <a:pt x="78627" y="147399"/>
                  </a:moveTo>
                  <a:cubicBezTo>
                    <a:pt x="52890" y="147399"/>
                    <a:pt x="21622" y="127418"/>
                    <a:pt x="21622" y="77466"/>
                  </a:cubicBezTo>
                  <a:cubicBezTo>
                    <a:pt x="21622" y="27513"/>
                    <a:pt x="52252" y="6044"/>
                    <a:pt x="78627" y="6044"/>
                  </a:cubicBezTo>
                  <a:cubicBezTo>
                    <a:pt x="105003" y="6044"/>
                    <a:pt x="135633" y="27513"/>
                    <a:pt x="135633" y="77466"/>
                  </a:cubicBezTo>
                  <a:cubicBezTo>
                    <a:pt x="135633" y="127630"/>
                    <a:pt x="104152" y="147399"/>
                    <a:pt x="78627" y="147399"/>
                  </a:cubicBezTo>
                  <a:close/>
                  <a:moveTo>
                    <a:pt x="122233" y="60673"/>
                  </a:moveTo>
                  <a:lnTo>
                    <a:pt x="115001" y="60673"/>
                  </a:lnTo>
                  <a:lnTo>
                    <a:pt x="115001" y="67900"/>
                  </a:lnTo>
                  <a:lnTo>
                    <a:pt x="42254" y="67900"/>
                  </a:lnTo>
                  <a:lnTo>
                    <a:pt x="42254" y="60673"/>
                  </a:lnTo>
                  <a:lnTo>
                    <a:pt x="35022" y="60673"/>
                  </a:lnTo>
                  <a:lnTo>
                    <a:pt x="35022" y="92558"/>
                  </a:lnTo>
                  <a:lnTo>
                    <a:pt x="42254" y="92558"/>
                  </a:lnTo>
                  <a:lnTo>
                    <a:pt x="42254" y="85330"/>
                  </a:lnTo>
                  <a:lnTo>
                    <a:pt x="115001" y="85330"/>
                  </a:lnTo>
                  <a:lnTo>
                    <a:pt x="115001" y="92558"/>
                  </a:lnTo>
                  <a:lnTo>
                    <a:pt x="122233" y="92558"/>
                  </a:lnTo>
                  <a:lnTo>
                    <a:pt x="122233" y="60673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CB2CCA1A-F616-5220-4AA4-A3407FB10E40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12620949" y="5300308"/>
              <a:ext cx="70497" cy="303661"/>
            </a:xfrm>
            <a:custGeom>
              <a:avLst/>
              <a:gdLst>
                <a:gd name="csX0" fmla="*/ 70855 w 70497"/>
                <a:gd name="csY0" fmla="*/ 300716 h 303661"/>
                <a:gd name="csX1" fmla="*/ 65689 w 70497"/>
                <a:gd name="csY1" fmla="*/ 294035 h 303661"/>
                <a:gd name="csX2" fmla="*/ 17982 w 70497"/>
                <a:gd name="csY2" fmla="*/ 151922 h 303661"/>
                <a:gd name="csX3" fmla="*/ 66905 w 70497"/>
                <a:gd name="csY3" fmla="*/ 8290 h 303661"/>
                <a:gd name="csX4" fmla="*/ 70855 w 70497"/>
                <a:gd name="csY4" fmla="*/ 3128 h 303661"/>
                <a:gd name="csX5" fmla="*/ 67816 w 70497"/>
                <a:gd name="csY5" fmla="*/ 91 h 303661"/>
                <a:gd name="csX6" fmla="*/ 19501 w 70497"/>
                <a:gd name="csY6" fmla="*/ 59305 h 303661"/>
                <a:gd name="csX7" fmla="*/ 357 w 70497"/>
                <a:gd name="csY7" fmla="*/ 151922 h 303661"/>
                <a:gd name="csX8" fmla="*/ 20413 w 70497"/>
                <a:gd name="csY8" fmla="*/ 246664 h 303661"/>
                <a:gd name="csX9" fmla="*/ 67816 w 70497"/>
                <a:gd name="csY9" fmla="*/ 303752 h 303661"/>
                <a:gd name="csX10" fmla="*/ 70855 w 70497"/>
                <a:gd name="csY10" fmla="*/ 300716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97" h="303661">
                  <a:moveTo>
                    <a:pt x="70855" y="300716"/>
                  </a:moveTo>
                  <a:cubicBezTo>
                    <a:pt x="70855" y="299805"/>
                    <a:pt x="70855" y="299198"/>
                    <a:pt x="65689" y="294035"/>
                  </a:cubicBezTo>
                  <a:cubicBezTo>
                    <a:pt x="27706" y="255774"/>
                    <a:pt x="17982" y="198382"/>
                    <a:pt x="17982" y="151922"/>
                  </a:cubicBezTo>
                  <a:cubicBezTo>
                    <a:pt x="17982" y="99085"/>
                    <a:pt x="29529" y="46248"/>
                    <a:pt x="66905" y="8290"/>
                  </a:cubicBezTo>
                  <a:cubicBezTo>
                    <a:pt x="70855" y="4646"/>
                    <a:pt x="70855" y="4039"/>
                    <a:pt x="70855" y="3128"/>
                  </a:cubicBezTo>
                  <a:cubicBezTo>
                    <a:pt x="70855" y="1002"/>
                    <a:pt x="69640" y="91"/>
                    <a:pt x="67816" y="91"/>
                  </a:cubicBezTo>
                  <a:cubicBezTo>
                    <a:pt x="64778" y="91"/>
                    <a:pt x="37429" y="20740"/>
                    <a:pt x="19501" y="59305"/>
                  </a:cubicBezTo>
                  <a:cubicBezTo>
                    <a:pt x="4004" y="92708"/>
                    <a:pt x="357" y="126414"/>
                    <a:pt x="357" y="151922"/>
                  </a:cubicBezTo>
                  <a:cubicBezTo>
                    <a:pt x="357" y="175607"/>
                    <a:pt x="3700" y="212350"/>
                    <a:pt x="20413" y="246664"/>
                  </a:cubicBezTo>
                  <a:cubicBezTo>
                    <a:pt x="38645" y="284014"/>
                    <a:pt x="64778" y="303752"/>
                    <a:pt x="67816" y="303752"/>
                  </a:cubicBezTo>
                  <a:cubicBezTo>
                    <a:pt x="69640" y="303752"/>
                    <a:pt x="70855" y="302841"/>
                    <a:pt x="70855" y="300716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BC8FD604-E668-D86E-1DC1-4233D286C3D7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12719369" y="5320654"/>
              <a:ext cx="140691" cy="207400"/>
            </a:xfrm>
            <a:custGeom>
              <a:avLst/>
              <a:gdLst>
                <a:gd name="csX0" fmla="*/ 103677 w 140691"/>
                <a:gd name="csY0" fmla="*/ 23473 h 207400"/>
                <a:gd name="csX1" fmla="*/ 131329 w 140691"/>
                <a:gd name="csY1" fmla="*/ 9505 h 207400"/>
                <a:gd name="csX2" fmla="*/ 141053 w 140691"/>
                <a:gd name="csY2" fmla="*/ 3735 h 207400"/>
                <a:gd name="csX3" fmla="*/ 136495 w 140691"/>
                <a:gd name="csY3" fmla="*/ 91 h 207400"/>
                <a:gd name="csX4" fmla="*/ 96384 w 140691"/>
                <a:gd name="csY4" fmla="*/ 1002 h 207400"/>
                <a:gd name="csX5" fmla="*/ 55969 w 140691"/>
                <a:gd name="csY5" fmla="*/ 91 h 207400"/>
                <a:gd name="csX6" fmla="*/ 49892 w 140691"/>
                <a:gd name="csY6" fmla="*/ 6164 h 207400"/>
                <a:gd name="csX7" fmla="*/ 58400 w 140691"/>
                <a:gd name="csY7" fmla="*/ 9505 h 207400"/>
                <a:gd name="csX8" fmla="*/ 79367 w 140691"/>
                <a:gd name="csY8" fmla="*/ 15274 h 207400"/>
                <a:gd name="csX9" fmla="*/ 78759 w 140691"/>
                <a:gd name="csY9" fmla="*/ 20133 h 207400"/>
                <a:gd name="csX10" fmla="*/ 37737 w 140691"/>
                <a:gd name="csY10" fmla="*/ 183806 h 207400"/>
                <a:gd name="csX11" fmla="*/ 10085 w 140691"/>
                <a:gd name="csY11" fmla="*/ 198078 h 207400"/>
                <a:gd name="csX12" fmla="*/ 361 w 140691"/>
                <a:gd name="csY12" fmla="*/ 204152 h 207400"/>
                <a:gd name="csX13" fmla="*/ 4919 w 140691"/>
                <a:gd name="csY13" fmla="*/ 207492 h 207400"/>
                <a:gd name="csX14" fmla="*/ 44726 w 140691"/>
                <a:gd name="csY14" fmla="*/ 206581 h 207400"/>
                <a:gd name="csX15" fmla="*/ 85445 w 140691"/>
                <a:gd name="csY15" fmla="*/ 207492 h 207400"/>
                <a:gd name="csX16" fmla="*/ 91522 w 140691"/>
                <a:gd name="csY16" fmla="*/ 201722 h 207400"/>
                <a:gd name="csX17" fmla="*/ 82406 w 140691"/>
                <a:gd name="csY17" fmla="*/ 198078 h 207400"/>
                <a:gd name="csX18" fmla="*/ 69340 w 140691"/>
                <a:gd name="csY18" fmla="*/ 197471 h 207400"/>
                <a:gd name="csX19" fmla="*/ 61743 w 140691"/>
                <a:gd name="csY19" fmla="*/ 192309 h 207400"/>
                <a:gd name="csX20" fmla="*/ 62958 w 140691"/>
                <a:gd name="csY20" fmla="*/ 185325 h 207400"/>
                <a:gd name="csX21" fmla="*/ 103677 w 140691"/>
                <a:gd name="csY21" fmla="*/ 23473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0691" h="207400">
                  <a:moveTo>
                    <a:pt x="103677" y="23473"/>
                  </a:moveTo>
                  <a:cubicBezTo>
                    <a:pt x="106412" y="12541"/>
                    <a:pt x="107323" y="9505"/>
                    <a:pt x="131329" y="9505"/>
                  </a:cubicBezTo>
                  <a:cubicBezTo>
                    <a:pt x="138622" y="9505"/>
                    <a:pt x="141053" y="9505"/>
                    <a:pt x="141053" y="3735"/>
                  </a:cubicBezTo>
                  <a:cubicBezTo>
                    <a:pt x="141053" y="91"/>
                    <a:pt x="137710" y="91"/>
                    <a:pt x="136495" y="91"/>
                  </a:cubicBezTo>
                  <a:cubicBezTo>
                    <a:pt x="127682" y="91"/>
                    <a:pt x="105196" y="1002"/>
                    <a:pt x="96384" y="1002"/>
                  </a:cubicBezTo>
                  <a:cubicBezTo>
                    <a:pt x="87268" y="1002"/>
                    <a:pt x="65085" y="91"/>
                    <a:pt x="55969" y="91"/>
                  </a:cubicBezTo>
                  <a:cubicBezTo>
                    <a:pt x="53842" y="91"/>
                    <a:pt x="49892" y="91"/>
                    <a:pt x="49892" y="6164"/>
                  </a:cubicBezTo>
                  <a:cubicBezTo>
                    <a:pt x="49892" y="9505"/>
                    <a:pt x="52627" y="9505"/>
                    <a:pt x="58400" y="9505"/>
                  </a:cubicBezTo>
                  <a:cubicBezTo>
                    <a:pt x="71163" y="9505"/>
                    <a:pt x="79367" y="9505"/>
                    <a:pt x="79367" y="15274"/>
                  </a:cubicBezTo>
                  <a:cubicBezTo>
                    <a:pt x="79367" y="16793"/>
                    <a:pt x="79367" y="17400"/>
                    <a:pt x="78759" y="20133"/>
                  </a:cubicBezTo>
                  <a:lnTo>
                    <a:pt x="37737" y="183806"/>
                  </a:lnTo>
                  <a:cubicBezTo>
                    <a:pt x="35002" y="195042"/>
                    <a:pt x="34091" y="198078"/>
                    <a:pt x="10085" y="198078"/>
                  </a:cubicBezTo>
                  <a:cubicBezTo>
                    <a:pt x="3096" y="198078"/>
                    <a:pt x="361" y="198078"/>
                    <a:pt x="361" y="204152"/>
                  </a:cubicBezTo>
                  <a:cubicBezTo>
                    <a:pt x="361" y="207492"/>
                    <a:pt x="4008" y="207492"/>
                    <a:pt x="4919" y="207492"/>
                  </a:cubicBezTo>
                  <a:cubicBezTo>
                    <a:pt x="13731" y="207492"/>
                    <a:pt x="35914" y="206581"/>
                    <a:pt x="44726" y="206581"/>
                  </a:cubicBezTo>
                  <a:cubicBezTo>
                    <a:pt x="53842" y="206581"/>
                    <a:pt x="76329" y="207492"/>
                    <a:pt x="85445" y="207492"/>
                  </a:cubicBezTo>
                  <a:cubicBezTo>
                    <a:pt x="87876" y="207492"/>
                    <a:pt x="91522" y="207492"/>
                    <a:pt x="91522" y="201722"/>
                  </a:cubicBezTo>
                  <a:cubicBezTo>
                    <a:pt x="91522" y="198078"/>
                    <a:pt x="89091" y="198078"/>
                    <a:pt x="82406" y="198078"/>
                  </a:cubicBezTo>
                  <a:cubicBezTo>
                    <a:pt x="76936" y="198078"/>
                    <a:pt x="75417" y="198078"/>
                    <a:pt x="69340" y="197471"/>
                  </a:cubicBezTo>
                  <a:cubicBezTo>
                    <a:pt x="62958" y="196864"/>
                    <a:pt x="61743" y="195649"/>
                    <a:pt x="61743" y="192309"/>
                  </a:cubicBezTo>
                  <a:cubicBezTo>
                    <a:pt x="61743" y="189879"/>
                    <a:pt x="62351" y="187450"/>
                    <a:pt x="62958" y="185325"/>
                  </a:cubicBezTo>
                  <a:lnTo>
                    <a:pt x="103677" y="23473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4510FDC-8C2A-D348-3FE7-4787D349A600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12852611" y="5432674"/>
              <a:ext cx="64450" cy="143054"/>
            </a:xfrm>
            <a:custGeom>
              <a:avLst/>
              <a:gdLst>
                <a:gd name="csX0" fmla="*/ 59286 w 64450"/>
                <a:gd name="csY0" fmla="*/ 8170 h 143054"/>
                <a:gd name="csX1" fmla="*/ 50777 w 64450"/>
                <a:gd name="csY1" fmla="*/ 93 h 143054"/>
                <a:gd name="csX2" fmla="*/ 38866 w 64450"/>
                <a:gd name="csY2" fmla="*/ 11784 h 143054"/>
                <a:gd name="csX3" fmla="*/ 47374 w 64450"/>
                <a:gd name="csY3" fmla="*/ 19861 h 143054"/>
                <a:gd name="csX4" fmla="*/ 59286 w 64450"/>
                <a:gd name="csY4" fmla="*/ 8170 h 143054"/>
                <a:gd name="csX5" fmla="*/ 15893 w 64450"/>
                <a:gd name="csY5" fmla="*/ 116152 h 143054"/>
                <a:gd name="csX6" fmla="*/ 13979 w 64450"/>
                <a:gd name="csY6" fmla="*/ 125080 h 143054"/>
                <a:gd name="csX7" fmla="*/ 34186 w 64450"/>
                <a:gd name="csY7" fmla="*/ 143147 h 143054"/>
                <a:gd name="csX8" fmla="*/ 64816 w 64450"/>
                <a:gd name="csY8" fmla="*/ 110625 h 143054"/>
                <a:gd name="csX9" fmla="*/ 61413 w 64450"/>
                <a:gd name="csY9" fmla="*/ 107862 h 143054"/>
                <a:gd name="csX10" fmla="*/ 57371 w 64450"/>
                <a:gd name="csY10" fmla="*/ 111476 h 143054"/>
                <a:gd name="csX11" fmla="*/ 34824 w 64450"/>
                <a:gd name="csY11" fmla="*/ 137196 h 143054"/>
                <a:gd name="csX12" fmla="*/ 29507 w 64450"/>
                <a:gd name="csY12" fmla="*/ 129756 h 143054"/>
                <a:gd name="csX13" fmla="*/ 32910 w 64450"/>
                <a:gd name="csY13" fmla="*/ 116152 h 143054"/>
                <a:gd name="csX14" fmla="*/ 39717 w 64450"/>
                <a:gd name="csY14" fmla="*/ 99147 h 143054"/>
                <a:gd name="csX15" fmla="*/ 50139 w 64450"/>
                <a:gd name="csY15" fmla="*/ 72151 h 143054"/>
                <a:gd name="csX16" fmla="*/ 51416 w 64450"/>
                <a:gd name="csY16" fmla="*/ 65349 h 143054"/>
                <a:gd name="csX17" fmla="*/ 31208 w 64450"/>
                <a:gd name="csY17" fmla="*/ 47282 h 143054"/>
                <a:gd name="csX18" fmla="*/ 366 w 64450"/>
                <a:gd name="csY18" fmla="*/ 79804 h 143054"/>
                <a:gd name="csX19" fmla="*/ 3982 w 64450"/>
                <a:gd name="csY19" fmla="*/ 82567 h 143054"/>
                <a:gd name="csX20" fmla="*/ 7810 w 64450"/>
                <a:gd name="csY20" fmla="*/ 79166 h 143054"/>
                <a:gd name="csX21" fmla="*/ 30570 w 64450"/>
                <a:gd name="csY21" fmla="*/ 53233 h 143054"/>
                <a:gd name="csX22" fmla="*/ 35888 w 64450"/>
                <a:gd name="csY22" fmla="*/ 60673 h 143054"/>
                <a:gd name="csX23" fmla="*/ 29294 w 64450"/>
                <a:gd name="csY23" fmla="*/ 81929 h 143054"/>
                <a:gd name="csX24" fmla="*/ 15893 w 64450"/>
                <a:gd name="csY24" fmla="*/ 116152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450" h="143054">
                  <a:moveTo>
                    <a:pt x="59286" y="8170"/>
                  </a:moveTo>
                  <a:cubicBezTo>
                    <a:pt x="59286" y="4769"/>
                    <a:pt x="56733" y="93"/>
                    <a:pt x="50777" y="93"/>
                  </a:cubicBezTo>
                  <a:cubicBezTo>
                    <a:pt x="45034" y="93"/>
                    <a:pt x="38866" y="5619"/>
                    <a:pt x="38866" y="11784"/>
                  </a:cubicBezTo>
                  <a:cubicBezTo>
                    <a:pt x="38866" y="15397"/>
                    <a:pt x="41631" y="19861"/>
                    <a:pt x="47374" y="19861"/>
                  </a:cubicBezTo>
                  <a:cubicBezTo>
                    <a:pt x="53543" y="19861"/>
                    <a:pt x="59286" y="13909"/>
                    <a:pt x="59286" y="8170"/>
                  </a:cubicBezTo>
                  <a:close/>
                  <a:moveTo>
                    <a:pt x="15893" y="116152"/>
                  </a:moveTo>
                  <a:cubicBezTo>
                    <a:pt x="15042" y="118915"/>
                    <a:pt x="13979" y="121466"/>
                    <a:pt x="13979" y="125080"/>
                  </a:cubicBezTo>
                  <a:cubicBezTo>
                    <a:pt x="13979" y="135070"/>
                    <a:pt x="22487" y="143147"/>
                    <a:pt x="34186" y="143147"/>
                  </a:cubicBezTo>
                  <a:cubicBezTo>
                    <a:pt x="55457" y="143147"/>
                    <a:pt x="64816" y="113814"/>
                    <a:pt x="64816" y="110625"/>
                  </a:cubicBezTo>
                  <a:cubicBezTo>
                    <a:pt x="64816" y="107862"/>
                    <a:pt x="62051" y="107862"/>
                    <a:pt x="61413" y="107862"/>
                  </a:cubicBezTo>
                  <a:cubicBezTo>
                    <a:pt x="58435" y="107862"/>
                    <a:pt x="58222" y="109137"/>
                    <a:pt x="57371" y="111476"/>
                  </a:cubicBezTo>
                  <a:cubicBezTo>
                    <a:pt x="52479" y="128481"/>
                    <a:pt x="43120" y="137196"/>
                    <a:pt x="34824" y="137196"/>
                  </a:cubicBezTo>
                  <a:cubicBezTo>
                    <a:pt x="30570" y="137196"/>
                    <a:pt x="29507" y="134432"/>
                    <a:pt x="29507" y="129756"/>
                  </a:cubicBezTo>
                  <a:cubicBezTo>
                    <a:pt x="29507" y="124867"/>
                    <a:pt x="30996" y="120828"/>
                    <a:pt x="32910" y="116152"/>
                  </a:cubicBezTo>
                  <a:cubicBezTo>
                    <a:pt x="35037" y="110413"/>
                    <a:pt x="37377" y="104674"/>
                    <a:pt x="39717" y="99147"/>
                  </a:cubicBezTo>
                  <a:cubicBezTo>
                    <a:pt x="41631" y="94045"/>
                    <a:pt x="49289" y="74702"/>
                    <a:pt x="50139" y="72151"/>
                  </a:cubicBezTo>
                  <a:cubicBezTo>
                    <a:pt x="50777" y="70026"/>
                    <a:pt x="51416" y="67475"/>
                    <a:pt x="51416" y="65349"/>
                  </a:cubicBezTo>
                  <a:cubicBezTo>
                    <a:pt x="51416" y="55359"/>
                    <a:pt x="42907" y="47282"/>
                    <a:pt x="31208" y="47282"/>
                  </a:cubicBezTo>
                  <a:cubicBezTo>
                    <a:pt x="10150" y="47282"/>
                    <a:pt x="366" y="76190"/>
                    <a:pt x="366" y="79804"/>
                  </a:cubicBezTo>
                  <a:cubicBezTo>
                    <a:pt x="366" y="82567"/>
                    <a:pt x="3343" y="82567"/>
                    <a:pt x="3982" y="82567"/>
                  </a:cubicBezTo>
                  <a:cubicBezTo>
                    <a:pt x="6960" y="82567"/>
                    <a:pt x="7172" y="81504"/>
                    <a:pt x="7810" y="79166"/>
                  </a:cubicBezTo>
                  <a:cubicBezTo>
                    <a:pt x="13341" y="60886"/>
                    <a:pt x="22700" y="53233"/>
                    <a:pt x="30570" y="53233"/>
                  </a:cubicBezTo>
                  <a:cubicBezTo>
                    <a:pt x="33974" y="53233"/>
                    <a:pt x="35888" y="54934"/>
                    <a:pt x="35888" y="60673"/>
                  </a:cubicBezTo>
                  <a:cubicBezTo>
                    <a:pt x="35888" y="65562"/>
                    <a:pt x="34612" y="68750"/>
                    <a:pt x="29294" y="81929"/>
                  </a:cubicBezTo>
                  <a:lnTo>
                    <a:pt x="15893" y="116152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8F9103D8-D7D0-8CA5-035D-5C45D22E3579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13064347" y="5300308"/>
              <a:ext cx="12154" cy="303661"/>
            </a:xfrm>
            <a:custGeom>
              <a:avLst/>
              <a:gdLst>
                <a:gd name="csX0" fmla="*/ 12526 w 12154"/>
                <a:gd name="csY0" fmla="*/ 11023 h 303661"/>
                <a:gd name="csX1" fmla="*/ 6449 w 12154"/>
                <a:gd name="csY1" fmla="*/ 91 h 303661"/>
                <a:gd name="csX2" fmla="*/ 372 w 12154"/>
                <a:gd name="csY2" fmla="*/ 11023 h 303661"/>
                <a:gd name="csX3" fmla="*/ 372 w 12154"/>
                <a:gd name="csY3" fmla="*/ 292821 h 303661"/>
                <a:gd name="csX4" fmla="*/ 6449 w 12154"/>
                <a:gd name="csY4" fmla="*/ 303752 h 303661"/>
                <a:gd name="csX5" fmla="*/ 12526 w 12154"/>
                <a:gd name="csY5" fmla="*/ 292821 h 303661"/>
                <a:gd name="csX6" fmla="*/ 12526 w 12154"/>
                <a:gd name="csY6" fmla="*/ 11023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54" h="303661">
                  <a:moveTo>
                    <a:pt x="12526" y="11023"/>
                  </a:moveTo>
                  <a:cubicBezTo>
                    <a:pt x="12526" y="5557"/>
                    <a:pt x="12526" y="91"/>
                    <a:pt x="6449" y="91"/>
                  </a:cubicBezTo>
                  <a:cubicBezTo>
                    <a:pt x="372" y="91"/>
                    <a:pt x="372" y="5557"/>
                    <a:pt x="372" y="11023"/>
                  </a:cubicBezTo>
                  <a:lnTo>
                    <a:pt x="372" y="292821"/>
                  </a:lnTo>
                  <a:cubicBezTo>
                    <a:pt x="372" y="298287"/>
                    <a:pt x="372" y="303752"/>
                    <a:pt x="6449" y="303752"/>
                  </a:cubicBezTo>
                  <a:cubicBezTo>
                    <a:pt x="12526" y="303752"/>
                    <a:pt x="12526" y="298287"/>
                    <a:pt x="12526" y="292821"/>
                  </a:cubicBezTo>
                  <a:lnTo>
                    <a:pt x="12526" y="11023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6222390-DBCE-5522-9662-14A8365B0FA3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13204294" y="5322476"/>
              <a:ext cx="206631" cy="205578"/>
            </a:xfrm>
            <a:custGeom>
              <a:avLst/>
              <a:gdLst>
                <a:gd name="csX0" fmla="*/ 122836 w 206631"/>
                <a:gd name="csY0" fmla="*/ 21347 h 205578"/>
                <a:gd name="csX1" fmla="*/ 129826 w 206631"/>
                <a:gd name="csY1" fmla="*/ 10112 h 205578"/>
                <a:gd name="csX2" fmla="*/ 148969 w 206631"/>
                <a:gd name="csY2" fmla="*/ 9505 h 205578"/>
                <a:gd name="csX3" fmla="*/ 193334 w 206631"/>
                <a:gd name="csY3" fmla="*/ 34405 h 205578"/>
                <a:gd name="csX4" fmla="*/ 190903 w 206631"/>
                <a:gd name="csY4" fmla="*/ 58698 h 205578"/>
                <a:gd name="csX5" fmla="*/ 189992 w 206631"/>
                <a:gd name="csY5" fmla="*/ 64467 h 205578"/>
                <a:gd name="csX6" fmla="*/ 193638 w 206631"/>
                <a:gd name="csY6" fmla="*/ 68415 h 205578"/>
                <a:gd name="csX7" fmla="*/ 198196 w 206631"/>
                <a:gd name="csY7" fmla="*/ 61431 h 205578"/>
                <a:gd name="csX8" fmla="*/ 206401 w 206631"/>
                <a:gd name="csY8" fmla="*/ 8594 h 205578"/>
                <a:gd name="csX9" fmla="*/ 207008 w 206631"/>
                <a:gd name="csY9" fmla="*/ 3431 h 205578"/>
                <a:gd name="csX10" fmla="*/ 198804 w 206631"/>
                <a:gd name="csY10" fmla="*/ 91 h 205578"/>
                <a:gd name="csX11" fmla="*/ 30156 w 206631"/>
                <a:gd name="csY11" fmla="*/ 91 h 205578"/>
                <a:gd name="csX12" fmla="*/ 20433 w 206631"/>
                <a:gd name="csY12" fmla="*/ 6164 h 205578"/>
                <a:gd name="csX13" fmla="*/ 2200 w 206631"/>
                <a:gd name="csY13" fmla="*/ 59609 h 205578"/>
                <a:gd name="csX14" fmla="*/ 377 w 206631"/>
                <a:gd name="csY14" fmla="*/ 65075 h 205578"/>
                <a:gd name="csX15" fmla="*/ 4024 w 206631"/>
                <a:gd name="csY15" fmla="*/ 68415 h 205578"/>
                <a:gd name="csX16" fmla="*/ 9189 w 206631"/>
                <a:gd name="csY16" fmla="*/ 62038 h 205578"/>
                <a:gd name="csX17" fmla="*/ 78472 w 206631"/>
                <a:gd name="csY17" fmla="*/ 9505 h 205578"/>
                <a:gd name="csX18" fmla="*/ 90323 w 206631"/>
                <a:gd name="csY18" fmla="*/ 9505 h 205578"/>
                <a:gd name="csX19" fmla="*/ 98831 w 206631"/>
                <a:gd name="csY19" fmla="*/ 13149 h 205578"/>
                <a:gd name="csX20" fmla="*/ 97615 w 206631"/>
                <a:gd name="csY20" fmla="*/ 19525 h 205578"/>
                <a:gd name="csX21" fmla="*/ 56897 w 206631"/>
                <a:gd name="csY21" fmla="*/ 181681 h 205578"/>
                <a:gd name="csX22" fmla="*/ 20736 w 206631"/>
                <a:gd name="csY22" fmla="*/ 196256 h 205578"/>
                <a:gd name="csX23" fmla="*/ 7974 w 206631"/>
                <a:gd name="csY23" fmla="*/ 202026 h 205578"/>
                <a:gd name="csX24" fmla="*/ 13140 w 206631"/>
                <a:gd name="csY24" fmla="*/ 205670 h 205578"/>
                <a:gd name="csX25" fmla="*/ 38057 w 206631"/>
                <a:gd name="csY25" fmla="*/ 205063 h 205578"/>
                <a:gd name="csX26" fmla="*/ 63886 w 206631"/>
                <a:gd name="csY26" fmla="*/ 204759 h 205578"/>
                <a:gd name="csX27" fmla="*/ 89107 w 206631"/>
                <a:gd name="csY27" fmla="*/ 205063 h 205578"/>
                <a:gd name="csX28" fmla="*/ 115544 w 206631"/>
                <a:gd name="csY28" fmla="*/ 205670 h 205578"/>
                <a:gd name="csX29" fmla="*/ 122229 w 206631"/>
                <a:gd name="csY29" fmla="*/ 199597 h 205578"/>
                <a:gd name="csX30" fmla="*/ 111897 w 206631"/>
                <a:gd name="csY30" fmla="*/ 196256 h 205578"/>
                <a:gd name="csX31" fmla="*/ 92450 w 206631"/>
                <a:gd name="csY31" fmla="*/ 195649 h 205578"/>
                <a:gd name="csX32" fmla="*/ 81206 w 206631"/>
                <a:gd name="csY32" fmla="*/ 188968 h 205578"/>
                <a:gd name="csX33" fmla="*/ 82422 w 206631"/>
                <a:gd name="csY33" fmla="*/ 182592 h 205578"/>
                <a:gd name="csX34" fmla="*/ 122836 w 206631"/>
                <a:gd name="csY34" fmla="*/ 21347 h 2055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06631" h="205578">
                  <a:moveTo>
                    <a:pt x="122836" y="21347"/>
                  </a:moveTo>
                  <a:cubicBezTo>
                    <a:pt x="124964" y="12845"/>
                    <a:pt x="126179" y="11023"/>
                    <a:pt x="129826" y="10112"/>
                  </a:cubicBezTo>
                  <a:cubicBezTo>
                    <a:pt x="132560" y="9505"/>
                    <a:pt x="142588" y="9505"/>
                    <a:pt x="148969" y="9505"/>
                  </a:cubicBezTo>
                  <a:cubicBezTo>
                    <a:pt x="179660" y="9505"/>
                    <a:pt x="193334" y="10719"/>
                    <a:pt x="193334" y="34405"/>
                  </a:cubicBezTo>
                  <a:cubicBezTo>
                    <a:pt x="193334" y="38960"/>
                    <a:pt x="192119" y="50803"/>
                    <a:pt x="190903" y="58698"/>
                  </a:cubicBezTo>
                  <a:cubicBezTo>
                    <a:pt x="190599" y="59912"/>
                    <a:pt x="189992" y="63556"/>
                    <a:pt x="189992" y="64467"/>
                  </a:cubicBezTo>
                  <a:cubicBezTo>
                    <a:pt x="189992" y="66289"/>
                    <a:pt x="190903" y="68415"/>
                    <a:pt x="193638" y="68415"/>
                  </a:cubicBezTo>
                  <a:cubicBezTo>
                    <a:pt x="196981" y="68415"/>
                    <a:pt x="197588" y="65986"/>
                    <a:pt x="198196" y="61431"/>
                  </a:cubicBezTo>
                  <a:lnTo>
                    <a:pt x="206401" y="8594"/>
                  </a:lnTo>
                  <a:cubicBezTo>
                    <a:pt x="206704" y="7379"/>
                    <a:pt x="207008" y="4342"/>
                    <a:pt x="207008" y="3431"/>
                  </a:cubicBezTo>
                  <a:cubicBezTo>
                    <a:pt x="207008" y="91"/>
                    <a:pt x="203970" y="91"/>
                    <a:pt x="198804" y="91"/>
                  </a:cubicBezTo>
                  <a:lnTo>
                    <a:pt x="30156" y="91"/>
                  </a:lnTo>
                  <a:cubicBezTo>
                    <a:pt x="22864" y="91"/>
                    <a:pt x="22560" y="395"/>
                    <a:pt x="20433" y="6164"/>
                  </a:cubicBezTo>
                  <a:lnTo>
                    <a:pt x="2200" y="59609"/>
                  </a:lnTo>
                  <a:cubicBezTo>
                    <a:pt x="1897" y="60216"/>
                    <a:pt x="377" y="64467"/>
                    <a:pt x="377" y="65075"/>
                  </a:cubicBezTo>
                  <a:cubicBezTo>
                    <a:pt x="377" y="66897"/>
                    <a:pt x="1897" y="68415"/>
                    <a:pt x="4024" y="68415"/>
                  </a:cubicBezTo>
                  <a:cubicBezTo>
                    <a:pt x="7062" y="68415"/>
                    <a:pt x="7366" y="66897"/>
                    <a:pt x="9189" y="62038"/>
                  </a:cubicBezTo>
                  <a:cubicBezTo>
                    <a:pt x="25598" y="14971"/>
                    <a:pt x="33499" y="9505"/>
                    <a:pt x="78472" y="9505"/>
                  </a:cubicBezTo>
                  <a:lnTo>
                    <a:pt x="90323" y="9505"/>
                  </a:lnTo>
                  <a:cubicBezTo>
                    <a:pt x="98831" y="9505"/>
                    <a:pt x="98831" y="10719"/>
                    <a:pt x="98831" y="13149"/>
                  </a:cubicBezTo>
                  <a:cubicBezTo>
                    <a:pt x="98831" y="14971"/>
                    <a:pt x="97919" y="18615"/>
                    <a:pt x="97615" y="19525"/>
                  </a:cubicBezTo>
                  <a:lnTo>
                    <a:pt x="56897" y="181681"/>
                  </a:lnTo>
                  <a:cubicBezTo>
                    <a:pt x="54162" y="192916"/>
                    <a:pt x="53250" y="196256"/>
                    <a:pt x="20736" y="196256"/>
                  </a:cubicBezTo>
                  <a:cubicBezTo>
                    <a:pt x="9797" y="196256"/>
                    <a:pt x="7974" y="196256"/>
                    <a:pt x="7974" y="202026"/>
                  </a:cubicBezTo>
                  <a:cubicBezTo>
                    <a:pt x="7974" y="205670"/>
                    <a:pt x="11316" y="205670"/>
                    <a:pt x="13140" y="205670"/>
                  </a:cubicBezTo>
                  <a:cubicBezTo>
                    <a:pt x="21344" y="205670"/>
                    <a:pt x="29853" y="205063"/>
                    <a:pt x="38057" y="205063"/>
                  </a:cubicBezTo>
                  <a:cubicBezTo>
                    <a:pt x="46565" y="205063"/>
                    <a:pt x="55378" y="204759"/>
                    <a:pt x="63886" y="204759"/>
                  </a:cubicBezTo>
                  <a:cubicBezTo>
                    <a:pt x="72394" y="204759"/>
                    <a:pt x="80903" y="205063"/>
                    <a:pt x="89107" y="205063"/>
                  </a:cubicBezTo>
                  <a:cubicBezTo>
                    <a:pt x="97919" y="205063"/>
                    <a:pt x="107035" y="205670"/>
                    <a:pt x="115544" y="205670"/>
                  </a:cubicBezTo>
                  <a:cubicBezTo>
                    <a:pt x="118582" y="205670"/>
                    <a:pt x="122229" y="205670"/>
                    <a:pt x="122229" y="199597"/>
                  </a:cubicBezTo>
                  <a:cubicBezTo>
                    <a:pt x="122229" y="196256"/>
                    <a:pt x="119798" y="196256"/>
                    <a:pt x="111897" y="196256"/>
                  </a:cubicBezTo>
                  <a:cubicBezTo>
                    <a:pt x="104300" y="196256"/>
                    <a:pt x="100350" y="196256"/>
                    <a:pt x="92450" y="195649"/>
                  </a:cubicBezTo>
                  <a:cubicBezTo>
                    <a:pt x="83637" y="194738"/>
                    <a:pt x="81206" y="193827"/>
                    <a:pt x="81206" y="188968"/>
                  </a:cubicBezTo>
                  <a:cubicBezTo>
                    <a:pt x="81206" y="188665"/>
                    <a:pt x="81206" y="187147"/>
                    <a:pt x="82422" y="182592"/>
                  </a:cubicBezTo>
                  <a:lnTo>
                    <a:pt x="122836" y="21347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7152C8C5-D4D1-BB6D-E0CA-56C647DFDF9B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13384572" y="5432674"/>
              <a:ext cx="64450" cy="143054"/>
            </a:xfrm>
            <a:custGeom>
              <a:avLst/>
              <a:gdLst>
                <a:gd name="csX0" fmla="*/ 59303 w 64450"/>
                <a:gd name="csY0" fmla="*/ 8170 h 143054"/>
                <a:gd name="csX1" fmla="*/ 50795 w 64450"/>
                <a:gd name="csY1" fmla="*/ 93 h 143054"/>
                <a:gd name="csX2" fmla="*/ 38883 w 64450"/>
                <a:gd name="csY2" fmla="*/ 11784 h 143054"/>
                <a:gd name="csX3" fmla="*/ 47392 w 64450"/>
                <a:gd name="csY3" fmla="*/ 19861 h 143054"/>
                <a:gd name="csX4" fmla="*/ 59303 w 64450"/>
                <a:gd name="csY4" fmla="*/ 8170 h 143054"/>
                <a:gd name="csX5" fmla="*/ 15911 w 64450"/>
                <a:gd name="csY5" fmla="*/ 116152 h 143054"/>
                <a:gd name="csX6" fmla="*/ 13996 w 64450"/>
                <a:gd name="csY6" fmla="*/ 125080 h 143054"/>
                <a:gd name="csX7" fmla="*/ 34204 w 64450"/>
                <a:gd name="csY7" fmla="*/ 143147 h 143054"/>
                <a:gd name="csX8" fmla="*/ 64834 w 64450"/>
                <a:gd name="csY8" fmla="*/ 110625 h 143054"/>
                <a:gd name="csX9" fmla="*/ 61430 w 64450"/>
                <a:gd name="csY9" fmla="*/ 107862 h 143054"/>
                <a:gd name="csX10" fmla="*/ 57389 w 64450"/>
                <a:gd name="csY10" fmla="*/ 111476 h 143054"/>
                <a:gd name="csX11" fmla="*/ 34842 w 64450"/>
                <a:gd name="csY11" fmla="*/ 137196 h 143054"/>
                <a:gd name="csX12" fmla="*/ 29524 w 64450"/>
                <a:gd name="csY12" fmla="*/ 129756 h 143054"/>
                <a:gd name="csX13" fmla="*/ 32927 w 64450"/>
                <a:gd name="csY13" fmla="*/ 116152 h 143054"/>
                <a:gd name="csX14" fmla="*/ 39734 w 64450"/>
                <a:gd name="csY14" fmla="*/ 99147 h 143054"/>
                <a:gd name="csX15" fmla="*/ 50157 w 64450"/>
                <a:gd name="csY15" fmla="*/ 72151 h 143054"/>
                <a:gd name="csX16" fmla="*/ 51433 w 64450"/>
                <a:gd name="csY16" fmla="*/ 65349 h 143054"/>
                <a:gd name="csX17" fmla="*/ 31226 w 64450"/>
                <a:gd name="csY17" fmla="*/ 47282 h 143054"/>
                <a:gd name="csX18" fmla="*/ 383 w 64450"/>
                <a:gd name="csY18" fmla="*/ 79804 h 143054"/>
                <a:gd name="csX19" fmla="*/ 3999 w 64450"/>
                <a:gd name="csY19" fmla="*/ 82567 h 143054"/>
                <a:gd name="csX20" fmla="*/ 7828 w 64450"/>
                <a:gd name="csY20" fmla="*/ 79166 h 143054"/>
                <a:gd name="csX21" fmla="*/ 30588 w 64450"/>
                <a:gd name="csY21" fmla="*/ 53233 h 143054"/>
                <a:gd name="csX22" fmla="*/ 35905 w 64450"/>
                <a:gd name="csY22" fmla="*/ 60673 h 143054"/>
                <a:gd name="csX23" fmla="*/ 29311 w 64450"/>
                <a:gd name="csY23" fmla="*/ 81929 h 143054"/>
                <a:gd name="csX24" fmla="*/ 15911 w 64450"/>
                <a:gd name="csY24" fmla="*/ 116152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450" h="143054">
                  <a:moveTo>
                    <a:pt x="59303" y="8170"/>
                  </a:moveTo>
                  <a:cubicBezTo>
                    <a:pt x="59303" y="4769"/>
                    <a:pt x="56751" y="93"/>
                    <a:pt x="50795" y="93"/>
                  </a:cubicBezTo>
                  <a:cubicBezTo>
                    <a:pt x="45052" y="93"/>
                    <a:pt x="38883" y="5619"/>
                    <a:pt x="38883" y="11784"/>
                  </a:cubicBezTo>
                  <a:cubicBezTo>
                    <a:pt x="38883" y="15397"/>
                    <a:pt x="41648" y="19861"/>
                    <a:pt x="47392" y="19861"/>
                  </a:cubicBezTo>
                  <a:cubicBezTo>
                    <a:pt x="53560" y="19861"/>
                    <a:pt x="59303" y="13909"/>
                    <a:pt x="59303" y="8170"/>
                  </a:cubicBezTo>
                  <a:close/>
                  <a:moveTo>
                    <a:pt x="15911" y="116152"/>
                  </a:moveTo>
                  <a:cubicBezTo>
                    <a:pt x="15060" y="118915"/>
                    <a:pt x="13996" y="121466"/>
                    <a:pt x="13996" y="125080"/>
                  </a:cubicBezTo>
                  <a:cubicBezTo>
                    <a:pt x="13996" y="135070"/>
                    <a:pt x="22505" y="143147"/>
                    <a:pt x="34204" y="143147"/>
                  </a:cubicBezTo>
                  <a:cubicBezTo>
                    <a:pt x="55475" y="143147"/>
                    <a:pt x="64834" y="113814"/>
                    <a:pt x="64834" y="110625"/>
                  </a:cubicBezTo>
                  <a:cubicBezTo>
                    <a:pt x="64834" y="107862"/>
                    <a:pt x="62068" y="107862"/>
                    <a:pt x="61430" y="107862"/>
                  </a:cubicBezTo>
                  <a:cubicBezTo>
                    <a:pt x="58452" y="107862"/>
                    <a:pt x="58240" y="109137"/>
                    <a:pt x="57389" y="111476"/>
                  </a:cubicBezTo>
                  <a:cubicBezTo>
                    <a:pt x="52497" y="128481"/>
                    <a:pt x="43137" y="137196"/>
                    <a:pt x="34842" y="137196"/>
                  </a:cubicBezTo>
                  <a:cubicBezTo>
                    <a:pt x="30588" y="137196"/>
                    <a:pt x="29524" y="134432"/>
                    <a:pt x="29524" y="129756"/>
                  </a:cubicBezTo>
                  <a:cubicBezTo>
                    <a:pt x="29524" y="124867"/>
                    <a:pt x="31013" y="120828"/>
                    <a:pt x="32927" y="116152"/>
                  </a:cubicBezTo>
                  <a:cubicBezTo>
                    <a:pt x="35054" y="110413"/>
                    <a:pt x="37394" y="104674"/>
                    <a:pt x="39734" y="99147"/>
                  </a:cubicBezTo>
                  <a:cubicBezTo>
                    <a:pt x="41648" y="94045"/>
                    <a:pt x="49306" y="74702"/>
                    <a:pt x="50157" y="72151"/>
                  </a:cubicBezTo>
                  <a:cubicBezTo>
                    <a:pt x="50795" y="70026"/>
                    <a:pt x="51433" y="67475"/>
                    <a:pt x="51433" y="65349"/>
                  </a:cubicBezTo>
                  <a:cubicBezTo>
                    <a:pt x="51433" y="55359"/>
                    <a:pt x="42925" y="47282"/>
                    <a:pt x="31226" y="47282"/>
                  </a:cubicBezTo>
                  <a:cubicBezTo>
                    <a:pt x="10168" y="47282"/>
                    <a:pt x="383" y="76190"/>
                    <a:pt x="383" y="79804"/>
                  </a:cubicBezTo>
                  <a:cubicBezTo>
                    <a:pt x="383" y="82567"/>
                    <a:pt x="3361" y="82567"/>
                    <a:pt x="3999" y="82567"/>
                  </a:cubicBezTo>
                  <a:cubicBezTo>
                    <a:pt x="6977" y="82567"/>
                    <a:pt x="7190" y="81504"/>
                    <a:pt x="7828" y="79166"/>
                  </a:cubicBezTo>
                  <a:cubicBezTo>
                    <a:pt x="13358" y="60886"/>
                    <a:pt x="22717" y="53233"/>
                    <a:pt x="30588" y="53233"/>
                  </a:cubicBezTo>
                  <a:cubicBezTo>
                    <a:pt x="33991" y="53233"/>
                    <a:pt x="35905" y="54934"/>
                    <a:pt x="35905" y="60673"/>
                  </a:cubicBezTo>
                  <a:cubicBezTo>
                    <a:pt x="35905" y="65562"/>
                    <a:pt x="34629" y="68750"/>
                    <a:pt x="29311" y="81929"/>
                  </a:cubicBezTo>
                  <a:lnTo>
                    <a:pt x="15911" y="116152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2AF70C09-0E22-A5C6-FB56-48C03FC9A826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13501874" y="5397176"/>
              <a:ext cx="33121" cy="189484"/>
            </a:xfrm>
            <a:custGeom>
              <a:avLst/>
              <a:gdLst>
                <a:gd name="csX0" fmla="*/ 32596 w 33121"/>
                <a:gd name="csY0" fmla="*/ 16185 h 189484"/>
                <a:gd name="csX1" fmla="*/ 16491 w 33121"/>
                <a:gd name="csY1" fmla="*/ 91 h 189484"/>
                <a:gd name="csX2" fmla="*/ 386 w 33121"/>
                <a:gd name="csY2" fmla="*/ 16185 h 189484"/>
                <a:gd name="csX3" fmla="*/ 16491 w 33121"/>
                <a:gd name="csY3" fmla="*/ 32279 h 189484"/>
                <a:gd name="csX4" fmla="*/ 32596 w 33121"/>
                <a:gd name="csY4" fmla="*/ 16185 h 189484"/>
                <a:gd name="csX5" fmla="*/ 26823 w 33121"/>
                <a:gd name="csY5" fmla="*/ 127629 h 189484"/>
                <a:gd name="csX6" fmla="*/ 7375 w 33121"/>
                <a:gd name="csY6" fmla="*/ 182288 h 189484"/>
                <a:gd name="csX7" fmla="*/ 5248 w 33121"/>
                <a:gd name="csY7" fmla="*/ 186236 h 189484"/>
                <a:gd name="csX8" fmla="*/ 8287 w 33121"/>
                <a:gd name="csY8" fmla="*/ 189576 h 189484"/>
                <a:gd name="csX9" fmla="*/ 33508 w 33121"/>
                <a:gd name="csY9" fmla="*/ 130058 h 189484"/>
                <a:gd name="csX10" fmla="*/ 16491 w 33121"/>
                <a:gd name="csY10" fmla="*/ 98781 h 189484"/>
                <a:gd name="csX11" fmla="*/ 386 w 33121"/>
                <a:gd name="csY11" fmla="*/ 114875 h 189484"/>
                <a:gd name="csX12" fmla="*/ 16491 w 33121"/>
                <a:gd name="csY12" fmla="*/ 130969 h 189484"/>
                <a:gd name="csX13" fmla="*/ 18922 w 33121"/>
                <a:gd name="csY13" fmla="*/ 130666 h 189484"/>
                <a:gd name="csX14" fmla="*/ 26823 w 33121"/>
                <a:gd name="csY14" fmla="*/ 127629 h 189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33121" h="189484">
                  <a:moveTo>
                    <a:pt x="32596" y="16185"/>
                  </a:moveTo>
                  <a:cubicBezTo>
                    <a:pt x="32596" y="7379"/>
                    <a:pt x="25304" y="91"/>
                    <a:pt x="16491" y="91"/>
                  </a:cubicBezTo>
                  <a:cubicBezTo>
                    <a:pt x="7679" y="91"/>
                    <a:pt x="386" y="7379"/>
                    <a:pt x="386" y="16185"/>
                  </a:cubicBezTo>
                  <a:cubicBezTo>
                    <a:pt x="386" y="24991"/>
                    <a:pt x="7679" y="32279"/>
                    <a:pt x="16491" y="32279"/>
                  </a:cubicBezTo>
                  <a:cubicBezTo>
                    <a:pt x="25304" y="32279"/>
                    <a:pt x="32596" y="24991"/>
                    <a:pt x="32596" y="16185"/>
                  </a:cubicBezTo>
                  <a:close/>
                  <a:moveTo>
                    <a:pt x="26823" y="127629"/>
                  </a:moveTo>
                  <a:cubicBezTo>
                    <a:pt x="26823" y="136131"/>
                    <a:pt x="26823" y="159817"/>
                    <a:pt x="7375" y="182288"/>
                  </a:cubicBezTo>
                  <a:cubicBezTo>
                    <a:pt x="5248" y="184717"/>
                    <a:pt x="5248" y="185325"/>
                    <a:pt x="5248" y="186236"/>
                  </a:cubicBezTo>
                  <a:cubicBezTo>
                    <a:pt x="5248" y="188361"/>
                    <a:pt x="6768" y="189576"/>
                    <a:pt x="8287" y="189576"/>
                  </a:cubicBezTo>
                  <a:cubicBezTo>
                    <a:pt x="11630" y="189576"/>
                    <a:pt x="33508" y="165283"/>
                    <a:pt x="33508" y="130058"/>
                  </a:cubicBezTo>
                  <a:cubicBezTo>
                    <a:pt x="33508" y="121252"/>
                    <a:pt x="32900" y="98781"/>
                    <a:pt x="16491" y="98781"/>
                  </a:cubicBezTo>
                  <a:cubicBezTo>
                    <a:pt x="5856" y="98781"/>
                    <a:pt x="386" y="106980"/>
                    <a:pt x="386" y="114875"/>
                  </a:cubicBezTo>
                  <a:cubicBezTo>
                    <a:pt x="386" y="122770"/>
                    <a:pt x="5552" y="130969"/>
                    <a:pt x="16491" y="130969"/>
                  </a:cubicBezTo>
                  <a:cubicBezTo>
                    <a:pt x="18011" y="130969"/>
                    <a:pt x="18618" y="130969"/>
                    <a:pt x="18922" y="130666"/>
                  </a:cubicBezTo>
                  <a:cubicBezTo>
                    <a:pt x="21049" y="130362"/>
                    <a:pt x="24392" y="129755"/>
                    <a:pt x="26823" y="127629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EAF0212-F1F2-6B3A-F65D-AD378D071781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13646650" y="5300308"/>
              <a:ext cx="41630" cy="303661"/>
            </a:xfrm>
            <a:custGeom>
              <a:avLst/>
              <a:gdLst>
                <a:gd name="csX0" fmla="*/ 42021 w 41630"/>
                <a:gd name="csY0" fmla="*/ 303752 h 303661"/>
                <a:gd name="csX1" fmla="*/ 42021 w 41630"/>
                <a:gd name="csY1" fmla="*/ 291606 h 303661"/>
                <a:gd name="csX2" fmla="*/ 12546 w 41630"/>
                <a:gd name="csY2" fmla="*/ 291606 h 303661"/>
                <a:gd name="csX3" fmla="*/ 12546 w 41630"/>
                <a:gd name="csY3" fmla="*/ 12238 h 303661"/>
                <a:gd name="csX4" fmla="*/ 42021 w 41630"/>
                <a:gd name="csY4" fmla="*/ 12238 h 303661"/>
                <a:gd name="csX5" fmla="*/ 42021 w 41630"/>
                <a:gd name="csY5" fmla="*/ 91 h 303661"/>
                <a:gd name="csX6" fmla="*/ 391 w 41630"/>
                <a:gd name="csY6" fmla="*/ 91 h 303661"/>
                <a:gd name="csX7" fmla="*/ 391 w 41630"/>
                <a:gd name="csY7" fmla="*/ 303752 h 303661"/>
                <a:gd name="csX8" fmla="*/ 42021 w 41630"/>
                <a:gd name="csY8" fmla="*/ 303752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630" h="303661">
                  <a:moveTo>
                    <a:pt x="42021" y="303752"/>
                  </a:moveTo>
                  <a:lnTo>
                    <a:pt x="42021" y="291606"/>
                  </a:lnTo>
                  <a:lnTo>
                    <a:pt x="12546" y="291606"/>
                  </a:lnTo>
                  <a:lnTo>
                    <a:pt x="12546" y="12238"/>
                  </a:lnTo>
                  <a:lnTo>
                    <a:pt x="42021" y="12238"/>
                  </a:lnTo>
                  <a:lnTo>
                    <a:pt x="42021" y="91"/>
                  </a:lnTo>
                  <a:lnTo>
                    <a:pt x="391" y="91"/>
                  </a:lnTo>
                  <a:lnTo>
                    <a:pt x="391" y="303752"/>
                  </a:lnTo>
                  <a:lnTo>
                    <a:pt x="42021" y="303752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8A4292F6-97E4-F60A-551F-1F44755F6F04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13705534" y="5320654"/>
              <a:ext cx="140691" cy="207400"/>
            </a:xfrm>
            <a:custGeom>
              <a:avLst/>
              <a:gdLst>
                <a:gd name="csX0" fmla="*/ 103709 w 140691"/>
                <a:gd name="csY0" fmla="*/ 23473 h 207400"/>
                <a:gd name="csX1" fmla="*/ 131361 w 140691"/>
                <a:gd name="csY1" fmla="*/ 9505 h 207400"/>
                <a:gd name="csX2" fmla="*/ 141085 w 140691"/>
                <a:gd name="csY2" fmla="*/ 3735 h 207400"/>
                <a:gd name="csX3" fmla="*/ 136527 w 140691"/>
                <a:gd name="csY3" fmla="*/ 91 h 207400"/>
                <a:gd name="csX4" fmla="*/ 96416 w 140691"/>
                <a:gd name="csY4" fmla="*/ 1002 h 207400"/>
                <a:gd name="csX5" fmla="*/ 56002 w 140691"/>
                <a:gd name="csY5" fmla="*/ 91 h 207400"/>
                <a:gd name="csX6" fmla="*/ 49924 w 140691"/>
                <a:gd name="csY6" fmla="*/ 6164 h 207400"/>
                <a:gd name="csX7" fmla="*/ 58433 w 140691"/>
                <a:gd name="csY7" fmla="*/ 9505 h 207400"/>
                <a:gd name="csX8" fmla="*/ 79400 w 140691"/>
                <a:gd name="csY8" fmla="*/ 15274 h 207400"/>
                <a:gd name="csX9" fmla="*/ 78792 w 140691"/>
                <a:gd name="csY9" fmla="*/ 20133 h 207400"/>
                <a:gd name="csX10" fmla="*/ 37769 w 140691"/>
                <a:gd name="csY10" fmla="*/ 183806 h 207400"/>
                <a:gd name="csX11" fmla="*/ 10117 w 140691"/>
                <a:gd name="csY11" fmla="*/ 198078 h 207400"/>
                <a:gd name="csX12" fmla="*/ 394 w 140691"/>
                <a:gd name="csY12" fmla="*/ 204152 h 207400"/>
                <a:gd name="csX13" fmla="*/ 4952 w 140691"/>
                <a:gd name="csY13" fmla="*/ 207492 h 207400"/>
                <a:gd name="csX14" fmla="*/ 44758 w 140691"/>
                <a:gd name="csY14" fmla="*/ 206581 h 207400"/>
                <a:gd name="csX15" fmla="*/ 85477 w 140691"/>
                <a:gd name="csY15" fmla="*/ 207492 h 207400"/>
                <a:gd name="csX16" fmla="*/ 91554 w 140691"/>
                <a:gd name="csY16" fmla="*/ 201722 h 207400"/>
                <a:gd name="csX17" fmla="*/ 82438 w 140691"/>
                <a:gd name="csY17" fmla="*/ 198078 h 207400"/>
                <a:gd name="csX18" fmla="*/ 69372 w 140691"/>
                <a:gd name="csY18" fmla="*/ 197471 h 207400"/>
                <a:gd name="csX19" fmla="*/ 61775 w 140691"/>
                <a:gd name="csY19" fmla="*/ 192309 h 207400"/>
                <a:gd name="csX20" fmla="*/ 62991 w 140691"/>
                <a:gd name="csY20" fmla="*/ 185325 h 207400"/>
                <a:gd name="csX21" fmla="*/ 103709 w 140691"/>
                <a:gd name="csY21" fmla="*/ 23473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0691" h="207400">
                  <a:moveTo>
                    <a:pt x="103709" y="23473"/>
                  </a:moveTo>
                  <a:cubicBezTo>
                    <a:pt x="106444" y="12541"/>
                    <a:pt x="107355" y="9505"/>
                    <a:pt x="131361" y="9505"/>
                  </a:cubicBezTo>
                  <a:cubicBezTo>
                    <a:pt x="138654" y="9505"/>
                    <a:pt x="141085" y="9505"/>
                    <a:pt x="141085" y="3735"/>
                  </a:cubicBezTo>
                  <a:cubicBezTo>
                    <a:pt x="141085" y="91"/>
                    <a:pt x="137742" y="91"/>
                    <a:pt x="136527" y="91"/>
                  </a:cubicBezTo>
                  <a:cubicBezTo>
                    <a:pt x="127715" y="91"/>
                    <a:pt x="105228" y="1002"/>
                    <a:pt x="96416" y="1002"/>
                  </a:cubicBezTo>
                  <a:cubicBezTo>
                    <a:pt x="87300" y="1002"/>
                    <a:pt x="65118" y="91"/>
                    <a:pt x="56002" y="91"/>
                  </a:cubicBezTo>
                  <a:cubicBezTo>
                    <a:pt x="53874" y="91"/>
                    <a:pt x="49924" y="91"/>
                    <a:pt x="49924" y="6164"/>
                  </a:cubicBezTo>
                  <a:cubicBezTo>
                    <a:pt x="49924" y="9505"/>
                    <a:pt x="52659" y="9505"/>
                    <a:pt x="58433" y="9505"/>
                  </a:cubicBezTo>
                  <a:cubicBezTo>
                    <a:pt x="71195" y="9505"/>
                    <a:pt x="79400" y="9505"/>
                    <a:pt x="79400" y="15274"/>
                  </a:cubicBezTo>
                  <a:cubicBezTo>
                    <a:pt x="79400" y="16793"/>
                    <a:pt x="79400" y="17400"/>
                    <a:pt x="78792" y="20133"/>
                  </a:cubicBezTo>
                  <a:lnTo>
                    <a:pt x="37769" y="183806"/>
                  </a:lnTo>
                  <a:cubicBezTo>
                    <a:pt x="35035" y="195042"/>
                    <a:pt x="34123" y="198078"/>
                    <a:pt x="10117" y="198078"/>
                  </a:cubicBezTo>
                  <a:cubicBezTo>
                    <a:pt x="3128" y="198078"/>
                    <a:pt x="394" y="198078"/>
                    <a:pt x="394" y="204152"/>
                  </a:cubicBezTo>
                  <a:cubicBezTo>
                    <a:pt x="394" y="207492"/>
                    <a:pt x="4040" y="207492"/>
                    <a:pt x="4952" y="207492"/>
                  </a:cubicBezTo>
                  <a:cubicBezTo>
                    <a:pt x="13764" y="207492"/>
                    <a:pt x="35946" y="206581"/>
                    <a:pt x="44758" y="206581"/>
                  </a:cubicBezTo>
                  <a:cubicBezTo>
                    <a:pt x="53874" y="206581"/>
                    <a:pt x="76361" y="207492"/>
                    <a:pt x="85477" y="207492"/>
                  </a:cubicBezTo>
                  <a:cubicBezTo>
                    <a:pt x="87908" y="207492"/>
                    <a:pt x="91554" y="207492"/>
                    <a:pt x="91554" y="201722"/>
                  </a:cubicBezTo>
                  <a:cubicBezTo>
                    <a:pt x="91554" y="198078"/>
                    <a:pt x="89123" y="198078"/>
                    <a:pt x="82438" y="198078"/>
                  </a:cubicBezTo>
                  <a:cubicBezTo>
                    <a:pt x="76969" y="198078"/>
                    <a:pt x="75449" y="198078"/>
                    <a:pt x="69372" y="197471"/>
                  </a:cubicBezTo>
                  <a:cubicBezTo>
                    <a:pt x="62991" y="196864"/>
                    <a:pt x="61775" y="195649"/>
                    <a:pt x="61775" y="192309"/>
                  </a:cubicBezTo>
                  <a:cubicBezTo>
                    <a:pt x="61775" y="189879"/>
                    <a:pt x="62383" y="187450"/>
                    <a:pt x="62991" y="185325"/>
                  </a:cubicBezTo>
                  <a:lnTo>
                    <a:pt x="103709" y="23473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2C8B0D56-B5C0-13A6-D14D-0B38836071A9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13851963" y="5432461"/>
              <a:ext cx="77425" cy="141141"/>
            </a:xfrm>
            <a:custGeom>
              <a:avLst/>
              <a:gdLst>
                <a:gd name="csX0" fmla="*/ 48470 w 77425"/>
                <a:gd name="csY0" fmla="*/ 6044 h 141141"/>
                <a:gd name="csX1" fmla="*/ 42089 w 77425"/>
                <a:gd name="csY1" fmla="*/ 93 h 141141"/>
                <a:gd name="csX2" fmla="*/ 398 w 77425"/>
                <a:gd name="csY2" fmla="*/ 13697 h 141141"/>
                <a:gd name="csX3" fmla="*/ 398 w 77425"/>
                <a:gd name="csY3" fmla="*/ 21349 h 141141"/>
                <a:gd name="csX4" fmla="*/ 31241 w 77425"/>
                <a:gd name="csY4" fmla="*/ 15397 h 141141"/>
                <a:gd name="csX5" fmla="*/ 31241 w 77425"/>
                <a:gd name="csY5" fmla="*/ 123804 h 141141"/>
                <a:gd name="csX6" fmla="*/ 9970 w 77425"/>
                <a:gd name="csY6" fmla="*/ 133582 h 141141"/>
                <a:gd name="csX7" fmla="*/ 1887 w 77425"/>
                <a:gd name="csY7" fmla="*/ 133582 h 141141"/>
                <a:gd name="csX8" fmla="*/ 1887 w 77425"/>
                <a:gd name="csY8" fmla="*/ 141234 h 141141"/>
                <a:gd name="csX9" fmla="*/ 39749 w 77425"/>
                <a:gd name="csY9" fmla="*/ 140384 h 141141"/>
                <a:gd name="csX10" fmla="*/ 77824 w 77425"/>
                <a:gd name="csY10" fmla="*/ 141234 h 141141"/>
                <a:gd name="csX11" fmla="*/ 77824 w 77425"/>
                <a:gd name="csY11" fmla="*/ 133582 h 141141"/>
                <a:gd name="csX12" fmla="*/ 69741 w 77425"/>
                <a:gd name="csY12" fmla="*/ 133582 h 141141"/>
                <a:gd name="csX13" fmla="*/ 48470 w 77425"/>
                <a:gd name="csY13" fmla="*/ 123804 h 141141"/>
                <a:gd name="csX14" fmla="*/ 48470 w 77425"/>
                <a:gd name="csY14" fmla="*/ 6044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425" h="141141">
                  <a:moveTo>
                    <a:pt x="48470" y="6044"/>
                  </a:moveTo>
                  <a:cubicBezTo>
                    <a:pt x="48470" y="305"/>
                    <a:pt x="48045" y="93"/>
                    <a:pt x="42089" y="93"/>
                  </a:cubicBezTo>
                  <a:cubicBezTo>
                    <a:pt x="28475" y="13484"/>
                    <a:pt x="9119" y="13697"/>
                    <a:pt x="398" y="13697"/>
                  </a:cubicBezTo>
                  <a:lnTo>
                    <a:pt x="398" y="21349"/>
                  </a:lnTo>
                  <a:cubicBezTo>
                    <a:pt x="5503" y="21349"/>
                    <a:pt x="19542" y="21349"/>
                    <a:pt x="31241" y="15397"/>
                  </a:cubicBezTo>
                  <a:lnTo>
                    <a:pt x="31241" y="123804"/>
                  </a:lnTo>
                  <a:cubicBezTo>
                    <a:pt x="31241" y="130819"/>
                    <a:pt x="31241" y="133582"/>
                    <a:pt x="9970" y="133582"/>
                  </a:cubicBezTo>
                  <a:lnTo>
                    <a:pt x="1887" y="133582"/>
                  </a:lnTo>
                  <a:lnTo>
                    <a:pt x="1887" y="141234"/>
                  </a:lnTo>
                  <a:cubicBezTo>
                    <a:pt x="5716" y="141022"/>
                    <a:pt x="31879" y="140384"/>
                    <a:pt x="39749" y="140384"/>
                  </a:cubicBezTo>
                  <a:cubicBezTo>
                    <a:pt x="46343" y="140384"/>
                    <a:pt x="73144" y="141022"/>
                    <a:pt x="77824" y="141234"/>
                  </a:cubicBezTo>
                  <a:lnTo>
                    <a:pt x="77824" y="133582"/>
                  </a:lnTo>
                  <a:lnTo>
                    <a:pt x="69741" y="133582"/>
                  </a:lnTo>
                  <a:cubicBezTo>
                    <a:pt x="48470" y="133582"/>
                    <a:pt x="48470" y="130819"/>
                    <a:pt x="48470" y="123804"/>
                  </a:cubicBezTo>
                  <a:lnTo>
                    <a:pt x="48470" y="6044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520A2194-3657-09F0-B3BA-99167EA04CBF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13973728" y="5549158"/>
              <a:ext cx="24461" cy="24444"/>
            </a:xfrm>
            <a:custGeom>
              <a:avLst/>
              <a:gdLst>
                <a:gd name="csX0" fmla="*/ 24863 w 24461"/>
                <a:gd name="csY0" fmla="*/ 12421 h 24444"/>
                <a:gd name="csX1" fmla="*/ 12739 w 24461"/>
                <a:gd name="csY1" fmla="*/ 93 h 24444"/>
                <a:gd name="csX2" fmla="*/ 402 w 24461"/>
                <a:gd name="csY2" fmla="*/ 12209 h 24444"/>
                <a:gd name="csX3" fmla="*/ 12526 w 24461"/>
                <a:gd name="csY3" fmla="*/ 24537 h 24444"/>
                <a:gd name="csX4" fmla="*/ 24863 w 24461"/>
                <a:gd name="csY4" fmla="*/ 12421 h 24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61" h="24444">
                  <a:moveTo>
                    <a:pt x="24863" y="12421"/>
                  </a:moveTo>
                  <a:cubicBezTo>
                    <a:pt x="24863" y="4769"/>
                    <a:pt x="18482" y="93"/>
                    <a:pt x="12739" y="93"/>
                  </a:cubicBezTo>
                  <a:cubicBezTo>
                    <a:pt x="5720" y="93"/>
                    <a:pt x="402" y="5832"/>
                    <a:pt x="402" y="12209"/>
                  </a:cubicBezTo>
                  <a:cubicBezTo>
                    <a:pt x="402" y="19861"/>
                    <a:pt x="6783" y="24537"/>
                    <a:pt x="12526" y="24537"/>
                  </a:cubicBezTo>
                  <a:cubicBezTo>
                    <a:pt x="19546" y="24537"/>
                    <a:pt x="24863" y="18798"/>
                    <a:pt x="24863" y="12421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A5B1B9DF-1445-DBC0-D90E-F40D08A4B4C7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14045897" y="5549158"/>
              <a:ext cx="24461" cy="24444"/>
            </a:xfrm>
            <a:custGeom>
              <a:avLst/>
              <a:gdLst>
                <a:gd name="csX0" fmla="*/ 24866 w 24461"/>
                <a:gd name="csY0" fmla="*/ 12421 h 24444"/>
                <a:gd name="csX1" fmla="*/ 12741 w 24461"/>
                <a:gd name="csY1" fmla="*/ 93 h 24444"/>
                <a:gd name="csX2" fmla="*/ 404 w 24461"/>
                <a:gd name="csY2" fmla="*/ 12209 h 24444"/>
                <a:gd name="csX3" fmla="*/ 12529 w 24461"/>
                <a:gd name="csY3" fmla="*/ 24537 h 24444"/>
                <a:gd name="csX4" fmla="*/ 24866 w 24461"/>
                <a:gd name="csY4" fmla="*/ 12421 h 24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61" h="24444">
                  <a:moveTo>
                    <a:pt x="24866" y="12421"/>
                  </a:moveTo>
                  <a:cubicBezTo>
                    <a:pt x="24866" y="4769"/>
                    <a:pt x="18484" y="93"/>
                    <a:pt x="12741" y="93"/>
                  </a:cubicBezTo>
                  <a:cubicBezTo>
                    <a:pt x="5722" y="93"/>
                    <a:pt x="404" y="5832"/>
                    <a:pt x="404" y="12209"/>
                  </a:cubicBezTo>
                  <a:cubicBezTo>
                    <a:pt x="404" y="19861"/>
                    <a:pt x="6785" y="24537"/>
                    <a:pt x="12529" y="24537"/>
                  </a:cubicBezTo>
                  <a:cubicBezTo>
                    <a:pt x="19548" y="24537"/>
                    <a:pt x="24866" y="18798"/>
                    <a:pt x="24866" y="12421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C00D543F-284F-B52C-1CC1-D920CC01DB67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14118067" y="5549158"/>
              <a:ext cx="24461" cy="24444"/>
            </a:xfrm>
            <a:custGeom>
              <a:avLst/>
              <a:gdLst>
                <a:gd name="csX0" fmla="*/ 24868 w 24461"/>
                <a:gd name="csY0" fmla="*/ 12421 h 24444"/>
                <a:gd name="csX1" fmla="*/ 12744 w 24461"/>
                <a:gd name="csY1" fmla="*/ 93 h 24444"/>
                <a:gd name="csX2" fmla="*/ 407 w 24461"/>
                <a:gd name="csY2" fmla="*/ 12209 h 24444"/>
                <a:gd name="csX3" fmla="*/ 12531 w 24461"/>
                <a:gd name="csY3" fmla="*/ 24537 h 24444"/>
                <a:gd name="csX4" fmla="*/ 24868 w 24461"/>
                <a:gd name="csY4" fmla="*/ 12421 h 24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61" h="24444">
                  <a:moveTo>
                    <a:pt x="24868" y="12421"/>
                  </a:moveTo>
                  <a:cubicBezTo>
                    <a:pt x="24868" y="4769"/>
                    <a:pt x="18487" y="93"/>
                    <a:pt x="12744" y="93"/>
                  </a:cubicBezTo>
                  <a:cubicBezTo>
                    <a:pt x="5724" y="93"/>
                    <a:pt x="407" y="5832"/>
                    <a:pt x="407" y="12209"/>
                  </a:cubicBezTo>
                  <a:cubicBezTo>
                    <a:pt x="407" y="19861"/>
                    <a:pt x="6788" y="24537"/>
                    <a:pt x="12531" y="24537"/>
                  </a:cubicBezTo>
                  <a:cubicBezTo>
                    <a:pt x="19550" y="24537"/>
                    <a:pt x="24868" y="18798"/>
                    <a:pt x="24868" y="12421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5DE5DFFB-79D4-0854-3840-71F4B6FF675E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14176409" y="5479863"/>
              <a:ext cx="129964" cy="95865"/>
            </a:xfrm>
            <a:custGeom>
              <a:avLst/>
              <a:gdLst>
                <a:gd name="csX0" fmla="*/ 16362 w 129964"/>
                <a:gd name="csY0" fmla="*/ 80441 h 95865"/>
                <a:gd name="csX1" fmla="*/ 14235 w 129964"/>
                <a:gd name="csY1" fmla="*/ 89157 h 95865"/>
                <a:gd name="csX2" fmla="*/ 21467 w 129964"/>
                <a:gd name="csY2" fmla="*/ 95959 h 95865"/>
                <a:gd name="csX3" fmla="*/ 29763 w 129964"/>
                <a:gd name="csY3" fmla="*/ 91282 h 95865"/>
                <a:gd name="csX4" fmla="*/ 33591 w 129964"/>
                <a:gd name="csY4" fmla="*/ 78103 h 95865"/>
                <a:gd name="csX5" fmla="*/ 38271 w 129964"/>
                <a:gd name="csY5" fmla="*/ 58973 h 95865"/>
                <a:gd name="csX6" fmla="*/ 41887 w 129964"/>
                <a:gd name="csY6" fmla="*/ 44731 h 95865"/>
                <a:gd name="csX7" fmla="*/ 50821 w 129964"/>
                <a:gd name="csY7" fmla="*/ 25600 h 95865"/>
                <a:gd name="csX8" fmla="*/ 82727 w 129964"/>
                <a:gd name="csY8" fmla="*/ 6044 h 95865"/>
                <a:gd name="csX9" fmla="*/ 95277 w 129964"/>
                <a:gd name="csY9" fmla="*/ 20924 h 95865"/>
                <a:gd name="csX10" fmla="*/ 82727 w 129964"/>
                <a:gd name="csY10" fmla="*/ 66200 h 95865"/>
                <a:gd name="csX11" fmla="*/ 79537 w 129964"/>
                <a:gd name="csY11" fmla="*/ 77678 h 95865"/>
                <a:gd name="csX12" fmla="*/ 99744 w 129964"/>
                <a:gd name="csY12" fmla="*/ 95959 h 95865"/>
                <a:gd name="csX13" fmla="*/ 130374 w 129964"/>
                <a:gd name="csY13" fmla="*/ 63436 h 95865"/>
                <a:gd name="csX14" fmla="*/ 126970 w 129964"/>
                <a:gd name="csY14" fmla="*/ 60673 h 95865"/>
                <a:gd name="csX15" fmla="*/ 122929 w 129964"/>
                <a:gd name="csY15" fmla="*/ 64287 h 95865"/>
                <a:gd name="csX16" fmla="*/ 100382 w 129964"/>
                <a:gd name="csY16" fmla="*/ 90007 h 95865"/>
                <a:gd name="csX17" fmla="*/ 95064 w 129964"/>
                <a:gd name="csY17" fmla="*/ 82567 h 95865"/>
                <a:gd name="csX18" fmla="*/ 99957 w 129964"/>
                <a:gd name="csY18" fmla="*/ 65349 h 95865"/>
                <a:gd name="csX19" fmla="*/ 111230 w 129964"/>
                <a:gd name="csY19" fmla="*/ 24325 h 95865"/>
                <a:gd name="csX20" fmla="*/ 83578 w 129964"/>
                <a:gd name="csY20" fmla="*/ 93 h 95865"/>
                <a:gd name="csX21" fmla="*/ 47630 w 129964"/>
                <a:gd name="csY21" fmla="*/ 19436 h 95865"/>
                <a:gd name="csX22" fmla="*/ 24870 w 129964"/>
                <a:gd name="csY22" fmla="*/ 93 h 95865"/>
                <a:gd name="csX23" fmla="*/ 8066 w 129964"/>
                <a:gd name="csY23" fmla="*/ 11571 h 95865"/>
                <a:gd name="csX24" fmla="*/ 409 w 129964"/>
                <a:gd name="csY24" fmla="*/ 32615 h 95865"/>
                <a:gd name="csX25" fmla="*/ 4025 w 129964"/>
                <a:gd name="csY25" fmla="*/ 35378 h 95865"/>
                <a:gd name="csX26" fmla="*/ 8705 w 129964"/>
                <a:gd name="csY26" fmla="*/ 29001 h 95865"/>
                <a:gd name="csX27" fmla="*/ 24232 w 129964"/>
                <a:gd name="csY27" fmla="*/ 6044 h 95865"/>
                <a:gd name="csX28" fmla="*/ 31252 w 129964"/>
                <a:gd name="csY28" fmla="*/ 16460 h 95865"/>
                <a:gd name="csX29" fmla="*/ 27848 w 129964"/>
                <a:gd name="csY29" fmla="*/ 34103 h 95865"/>
                <a:gd name="csX30" fmla="*/ 23169 w 129964"/>
                <a:gd name="csY30" fmla="*/ 53233 h 95865"/>
                <a:gd name="csX31" fmla="*/ 16362 w 129964"/>
                <a:gd name="csY31" fmla="*/ 80441 h 95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964" h="95865">
                  <a:moveTo>
                    <a:pt x="16362" y="80441"/>
                  </a:moveTo>
                  <a:cubicBezTo>
                    <a:pt x="15511" y="83205"/>
                    <a:pt x="14235" y="88519"/>
                    <a:pt x="14235" y="89157"/>
                  </a:cubicBezTo>
                  <a:cubicBezTo>
                    <a:pt x="14235" y="93833"/>
                    <a:pt x="18064" y="95959"/>
                    <a:pt x="21467" y="95959"/>
                  </a:cubicBezTo>
                  <a:cubicBezTo>
                    <a:pt x="25296" y="95959"/>
                    <a:pt x="28699" y="93195"/>
                    <a:pt x="29763" y="91282"/>
                  </a:cubicBezTo>
                  <a:cubicBezTo>
                    <a:pt x="30826" y="89369"/>
                    <a:pt x="32528" y="82567"/>
                    <a:pt x="33591" y="78103"/>
                  </a:cubicBezTo>
                  <a:cubicBezTo>
                    <a:pt x="34655" y="74065"/>
                    <a:pt x="36995" y="64287"/>
                    <a:pt x="38271" y="58973"/>
                  </a:cubicBezTo>
                  <a:cubicBezTo>
                    <a:pt x="39547" y="54296"/>
                    <a:pt x="40824" y="49620"/>
                    <a:pt x="41887" y="44731"/>
                  </a:cubicBezTo>
                  <a:cubicBezTo>
                    <a:pt x="44227" y="36016"/>
                    <a:pt x="44652" y="34315"/>
                    <a:pt x="50821" y="25600"/>
                  </a:cubicBezTo>
                  <a:cubicBezTo>
                    <a:pt x="56777" y="17098"/>
                    <a:pt x="66774" y="6044"/>
                    <a:pt x="82727" y="6044"/>
                  </a:cubicBezTo>
                  <a:cubicBezTo>
                    <a:pt x="95064" y="6044"/>
                    <a:pt x="95277" y="16885"/>
                    <a:pt x="95277" y="20924"/>
                  </a:cubicBezTo>
                  <a:cubicBezTo>
                    <a:pt x="95277" y="33678"/>
                    <a:pt x="86130" y="57272"/>
                    <a:pt x="82727" y="66200"/>
                  </a:cubicBezTo>
                  <a:cubicBezTo>
                    <a:pt x="80387" y="72151"/>
                    <a:pt x="79537" y="74065"/>
                    <a:pt x="79537" y="77678"/>
                  </a:cubicBezTo>
                  <a:cubicBezTo>
                    <a:pt x="79537" y="88944"/>
                    <a:pt x="88896" y="95959"/>
                    <a:pt x="99744" y="95959"/>
                  </a:cubicBezTo>
                  <a:cubicBezTo>
                    <a:pt x="121015" y="95959"/>
                    <a:pt x="130374" y="66625"/>
                    <a:pt x="130374" y="63436"/>
                  </a:cubicBezTo>
                  <a:cubicBezTo>
                    <a:pt x="130374" y="60673"/>
                    <a:pt x="127609" y="60673"/>
                    <a:pt x="126970" y="60673"/>
                  </a:cubicBezTo>
                  <a:cubicBezTo>
                    <a:pt x="123993" y="60673"/>
                    <a:pt x="123780" y="61948"/>
                    <a:pt x="122929" y="64287"/>
                  </a:cubicBezTo>
                  <a:cubicBezTo>
                    <a:pt x="118037" y="81292"/>
                    <a:pt x="108890" y="90007"/>
                    <a:pt x="100382" y="90007"/>
                  </a:cubicBezTo>
                  <a:cubicBezTo>
                    <a:pt x="95915" y="90007"/>
                    <a:pt x="95064" y="87031"/>
                    <a:pt x="95064" y="82567"/>
                  </a:cubicBezTo>
                  <a:cubicBezTo>
                    <a:pt x="95064" y="77678"/>
                    <a:pt x="96128" y="74915"/>
                    <a:pt x="99957" y="65349"/>
                  </a:cubicBezTo>
                  <a:cubicBezTo>
                    <a:pt x="102509" y="58760"/>
                    <a:pt x="111230" y="36228"/>
                    <a:pt x="111230" y="24325"/>
                  </a:cubicBezTo>
                  <a:cubicBezTo>
                    <a:pt x="111230" y="3706"/>
                    <a:pt x="94852" y="93"/>
                    <a:pt x="83578" y="93"/>
                  </a:cubicBezTo>
                  <a:cubicBezTo>
                    <a:pt x="65923" y="93"/>
                    <a:pt x="54012" y="10933"/>
                    <a:pt x="47630" y="19436"/>
                  </a:cubicBezTo>
                  <a:cubicBezTo>
                    <a:pt x="46141" y="4769"/>
                    <a:pt x="33591" y="93"/>
                    <a:pt x="24870" y="93"/>
                  </a:cubicBezTo>
                  <a:cubicBezTo>
                    <a:pt x="15724" y="93"/>
                    <a:pt x="10832" y="6682"/>
                    <a:pt x="8066" y="11571"/>
                  </a:cubicBezTo>
                  <a:cubicBezTo>
                    <a:pt x="3387" y="19436"/>
                    <a:pt x="409" y="31552"/>
                    <a:pt x="409" y="32615"/>
                  </a:cubicBezTo>
                  <a:cubicBezTo>
                    <a:pt x="409" y="35378"/>
                    <a:pt x="3387" y="35378"/>
                    <a:pt x="4025" y="35378"/>
                  </a:cubicBezTo>
                  <a:cubicBezTo>
                    <a:pt x="7003" y="35378"/>
                    <a:pt x="7216" y="34740"/>
                    <a:pt x="8705" y="29001"/>
                  </a:cubicBezTo>
                  <a:cubicBezTo>
                    <a:pt x="11895" y="16460"/>
                    <a:pt x="15937" y="6044"/>
                    <a:pt x="24232" y="6044"/>
                  </a:cubicBezTo>
                  <a:cubicBezTo>
                    <a:pt x="29763" y="6044"/>
                    <a:pt x="31252" y="10721"/>
                    <a:pt x="31252" y="16460"/>
                  </a:cubicBezTo>
                  <a:cubicBezTo>
                    <a:pt x="31252" y="20499"/>
                    <a:pt x="29337" y="28364"/>
                    <a:pt x="27848" y="34103"/>
                  </a:cubicBezTo>
                  <a:cubicBezTo>
                    <a:pt x="26359" y="39842"/>
                    <a:pt x="24232" y="48557"/>
                    <a:pt x="23169" y="53233"/>
                  </a:cubicBezTo>
                  <a:lnTo>
                    <a:pt x="16362" y="80441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4C014599-A8DC-AA7E-30CC-2CDD2DCC77AE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14338502" y="5300308"/>
              <a:ext cx="41630" cy="303661"/>
            </a:xfrm>
            <a:custGeom>
              <a:avLst/>
              <a:gdLst>
                <a:gd name="csX0" fmla="*/ 42044 w 41630"/>
                <a:gd name="csY0" fmla="*/ 91 h 303661"/>
                <a:gd name="csX1" fmla="*/ 414 w 41630"/>
                <a:gd name="csY1" fmla="*/ 91 h 303661"/>
                <a:gd name="csX2" fmla="*/ 414 w 41630"/>
                <a:gd name="csY2" fmla="*/ 12238 h 303661"/>
                <a:gd name="csX3" fmla="*/ 29890 w 41630"/>
                <a:gd name="csY3" fmla="*/ 12238 h 303661"/>
                <a:gd name="csX4" fmla="*/ 29890 w 41630"/>
                <a:gd name="csY4" fmla="*/ 291606 h 303661"/>
                <a:gd name="csX5" fmla="*/ 414 w 41630"/>
                <a:gd name="csY5" fmla="*/ 291606 h 303661"/>
                <a:gd name="csX6" fmla="*/ 414 w 41630"/>
                <a:gd name="csY6" fmla="*/ 303752 h 303661"/>
                <a:gd name="csX7" fmla="*/ 42044 w 41630"/>
                <a:gd name="csY7" fmla="*/ 303752 h 303661"/>
                <a:gd name="csX8" fmla="*/ 42044 w 41630"/>
                <a:gd name="csY8" fmla="*/ 91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630" h="303661">
                  <a:moveTo>
                    <a:pt x="42044" y="91"/>
                  </a:moveTo>
                  <a:lnTo>
                    <a:pt x="414" y="91"/>
                  </a:lnTo>
                  <a:lnTo>
                    <a:pt x="414" y="12238"/>
                  </a:lnTo>
                  <a:lnTo>
                    <a:pt x="29890" y="12238"/>
                  </a:lnTo>
                  <a:lnTo>
                    <a:pt x="29890" y="291606"/>
                  </a:lnTo>
                  <a:lnTo>
                    <a:pt x="414" y="291606"/>
                  </a:lnTo>
                  <a:lnTo>
                    <a:pt x="414" y="303752"/>
                  </a:lnTo>
                  <a:lnTo>
                    <a:pt x="42044" y="303752"/>
                  </a:lnTo>
                  <a:lnTo>
                    <a:pt x="42044" y="91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3388B93-DF2C-5093-7779-3522CDB5FCC6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14433546" y="5300308"/>
              <a:ext cx="70497" cy="303661"/>
            </a:xfrm>
            <a:custGeom>
              <a:avLst/>
              <a:gdLst>
                <a:gd name="csX0" fmla="*/ 70915 w 70497"/>
                <a:gd name="csY0" fmla="*/ 151922 h 303661"/>
                <a:gd name="csX1" fmla="*/ 50859 w 70497"/>
                <a:gd name="csY1" fmla="*/ 57179 h 303661"/>
                <a:gd name="csX2" fmla="*/ 3456 w 70497"/>
                <a:gd name="csY2" fmla="*/ 91 h 303661"/>
                <a:gd name="csX3" fmla="*/ 417 w 70497"/>
                <a:gd name="csY3" fmla="*/ 3128 h 303661"/>
                <a:gd name="csX4" fmla="*/ 6191 w 70497"/>
                <a:gd name="csY4" fmla="*/ 10112 h 303661"/>
                <a:gd name="csX5" fmla="*/ 53290 w 70497"/>
                <a:gd name="csY5" fmla="*/ 151922 h 303661"/>
                <a:gd name="csX6" fmla="*/ 4367 w 70497"/>
                <a:gd name="csY6" fmla="*/ 295554 h 303661"/>
                <a:gd name="csX7" fmla="*/ 417 w 70497"/>
                <a:gd name="csY7" fmla="*/ 300716 h 303661"/>
                <a:gd name="csX8" fmla="*/ 3456 w 70497"/>
                <a:gd name="csY8" fmla="*/ 303752 h 303661"/>
                <a:gd name="csX9" fmla="*/ 51771 w 70497"/>
                <a:gd name="csY9" fmla="*/ 244538 h 303661"/>
                <a:gd name="csX10" fmla="*/ 70915 w 70497"/>
                <a:gd name="csY10" fmla="*/ 151922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97" h="303661">
                  <a:moveTo>
                    <a:pt x="70915" y="151922"/>
                  </a:moveTo>
                  <a:cubicBezTo>
                    <a:pt x="70915" y="128236"/>
                    <a:pt x="67572" y="91493"/>
                    <a:pt x="50859" y="57179"/>
                  </a:cubicBezTo>
                  <a:cubicBezTo>
                    <a:pt x="32627" y="19829"/>
                    <a:pt x="6495" y="91"/>
                    <a:pt x="3456" y="91"/>
                  </a:cubicBezTo>
                  <a:cubicBezTo>
                    <a:pt x="1633" y="91"/>
                    <a:pt x="417" y="1306"/>
                    <a:pt x="417" y="3128"/>
                  </a:cubicBezTo>
                  <a:cubicBezTo>
                    <a:pt x="417" y="4039"/>
                    <a:pt x="417" y="4646"/>
                    <a:pt x="6191" y="10112"/>
                  </a:cubicBezTo>
                  <a:cubicBezTo>
                    <a:pt x="35970" y="40174"/>
                    <a:pt x="53290" y="88457"/>
                    <a:pt x="53290" y="151922"/>
                  </a:cubicBezTo>
                  <a:cubicBezTo>
                    <a:pt x="53290" y="203848"/>
                    <a:pt x="42047" y="257292"/>
                    <a:pt x="4367" y="295554"/>
                  </a:cubicBezTo>
                  <a:cubicBezTo>
                    <a:pt x="417" y="299198"/>
                    <a:pt x="417" y="299805"/>
                    <a:pt x="417" y="300716"/>
                  </a:cubicBezTo>
                  <a:cubicBezTo>
                    <a:pt x="417" y="302538"/>
                    <a:pt x="1633" y="303752"/>
                    <a:pt x="3456" y="303752"/>
                  </a:cubicBezTo>
                  <a:cubicBezTo>
                    <a:pt x="6495" y="303752"/>
                    <a:pt x="33843" y="283103"/>
                    <a:pt x="51771" y="244538"/>
                  </a:cubicBezTo>
                  <a:cubicBezTo>
                    <a:pt x="67268" y="211136"/>
                    <a:pt x="70915" y="177429"/>
                    <a:pt x="70915" y="151922"/>
                  </a:cubicBez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27D77643-0810-5AFF-5BE5-FB0D942127B2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14537740" y="4996642"/>
              <a:ext cx="89945" cy="910680"/>
            </a:xfrm>
            <a:custGeom>
              <a:avLst/>
              <a:gdLst>
                <a:gd name="csX0" fmla="*/ 71526 w 89945"/>
                <a:gd name="csY0" fmla="*/ 891927 h 910680"/>
                <a:gd name="csX1" fmla="*/ 421 w 89945"/>
                <a:gd name="csY1" fmla="*/ 891927 h 910680"/>
                <a:gd name="csX2" fmla="*/ 421 w 89945"/>
                <a:gd name="csY2" fmla="*/ 910754 h 910680"/>
                <a:gd name="csX3" fmla="*/ 90366 w 89945"/>
                <a:gd name="csY3" fmla="*/ 910754 h 910680"/>
                <a:gd name="csX4" fmla="*/ 90366 w 89945"/>
                <a:gd name="csY4" fmla="*/ 74 h 910680"/>
                <a:gd name="csX5" fmla="*/ 421 w 89945"/>
                <a:gd name="csY5" fmla="*/ 74 h 910680"/>
                <a:gd name="csX6" fmla="*/ 421 w 89945"/>
                <a:gd name="csY6" fmla="*/ 18901 h 910680"/>
                <a:gd name="csX7" fmla="*/ 71526 w 89945"/>
                <a:gd name="csY7" fmla="*/ 18901 h 910680"/>
                <a:gd name="csX8" fmla="*/ 71526 w 89945"/>
                <a:gd name="csY8" fmla="*/ 891927 h 910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9945" h="910680">
                  <a:moveTo>
                    <a:pt x="71526" y="891927"/>
                  </a:moveTo>
                  <a:lnTo>
                    <a:pt x="421" y="891927"/>
                  </a:lnTo>
                  <a:lnTo>
                    <a:pt x="421" y="910754"/>
                  </a:lnTo>
                  <a:lnTo>
                    <a:pt x="90366" y="910754"/>
                  </a:lnTo>
                  <a:lnTo>
                    <a:pt x="90366" y="74"/>
                  </a:lnTo>
                  <a:lnTo>
                    <a:pt x="421" y="74"/>
                  </a:lnTo>
                  <a:lnTo>
                    <a:pt x="421" y="18901"/>
                  </a:lnTo>
                  <a:lnTo>
                    <a:pt x="71526" y="18901"/>
                  </a:lnTo>
                  <a:lnTo>
                    <a:pt x="71526" y="891927"/>
                  </a:lnTo>
                  <a:close/>
                </a:path>
              </a:pathLst>
            </a:custGeom>
            <a:solidFill>
              <a:srgbClr val="000000"/>
            </a:solidFill>
            <a:ln w="3042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FA0C26FC-66D9-A7D1-B073-C1FD10ECC28C}"/>
                  </a:ext>
                </a:extLst>
              </p:cNvPr>
              <p:cNvSpPr txBox="1"/>
              <p:nvPr/>
            </p:nvSpPr>
            <p:spPr>
              <a:xfrm>
                <a:off x="5372099" y="3715068"/>
                <a:ext cx="316394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CA" dirty="0">
                    <a:latin typeface="Nunito" pitchFamily="2" charset="0"/>
                  </a:rPr>
                  <a:t>text pool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CA" dirty="0">
                    <a:latin typeface="Nunito" pitchFamily="2" charset="0"/>
                  </a:rPr>
                  <a:t>-dimensional features</a:t>
                </a:r>
              </a:p>
            </p:txBody>
          </p:sp>
        </mc:Choice>
        <mc:Fallback xmlns="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FA0C26FC-66D9-A7D1-B073-C1FD10ECC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099" y="3715068"/>
                <a:ext cx="3163949" cy="646331"/>
              </a:xfrm>
              <a:prstGeom prst="rect">
                <a:avLst/>
              </a:prstGeom>
              <a:blipFill>
                <a:blip r:embed="rId153"/>
                <a:stretch>
                  <a:fillRect t="-4717" b="-1509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28BE418A-AB67-20E5-5556-3D54F7156D44}"/>
              </a:ext>
            </a:extLst>
          </p:cNvPr>
          <p:cNvCxnSpPr>
            <a:cxnSpLocks/>
            <a:stCxn id="251" idx="0"/>
          </p:cNvCxnSpPr>
          <p:nvPr/>
        </p:nvCxnSpPr>
        <p:spPr>
          <a:xfrm flipV="1">
            <a:off x="6954074" y="3142932"/>
            <a:ext cx="785951" cy="572136"/>
          </a:xfrm>
          <a:prstGeom prst="straightConnector1">
            <a:avLst/>
          </a:prstGeom>
          <a:ln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CE36338A-FCE6-C3A2-68C2-AA1243D0FA42}"/>
                  </a:ext>
                </a:extLst>
              </p:cNvPr>
              <p:cNvSpPr txBox="1"/>
              <p:nvPr/>
            </p:nvSpPr>
            <p:spPr>
              <a:xfrm>
                <a:off x="8756650" y="3715068"/>
                <a:ext cx="29654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CA" dirty="0">
                    <a:latin typeface="Nunito" pitchFamily="2" charset="0"/>
                  </a:rPr>
                  <a:t>image pool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CA" dirty="0">
                    <a:latin typeface="Nunito" pitchFamily="2" charset="0"/>
                  </a:rPr>
                  <a:t>-dimensional features</a:t>
                </a:r>
              </a:p>
            </p:txBody>
          </p:sp>
        </mc:Choice>
        <mc:Fallback xmlns="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CE36338A-FCE6-C3A2-68C2-AA1243D0F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650" y="3715068"/>
                <a:ext cx="2965450" cy="646331"/>
              </a:xfrm>
              <a:prstGeom prst="rect">
                <a:avLst/>
              </a:prstGeom>
              <a:blipFill>
                <a:blip r:embed="rId154"/>
                <a:stretch>
                  <a:fillRect t="-4717" r="-1643" b="-1509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99BA2E06-E304-D4E2-F839-8D77C680D045}"/>
              </a:ext>
            </a:extLst>
          </p:cNvPr>
          <p:cNvCxnSpPr>
            <a:cxnSpLocks/>
            <a:stCxn id="256" idx="0"/>
          </p:cNvCxnSpPr>
          <p:nvPr/>
        </p:nvCxnSpPr>
        <p:spPr>
          <a:xfrm flipV="1">
            <a:off x="10239375" y="3204210"/>
            <a:ext cx="733973" cy="510858"/>
          </a:xfrm>
          <a:prstGeom prst="straightConnector1">
            <a:avLst/>
          </a:prstGeom>
          <a:ln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6" name="Group 535" descr="\documentclass{article}&#10;\usepackage{nunito}&#10;\usepackage[linguistics]{forest}&#10;\usepackage{amsmath,amssymb}&#10;\pagestyle{empty}&#10;\begin{document}&#10;&#10;\begin{align*}&#10;P_\Theta\left(T_j\mid I_i;[T_{1..n}]\right) = \text{softmax}\left( [T_{1..n}]\cdot I_i\right)_j = \frac{\exp(\langle I_i, T_j\rangle)}{\sum_{k=1}^n \exp(\langle I_i, T_k \rangle)}&#10;\end{align*}&#10;&#10;&#10;\end{document}" title="IguanaTex Shape Display">
            <a:extLst>
              <a:ext uri="{FF2B5EF4-FFF2-40B4-BE49-F238E27FC236}">
                <a16:creationId xmlns:a16="http://schemas.microsoft.com/office/drawing/2014/main" id="{839BE6B4-D178-3D56-3942-7716E9FD7AD5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1888823" y="5397500"/>
            <a:ext cx="8414354" cy="737192"/>
            <a:chOff x="4495316" y="7581093"/>
            <a:chExt cx="8414354" cy="737192"/>
          </a:xfrm>
        </p:grpSpPr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8FF5D9BA-F84D-9C99-F291-3466E2A1618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495316" y="7806867"/>
              <a:ext cx="216618" cy="207400"/>
            </a:xfrm>
            <a:custGeom>
              <a:avLst/>
              <a:gdLst>
                <a:gd name="csX0" fmla="*/ 79886 w 216618"/>
                <a:gd name="csY0" fmla="*/ 111532 h 207400"/>
                <a:gd name="csX1" fmla="*/ 131461 w 216618"/>
                <a:gd name="csY1" fmla="*/ 111532 h 207400"/>
                <a:gd name="csX2" fmla="*/ 216713 w 216618"/>
                <a:gd name="csY2" fmla="*/ 45941 h 207400"/>
                <a:gd name="csX3" fmla="*/ 156946 w 216618"/>
                <a:gd name="csY3" fmla="*/ 88 h 207400"/>
                <a:gd name="csX4" fmla="*/ 58648 w 216618"/>
                <a:gd name="csY4" fmla="*/ 88 h 207400"/>
                <a:gd name="csX5" fmla="*/ 49547 w 216618"/>
                <a:gd name="csY5" fmla="*/ 5857 h 207400"/>
                <a:gd name="csX6" fmla="*/ 58345 w 216618"/>
                <a:gd name="csY6" fmla="*/ 9501 h 207400"/>
                <a:gd name="csX7" fmla="*/ 71391 w 216618"/>
                <a:gd name="csY7" fmla="*/ 10109 h 207400"/>
                <a:gd name="csX8" fmla="*/ 78065 w 216618"/>
                <a:gd name="csY8" fmla="*/ 14967 h 207400"/>
                <a:gd name="csX9" fmla="*/ 76852 w 216618"/>
                <a:gd name="csY9" fmla="*/ 20737 h 207400"/>
                <a:gd name="csX10" fmla="*/ 36198 w 216618"/>
                <a:gd name="csY10" fmla="*/ 183803 h 207400"/>
                <a:gd name="csX11" fmla="*/ 8590 w 216618"/>
                <a:gd name="csY11" fmla="*/ 198075 h 207400"/>
                <a:gd name="csX12" fmla="*/ 95 w 216618"/>
                <a:gd name="csY12" fmla="*/ 203845 h 207400"/>
                <a:gd name="csX13" fmla="*/ 4645 w 216618"/>
                <a:gd name="csY13" fmla="*/ 207489 h 207400"/>
                <a:gd name="csX14" fmla="*/ 43176 w 216618"/>
                <a:gd name="csY14" fmla="*/ 206578 h 207400"/>
                <a:gd name="csX15" fmla="*/ 62592 w 216618"/>
                <a:gd name="csY15" fmla="*/ 206881 h 207400"/>
                <a:gd name="csX16" fmla="*/ 82313 w 216618"/>
                <a:gd name="csY16" fmla="*/ 207489 h 207400"/>
                <a:gd name="csX17" fmla="*/ 88380 w 216618"/>
                <a:gd name="csY17" fmla="*/ 201415 h 207400"/>
                <a:gd name="csX18" fmla="*/ 79886 w 216618"/>
                <a:gd name="csY18" fmla="*/ 198075 h 207400"/>
                <a:gd name="csX19" fmla="*/ 60165 w 216618"/>
                <a:gd name="csY19" fmla="*/ 192609 h 207400"/>
                <a:gd name="csX20" fmla="*/ 61075 w 216618"/>
                <a:gd name="csY20" fmla="*/ 187447 h 207400"/>
                <a:gd name="csX21" fmla="*/ 79886 w 216618"/>
                <a:gd name="csY21" fmla="*/ 111532 h 207400"/>
                <a:gd name="csX22" fmla="*/ 101729 w 216618"/>
                <a:gd name="csY22" fmla="*/ 21041 h 207400"/>
                <a:gd name="csX23" fmla="*/ 118112 w 216618"/>
                <a:gd name="csY23" fmla="*/ 9501 h 207400"/>
                <a:gd name="csX24" fmla="*/ 147237 w 216618"/>
                <a:gd name="csY24" fmla="*/ 9501 h 207400"/>
                <a:gd name="csX25" fmla="*/ 188498 w 216618"/>
                <a:gd name="csY25" fmla="*/ 38653 h 207400"/>
                <a:gd name="csX26" fmla="*/ 170598 w 216618"/>
                <a:gd name="csY26" fmla="*/ 87542 h 207400"/>
                <a:gd name="csX27" fmla="*/ 123877 w 216618"/>
                <a:gd name="csY27" fmla="*/ 103636 h 207400"/>
                <a:gd name="csX28" fmla="*/ 81099 w 216618"/>
                <a:gd name="csY28" fmla="*/ 103636 h 207400"/>
                <a:gd name="csX29" fmla="*/ 101729 w 216618"/>
                <a:gd name="csY29" fmla="*/ 21041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618" h="207400">
                  <a:moveTo>
                    <a:pt x="79886" y="111532"/>
                  </a:moveTo>
                  <a:lnTo>
                    <a:pt x="131461" y="111532"/>
                  </a:lnTo>
                  <a:cubicBezTo>
                    <a:pt x="174542" y="111532"/>
                    <a:pt x="216713" y="79951"/>
                    <a:pt x="216713" y="45941"/>
                  </a:cubicBezTo>
                  <a:cubicBezTo>
                    <a:pt x="216713" y="22559"/>
                    <a:pt x="196690" y="88"/>
                    <a:pt x="156946" y="88"/>
                  </a:cubicBezTo>
                  <a:lnTo>
                    <a:pt x="58648" y="88"/>
                  </a:lnTo>
                  <a:cubicBezTo>
                    <a:pt x="52884" y="88"/>
                    <a:pt x="49547" y="88"/>
                    <a:pt x="49547" y="5857"/>
                  </a:cubicBezTo>
                  <a:cubicBezTo>
                    <a:pt x="49547" y="9501"/>
                    <a:pt x="52277" y="9501"/>
                    <a:pt x="58345" y="9501"/>
                  </a:cubicBezTo>
                  <a:cubicBezTo>
                    <a:pt x="62289" y="9501"/>
                    <a:pt x="67750" y="9805"/>
                    <a:pt x="71391" y="10109"/>
                  </a:cubicBezTo>
                  <a:cubicBezTo>
                    <a:pt x="76245" y="10716"/>
                    <a:pt x="78065" y="11627"/>
                    <a:pt x="78065" y="14967"/>
                  </a:cubicBezTo>
                  <a:cubicBezTo>
                    <a:pt x="78065" y="16182"/>
                    <a:pt x="77762" y="17093"/>
                    <a:pt x="76852" y="20737"/>
                  </a:cubicBezTo>
                  <a:lnTo>
                    <a:pt x="36198" y="183803"/>
                  </a:lnTo>
                  <a:cubicBezTo>
                    <a:pt x="33164" y="195646"/>
                    <a:pt x="32557" y="198075"/>
                    <a:pt x="8590" y="198075"/>
                  </a:cubicBezTo>
                  <a:cubicBezTo>
                    <a:pt x="3432" y="198075"/>
                    <a:pt x="95" y="198075"/>
                    <a:pt x="95" y="203845"/>
                  </a:cubicBezTo>
                  <a:cubicBezTo>
                    <a:pt x="95" y="207489"/>
                    <a:pt x="3735" y="207489"/>
                    <a:pt x="4645" y="207489"/>
                  </a:cubicBezTo>
                  <a:cubicBezTo>
                    <a:pt x="13140" y="207489"/>
                    <a:pt x="34681" y="206578"/>
                    <a:pt x="43176" y="206578"/>
                  </a:cubicBezTo>
                  <a:cubicBezTo>
                    <a:pt x="49547" y="206578"/>
                    <a:pt x="56221" y="206881"/>
                    <a:pt x="62592" y="206881"/>
                  </a:cubicBezTo>
                  <a:cubicBezTo>
                    <a:pt x="69267" y="206881"/>
                    <a:pt x="75941" y="207489"/>
                    <a:pt x="82313" y="207489"/>
                  </a:cubicBezTo>
                  <a:cubicBezTo>
                    <a:pt x="84436" y="207489"/>
                    <a:pt x="88380" y="207489"/>
                    <a:pt x="88380" y="201415"/>
                  </a:cubicBezTo>
                  <a:cubicBezTo>
                    <a:pt x="88380" y="198075"/>
                    <a:pt x="85650" y="198075"/>
                    <a:pt x="79886" y="198075"/>
                  </a:cubicBezTo>
                  <a:cubicBezTo>
                    <a:pt x="68660" y="198075"/>
                    <a:pt x="60165" y="198075"/>
                    <a:pt x="60165" y="192609"/>
                  </a:cubicBezTo>
                  <a:cubicBezTo>
                    <a:pt x="60165" y="190787"/>
                    <a:pt x="60772" y="189269"/>
                    <a:pt x="61075" y="187447"/>
                  </a:cubicBezTo>
                  <a:lnTo>
                    <a:pt x="79886" y="111532"/>
                  </a:lnTo>
                  <a:close/>
                  <a:moveTo>
                    <a:pt x="101729" y="21041"/>
                  </a:moveTo>
                  <a:cubicBezTo>
                    <a:pt x="104460" y="10412"/>
                    <a:pt x="105067" y="9501"/>
                    <a:pt x="118112" y="9501"/>
                  </a:cubicBezTo>
                  <a:lnTo>
                    <a:pt x="147237" y="9501"/>
                  </a:lnTo>
                  <a:cubicBezTo>
                    <a:pt x="172419" y="9501"/>
                    <a:pt x="188498" y="17700"/>
                    <a:pt x="188498" y="38653"/>
                  </a:cubicBezTo>
                  <a:cubicBezTo>
                    <a:pt x="188498" y="50496"/>
                    <a:pt x="182430" y="76611"/>
                    <a:pt x="170598" y="87542"/>
                  </a:cubicBezTo>
                  <a:cubicBezTo>
                    <a:pt x="155429" y="101207"/>
                    <a:pt x="137226" y="103636"/>
                    <a:pt x="123877" y="103636"/>
                  </a:cubicBezTo>
                  <a:lnTo>
                    <a:pt x="81099" y="103636"/>
                  </a:lnTo>
                  <a:lnTo>
                    <a:pt x="101729" y="21041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27A18D3-45FB-482B-BD99-218B444C227E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692825" y="7910385"/>
              <a:ext cx="156305" cy="153682"/>
            </a:xfrm>
            <a:custGeom>
              <a:avLst/>
              <a:gdLst>
                <a:gd name="csX0" fmla="*/ 156406 w 156305"/>
                <a:gd name="csY0" fmla="*/ 77675 h 153682"/>
                <a:gd name="csX1" fmla="*/ 78254 w 156305"/>
                <a:gd name="csY1" fmla="*/ 89 h 153682"/>
                <a:gd name="csX2" fmla="*/ 101 w 156305"/>
                <a:gd name="csY2" fmla="*/ 77675 h 153682"/>
                <a:gd name="csX3" fmla="*/ 78254 w 156305"/>
                <a:gd name="csY3" fmla="*/ 153772 h 153682"/>
                <a:gd name="csX4" fmla="*/ 156406 w 156305"/>
                <a:gd name="csY4" fmla="*/ 77675 h 153682"/>
                <a:gd name="csX5" fmla="*/ 78254 w 156305"/>
                <a:gd name="csY5" fmla="*/ 147396 h 153682"/>
                <a:gd name="csX6" fmla="*/ 21338 w 156305"/>
                <a:gd name="csY6" fmla="*/ 77462 h 153682"/>
                <a:gd name="csX7" fmla="*/ 78254 w 156305"/>
                <a:gd name="csY7" fmla="*/ 6041 h 153682"/>
                <a:gd name="csX8" fmla="*/ 135169 w 156305"/>
                <a:gd name="csY8" fmla="*/ 77462 h 153682"/>
                <a:gd name="csX9" fmla="*/ 78254 w 156305"/>
                <a:gd name="csY9" fmla="*/ 147396 h 153682"/>
                <a:gd name="csX10" fmla="*/ 121790 w 156305"/>
                <a:gd name="csY10" fmla="*/ 60670 h 153682"/>
                <a:gd name="csX11" fmla="*/ 114569 w 156305"/>
                <a:gd name="csY11" fmla="*/ 60670 h 153682"/>
                <a:gd name="csX12" fmla="*/ 114569 w 156305"/>
                <a:gd name="csY12" fmla="*/ 67897 h 153682"/>
                <a:gd name="csX13" fmla="*/ 41938 w 156305"/>
                <a:gd name="csY13" fmla="*/ 67897 h 153682"/>
                <a:gd name="csX14" fmla="*/ 41938 w 156305"/>
                <a:gd name="csY14" fmla="*/ 60670 h 153682"/>
                <a:gd name="csX15" fmla="*/ 34718 w 156305"/>
                <a:gd name="csY15" fmla="*/ 60670 h 153682"/>
                <a:gd name="csX16" fmla="*/ 34718 w 156305"/>
                <a:gd name="csY16" fmla="*/ 92554 h 153682"/>
                <a:gd name="csX17" fmla="*/ 41938 w 156305"/>
                <a:gd name="csY17" fmla="*/ 92554 h 153682"/>
                <a:gd name="csX18" fmla="*/ 41938 w 156305"/>
                <a:gd name="csY18" fmla="*/ 85327 h 153682"/>
                <a:gd name="csX19" fmla="*/ 114569 w 156305"/>
                <a:gd name="csY19" fmla="*/ 85327 h 153682"/>
                <a:gd name="csX20" fmla="*/ 114569 w 156305"/>
                <a:gd name="csY20" fmla="*/ 92554 h 153682"/>
                <a:gd name="csX21" fmla="*/ 121790 w 156305"/>
                <a:gd name="csY21" fmla="*/ 92554 h 153682"/>
                <a:gd name="csX22" fmla="*/ 121790 w 156305"/>
                <a:gd name="csY22" fmla="*/ 60670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305" h="153682">
                  <a:moveTo>
                    <a:pt x="156406" y="77675"/>
                  </a:moveTo>
                  <a:cubicBezTo>
                    <a:pt x="156406" y="35162"/>
                    <a:pt x="121577" y="89"/>
                    <a:pt x="78254" y="89"/>
                  </a:cubicBezTo>
                  <a:cubicBezTo>
                    <a:pt x="34718" y="89"/>
                    <a:pt x="101" y="35162"/>
                    <a:pt x="101" y="77675"/>
                  </a:cubicBezTo>
                  <a:cubicBezTo>
                    <a:pt x="101" y="119337"/>
                    <a:pt x="34718" y="153772"/>
                    <a:pt x="78254" y="153772"/>
                  </a:cubicBezTo>
                  <a:cubicBezTo>
                    <a:pt x="121790" y="153772"/>
                    <a:pt x="156406" y="119337"/>
                    <a:pt x="156406" y="77675"/>
                  </a:cubicBezTo>
                  <a:close/>
                  <a:moveTo>
                    <a:pt x="78254" y="147396"/>
                  </a:moveTo>
                  <a:cubicBezTo>
                    <a:pt x="52557" y="147396"/>
                    <a:pt x="21338" y="127415"/>
                    <a:pt x="21338" y="77462"/>
                  </a:cubicBezTo>
                  <a:cubicBezTo>
                    <a:pt x="21338" y="27510"/>
                    <a:pt x="51920" y="6041"/>
                    <a:pt x="78254" y="6041"/>
                  </a:cubicBezTo>
                  <a:cubicBezTo>
                    <a:pt x="104588" y="6041"/>
                    <a:pt x="135169" y="27510"/>
                    <a:pt x="135169" y="77462"/>
                  </a:cubicBezTo>
                  <a:cubicBezTo>
                    <a:pt x="135169" y="127627"/>
                    <a:pt x="103738" y="147396"/>
                    <a:pt x="78254" y="147396"/>
                  </a:cubicBezTo>
                  <a:close/>
                  <a:moveTo>
                    <a:pt x="121790" y="60670"/>
                  </a:moveTo>
                  <a:lnTo>
                    <a:pt x="114569" y="60670"/>
                  </a:lnTo>
                  <a:lnTo>
                    <a:pt x="114569" y="67897"/>
                  </a:lnTo>
                  <a:lnTo>
                    <a:pt x="41938" y="67897"/>
                  </a:lnTo>
                  <a:lnTo>
                    <a:pt x="41938" y="60670"/>
                  </a:lnTo>
                  <a:lnTo>
                    <a:pt x="34718" y="60670"/>
                  </a:lnTo>
                  <a:lnTo>
                    <a:pt x="34718" y="92554"/>
                  </a:lnTo>
                  <a:lnTo>
                    <a:pt x="41938" y="92554"/>
                  </a:lnTo>
                  <a:lnTo>
                    <a:pt x="41938" y="85327"/>
                  </a:lnTo>
                  <a:lnTo>
                    <a:pt x="114569" y="85327"/>
                  </a:lnTo>
                  <a:lnTo>
                    <a:pt x="114569" y="92554"/>
                  </a:lnTo>
                  <a:lnTo>
                    <a:pt x="121790" y="92554"/>
                  </a:lnTo>
                  <a:lnTo>
                    <a:pt x="121790" y="60670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804FED0C-7C56-68F4-305F-F3355B966FB4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4959974" y="7786522"/>
              <a:ext cx="70385" cy="303661"/>
            </a:xfrm>
            <a:custGeom>
              <a:avLst/>
              <a:gdLst>
                <a:gd name="csX0" fmla="*/ 70495 w 70385"/>
                <a:gd name="csY0" fmla="*/ 300713 h 303661"/>
                <a:gd name="csX1" fmla="*/ 65338 w 70385"/>
                <a:gd name="csY1" fmla="*/ 294032 h 303661"/>
                <a:gd name="csX2" fmla="*/ 17706 w 70385"/>
                <a:gd name="csY2" fmla="*/ 151919 h 303661"/>
                <a:gd name="csX3" fmla="*/ 66551 w 70385"/>
                <a:gd name="csY3" fmla="*/ 8287 h 303661"/>
                <a:gd name="csX4" fmla="*/ 70495 w 70385"/>
                <a:gd name="csY4" fmla="*/ 3125 h 303661"/>
                <a:gd name="csX5" fmla="*/ 67461 w 70385"/>
                <a:gd name="csY5" fmla="*/ 88 h 303661"/>
                <a:gd name="csX6" fmla="*/ 19223 w 70385"/>
                <a:gd name="csY6" fmla="*/ 59302 h 303661"/>
                <a:gd name="csX7" fmla="*/ 109 w 70385"/>
                <a:gd name="csY7" fmla="*/ 151919 h 303661"/>
                <a:gd name="csX8" fmla="*/ 20133 w 70385"/>
                <a:gd name="csY8" fmla="*/ 246661 h 303661"/>
                <a:gd name="csX9" fmla="*/ 67461 w 70385"/>
                <a:gd name="csY9" fmla="*/ 303749 h 303661"/>
                <a:gd name="csX10" fmla="*/ 70495 w 70385"/>
                <a:gd name="csY10" fmla="*/ 300713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85" h="303661">
                  <a:moveTo>
                    <a:pt x="70495" y="300713"/>
                  </a:moveTo>
                  <a:cubicBezTo>
                    <a:pt x="70495" y="299802"/>
                    <a:pt x="70495" y="299194"/>
                    <a:pt x="65338" y="294032"/>
                  </a:cubicBezTo>
                  <a:cubicBezTo>
                    <a:pt x="27414" y="255771"/>
                    <a:pt x="17706" y="198379"/>
                    <a:pt x="17706" y="151919"/>
                  </a:cubicBezTo>
                  <a:cubicBezTo>
                    <a:pt x="17706" y="99082"/>
                    <a:pt x="29235" y="46244"/>
                    <a:pt x="66551" y="8287"/>
                  </a:cubicBezTo>
                  <a:cubicBezTo>
                    <a:pt x="70495" y="4643"/>
                    <a:pt x="70495" y="4036"/>
                    <a:pt x="70495" y="3125"/>
                  </a:cubicBezTo>
                  <a:cubicBezTo>
                    <a:pt x="70495" y="999"/>
                    <a:pt x="69282" y="88"/>
                    <a:pt x="67461" y="88"/>
                  </a:cubicBezTo>
                  <a:cubicBezTo>
                    <a:pt x="64427" y="88"/>
                    <a:pt x="37123" y="20737"/>
                    <a:pt x="19223" y="59302"/>
                  </a:cubicBezTo>
                  <a:cubicBezTo>
                    <a:pt x="3750" y="92705"/>
                    <a:pt x="109" y="126411"/>
                    <a:pt x="109" y="151919"/>
                  </a:cubicBezTo>
                  <a:cubicBezTo>
                    <a:pt x="109" y="175604"/>
                    <a:pt x="3447" y="212347"/>
                    <a:pt x="20133" y="246661"/>
                  </a:cubicBezTo>
                  <a:cubicBezTo>
                    <a:pt x="38336" y="284011"/>
                    <a:pt x="64427" y="303749"/>
                    <a:pt x="67461" y="303749"/>
                  </a:cubicBezTo>
                  <a:cubicBezTo>
                    <a:pt x="69282" y="303749"/>
                    <a:pt x="70495" y="302838"/>
                    <a:pt x="70495" y="300713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E016677C-EB56-5380-A92D-80FCFECA6A1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055204" y="7808689"/>
              <a:ext cx="206303" cy="205578"/>
            </a:xfrm>
            <a:custGeom>
              <a:avLst/>
              <a:gdLst>
                <a:gd name="csX0" fmla="*/ 122378 w 206303"/>
                <a:gd name="csY0" fmla="*/ 21344 h 205578"/>
                <a:gd name="csX1" fmla="*/ 129356 w 206303"/>
                <a:gd name="csY1" fmla="*/ 10109 h 205578"/>
                <a:gd name="csX2" fmla="*/ 148470 w 206303"/>
                <a:gd name="csY2" fmla="*/ 9501 h 205578"/>
                <a:gd name="csX3" fmla="*/ 192764 w 206303"/>
                <a:gd name="csY3" fmla="*/ 34402 h 205578"/>
                <a:gd name="csX4" fmla="*/ 190337 w 206303"/>
                <a:gd name="csY4" fmla="*/ 58695 h 205578"/>
                <a:gd name="csX5" fmla="*/ 189427 w 206303"/>
                <a:gd name="csY5" fmla="*/ 64464 h 205578"/>
                <a:gd name="csX6" fmla="*/ 193067 w 206303"/>
                <a:gd name="csY6" fmla="*/ 68412 h 205578"/>
                <a:gd name="csX7" fmla="*/ 197618 w 206303"/>
                <a:gd name="csY7" fmla="*/ 61428 h 205578"/>
                <a:gd name="csX8" fmla="*/ 205810 w 206303"/>
                <a:gd name="csY8" fmla="*/ 8590 h 205578"/>
                <a:gd name="csX9" fmla="*/ 206417 w 206303"/>
                <a:gd name="csY9" fmla="*/ 3428 h 205578"/>
                <a:gd name="csX10" fmla="*/ 198225 w 206303"/>
                <a:gd name="csY10" fmla="*/ 88 h 205578"/>
                <a:gd name="csX11" fmla="*/ 29845 w 206303"/>
                <a:gd name="csY11" fmla="*/ 88 h 205578"/>
                <a:gd name="csX12" fmla="*/ 20137 w 206303"/>
                <a:gd name="csY12" fmla="*/ 6161 h 205578"/>
                <a:gd name="csX13" fmla="*/ 1934 w 206303"/>
                <a:gd name="csY13" fmla="*/ 59606 h 205578"/>
                <a:gd name="csX14" fmla="*/ 113 w 206303"/>
                <a:gd name="csY14" fmla="*/ 65071 h 205578"/>
                <a:gd name="csX15" fmla="*/ 3754 w 206303"/>
                <a:gd name="csY15" fmla="*/ 68412 h 205578"/>
                <a:gd name="csX16" fmla="*/ 8911 w 206303"/>
                <a:gd name="csY16" fmla="*/ 62035 h 205578"/>
                <a:gd name="csX17" fmla="*/ 78084 w 206303"/>
                <a:gd name="csY17" fmla="*/ 9501 h 205578"/>
                <a:gd name="csX18" fmla="*/ 89916 w 206303"/>
                <a:gd name="csY18" fmla="*/ 9501 h 205578"/>
                <a:gd name="csX19" fmla="*/ 98411 w 206303"/>
                <a:gd name="csY19" fmla="*/ 13145 h 205578"/>
                <a:gd name="csX20" fmla="*/ 97197 w 206303"/>
                <a:gd name="csY20" fmla="*/ 19522 h 205578"/>
                <a:gd name="csX21" fmla="*/ 56543 w 206303"/>
                <a:gd name="csY21" fmla="*/ 181677 h 205578"/>
                <a:gd name="csX22" fmla="*/ 20440 w 206303"/>
                <a:gd name="csY22" fmla="*/ 196253 h 205578"/>
                <a:gd name="csX23" fmla="*/ 7698 w 206303"/>
                <a:gd name="csY23" fmla="*/ 202023 h 205578"/>
                <a:gd name="csX24" fmla="*/ 12855 w 206303"/>
                <a:gd name="csY24" fmla="*/ 205667 h 205578"/>
                <a:gd name="csX25" fmla="*/ 37733 w 206303"/>
                <a:gd name="csY25" fmla="*/ 205059 h 205578"/>
                <a:gd name="csX26" fmla="*/ 63521 w 206303"/>
                <a:gd name="csY26" fmla="*/ 204756 h 205578"/>
                <a:gd name="csX27" fmla="*/ 88702 w 206303"/>
                <a:gd name="csY27" fmla="*/ 205059 h 205578"/>
                <a:gd name="csX28" fmla="*/ 115097 w 206303"/>
                <a:gd name="csY28" fmla="*/ 205667 h 205578"/>
                <a:gd name="csX29" fmla="*/ 121771 w 206303"/>
                <a:gd name="csY29" fmla="*/ 199593 h 205578"/>
                <a:gd name="csX30" fmla="*/ 111456 w 206303"/>
                <a:gd name="csY30" fmla="*/ 196253 h 205578"/>
                <a:gd name="csX31" fmla="*/ 92040 w 206303"/>
                <a:gd name="csY31" fmla="*/ 195646 h 205578"/>
                <a:gd name="csX32" fmla="*/ 80814 w 206303"/>
                <a:gd name="csY32" fmla="*/ 188965 h 205578"/>
                <a:gd name="csX33" fmla="*/ 82028 w 206303"/>
                <a:gd name="csY33" fmla="*/ 182588 h 205578"/>
                <a:gd name="csX34" fmla="*/ 122378 w 206303"/>
                <a:gd name="csY34" fmla="*/ 21344 h 2055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06303" h="205578">
                  <a:moveTo>
                    <a:pt x="122378" y="21344"/>
                  </a:moveTo>
                  <a:cubicBezTo>
                    <a:pt x="124502" y="12842"/>
                    <a:pt x="125716" y="11020"/>
                    <a:pt x="129356" y="10109"/>
                  </a:cubicBezTo>
                  <a:cubicBezTo>
                    <a:pt x="132087" y="9501"/>
                    <a:pt x="142098" y="9501"/>
                    <a:pt x="148470" y="9501"/>
                  </a:cubicBezTo>
                  <a:cubicBezTo>
                    <a:pt x="179112" y="9501"/>
                    <a:pt x="192764" y="10716"/>
                    <a:pt x="192764" y="34402"/>
                  </a:cubicBezTo>
                  <a:cubicBezTo>
                    <a:pt x="192764" y="38957"/>
                    <a:pt x="191551" y="50799"/>
                    <a:pt x="190337" y="58695"/>
                  </a:cubicBezTo>
                  <a:cubicBezTo>
                    <a:pt x="190034" y="59909"/>
                    <a:pt x="189427" y="63553"/>
                    <a:pt x="189427" y="64464"/>
                  </a:cubicBezTo>
                  <a:cubicBezTo>
                    <a:pt x="189427" y="66286"/>
                    <a:pt x="190337" y="68412"/>
                    <a:pt x="193067" y="68412"/>
                  </a:cubicBezTo>
                  <a:cubicBezTo>
                    <a:pt x="196405" y="68412"/>
                    <a:pt x="197012" y="65982"/>
                    <a:pt x="197618" y="61428"/>
                  </a:cubicBezTo>
                  <a:lnTo>
                    <a:pt x="205810" y="8590"/>
                  </a:lnTo>
                  <a:cubicBezTo>
                    <a:pt x="206113" y="7376"/>
                    <a:pt x="206417" y="4339"/>
                    <a:pt x="206417" y="3428"/>
                  </a:cubicBezTo>
                  <a:cubicBezTo>
                    <a:pt x="206417" y="88"/>
                    <a:pt x="203383" y="88"/>
                    <a:pt x="198225" y="88"/>
                  </a:cubicBezTo>
                  <a:lnTo>
                    <a:pt x="29845" y="88"/>
                  </a:lnTo>
                  <a:cubicBezTo>
                    <a:pt x="22564" y="88"/>
                    <a:pt x="22260" y="392"/>
                    <a:pt x="20137" y="6161"/>
                  </a:cubicBezTo>
                  <a:lnTo>
                    <a:pt x="1934" y="59606"/>
                  </a:lnTo>
                  <a:cubicBezTo>
                    <a:pt x="1630" y="60213"/>
                    <a:pt x="113" y="64464"/>
                    <a:pt x="113" y="65071"/>
                  </a:cubicBezTo>
                  <a:cubicBezTo>
                    <a:pt x="113" y="66893"/>
                    <a:pt x="1630" y="68412"/>
                    <a:pt x="3754" y="68412"/>
                  </a:cubicBezTo>
                  <a:cubicBezTo>
                    <a:pt x="6788" y="68412"/>
                    <a:pt x="7091" y="66893"/>
                    <a:pt x="8911" y="62035"/>
                  </a:cubicBezTo>
                  <a:cubicBezTo>
                    <a:pt x="25294" y="14967"/>
                    <a:pt x="33182" y="9501"/>
                    <a:pt x="78084" y="9501"/>
                  </a:cubicBezTo>
                  <a:lnTo>
                    <a:pt x="89916" y="9501"/>
                  </a:lnTo>
                  <a:cubicBezTo>
                    <a:pt x="98411" y="9501"/>
                    <a:pt x="98411" y="10716"/>
                    <a:pt x="98411" y="13145"/>
                  </a:cubicBezTo>
                  <a:cubicBezTo>
                    <a:pt x="98411" y="14967"/>
                    <a:pt x="97501" y="18611"/>
                    <a:pt x="97197" y="19522"/>
                  </a:cubicBezTo>
                  <a:lnTo>
                    <a:pt x="56543" y="181677"/>
                  </a:lnTo>
                  <a:cubicBezTo>
                    <a:pt x="53813" y="192913"/>
                    <a:pt x="52903" y="196253"/>
                    <a:pt x="20440" y="196253"/>
                  </a:cubicBezTo>
                  <a:cubicBezTo>
                    <a:pt x="9518" y="196253"/>
                    <a:pt x="7698" y="196253"/>
                    <a:pt x="7698" y="202023"/>
                  </a:cubicBezTo>
                  <a:cubicBezTo>
                    <a:pt x="7698" y="205667"/>
                    <a:pt x="11035" y="205667"/>
                    <a:pt x="12855" y="205667"/>
                  </a:cubicBezTo>
                  <a:cubicBezTo>
                    <a:pt x="21047" y="205667"/>
                    <a:pt x="29542" y="205059"/>
                    <a:pt x="37733" y="205059"/>
                  </a:cubicBezTo>
                  <a:cubicBezTo>
                    <a:pt x="46228" y="205059"/>
                    <a:pt x="55026" y="204756"/>
                    <a:pt x="63521" y="204756"/>
                  </a:cubicBezTo>
                  <a:cubicBezTo>
                    <a:pt x="72016" y="204756"/>
                    <a:pt x="80511" y="205059"/>
                    <a:pt x="88702" y="205059"/>
                  </a:cubicBezTo>
                  <a:cubicBezTo>
                    <a:pt x="97501" y="205059"/>
                    <a:pt x="106602" y="205667"/>
                    <a:pt x="115097" y="205667"/>
                  </a:cubicBezTo>
                  <a:cubicBezTo>
                    <a:pt x="118131" y="205667"/>
                    <a:pt x="121771" y="205667"/>
                    <a:pt x="121771" y="199593"/>
                  </a:cubicBezTo>
                  <a:cubicBezTo>
                    <a:pt x="121771" y="196253"/>
                    <a:pt x="119344" y="196253"/>
                    <a:pt x="111456" y="196253"/>
                  </a:cubicBezTo>
                  <a:cubicBezTo>
                    <a:pt x="103872" y="196253"/>
                    <a:pt x="99928" y="196253"/>
                    <a:pt x="92040" y="195646"/>
                  </a:cubicBezTo>
                  <a:cubicBezTo>
                    <a:pt x="83241" y="194735"/>
                    <a:pt x="80814" y="193824"/>
                    <a:pt x="80814" y="188965"/>
                  </a:cubicBezTo>
                  <a:cubicBezTo>
                    <a:pt x="80814" y="188662"/>
                    <a:pt x="80814" y="187143"/>
                    <a:pt x="82028" y="182588"/>
                  </a:cubicBezTo>
                  <a:lnTo>
                    <a:pt x="122378" y="21344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A7D3E04E-8CC5-8C6B-3566-3D14C6294E9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225215" y="7918888"/>
              <a:ext cx="93230" cy="184292"/>
            </a:xfrm>
            <a:custGeom>
              <a:avLst/>
              <a:gdLst>
                <a:gd name="csX0" fmla="*/ 93350 w 93230"/>
                <a:gd name="csY0" fmla="*/ 8167 h 184292"/>
                <a:gd name="csX1" fmla="*/ 84855 w 93230"/>
                <a:gd name="csY1" fmla="*/ 89 h 184292"/>
                <a:gd name="csX2" fmla="*/ 72962 w 93230"/>
                <a:gd name="csY2" fmla="*/ 11780 h 184292"/>
                <a:gd name="csX3" fmla="*/ 81457 w 93230"/>
                <a:gd name="csY3" fmla="*/ 19858 h 184292"/>
                <a:gd name="csX4" fmla="*/ 93350 w 93230"/>
                <a:gd name="csY4" fmla="*/ 8167 h 184292"/>
                <a:gd name="csX5" fmla="*/ 48327 w 93230"/>
                <a:gd name="csY5" fmla="*/ 151434 h 184292"/>
                <a:gd name="csX6" fmla="*/ 20931 w 93230"/>
                <a:gd name="csY6" fmla="*/ 178430 h 184292"/>
                <a:gd name="csX7" fmla="*/ 13286 w 93230"/>
                <a:gd name="csY7" fmla="*/ 177154 h 184292"/>
                <a:gd name="csX8" fmla="*/ 20507 w 93230"/>
                <a:gd name="csY8" fmla="*/ 166314 h 184292"/>
                <a:gd name="csX9" fmla="*/ 12224 w 93230"/>
                <a:gd name="csY9" fmla="*/ 158449 h 184292"/>
                <a:gd name="csX10" fmla="*/ 119 w 93230"/>
                <a:gd name="csY10" fmla="*/ 170990 h 184292"/>
                <a:gd name="csX11" fmla="*/ 21144 w 93230"/>
                <a:gd name="csY11" fmla="*/ 184381 h 184292"/>
                <a:gd name="csX12" fmla="*/ 65317 w 93230"/>
                <a:gd name="csY12" fmla="*/ 150797 h 184292"/>
                <a:gd name="csX13" fmla="*/ 84430 w 93230"/>
                <a:gd name="csY13" fmla="*/ 74699 h 184292"/>
                <a:gd name="csX14" fmla="*/ 85492 w 93230"/>
                <a:gd name="csY14" fmla="*/ 67259 h 184292"/>
                <a:gd name="csX15" fmla="*/ 62768 w 93230"/>
                <a:gd name="csY15" fmla="*/ 47278 h 184292"/>
                <a:gd name="csX16" fmla="*/ 25604 w 93230"/>
                <a:gd name="csY16" fmla="*/ 79801 h 184292"/>
                <a:gd name="csX17" fmla="*/ 29214 w 93230"/>
                <a:gd name="csY17" fmla="*/ 82564 h 184292"/>
                <a:gd name="csX18" fmla="*/ 33461 w 93230"/>
                <a:gd name="csY18" fmla="*/ 78738 h 184292"/>
                <a:gd name="csX19" fmla="*/ 62131 w 93230"/>
                <a:gd name="csY19" fmla="*/ 53230 h 184292"/>
                <a:gd name="csX20" fmla="*/ 69352 w 93230"/>
                <a:gd name="csY20" fmla="*/ 63646 h 184292"/>
                <a:gd name="csX21" fmla="*/ 68715 w 93230"/>
                <a:gd name="csY21" fmla="*/ 70023 h 184292"/>
                <a:gd name="csX22" fmla="*/ 48327 w 93230"/>
                <a:gd name="csY22" fmla="*/ 151434 h 184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93230" h="184292">
                  <a:moveTo>
                    <a:pt x="93350" y="8167"/>
                  </a:moveTo>
                  <a:cubicBezTo>
                    <a:pt x="93350" y="4553"/>
                    <a:pt x="90589" y="89"/>
                    <a:pt x="84855" y="89"/>
                  </a:cubicBezTo>
                  <a:cubicBezTo>
                    <a:pt x="78696" y="89"/>
                    <a:pt x="72962" y="6041"/>
                    <a:pt x="72962" y="11780"/>
                  </a:cubicBezTo>
                  <a:cubicBezTo>
                    <a:pt x="72962" y="15181"/>
                    <a:pt x="75511" y="19858"/>
                    <a:pt x="81457" y="19858"/>
                  </a:cubicBezTo>
                  <a:cubicBezTo>
                    <a:pt x="87191" y="19858"/>
                    <a:pt x="93350" y="14331"/>
                    <a:pt x="93350" y="8167"/>
                  </a:cubicBezTo>
                  <a:close/>
                  <a:moveTo>
                    <a:pt x="48327" y="151434"/>
                  </a:moveTo>
                  <a:cubicBezTo>
                    <a:pt x="44717" y="166101"/>
                    <a:pt x="33461" y="178430"/>
                    <a:pt x="20931" y="178430"/>
                  </a:cubicBezTo>
                  <a:cubicBezTo>
                    <a:pt x="18171" y="178430"/>
                    <a:pt x="15622" y="178005"/>
                    <a:pt x="13286" y="177154"/>
                  </a:cubicBezTo>
                  <a:cubicBezTo>
                    <a:pt x="18808" y="174604"/>
                    <a:pt x="20507" y="169502"/>
                    <a:pt x="20507" y="166314"/>
                  </a:cubicBezTo>
                  <a:cubicBezTo>
                    <a:pt x="20507" y="161212"/>
                    <a:pt x="16472" y="158449"/>
                    <a:pt x="12224" y="158449"/>
                  </a:cubicBezTo>
                  <a:cubicBezTo>
                    <a:pt x="5641" y="158449"/>
                    <a:pt x="119" y="164188"/>
                    <a:pt x="119" y="170990"/>
                  </a:cubicBezTo>
                  <a:cubicBezTo>
                    <a:pt x="119" y="179067"/>
                    <a:pt x="8402" y="184381"/>
                    <a:pt x="21144" y="184381"/>
                  </a:cubicBezTo>
                  <a:cubicBezTo>
                    <a:pt x="33886" y="184381"/>
                    <a:pt x="58733" y="176729"/>
                    <a:pt x="65317" y="150797"/>
                  </a:cubicBezTo>
                  <a:lnTo>
                    <a:pt x="84430" y="74699"/>
                  </a:lnTo>
                  <a:cubicBezTo>
                    <a:pt x="85067" y="72361"/>
                    <a:pt x="85492" y="70448"/>
                    <a:pt x="85492" y="67259"/>
                  </a:cubicBezTo>
                  <a:cubicBezTo>
                    <a:pt x="85492" y="55568"/>
                    <a:pt x="75511" y="47278"/>
                    <a:pt x="62768" y="47278"/>
                  </a:cubicBezTo>
                  <a:cubicBezTo>
                    <a:pt x="39195" y="47278"/>
                    <a:pt x="25604" y="76825"/>
                    <a:pt x="25604" y="79801"/>
                  </a:cubicBezTo>
                  <a:cubicBezTo>
                    <a:pt x="25604" y="82564"/>
                    <a:pt x="28577" y="82564"/>
                    <a:pt x="29214" y="82564"/>
                  </a:cubicBezTo>
                  <a:cubicBezTo>
                    <a:pt x="31762" y="82564"/>
                    <a:pt x="31975" y="81926"/>
                    <a:pt x="33461" y="78738"/>
                  </a:cubicBezTo>
                  <a:cubicBezTo>
                    <a:pt x="38771" y="66409"/>
                    <a:pt x="49814" y="53230"/>
                    <a:pt x="62131" y="53230"/>
                  </a:cubicBezTo>
                  <a:cubicBezTo>
                    <a:pt x="67441" y="53230"/>
                    <a:pt x="69352" y="56844"/>
                    <a:pt x="69352" y="63646"/>
                  </a:cubicBezTo>
                  <a:cubicBezTo>
                    <a:pt x="69352" y="65984"/>
                    <a:pt x="68927" y="68960"/>
                    <a:pt x="68715" y="70023"/>
                  </a:cubicBezTo>
                  <a:lnTo>
                    <a:pt x="48327" y="151434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EE088054-C85A-46A6-8C75-E9F192536F1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473424" y="7786522"/>
              <a:ext cx="12135" cy="303661"/>
            </a:xfrm>
            <a:custGeom>
              <a:avLst/>
              <a:gdLst>
                <a:gd name="csX0" fmla="*/ 12262 w 12135"/>
                <a:gd name="csY0" fmla="*/ 11020 h 303661"/>
                <a:gd name="csX1" fmla="*/ 6194 w 12135"/>
                <a:gd name="csY1" fmla="*/ 88 h 303661"/>
                <a:gd name="csX2" fmla="*/ 126 w 12135"/>
                <a:gd name="csY2" fmla="*/ 11020 h 303661"/>
                <a:gd name="csX3" fmla="*/ 126 w 12135"/>
                <a:gd name="csY3" fmla="*/ 292817 h 303661"/>
                <a:gd name="csX4" fmla="*/ 6194 w 12135"/>
                <a:gd name="csY4" fmla="*/ 303749 h 303661"/>
                <a:gd name="csX5" fmla="*/ 12262 w 12135"/>
                <a:gd name="csY5" fmla="*/ 292817 h 303661"/>
                <a:gd name="csX6" fmla="*/ 12262 w 12135"/>
                <a:gd name="csY6" fmla="*/ 11020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35" h="303661">
                  <a:moveTo>
                    <a:pt x="12262" y="11020"/>
                  </a:moveTo>
                  <a:cubicBezTo>
                    <a:pt x="12262" y="5554"/>
                    <a:pt x="12262" y="88"/>
                    <a:pt x="6194" y="88"/>
                  </a:cubicBezTo>
                  <a:cubicBezTo>
                    <a:pt x="126" y="88"/>
                    <a:pt x="126" y="5554"/>
                    <a:pt x="126" y="11020"/>
                  </a:cubicBezTo>
                  <a:lnTo>
                    <a:pt x="126" y="292817"/>
                  </a:lnTo>
                  <a:cubicBezTo>
                    <a:pt x="126" y="298283"/>
                    <a:pt x="126" y="303749"/>
                    <a:pt x="6194" y="303749"/>
                  </a:cubicBezTo>
                  <a:cubicBezTo>
                    <a:pt x="12262" y="303749"/>
                    <a:pt x="12262" y="298283"/>
                    <a:pt x="12262" y="292817"/>
                  </a:cubicBezTo>
                  <a:lnTo>
                    <a:pt x="12262" y="11020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E1C732BA-AB7E-FC9A-0E68-5D1CC5C0C693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616183" y="7806867"/>
              <a:ext cx="140468" cy="207400"/>
            </a:xfrm>
            <a:custGeom>
              <a:avLst/>
              <a:gdLst>
                <a:gd name="csX0" fmla="*/ 103283 w 140468"/>
                <a:gd name="csY0" fmla="*/ 23470 h 207400"/>
                <a:gd name="csX1" fmla="*/ 130891 w 140468"/>
                <a:gd name="csY1" fmla="*/ 9501 h 207400"/>
                <a:gd name="csX2" fmla="*/ 140600 w 140468"/>
                <a:gd name="csY2" fmla="*/ 3732 h 207400"/>
                <a:gd name="csX3" fmla="*/ 136049 w 140468"/>
                <a:gd name="csY3" fmla="*/ 88 h 207400"/>
                <a:gd name="csX4" fmla="*/ 96002 w 140468"/>
                <a:gd name="csY4" fmla="*/ 999 h 207400"/>
                <a:gd name="csX5" fmla="*/ 55651 w 140468"/>
                <a:gd name="csY5" fmla="*/ 88 h 207400"/>
                <a:gd name="csX6" fmla="*/ 49584 w 140468"/>
                <a:gd name="csY6" fmla="*/ 6161 h 207400"/>
                <a:gd name="csX7" fmla="*/ 58078 w 140468"/>
                <a:gd name="csY7" fmla="*/ 9501 h 207400"/>
                <a:gd name="csX8" fmla="*/ 79012 w 140468"/>
                <a:gd name="csY8" fmla="*/ 15271 h 207400"/>
                <a:gd name="csX9" fmla="*/ 78405 w 140468"/>
                <a:gd name="csY9" fmla="*/ 20130 h 207400"/>
                <a:gd name="csX10" fmla="*/ 37448 w 140468"/>
                <a:gd name="csY10" fmla="*/ 183803 h 207400"/>
                <a:gd name="csX11" fmla="*/ 9840 w 140468"/>
                <a:gd name="csY11" fmla="*/ 198075 h 207400"/>
                <a:gd name="csX12" fmla="*/ 132 w 140468"/>
                <a:gd name="csY12" fmla="*/ 204148 h 207400"/>
                <a:gd name="csX13" fmla="*/ 4682 w 140468"/>
                <a:gd name="csY13" fmla="*/ 207489 h 207400"/>
                <a:gd name="csX14" fmla="*/ 44426 w 140468"/>
                <a:gd name="csY14" fmla="*/ 206578 h 207400"/>
                <a:gd name="csX15" fmla="*/ 85080 w 140468"/>
                <a:gd name="csY15" fmla="*/ 207489 h 207400"/>
                <a:gd name="csX16" fmla="*/ 91148 w 140468"/>
                <a:gd name="csY16" fmla="*/ 201719 h 207400"/>
                <a:gd name="csX17" fmla="*/ 82046 w 140468"/>
                <a:gd name="csY17" fmla="*/ 198075 h 207400"/>
                <a:gd name="csX18" fmla="*/ 69000 w 140468"/>
                <a:gd name="csY18" fmla="*/ 197468 h 207400"/>
                <a:gd name="csX19" fmla="*/ 61416 w 140468"/>
                <a:gd name="csY19" fmla="*/ 192306 h 207400"/>
                <a:gd name="csX20" fmla="*/ 62629 w 140468"/>
                <a:gd name="csY20" fmla="*/ 185321 h 207400"/>
                <a:gd name="csX21" fmla="*/ 103283 w 140468"/>
                <a:gd name="csY21" fmla="*/ 23470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0468" h="207400">
                  <a:moveTo>
                    <a:pt x="103283" y="23470"/>
                  </a:moveTo>
                  <a:cubicBezTo>
                    <a:pt x="106014" y="12538"/>
                    <a:pt x="106924" y="9501"/>
                    <a:pt x="130891" y="9501"/>
                  </a:cubicBezTo>
                  <a:cubicBezTo>
                    <a:pt x="138173" y="9501"/>
                    <a:pt x="140600" y="9501"/>
                    <a:pt x="140600" y="3732"/>
                  </a:cubicBezTo>
                  <a:cubicBezTo>
                    <a:pt x="140600" y="88"/>
                    <a:pt x="137263" y="88"/>
                    <a:pt x="136049" y="88"/>
                  </a:cubicBezTo>
                  <a:cubicBezTo>
                    <a:pt x="127251" y="88"/>
                    <a:pt x="104800" y="999"/>
                    <a:pt x="96002" y="999"/>
                  </a:cubicBezTo>
                  <a:cubicBezTo>
                    <a:pt x="86900" y="999"/>
                    <a:pt x="64753" y="88"/>
                    <a:pt x="55651" y="88"/>
                  </a:cubicBezTo>
                  <a:cubicBezTo>
                    <a:pt x="53528" y="88"/>
                    <a:pt x="49584" y="88"/>
                    <a:pt x="49584" y="6161"/>
                  </a:cubicBezTo>
                  <a:cubicBezTo>
                    <a:pt x="49584" y="9501"/>
                    <a:pt x="52314" y="9501"/>
                    <a:pt x="58078" y="9501"/>
                  </a:cubicBezTo>
                  <a:cubicBezTo>
                    <a:pt x="70821" y="9501"/>
                    <a:pt x="79012" y="9501"/>
                    <a:pt x="79012" y="15271"/>
                  </a:cubicBezTo>
                  <a:cubicBezTo>
                    <a:pt x="79012" y="16789"/>
                    <a:pt x="79012" y="17397"/>
                    <a:pt x="78405" y="20130"/>
                  </a:cubicBezTo>
                  <a:lnTo>
                    <a:pt x="37448" y="183803"/>
                  </a:lnTo>
                  <a:cubicBezTo>
                    <a:pt x="34718" y="195038"/>
                    <a:pt x="33808" y="198075"/>
                    <a:pt x="9840" y="198075"/>
                  </a:cubicBezTo>
                  <a:cubicBezTo>
                    <a:pt x="2862" y="198075"/>
                    <a:pt x="132" y="198075"/>
                    <a:pt x="132" y="204148"/>
                  </a:cubicBezTo>
                  <a:cubicBezTo>
                    <a:pt x="132" y="207489"/>
                    <a:pt x="3772" y="207489"/>
                    <a:pt x="4682" y="207489"/>
                  </a:cubicBezTo>
                  <a:cubicBezTo>
                    <a:pt x="13481" y="207489"/>
                    <a:pt x="35628" y="206578"/>
                    <a:pt x="44426" y="206578"/>
                  </a:cubicBezTo>
                  <a:cubicBezTo>
                    <a:pt x="53528" y="206578"/>
                    <a:pt x="75978" y="207489"/>
                    <a:pt x="85080" y="207489"/>
                  </a:cubicBezTo>
                  <a:cubicBezTo>
                    <a:pt x="87507" y="207489"/>
                    <a:pt x="91148" y="207489"/>
                    <a:pt x="91148" y="201719"/>
                  </a:cubicBezTo>
                  <a:cubicBezTo>
                    <a:pt x="91148" y="198075"/>
                    <a:pt x="88721" y="198075"/>
                    <a:pt x="82046" y="198075"/>
                  </a:cubicBezTo>
                  <a:cubicBezTo>
                    <a:pt x="76585" y="198075"/>
                    <a:pt x="75068" y="198075"/>
                    <a:pt x="69000" y="197468"/>
                  </a:cubicBezTo>
                  <a:cubicBezTo>
                    <a:pt x="62629" y="196860"/>
                    <a:pt x="61416" y="195646"/>
                    <a:pt x="61416" y="192306"/>
                  </a:cubicBezTo>
                  <a:cubicBezTo>
                    <a:pt x="61416" y="189876"/>
                    <a:pt x="62023" y="187447"/>
                    <a:pt x="62629" y="185321"/>
                  </a:cubicBezTo>
                  <a:lnTo>
                    <a:pt x="103283" y="23470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5158228-6542-FEC8-7935-54281633F7FB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5749214" y="7918888"/>
              <a:ext cx="64348" cy="143054"/>
            </a:xfrm>
            <a:custGeom>
              <a:avLst/>
              <a:gdLst>
                <a:gd name="csX0" fmla="*/ 58963 w 64348"/>
                <a:gd name="csY0" fmla="*/ 8167 h 143054"/>
                <a:gd name="csX1" fmla="*/ 50468 w 64348"/>
                <a:gd name="csY1" fmla="*/ 89 h 143054"/>
                <a:gd name="csX2" fmla="*/ 38575 w 64348"/>
                <a:gd name="csY2" fmla="*/ 11780 h 143054"/>
                <a:gd name="csX3" fmla="*/ 47070 w 64348"/>
                <a:gd name="csY3" fmla="*/ 19858 h 143054"/>
                <a:gd name="csX4" fmla="*/ 58963 w 64348"/>
                <a:gd name="csY4" fmla="*/ 8167 h 143054"/>
                <a:gd name="csX5" fmla="*/ 15639 w 64348"/>
                <a:gd name="csY5" fmla="*/ 116149 h 143054"/>
                <a:gd name="csX6" fmla="*/ 13728 w 64348"/>
                <a:gd name="csY6" fmla="*/ 125076 h 143054"/>
                <a:gd name="csX7" fmla="*/ 33903 w 64348"/>
                <a:gd name="csY7" fmla="*/ 143144 h 143054"/>
                <a:gd name="csX8" fmla="*/ 64484 w 64348"/>
                <a:gd name="csY8" fmla="*/ 110622 h 143054"/>
                <a:gd name="csX9" fmla="*/ 61086 w 64348"/>
                <a:gd name="csY9" fmla="*/ 107859 h 143054"/>
                <a:gd name="csX10" fmla="*/ 57051 w 64348"/>
                <a:gd name="csY10" fmla="*/ 111472 h 143054"/>
                <a:gd name="csX11" fmla="*/ 34540 w 64348"/>
                <a:gd name="csY11" fmla="*/ 137193 h 143054"/>
                <a:gd name="csX12" fmla="*/ 29231 w 64348"/>
                <a:gd name="csY12" fmla="*/ 129753 h 143054"/>
                <a:gd name="csX13" fmla="*/ 32629 w 64348"/>
                <a:gd name="csY13" fmla="*/ 116149 h 143054"/>
                <a:gd name="csX14" fmla="*/ 39425 w 64348"/>
                <a:gd name="csY14" fmla="*/ 99144 h 143054"/>
                <a:gd name="csX15" fmla="*/ 49831 w 64348"/>
                <a:gd name="csY15" fmla="*/ 72148 h 143054"/>
                <a:gd name="csX16" fmla="*/ 51105 w 64348"/>
                <a:gd name="csY16" fmla="*/ 65346 h 143054"/>
                <a:gd name="csX17" fmla="*/ 30930 w 64348"/>
                <a:gd name="csY17" fmla="*/ 47278 h 143054"/>
                <a:gd name="csX18" fmla="*/ 136 w 64348"/>
                <a:gd name="csY18" fmla="*/ 79801 h 143054"/>
                <a:gd name="csX19" fmla="*/ 3746 w 64348"/>
                <a:gd name="csY19" fmla="*/ 82564 h 143054"/>
                <a:gd name="csX20" fmla="*/ 7569 w 64348"/>
                <a:gd name="csY20" fmla="*/ 79163 h 143054"/>
                <a:gd name="csX21" fmla="*/ 30293 w 64348"/>
                <a:gd name="csY21" fmla="*/ 53230 h 143054"/>
                <a:gd name="csX22" fmla="*/ 35602 w 64348"/>
                <a:gd name="csY22" fmla="*/ 60670 h 143054"/>
                <a:gd name="csX23" fmla="*/ 29018 w 64348"/>
                <a:gd name="csY23" fmla="*/ 81926 h 143054"/>
                <a:gd name="csX24" fmla="*/ 15639 w 64348"/>
                <a:gd name="csY24" fmla="*/ 116149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348" h="143054">
                  <a:moveTo>
                    <a:pt x="58963" y="8167"/>
                  </a:moveTo>
                  <a:cubicBezTo>
                    <a:pt x="58963" y="4766"/>
                    <a:pt x="56414" y="89"/>
                    <a:pt x="50468" y="89"/>
                  </a:cubicBezTo>
                  <a:cubicBezTo>
                    <a:pt x="44734" y="89"/>
                    <a:pt x="38575" y="5616"/>
                    <a:pt x="38575" y="11780"/>
                  </a:cubicBezTo>
                  <a:cubicBezTo>
                    <a:pt x="38575" y="15394"/>
                    <a:pt x="41336" y="19858"/>
                    <a:pt x="47070" y="19858"/>
                  </a:cubicBezTo>
                  <a:cubicBezTo>
                    <a:pt x="53229" y="19858"/>
                    <a:pt x="58963" y="13906"/>
                    <a:pt x="58963" y="8167"/>
                  </a:cubicBezTo>
                  <a:close/>
                  <a:moveTo>
                    <a:pt x="15639" y="116149"/>
                  </a:moveTo>
                  <a:cubicBezTo>
                    <a:pt x="14790" y="118912"/>
                    <a:pt x="13728" y="121463"/>
                    <a:pt x="13728" y="125076"/>
                  </a:cubicBezTo>
                  <a:cubicBezTo>
                    <a:pt x="13728" y="135067"/>
                    <a:pt x="22223" y="143144"/>
                    <a:pt x="33903" y="143144"/>
                  </a:cubicBezTo>
                  <a:cubicBezTo>
                    <a:pt x="55140" y="143144"/>
                    <a:pt x="64484" y="113811"/>
                    <a:pt x="64484" y="110622"/>
                  </a:cubicBezTo>
                  <a:cubicBezTo>
                    <a:pt x="64484" y="107859"/>
                    <a:pt x="61724" y="107859"/>
                    <a:pt x="61086" y="107859"/>
                  </a:cubicBezTo>
                  <a:cubicBezTo>
                    <a:pt x="58113" y="107859"/>
                    <a:pt x="57901" y="109134"/>
                    <a:pt x="57051" y="111472"/>
                  </a:cubicBezTo>
                  <a:cubicBezTo>
                    <a:pt x="52167" y="128477"/>
                    <a:pt x="42822" y="137193"/>
                    <a:pt x="34540" y="137193"/>
                  </a:cubicBezTo>
                  <a:cubicBezTo>
                    <a:pt x="30293" y="137193"/>
                    <a:pt x="29231" y="134429"/>
                    <a:pt x="29231" y="129753"/>
                  </a:cubicBezTo>
                  <a:cubicBezTo>
                    <a:pt x="29231" y="124864"/>
                    <a:pt x="30717" y="120825"/>
                    <a:pt x="32629" y="116149"/>
                  </a:cubicBezTo>
                  <a:cubicBezTo>
                    <a:pt x="34752" y="110410"/>
                    <a:pt x="37088" y="104670"/>
                    <a:pt x="39425" y="99144"/>
                  </a:cubicBezTo>
                  <a:cubicBezTo>
                    <a:pt x="41336" y="94042"/>
                    <a:pt x="48981" y="74699"/>
                    <a:pt x="49831" y="72148"/>
                  </a:cubicBezTo>
                  <a:cubicBezTo>
                    <a:pt x="50468" y="70023"/>
                    <a:pt x="51105" y="67472"/>
                    <a:pt x="51105" y="65346"/>
                  </a:cubicBezTo>
                  <a:cubicBezTo>
                    <a:pt x="51105" y="55356"/>
                    <a:pt x="42610" y="47278"/>
                    <a:pt x="30930" y="47278"/>
                  </a:cubicBezTo>
                  <a:cubicBezTo>
                    <a:pt x="9905" y="47278"/>
                    <a:pt x="136" y="76187"/>
                    <a:pt x="136" y="79801"/>
                  </a:cubicBezTo>
                  <a:cubicBezTo>
                    <a:pt x="136" y="82564"/>
                    <a:pt x="3109" y="82564"/>
                    <a:pt x="3746" y="82564"/>
                  </a:cubicBezTo>
                  <a:cubicBezTo>
                    <a:pt x="6719" y="82564"/>
                    <a:pt x="6932" y="81501"/>
                    <a:pt x="7569" y="79163"/>
                  </a:cubicBezTo>
                  <a:cubicBezTo>
                    <a:pt x="13091" y="60882"/>
                    <a:pt x="22435" y="53230"/>
                    <a:pt x="30293" y="53230"/>
                  </a:cubicBezTo>
                  <a:cubicBezTo>
                    <a:pt x="33691" y="53230"/>
                    <a:pt x="35602" y="54931"/>
                    <a:pt x="35602" y="60670"/>
                  </a:cubicBezTo>
                  <a:cubicBezTo>
                    <a:pt x="35602" y="65559"/>
                    <a:pt x="34328" y="68747"/>
                    <a:pt x="29018" y="81926"/>
                  </a:cubicBezTo>
                  <a:lnTo>
                    <a:pt x="15639" y="116149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66EFB551-F3A5-AEC8-F57E-25AF2BF4DBF9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5866330" y="7883390"/>
              <a:ext cx="33069" cy="189484"/>
            </a:xfrm>
            <a:custGeom>
              <a:avLst/>
              <a:gdLst>
                <a:gd name="csX0" fmla="*/ 32298 w 33069"/>
                <a:gd name="csY0" fmla="*/ 16182 h 189484"/>
                <a:gd name="csX1" fmla="*/ 16219 w 33069"/>
                <a:gd name="csY1" fmla="*/ 88 h 189484"/>
                <a:gd name="csX2" fmla="*/ 139 w 33069"/>
                <a:gd name="csY2" fmla="*/ 16182 h 189484"/>
                <a:gd name="csX3" fmla="*/ 16219 w 33069"/>
                <a:gd name="csY3" fmla="*/ 32276 h 189484"/>
                <a:gd name="csX4" fmla="*/ 32298 w 33069"/>
                <a:gd name="csY4" fmla="*/ 16182 h 189484"/>
                <a:gd name="csX5" fmla="*/ 26534 w 33069"/>
                <a:gd name="csY5" fmla="*/ 127626 h 189484"/>
                <a:gd name="csX6" fmla="*/ 7117 w 33069"/>
                <a:gd name="csY6" fmla="*/ 182285 h 189484"/>
                <a:gd name="csX7" fmla="*/ 4993 w 33069"/>
                <a:gd name="csY7" fmla="*/ 186232 h 189484"/>
                <a:gd name="csX8" fmla="*/ 8027 w 33069"/>
                <a:gd name="csY8" fmla="*/ 189573 h 189484"/>
                <a:gd name="csX9" fmla="*/ 33208 w 33069"/>
                <a:gd name="csY9" fmla="*/ 130055 h 189484"/>
                <a:gd name="csX10" fmla="*/ 16219 w 33069"/>
                <a:gd name="csY10" fmla="*/ 98778 h 189484"/>
                <a:gd name="csX11" fmla="*/ 139 w 33069"/>
                <a:gd name="csY11" fmla="*/ 114872 h 189484"/>
                <a:gd name="csX12" fmla="*/ 16219 w 33069"/>
                <a:gd name="csY12" fmla="*/ 130966 h 189484"/>
                <a:gd name="csX13" fmla="*/ 18646 w 33069"/>
                <a:gd name="csY13" fmla="*/ 130662 h 189484"/>
                <a:gd name="csX14" fmla="*/ 26534 w 33069"/>
                <a:gd name="csY14" fmla="*/ 127626 h 189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33069" h="189484">
                  <a:moveTo>
                    <a:pt x="32298" y="16182"/>
                  </a:moveTo>
                  <a:cubicBezTo>
                    <a:pt x="32298" y="7376"/>
                    <a:pt x="25017" y="88"/>
                    <a:pt x="16219" y="88"/>
                  </a:cubicBezTo>
                  <a:cubicBezTo>
                    <a:pt x="7421" y="88"/>
                    <a:pt x="139" y="7376"/>
                    <a:pt x="139" y="16182"/>
                  </a:cubicBezTo>
                  <a:cubicBezTo>
                    <a:pt x="139" y="24988"/>
                    <a:pt x="7421" y="32276"/>
                    <a:pt x="16219" y="32276"/>
                  </a:cubicBezTo>
                  <a:cubicBezTo>
                    <a:pt x="25017" y="32276"/>
                    <a:pt x="32298" y="24988"/>
                    <a:pt x="32298" y="16182"/>
                  </a:cubicBezTo>
                  <a:close/>
                  <a:moveTo>
                    <a:pt x="26534" y="127626"/>
                  </a:moveTo>
                  <a:cubicBezTo>
                    <a:pt x="26534" y="136128"/>
                    <a:pt x="26534" y="159814"/>
                    <a:pt x="7117" y="182285"/>
                  </a:cubicBezTo>
                  <a:cubicBezTo>
                    <a:pt x="4993" y="184714"/>
                    <a:pt x="4993" y="185321"/>
                    <a:pt x="4993" y="186232"/>
                  </a:cubicBezTo>
                  <a:cubicBezTo>
                    <a:pt x="4993" y="188358"/>
                    <a:pt x="6510" y="189573"/>
                    <a:pt x="8027" y="189573"/>
                  </a:cubicBezTo>
                  <a:cubicBezTo>
                    <a:pt x="11365" y="189573"/>
                    <a:pt x="33208" y="165280"/>
                    <a:pt x="33208" y="130055"/>
                  </a:cubicBezTo>
                  <a:cubicBezTo>
                    <a:pt x="33208" y="121249"/>
                    <a:pt x="32602" y="98778"/>
                    <a:pt x="16219" y="98778"/>
                  </a:cubicBezTo>
                  <a:cubicBezTo>
                    <a:pt x="5600" y="98778"/>
                    <a:pt x="139" y="106977"/>
                    <a:pt x="139" y="114872"/>
                  </a:cubicBezTo>
                  <a:cubicBezTo>
                    <a:pt x="139" y="122767"/>
                    <a:pt x="5297" y="130966"/>
                    <a:pt x="16219" y="130966"/>
                  </a:cubicBezTo>
                  <a:cubicBezTo>
                    <a:pt x="17736" y="130966"/>
                    <a:pt x="18342" y="130966"/>
                    <a:pt x="18646" y="130662"/>
                  </a:cubicBezTo>
                  <a:cubicBezTo>
                    <a:pt x="20770" y="130359"/>
                    <a:pt x="24107" y="129751"/>
                    <a:pt x="26534" y="127626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F87ADED7-2A5F-82D0-2416-9880842F73C8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010876" y="7786522"/>
              <a:ext cx="41564" cy="303661"/>
            </a:xfrm>
            <a:custGeom>
              <a:avLst/>
              <a:gdLst>
                <a:gd name="csX0" fmla="*/ 41708 w 41564"/>
                <a:gd name="csY0" fmla="*/ 303749 h 303661"/>
                <a:gd name="csX1" fmla="*/ 41708 w 41564"/>
                <a:gd name="csY1" fmla="*/ 291603 h 303661"/>
                <a:gd name="csX2" fmla="*/ 12279 w 41564"/>
                <a:gd name="csY2" fmla="*/ 291603 h 303661"/>
                <a:gd name="csX3" fmla="*/ 12279 w 41564"/>
                <a:gd name="csY3" fmla="*/ 12234 h 303661"/>
                <a:gd name="csX4" fmla="*/ 41708 w 41564"/>
                <a:gd name="csY4" fmla="*/ 12234 h 303661"/>
                <a:gd name="csX5" fmla="*/ 41708 w 41564"/>
                <a:gd name="csY5" fmla="*/ 88 h 303661"/>
                <a:gd name="csX6" fmla="*/ 144 w 41564"/>
                <a:gd name="csY6" fmla="*/ 88 h 303661"/>
                <a:gd name="csX7" fmla="*/ 144 w 41564"/>
                <a:gd name="csY7" fmla="*/ 303749 h 303661"/>
                <a:gd name="csX8" fmla="*/ 41708 w 41564"/>
                <a:gd name="csY8" fmla="*/ 30374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564" h="303661">
                  <a:moveTo>
                    <a:pt x="41708" y="303749"/>
                  </a:moveTo>
                  <a:lnTo>
                    <a:pt x="41708" y="291603"/>
                  </a:lnTo>
                  <a:lnTo>
                    <a:pt x="12279" y="291603"/>
                  </a:lnTo>
                  <a:lnTo>
                    <a:pt x="12279" y="12234"/>
                  </a:lnTo>
                  <a:lnTo>
                    <a:pt x="41708" y="12234"/>
                  </a:lnTo>
                  <a:lnTo>
                    <a:pt x="41708" y="88"/>
                  </a:lnTo>
                  <a:lnTo>
                    <a:pt x="144" y="88"/>
                  </a:lnTo>
                  <a:lnTo>
                    <a:pt x="144" y="303749"/>
                  </a:lnTo>
                  <a:lnTo>
                    <a:pt x="41708" y="303749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912CB14E-61E2-0F1C-5387-8EADEC7FE320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066632" y="7808689"/>
              <a:ext cx="206303" cy="205578"/>
            </a:xfrm>
            <a:custGeom>
              <a:avLst/>
              <a:gdLst>
                <a:gd name="csX0" fmla="*/ 122411 w 206303"/>
                <a:gd name="csY0" fmla="*/ 21344 h 205578"/>
                <a:gd name="csX1" fmla="*/ 129389 w 206303"/>
                <a:gd name="csY1" fmla="*/ 10109 h 205578"/>
                <a:gd name="csX2" fmla="*/ 148503 w 206303"/>
                <a:gd name="csY2" fmla="*/ 9501 h 205578"/>
                <a:gd name="csX3" fmla="*/ 192797 w 206303"/>
                <a:gd name="csY3" fmla="*/ 34402 h 205578"/>
                <a:gd name="csX4" fmla="*/ 190370 w 206303"/>
                <a:gd name="csY4" fmla="*/ 58695 h 205578"/>
                <a:gd name="csX5" fmla="*/ 189460 w 206303"/>
                <a:gd name="csY5" fmla="*/ 64464 h 205578"/>
                <a:gd name="csX6" fmla="*/ 193101 w 206303"/>
                <a:gd name="csY6" fmla="*/ 68412 h 205578"/>
                <a:gd name="csX7" fmla="*/ 197652 w 206303"/>
                <a:gd name="csY7" fmla="*/ 61428 h 205578"/>
                <a:gd name="csX8" fmla="*/ 205843 w 206303"/>
                <a:gd name="csY8" fmla="*/ 8590 h 205578"/>
                <a:gd name="csX9" fmla="*/ 206450 w 206303"/>
                <a:gd name="csY9" fmla="*/ 3428 h 205578"/>
                <a:gd name="csX10" fmla="*/ 198258 w 206303"/>
                <a:gd name="csY10" fmla="*/ 88 h 205578"/>
                <a:gd name="csX11" fmla="*/ 29878 w 206303"/>
                <a:gd name="csY11" fmla="*/ 88 h 205578"/>
                <a:gd name="csX12" fmla="*/ 20170 w 206303"/>
                <a:gd name="csY12" fmla="*/ 6161 h 205578"/>
                <a:gd name="csX13" fmla="*/ 1967 w 206303"/>
                <a:gd name="csY13" fmla="*/ 59606 h 205578"/>
                <a:gd name="csX14" fmla="*/ 146 w 206303"/>
                <a:gd name="csY14" fmla="*/ 65071 h 205578"/>
                <a:gd name="csX15" fmla="*/ 3787 w 206303"/>
                <a:gd name="csY15" fmla="*/ 68412 h 205578"/>
                <a:gd name="csX16" fmla="*/ 8945 w 206303"/>
                <a:gd name="csY16" fmla="*/ 62035 h 205578"/>
                <a:gd name="csX17" fmla="*/ 78117 w 206303"/>
                <a:gd name="csY17" fmla="*/ 9501 h 205578"/>
                <a:gd name="csX18" fmla="*/ 89949 w 206303"/>
                <a:gd name="csY18" fmla="*/ 9501 h 205578"/>
                <a:gd name="csX19" fmla="*/ 98444 w 206303"/>
                <a:gd name="csY19" fmla="*/ 13145 h 205578"/>
                <a:gd name="csX20" fmla="*/ 97230 w 206303"/>
                <a:gd name="csY20" fmla="*/ 19522 h 205578"/>
                <a:gd name="csX21" fmla="*/ 56576 w 206303"/>
                <a:gd name="csY21" fmla="*/ 181677 h 205578"/>
                <a:gd name="csX22" fmla="*/ 20473 w 206303"/>
                <a:gd name="csY22" fmla="*/ 196253 h 205578"/>
                <a:gd name="csX23" fmla="*/ 7731 w 206303"/>
                <a:gd name="csY23" fmla="*/ 202023 h 205578"/>
                <a:gd name="csX24" fmla="*/ 12889 w 206303"/>
                <a:gd name="csY24" fmla="*/ 205667 h 205578"/>
                <a:gd name="csX25" fmla="*/ 37766 w 206303"/>
                <a:gd name="csY25" fmla="*/ 205059 h 205578"/>
                <a:gd name="csX26" fmla="*/ 63554 w 206303"/>
                <a:gd name="csY26" fmla="*/ 204756 h 205578"/>
                <a:gd name="csX27" fmla="*/ 88736 w 206303"/>
                <a:gd name="csY27" fmla="*/ 205059 h 205578"/>
                <a:gd name="csX28" fmla="*/ 115130 w 206303"/>
                <a:gd name="csY28" fmla="*/ 205667 h 205578"/>
                <a:gd name="csX29" fmla="*/ 121805 w 206303"/>
                <a:gd name="csY29" fmla="*/ 199593 h 205578"/>
                <a:gd name="csX30" fmla="*/ 111490 w 206303"/>
                <a:gd name="csY30" fmla="*/ 196253 h 205578"/>
                <a:gd name="csX31" fmla="*/ 92073 w 206303"/>
                <a:gd name="csY31" fmla="*/ 195646 h 205578"/>
                <a:gd name="csX32" fmla="*/ 80847 w 206303"/>
                <a:gd name="csY32" fmla="*/ 188965 h 205578"/>
                <a:gd name="csX33" fmla="*/ 82061 w 206303"/>
                <a:gd name="csY33" fmla="*/ 182588 h 205578"/>
                <a:gd name="csX34" fmla="*/ 122411 w 206303"/>
                <a:gd name="csY34" fmla="*/ 21344 h 2055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06303" h="205578">
                  <a:moveTo>
                    <a:pt x="122411" y="21344"/>
                  </a:moveTo>
                  <a:cubicBezTo>
                    <a:pt x="124535" y="12842"/>
                    <a:pt x="125749" y="11020"/>
                    <a:pt x="129389" y="10109"/>
                  </a:cubicBezTo>
                  <a:cubicBezTo>
                    <a:pt x="132120" y="9501"/>
                    <a:pt x="142132" y="9501"/>
                    <a:pt x="148503" y="9501"/>
                  </a:cubicBezTo>
                  <a:cubicBezTo>
                    <a:pt x="179145" y="9501"/>
                    <a:pt x="192797" y="10716"/>
                    <a:pt x="192797" y="34402"/>
                  </a:cubicBezTo>
                  <a:cubicBezTo>
                    <a:pt x="192797" y="38957"/>
                    <a:pt x="191584" y="50799"/>
                    <a:pt x="190370" y="58695"/>
                  </a:cubicBezTo>
                  <a:cubicBezTo>
                    <a:pt x="190067" y="59909"/>
                    <a:pt x="189460" y="63553"/>
                    <a:pt x="189460" y="64464"/>
                  </a:cubicBezTo>
                  <a:cubicBezTo>
                    <a:pt x="189460" y="66286"/>
                    <a:pt x="190370" y="68412"/>
                    <a:pt x="193101" y="68412"/>
                  </a:cubicBezTo>
                  <a:cubicBezTo>
                    <a:pt x="196438" y="68412"/>
                    <a:pt x="197045" y="65982"/>
                    <a:pt x="197652" y="61428"/>
                  </a:cubicBezTo>
                  <a:lnTo>
                    <a:pt x="205843" y="8590"/>
                  </a:lnTo>
                  <a:cubicBezTo>
                    <a:pt x="206146" y="7376"/>
                    <a:pt x="206450" y="4339"/>
                    <a:pt x="206450" y="3428"/>
                  </a:cubicBezTo>
                  <a:cubicBezTo>
                    <a:pt x="206450" y="88"/>
                    <a:pt x="203416" y="88"/>
                    <a:pt x="198258" y="88"/>
                  </a:cubicBezTo>
                  <a:lnTo>
                    <a:pt x="29878" y="88"/>
                  </a:lnTo>
                  <a:cubicBezTo>
                    <a:pt x="22597" y="88"/>
                    <a:pt x="22294" y="392"/>
                    <a:pt x="20170" y="6161"/>
                  </a:cubicBezTo>
                  <a:lnTo>
                    <a:pt x="1967" y="59606"/>
                  </a:lnTo>
                  <a:cubicBezTo>
                    <a:pt x="1663" y="60213"/>
                    <a:pt x="146" y="64464"/>
                    <a:pt x="146" y="65071"/>
                  </a:cubicBezTo>
                  <a:cubicBezTo>
                    <a:pt x="146" y="66893"/>
                    <a:pt x="1663" y="68412"/>
                    <a:pt x="3787" y="68412"/>
                  </a:cubicBezTo>
                  <a:cubicBezTo>
                    <a:pt x="6821" y="68412"/>
                    <a:pt x="7124" y="66893"/>
                    <a:pt x="8945" y="62035"/>
                  </a:cubicBezTo>
                  <a:cubicBezTo>
                    <a:pt x="25328" y="14967"/>
                    <a:pt x="33216" y="9501"/>
                    <a:pt x="78117" y="9501"/>
                  </a:cubicBezTo>
                  <a:lnTo>
                    <a:pt x="89949" y="9501"/>
                  </a:lnTo>
                  <a:cubicBezTo>
                    <a:pt x="98444" y="9501"/>
                    <a:pt x="98444" y="10716"/>
                    <a:pt x="98444" y="13145"/>
                  </a:cubicBezTo>
                  <a:cubicBezTo>
                    <a:pt x="98444" y="14967"/>
                    <a:pt x="97534" y="18611"/>
                    <a:pt x="97230" y="19522"/>
                  </a:cubicBezTo>
                  <a:lnTo>
                    <a:pt x="56576" y="181677"/>
                  </a:lnTo>
                  <a:cubicBezTo>
                    <a:pt x="53846" y="192913"/>
                    <a:pt x="52936" y="196253"/>
                    <a:pt x="20473" y="196253"/>
                  </a:cubicBezTo>
                  <a:cubicBezTo>
                    <a:pt x="9551" y="196253"/>
                    <a:pt x="7731" y="196253"/>
                    <a:pt x="7731" y="202023"/>
                  </a:cubicBezTo>
                  <a:cubicBezTo>
                    <a:pt x="7731" y="205667"/>
                    <a:pt x="11068" y="205667"/>
                    <a:pt x="12889" y="205667"/>
                  </a:cubicBezTo>
                  <a:cubicBezTo>
                    <a:pt x="21080" y="205667"/>
                    <a:pt x="29575" y="205059"/>
                    <a:pt x="37766" y="205059"/>
                  </a:cubicBezTo>
                  <a:cubicBezTo>
                    <a:pt x="46261" y="205059"/>
                    <a:pt x="55060" y="204756"/>
                    <a:pt x="63554" y="204756"/>
                  </a:cubicBezTo>
                  <a:cubicBezTo>
                    <a:pt x="72049" y="204756"/>
                    <a:pt x="80544" y="205059"/>
                    <a:pt x="88736" y="205059"/>
                  </a:cubicBezTo>
                  <a:cubicBezTo>
                    <a:pt x="97534" y="205059"/>
                    <a:pt x="106635" y="205667"/>
                    <a:pt x="115130" y="205667"/>
                  </a:cubicBezTo>
                  <a:cubicBezTo>
                    <a:pt x="118164" y="205667"/>
                    <a:pt x="121805" y="205667"/>
                    <a:pt x="121805" y="199593"/>
                  </a:cubicBezTo>
                  <a:cubicBezTo>
                    <a:pt x="121805" y="196253"/>
                    <a:pt x="119378" y="196253"/>
                    <a:pt x="111490" y="196253"/>
                  </a:cubicBezTo>
                  <a:cubicBezTo>
                    <a:pt x="103905" y="196253"/>
                    <a:pt x="99961" y="196253"/>
                    <a:pt x="92073" y="195646"/>
                  </a:cubicBezTo>
                  <a:cubicBezTo>
                    <a:pt x="83275" y="194735"/>
                    <a:pt x="80847" y="193824"/>
                    <a:pt x="80847" y="188965"/>
                  </a:cubicBezTo>
                  <a:cubicBezTo>
                    <a:pt x="80847" y="188662"/>
                    <a:pt x="80847" y="187143"/>
                    <a:pt x="82061" y="182588"/>
                  </a:cubicBezTo>
                  <a:lnTo>
                    <a:pt x="122411" y="21344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D745E375-E656-B062-3EA6-7829AE109B1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259791" y="7918675"/>
              <a:ext cx="77303" cy="141141"/>
            </a:xfrm>
            <a:custGeom>
              <a:avLst/>
              <a:gdLst>
                <a:gd name="csX0" fmla="*/ 48148 w 77303"/>
                <a:gd name="csY0" fmla="*/ 6041 h 141141"/>
                <a:gd name="csX1" fmla="*/ 41777 w 77303"/>
                <a:gd name="csY1" fmla="*/ 89 h 141141"/>
                <a:gd name="csX2" fmla="*/ 152 w 77303"/>
                <a:gd name="csY2" fmla="*/ 13693 h 141141"/>
                <a:gd name="csX3" fmla="*/ 152 w 77303"/>
                <a:gd name="csY3" fmla="*/ 21346 h 141141"/>
                <a:gd name="csX4" fmla="*/ 30946 w 77303"/>
                <a:gd name="csY4" fmla="*/ 15394 h 141141"/>
                <a:gd name="csX5" fmla="*/ 30946 w 77303"/>
                <a:gd name="csY5" fmla="*/ 123801 h 141141"/>
                <a:gd name="csX6" fmla="*/ 9709 w 77303"/>
                <a:gd name="csY6" fmla="*/ 133579 h 141141"/>
                <a:gd name="csX7" fmla="*/ 1639 w 77303"/>
                <a:gd name="csY7" fmla="*/ 133579 h 141141"/>
                <a:gd name="csX8" fmla="*/ 1639 w 77303"/>
                <a:gd name="csY8" fmla="*/ 141231 h 141141"/>
                <a:gd name="csX9" fmla="*/ 39441 w 77303"/>
                <a:gd name="csY9" fmla="*/ 140381 h 141141"/>
                <a:gd name="csX10" fmla="*/ 77455 w 77303"/>
                <a:gd name="csY10" fmla="*/ 141231 h 141141"/>
                <a:gd name="csX11" fmla="*/ 77455 w 77303"/>
                <a:gd name="csY11" fmla="*/ 133579 h 141141"/>
                <a:gd name="csX12" fmla="*/ 69385 w 77303"/>
                <a:gd name="csY12" fmla="*/ 133579 h 141141"/>
                <a:gd name="csX13" fmla="*/ 48148 w 77303"/>
                <a:gd name="csY13" fmla="*/ 123801 h 141141"/>
                <a:gd name="csX14" fmla="*/ 48148 w 77303"/>
                <a:gd name="csY14" fmla="*/ 6041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03" h="141141">
                  <a:moveTo>
                    <a:pt x="48148" y="6041"/>
                  </a:moveTo>
                  <a:cubicBezTo>
                    <a:pt x="48148" y="302"/>
                    <a:pt x="47723" y="89"/>
                    <a:pt x="41777" y="89"/>
                  </a:cubicBezTo>
                  <a:cubicBezTo>
                    <a:pt x="28185" y="13481"/>
                    <a:pt x="8859" y="13693"/>
                    <a:pt x="152" y="13693"/>
                  </a:cubicBezTo>
                  <a:lnTo>
                    <a:pt x="152" y="21346"/>
                  </a:lnTo>
                  <a:cubicBezTo>
                    <a:pt x="5249" y="21346"/>
                    <a:pt x="19266" y="21346"/>
                    <a:pt x="30946" y="15394"/>
                  </a:cubicBezTo>
                  <a:lnTo>
                    <a:pt x="30946" y="123801"/>
                  </a:lnTo>
                  <a:cubicBezTo>
                    <a:pt x="30946" y="130816"/>
                    <a:pt x="30946" y="133579"/>
                    <a:pt x="9709" y="133579"/>
                  </a:cubicBezTo>
                  <a:lnTo>
                    <a:pt x="1639" y="133579"/>
                  </a:lnTo>
                  <a:lnTo>
                    <a:pt x="1639" y="141231"/>
                  </a:lnTo>
                  <a:cubicBezTo>
                    <a:pt x="5462" y="141019"/>
                    <a:pt x="31583" y="140381"/>
                    <a:pt x="39441" y="140381"/>
                  </a:cubicBezTo>
                  <a:cubicBezTo>
                    <a:pt x="46024" y="140381"/>
                    <a:pt x="72783" y="141019"/>
                    <a:pt x="77455" y="141231"/>
                  </a:cubicBezTo>
                  <a:lnTo>
                    <a:pt x="77455" y="133579"/>
                  </a:lnTo>
                  <a:lnTo>
                    <a:pt x="69385" y="133579"/>
                  </a:lnTo>
                  <a:cubicBezTo>
                    <a:pt x="48148" y="133579"/>
                    <a:pt x="48148" y="130816"/>
                    <a:pt x="48148" y="123801"/>
                  </a:cubicBezTo>
                  <a:lnTo>
                    <a:pt x="48148" y="6041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8B2575FC-66AE-8FD1-5821-7E30783C49C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381363" y="8035372"/>
              <a:ext cx="24422" cy="24444"/>
            </a:xfrm>
            <a:custGeom>
              <a:avLst/>
              <a:gdLst>
                <a:gd name="csX0" fmla="*/ 24579 w 24422"/>
                <a:gd name="csY0" fmla="*/ 12418 h 24444"/>
                <a:gd name="csX1" fmla="*/ 12474 w 24422"/>
                <a:gd name="csY1" fmla="*/ 89 h 24444"/>
                <a:gd name="csX2" fmla="*/ 156 w 24422"/>
                <a:gd name="csY2" fmla="*/ 12206 h 24444"/>
                <a:gd name="csX3" fmla="*/ 12261 w 24422"/>
                <a:gd name="csY3" fmla="*/ 24534 h 24444"/>
                <a:gd name="csX4" fmla="*/ 24579 w 24422"/>
                <a:gd name="csY4" fmla="*/ 12418 h 24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22" h="24444">
                  <a:moveTo>
                    <a:pt x="24579" y="12418"/>
                  </a:moveTo>
                  <a:cubicBezTo>
                    <a:pt x="24579" y="4766"/>
                    <a:pt x="18208" y="89"/>
                    <a:pt x="12474" y="89"/>
                  </a:cubicBezTo>
                  <a:cubicBezTo>
                    <a:pt x="5465" y="89"/>
                    <a:pt x="156" y="5829"/>
                    <a:pt x="156" y="12206"/>
                  </a:cubicBezTo>
                  <a:cubicBezTo>
                    <a:pt x="156" y="19858"/>
                    <a:pt x="6527" y="24534"/>
                    <a:pt x="12261" y="24534"/>
                  </a:cubicBezTo>
                  <a:cubicBezTo>
                    <a:pt x="19270" y="24534"/>
                    <a:pt x="24579" y="18795"/>
                    <a:pt x="24579" y="12418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4D9885F4-E5C8-91AE-8D79-D496DE58663F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6453418" y="8035372"/>
              <a:ext cx="24422" cy="24444"/>
            </a:xfrm>
            <a:custGeom>
              <a:avLst/>
              <a:gdLst>
                <a:gd name="csX0" fmla="*/ 24581 w 24422"/>
                <a:gd name="csY0" fmla="*/ 12418 h 24444"/>
                <a:gd name="csX1" fmla="*/ 12476 w 24422"/>
                <a:gd name="csY1" fmla="*/ 89 h 24444"/>
                <a:gd name="csX2" fmla="*/ 159 w 24422"/>
                <a:gd name="csY2" fmla="*/ 12206 h 24444"/>
                <a:gd name="csX3" fmla="*/ 12264 w 24422"/>
                <a:gd name="csY3" fmla="*/ 24534 h 24444"/>
                <a:gd name="csX4" fmla="*/ 24581 w 24422"/>
                <a:gd name="csY4" fmla="*/ 12418 h 24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22" h="24444">
                  <a:moveTo>
                    <a:pt x="24581" y="12418"/>
                  </a:moveTo>
                  <a:cubicBezTo>
                    <a:pt x="24581" y="4766"/>
                    <a:pt x="18210" y="89"/>
                    <a:pt x="12476" y="89"/>
                  </a:cubicBezTo>
                  <a:cubicBezTo>
                    <a:pt x="5468" y="89"/>
                    <a:pt x="159" y="5829"/>
                    <a:pt x="159" y="12206"/>
                  </a:cubicBezTo>
                  <a:cubicBezTo>
                    <a:pt x="159" y="19858"/>
                    <a:pt x="6530" y="24534"/>
                    <a:pt x="12264" y="24534"/>
                  </a:cubicBezTo>
                  <a:cubicBezTo>
                    <a:pt x="19272" y="24534"/>
                    <a:pt x="24581" y="18795"/>
                    <a:pt x="24581" y="12418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0D739FB4-30FE-ED01-6360-D94DB402EEE6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6511668" y="7966076"/>
              <a:ext cx="129758" cy="95865"/>
            </a:xfrm>
            <a:custGeom>
              <a:avLst/>
              <a:gdLst>
                <a:gd name="csX0" fmla="*/ 16089 w 129758"/>
                <a:gd name="csY0" fmla="*/ 80438 h 95865"/>
                <a:gd name="csX1" fmla="*/ 13965 w 129758"/>
                <a:gd name="csY1" fmla="*/ 89153 h 95865"/>
                <a:gd name="csX2" fmla="*/ 21186 w 129758"/>
                <a:gd name="csY2" fmla="*/ 95955 h 95865"/>
                <a:gd name="csX3" fmla="*/ 29468 w 129758"/>
                <a:gd name="csY3" fmla="*/ 91279 h 95865"/>
                <a:gd name="csX4" fmla="*/ 33291 w 129758"/>
                <a:gd name="csY4" fmla="*/ 78100 h 95865"/>
                <a:gd name="csX5" fmla="*/ 37963 w 129758"/>
                <a:gd name="csY5" fmla="*/ 58969 h 95865"/>
                <a:gd name="csX6" fmla="*/ 41573 w 129758"/>
                <a:gd name="csY6" fmla="*/ 44728 h 95865"/>
                <a:gd name="csX7" fmla="*/ 50493 w 129758"/>
                <a:gd name="csY7" fmla="*/ 25597 h 95865"/>
                <a:gd name="csX8" fmla="*/ 82349 w 129758"/>
                <a:gd name="csY8" fmla="*/ 6041 h 95865"/>
                <a:gd name="csX9" fmla="*/ 94878 w 129758"/>
                <a:gd name="csY9" fmla="*/ 20921 h 95865"/>
                <a:gd name="csX10" fmla="*/ 82349 w 129758"/>
                <a:gd name="csY10" fmla="*/ 66197 h 95865"/>
                <a:gd name="csX11" fmla="*/ 79163 w 129758"/>
                <a:gd name="csY11" fmla="*/ 77675 h 95865"/>
                <a:gd name="csX12" fmla="*/ 99338 w 129758"/>
                <a:gd name="csY12" fmla="*/ 95955 h 95865"/>
                <a:gd name="csX13" fmla="*/ 129920 w 129758"/>
                <a:gd name="csY13" fmla="*/ 63433 h 95865"/>
                <a:gd name="csX14" fmla="*/ 126522 w 129758"/>
                <a:gd name="csY14" fmla="*/ 60670 h 95865"/>
                <a:gd name="csX15" fmla="*/ 122487 w 129758"/>
                <a:gd name="csY15" fmla="*/ 64283 h 95865"/>
                <a:gd name="csX16" fmla="*/ 99975 w 129758"/>
                <a:gd name="csY16" fmla="*/ 90004 h 95865"/>
                <a:gd name="csX17" fmla="*/ 94666 w 129758"/>
                <a:gd name="csY17" fmla="*/ 82564 h 95865"/>
                <a:gd name="csX18" fmla="*/ 99551 w 129758"/>
                <a:gd name="csY18" fmla="*/ 65346 h 95865"/>
                <a:gd name="csX19" fmla="*/ 110806 w 129758"/>
                <a:gd name="csY19" fmla="*/ 24322 h 95865"/>
                <a:gd name="csX20" fmla="*/ 83198 w 129758"/>
                <a:gd name="csY20" fmla="*/ 89 h 95865"/>
                <a:gd name="csX21" fmla="*/ 47307 w 129758"/>
                <a:gd name="csY21" fmla="*/ 19433 h 95865"/>
                <a:gd name="csX22" fmla="*/ 24584 w 129758"/>
                <a:gd name="csY22" fmla="*/ 89 h 95865"/>
                <a:gd name="csX23" fmla="*/ 7806 w 129758"/>
                <a:gd name="csY23" fmla="*/ 11568 h 95865"/>
                <a:gd name="csX24" fmla="*/ 161 w 129758"/>
                <a:gd name="csY24" fmla="*/ 32612 h 95865"/>
                <a:gd name="csX25" fmla="*/ 3771 w 129758"/>
                <a:gd name="csY25" fmla="*/ 35375 h 95865"/>
                <a:gd name="csX26" fmla="*/ 8443 w 129758"/>
                <a:gd name="csY26" fmla="*/ 28998 h 95865"/>
                <a:gd name="csX27" fmla="*/ 23947 w 129758"/>
                <a:gd name="csY27" fmla="*/ 6041 h 95865"/>
                <a:gd name="csX28" fmla="*/ 30955 w 129758"/>
                <a:gd name="csY28" fmla="*/ 16457 h 95865"/>
                <a:gd name="csX29" fmla="*/ 27557 w 129758"/>
                <a:gd name="csY29" fmla="*/ 34100 h 95865"/>
                <a:gd name="csX30" fmla="*/ 22885 w 129758"/>
                <a:gd name="csY30" fmla="*/ 53230 h 95865"/>
                <a:gd name="csX31" fmla="*/ 16089 w 129758"/>
                <a:gd name="csY31" fmla="*/ 80438 h 95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758" h="95865">
                  <a:moveTo>
                    <a:pt x="16089" y="80438"/>
                  </a:moveTo>
                  <a:cubicBezTo>
                    <a:pt x="15239" y="83202"/>
                    <a:pt x="13965" y="88516"/>
                    <a:pt x="13965" y="89153"/>
                  </a:cubicBezTo>
                  <a:cubicBezTo>
                    <a:pt x="13965" y="93830"/>
                    <a:pt x="17788" y="95955"/>
                    <a:pt x="21186" y="95955"/>
                  </a:cubicBezTo>
                  <a:cubicBezTo>
                    <a:pt x="25008" y="95955"/>
                    <a:pt x="28406" y="93192"/>
                    <a:pt x="29468" y="91279"/>
                  </a:cubicBezTo>
                  <a:cubicBezTo>
                    <a:pt x="30530" y="89366"/>
                    <a:pt x="32229" y="82564"/>
                    <a:pt x="33291" y="78100"/>
                  </a:cubicBezTo>
                  <a:cubicBezTo>
                    <a:pt x="34353" y="74061"/>
                    <a:pt x="36689" y="64283"/>
                    <a:pt x="37963" y="58969"/>
                  </a:cubicBezTo>
                  <a:cubicBezTo>
                    <a:pt x="39237" y="54293"/>
                    <a:pt x="40511" y="49617"/>
                    <a:pt x="41573" y="44728"/>
                  </a:cubicBezTo>
                  <a:cubicBezTo>
                    <a:pt x="43909" y="36013"/>
                    <a:pt x="44334" y="34312"/>
                    <a:pt x="50493" y="25597"/>
                  </a:cubicBezTo>
                  <a:cubicBezTo>
                    <a:pt x="56439" y="17094"/>
                    <a:pt x="66421" y="6041"/>
                    <a:pt x="82349" y="6041"/>
                  </a:cubicBezTo>
                  <a:cubicBezTo>
                    <a:pt x="94666" y="6041"/>
                    <a:pt x="94878" y="16882"/>
                    <a:pt x="94878" y="20921"/>
                  </a:cubicBezTo>
                  <a:cubicBezTo>
                    <a:pt x="94878" y="33674"/>
                    <a:pt x="85746" y="57269"/>
                    <a:pt x="82349" y="66197"/>
                  </a:cubicBezTo>
                  <a:cubicBezTo>
                    <a:pt x="80012" y="72148"/>
                    <a:pt x="79163" y="74061"/>
                    <a:pt x="79163" y="77675"/>
                  </a:cubicBezTo>
                  <a:cubicBezTo>
                    <a:pt x="79163" y="88941"/>
                    <a:pt x="88507" y="95955"/>
                    <a:pt x="99338" y="95955"/>
                  </a:cubicBezTo>
                  <a:cubicBezTo>
                    <a:pt x="120575" y="95955"/>
                    <a:pt x="129920" y="66622"/>
                    <a:pt x="129920" y="63433"/>
                  </a:cubicBezTo>
                  <a:cubicBezTo>
                    <a:pt x="129920" y="60670"/>
                    <a:pt x="127159" y="60670"/>
                    <a:pt x="126522" y="60670"/>
                  </a:cubicBezTo>
                  <a:cubicBezTo>
                    <a:pt x="123549" y="60670"/>
                    <a:pt x="123336" y="61945"/>
                    <a:pt x="122487" y="64283"/>
                  </a:cubicBezTo>
                  <a:cubicBezTo>
                    <a:pt x="117602" y="81288"/>
                    <a:pt x="108470" y="90004"/>
                    <a:pt x="99975" y="90004"/>
                  </a:cubicBezTo>
                  <a:cubicBezTo>
                    <a:pt x="95516" y="90004"/>
                    <a:pt x="94666" y="87028"/>
                    <a:pt x="94666" y="82564"/>
                  </a:cubicBezTo>
                  <a:cubicBezTo>
                    <a:pt x="94666" y="77675"/>
                    <a:pt x="95728" y="74912"/>
                    <a:pt x="99551" y="65346"/>
                  </a:cubicBezTo>
                  <a:cubicBezTo>
                    <a:pt x="102099" y="58757"/>
                    <a:pt x="110806" y="36225"/>
                    <a:pt x="110806" y="24322"/>
                  </a:cubicBezTo>
                  <a:cubicBezTo>
                    <a:pt x="110806" y="3703"/>
                    <a:pt x="94454" y="89"/>
                    <a:pt x="83198" y="89"/>
                  </a:cubicBezTo>
                  <a:cubicBezTo>
                    <a:pt x="65571" y="89"/>
                    <a:pt x="53678" y="10930"/>
                    <a:pt x="47307" y="19433"/>
                  </a:cubicBezTo>
                  <a:cubicBezTo>
                    <a:pt x="45821" y="4766"/>
                    <a:pt x="33291" y="89"/>
                    <a:pt x="24584" y="89"/>
                  </a:cubicBezTo>
                  <a:cubicBezTo>
                    <a:pt x="15452" y="89"/>
                    <a:pt x="10567" y="6679"/>
                    <a:pt x="7806" y="11568"/>
                  </a:cubicBezTo>
                  <a:cubicBezTo>
                    <a:pt x="3134" y="19433"/>
                    <a:pt x="161" y="31549"/>
                    <a:pt x="161" y="32612"/>
                  </a:cubicBezTo>
                  <a:cubicBezTo>
                    <a:pt x="161" y="35375"/>
                    <a:pt x="3134" y="35375"/>
                    <a:pt x="3771" y="35375"/>
                  </a:cubicBezTo>
                  <a:cubicBezTo>
                    <a:pt x="6744" y="35375"/>
                    <a:pt x="6957" y="34737"/>
                    <a:pt x="8443" y="28998"/>
                  </a:cubicBezTo>
                  <a:cubicBezTo>
                    <a:pt x="11629" y="16457"/>
                    <a:pt x="15664" y="6041"/>
                    <a:pt x="23947" y="6041"/>
                  </a:cubicBezTo>
                  <a:cubicBezTo>
                    <a:pt x="29468" y="6041"/>
                    <a:pt x="30955" y="10718"/>
                    <a:pt x="30955" y="16457"/>
                  </a:cubicBezTo>
                  <a:cubicBezTo>
                    <a:pt x="30955" y="20495"/>
                    <a:pt x="29043" y="28360"/>
                    <a:pt x="27557" y="34100"/>
                  </a:cubicBezTo>
                  <a:cubicBezTo>
                    <a:pt x="26070" y="39839"/>
                    <a:pt x="23947" y="48554"/>
                    <a:pt x="22885" y="53230"/>
                  </a:cubicBezTo>
                  <a:lnTo>
                    <a:pt x="16089" y="80438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326AEBFA-8ABF-06C2-E140-853B14305E9B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673504" y="7786522"/>
              <a:ext cx="41564" cy="303661"/>
            </a:xfrm>
            <a:custGeom>
              <a:avLst/>
              <a:gdLst>
                <a:gd name="csX0" fmla="*/ 41730 w 41564"/>
                <a:gd name="csY0" fmla="*/ 88 h 303661"/>
                <a:gd name="csX1" fmla="*/ 166 w 41564"/>
                <a:gd name="csY1" fmla="*/ 88 h 303661"/>
                <a:gd name="csX2" fmla="*/ 166 w 41564"/>
                <a:gd name="csY2" fmla="*/ 12234 h 303661"/>
                <a:gd name="csX3" fmla="*/ 29595 w 41564"/>
                <a:gd name="csY3" fmla="*/ 12234 h 303661"/>
                <a:gd name="csX4" fmla="*/ 29595 w 41564"/>
                <a:gd name="csY4" fmla="*/ 291603 h 303661"/>
                <a:gd name="csX5" fmla="*/ 166 w 41564"/>
                <a:gd name="csY5" fmla="*/ 291603 h 303661"/>
                <a:gd name="csX6" fmla="*/ 166 w 41564"/>
                <a:gd name="csY6" fmla="*/ 303749 h 303661"/>
                <a:gd name="csX7" fmla="*/ 41730 w 41564"/>
                <a:gd name="csY7" fmla="*/ 303749 h 303661"/>
                <a:gd name="csX8" fmla="*/ 41730 w 41564"/>
                <a:gd name="csY8" fmla="*/ 88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564" h="303661">
                  <a:moveTo>
                    <a:pt x="41730" y="88"/>
                  </a:moveTo>
                  <a:lnTo>
                    <a:pt x="166" y="88"/>
                  </a:lnTo>
                  <a:lnTo>
                    <a:pt x="166" y="12234"/>
                  </a:lnTo>
                  <a:lnTo>
                    <a:pt x="29595" y="12234"/>
                  </a:lnTo>
                  <a:lnTo>
                    <a:pt x="29595" y="291603"/>
                  </a:lnTo>
                  <a:lnTo>
                    <a:pt x="166" y="291603"/>
                  </a:lnTo>
                  <a:lnTo>
                    <a:pt x="166" y="303749"/>
                  </a:lnTo>
                  <a:lnTo>
                    <a:pt x="41730" y="303749"/>
                  </a:lnTo>
                  <a:lnTo>
                    <a:pt x="41730" y="88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5703CFF2-9788-750E-E6E9-5DA7E7D1F0B7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6768397" y="7786522"/>
              <a:ext cx="70385" cy="303661"/>
            </a:xfrm>
            <a:custGeom>
              <a:avLst/>
              <a:gdLst>
                <a:gd name="csX0" fmla="*/ 70555 w 70385"/>
                <a:gd name="csY0" fmla="*/ 151919 h 303661"/>
                <a:gd name="csX1" fmla="*/ 50531 w 70385"/>
                <a:gd name="csY1" fmla="*/ 57176 h 303661"/>
                <a:gd name="csX2" fmla="*/ 3203 w 70385"/>
                <a:gd name="csY2" fmla="*/ 88 h 303661"/>
                <a:gd name="csX3" fmla="*/ 169 w 70385"/>
                <a:gd name="csY3" fmla="*/ 3125 h 303661"/>
                <a:gd name="csX4" fmla="*/ 5934 w 70385"/>
                <a:gd name="csY4" fmla="*/ 10109 h 303661"/>
                <a:gd name="csX5" fmla="*/ 52959 w 70385"/>
                <a:gd name="csY5" fmla="*/ 151919 h 303661"/>
                <a:gd name="csX6" fmla="*/ 4113 w 70385"/>
                <a:gd name="csY6" fmla="*/ 295550 h 303661"/>
                <a:gd name="csX7" fmla="*/ 169 w 70385"/>
                <a:gd name="csY7" fmla="*/ 300713 h 303661"/>
                <a:gd name="csX8" fmla="*/ 3203 w 70385"/>
                <a:gd name="csY8" fmla="*/ 303749 h 303661"/>
                <a:gd name="csX9" fmla="*/ 51442 w 70385"/>
                <a:gd name="csY9" fmla="*/ 244535 h 303661"/>
                <a:gd name="csX10" fmla="*/ 70555 w 70385"/>
                <a:gd name="csY10" fmla="*/ 15191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85" h="303661">
                  <a:moveTo>
                    <a:pt x="70555" y="151919"/>
                  </a:moveTo>
                  <a:cubicBezTo>
                    <a:pt x="70555" y="128233"/>
                    <a:pt x="67218" y="91490"/>
                    <a:pt x="50531" y="57176"/>
                  </a:cubicBezTo>
                  <a:cubicBezTo>
                    <a:pt x="32328" y="19826"/>
                    <a:pt x="6237" y="88"/>
                    <a:pt x="3203" y="88"/>
                  </a:cubicBezTo>
                  <a:cubicBezTo>
                    <a:pt x="1383" y="88"/>
                    <a:pt x="169" y="1303"/>
                    <a:pt x="169" y="3125"/>
                  </a:cubicBezTo>
                  <a:cubicBezTo>
                    <a:pt x="169" y="4036"/>
                    <a:pt x="169" y="4643"/>
                    <a:pt x="5934" y="10109"/>
                  </a:cubicBezTo>
                  <a:cubicBezTo>
                    <a:pt x="35665" y="40171"/>
                    <a:pt x="52959" y="88453"/>
                    <a:pt x="52959" y="151919"/>
                  </a:cubicBezTo>
                  <a:cubicBezTo>
                    <a:pt x="52959" y="203845"/>
                    <a:pt x="41733" y="257289"/>
                    <a:pt x="4113" y="295550"/>
                  </a:cubicBezTo>
                  <a:cubicBezTo>
                    <a:pt x="169" y="299194"/>
                    <a:pt x="169" y="299802"/>
                    <a:pt x="169" y="300713"/>
                  </a:cubicBezTo>
                  <a:cubicBezTo>
                    <a:pt x="169" y="302535"/>
                    <a:pt x="1383" y="303749"/>
                    <a:pt x="3203" y="303749"/>
                  </a:cubicBezTo>
                  <a:cubicBezTo>
                    <a:pt x="6237" y="303749"/>
                    <a:pt x="33542" y="283100"/>
                    <a:pt x="51442" y="244535"/>
                  </a:cubicBezTo>
                  <a:cubicBezTo>
                    <a:pt x="66914" y="211133"/>
                    <a:pt x="70555" y="177426"/>
                    <a:pt x="70555" y="151919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2EEE2C93-0526-80F0-77DD-5E7A6F00145E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970349" y="7902824"/>
              <a:ext cx="201752" cy="71056"/>
            </a:xfrm>
            <a:custGeom>
              <a:avLst/>
              <a:gdLst>
                <a:gd name="csX0" fmla="*/ 191613 w 201752"/>
                <a:gd name="csY0" fmla="*/ 12234 h 71056"/>
                <a:gd name="csX1" fmla="*/ 201928 w 201752"/>
                <a:gd name="csY1" fmla="*/ 6161 h 71056"/>
                <a:gd name="csX2" fmla="*/ 191917 w 201752"/>
                <a:gd name="csY2" fmla="*/ 88 h 71056"/>
                <a:gd name="csX3" fmla="*/ 10188 w 201752"/>
                <a:gd name="csY3" fmla="*/ 88 h 71056"/>
                <a:gd name="csX4" fmla="*/ 176 w 201752"/>
                <a:gd name="csY4" fmla="*/ 6161 h 71056"/>
                <a:gd name="csX5" fmla="*/ 10491 w 201752"/>
                <a:gd name="csY5" fmla="*/ 12234 h 71056"/>
                <a:gd name="csX6" fmla="*/ 191613 w 201752"/>
                <a:gd name="csY6" fmla="*/ 12234 h 71056"/>
                <a:gd name="csX7" fmla="*/ 191917 w 201752"/>
                <a:gd name="csY7" fmla="*/ 71145 h 71056"/>
                <a:gd name="csX8" fmla="*/ 201928 w 201752"/>
                <a:gd name="csY8" fmla="*/ 65071 h 71056"/>
                <a:gd name="csX9" fmla="*/ 191613 w 201752"/>
                <a:gd name="csY9" fmla="*/ 58998 h 71056"/>
                <a:gd name="csX10" fmla="*/ 10491 w 201752"/>
                <a:gd name="csY10" fmla="*/ 58998 h 71056"/>
                <a:gd name="csX11" fmla="*/ 176 w 201752"/>
                <a:gd name="csY11" fmla="*/ 65071 h 71056"/>
                <a:gd name="csX12" fmla="*/ 10188 w 201752"/>
                <a:gd name="csY12" fmla="*/ 71145 h 71056"/>
                <a:gd name="csX13" fmla="*/ 191917 w 201752"/>
                <a:gd name="csY13" fmla="*/ 71145 h 71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752" h="71056">
                  <a:moveTo>
                    <a:pt x="191613" y="12234"/>
                  </a:moveTo>
                  <a:cubicBezTo>
                    <a:pt x="196164" y="12234"/>
                    <a:pt x="201928" y="12234"/>
                    <a:pt x="201928" y="6161"/>
                  </a:cubicBezTo>
                  <a:cubicBezTo>
                    <a:pt x="201928" y="88"/>
                    <a:pt x="196164" y="88"/>
                    <a:pt x="191917" y="88"/>
                  </a:cubicBezTo>
                  <a:lnTo>
                    <a:pt x="10188" y="88"/>
                  </a:lnTo>
                  <a:cubicBezTo>
                    <a:pt x="5940" y="88"/>
                    <a:pt x="176" y="88"/>
                    <a:pt x="176" y="6161"/>
                  </a:cubicBezTo>
                  <a:cubicBezTo>
                    <a:pt x="176" y="12234"/>
                    <a:pt x="5940" y="12234"/>
                    <a:pt x="10491" y="12234"/>
                  </a:cubicBezTo>
                  <a:lnTo>
                    <a:pt x="191613" y="12234"/>
                  </a:lnTo>
                  <a:close/>
                  <a:moveTo>
                    <a:pt x="191917" y="71145"/>
                  </a:moveTo>
                  <a:cubicBezTo>
                    <a:pt x="196164" y="71145"/>
                    <a:pt x="201928" y="71145"/>
                    <a:pt x="201928" y="65071"/>
                  </a:cubicBezTo>
                  <a:cubicBezTo>
                    <a:pt x="201928" y="58998"/>
                    <a:pt x="196164" y="58998"/>
                    <a:pt x="191613" y="58998"/>
                  </a:cubicBezTo>
                  <a:lnTo>
                    <a:pt x="10491" y="58998"/>
                  </a:lnTo>
                  <a:cubicBezTo>
                    <a:pt x="5940" y="58998"/>
                    <a:pt x="176" y="58998"/>
                    <a:pt x="176" y="65071"/>
                  </a:cubicBezTo>
                  <a:cubicBezTo>
                    <a:pt x="176" y="71145"/>
                    <a:pt x="5940" y="71145"/>
                    <a:pt x="10188" y="71145"/>
                  </a:cubicBezTo>
                  <a:lnTo>
                    <a:pt x="191917" y="71145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8F01006D-B91F-8C4E-BFC1-0E297007E647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7287860" y="7863956"/>
              <a:ext cx="117410" cy="153045"/>
            </a:xfrm>
            <a:custGeom>
              <a:avLst/>
              <a:gdLst>
                <a:gd name="csX0" fmla="*/ 58740 w 117410"/>
                <a:gd name="csY0" fmla="*/ 153133 h 153045"/>
                <a:gd name="csX1" fmla="*/ 101518 w 117410"/>
                <a:gd name="csY1" fmla="*/ 141594 h 153045"/>
                <a:gd name="csX2" fmla="*/ 117597 w 117410"/>
                <a:gd name="csY2" fmla="*/ 109406 h 153045"/>
                <a:gd name="csX3" fmla="*/ 107585 w 117410"/>
                <a:gd name="csY3" fmla="*/ 84506 h 153045"/>
                <a:gd name="csX4" fmla="*/ 78157 w 117410"/>
                <a:gd name="csY4" fmla="*/ 70841 h 153045"/>
                <a:gd name="csX5" fmla="*/ 50549 w 117410"/>
                <a:gd name="csY5" fmla="*/ 65071 h 153045"/>
                <a:gd name="csX6" fmla="*/ 28098 w 117410"/>
                <a:gd name="csY6" fmla="*/ 43208 h 153045"/>
                <a:gd name="csX7" fmla="*/ 36896 w 117410"/>
                <a:gd name="csY7" fmla="*/ 25595 h 153045"/>
                <a:gd name="csX8" fmla="*/ 62684 w 117410"/>
                <a:gd name="csY8" fmla="*/ 18915 h 153045"/>
                <a:gd name="csX9" fmla="*/ 81191 w 117410"/>
                <a:gd name="csY9" fmla="*/ 21952 h 153045"/>
                <a:gd name="csX10" fmla="*/ 99697 w 117410"/>
                <a:gd name="csY10" fmla="*/ 30758 h 153045"/>
                <a:gd name="csX11" fmla="*/ 109406 w 117410"/>
                <a:gd name="csY11" fmla="*/ 31669 h 153045"/>
                <a:gd name="csX12" fmla="*/ 114260 w 117410"/>
                <a:gd name="csY12" fmla="*/ 23470 h 153045"/>
                <a:gd name="csX13" fmla="*/ 109709 w 117410"/>
                <a:gd name="csY13" fmla="*/ 14664 h 153045"/>
                <a:gd name="csX14" fmla="*/ 87865 w 117410"/>
                <a:gd name="csY14" fmla="*/ 3732 h 153045"/>
                <a:gd name="csX15" fmla="*/ 62684 w 117410"/>
                <a:gd name="csY15" fmla="*/ 88 h 153045"/>
                <a:gd name="csX16" fmla="*/ 20817 w 117410"/>
                <a:gd name="csY16" fmla="*/ 12234 h 153045"/>
                <a:gd name="csX17" fmla="*/ 5040 w 117410"/>
                <a:gd name="csY17" fmla="*/ 44423 h 153045"/>
                <a:gd name="csX18" fmla="*/ 42661 w 117410"/>
                <a:gd name="csY18" fmla="*/ 83291 h 153045"/>
                <a:gd name="csX19" fmla="*/ 70269 w 117410"/>
                <a:gd name="csY19" fmla="*/ 89364 h 153045"/>
                <a:gd name="csX20" fmla="*/ 88472 w 117410"/>
                <a:gd name="csY20" fmla="*/ 97260 h 153045"/>
                <a:gd name="csX21" fmla="*/ 94236 w 117410"/>
                <a:gd name="csY21" fmla="*/ 110621 h 153045"/>
                <a:gd name="csX22" fmla="*/ 85438 w 117410"/>
                <a:gd name="csY22" fmla="*/ 127929 h 153045"/>
                <a:gd name="csX23" fmla="*/ 59347 w 117410"/>
                <a:gd name="csY23" fmla="*/ 134306 h 153045"/>
                <a:gd name="csX24" fmla="*/ 37200 w 117410"/>
                <a:gd name="csY24" fmla="*/ 131573 h 153045"/>
                <a:gd name="csX25" fmla="*/ 14445 w 117410"/>
                <a:gd name="csY25" fmla="*/ 121249 h 153045"/>
                <a:gd name="csX26" fmla="*/ 4434 w 117410"/>
                <a:gd name="csY26" fmla="*/ 121249 h 153045"/>
                <a:gd name="csX27" fmla="*/ 186 w 117410"/>
                <a:gd name="csY27" fmla="*/ 129751 h 153045"/>
                <a:gd name="csX28" fmla="*/ 5647 w 117410"/>
                <a:gd name="csY28" fmla="*/ 138254 h 153045"/>
                <a:gd name="csX29" fmla="*/ 31132 w 117410"/>
                <a:gd name="csY29" fmla="*/ 149793 h 153045"/>
                <a:gd name="csX30" fmla="*/ 58740 w 117410"/>
                <a:gd name="csY30" fmla="*/ 153133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7410" h="153045">
                  <a:moveTo>
                    <a:pt x="58740" y="153133"/>
                  </a:moveTo>
                  <a:cubicBezTo>
                    <a:pt x="76337" y="153133"/>
                    <a:pt x="90596" y="149489"/>
                    <a:pt x="101518" y="141594"/>
                  </a:cubicBezTo>
                  <a:cubicBezTo>
                    <a:pt x="112136" y="133699"/>
                    <a:pt x="117597" y="123071"/>
                    <a:pt x="117597" y="109406"/>
                  </a:cubicBezTo>
                  <a:cubicBezTo>
                    <a:pt x="117597" y="99082"/>
                    <a:pt x="114260" y="90579"/>
                    <a:pt x="107585" y="84506"/>
                  </a:cubicBezTo>
                  <a:cubicBezTo>
                    <a:pt x="100911" y="78433"/>
                    <a:pt x="90899" y="73878"/>
                    <a:pt x="78157" y="70841"/>
                  </a:cubicBezTo>
                  <a:lnTo>
                    <a:pt x="50549" y="65071"/>
                  </a:lnTo>
                  <a:cubicBezTo>
                    <a:pt x="35379" y="62035"/>
                    <a:pt x="28098" y="54747"/>
                    <a:pt x="28098" y="43208"/>
                  </a:cubicBezTo>
                  <a:cubicBezTo>
                    <a:pt x="28098" y="35920"/>
                    <a:pt x="30828" y="30150"/>
                    <a:pt x="36896" y="25595"/>
                  </a:cubicBezTo>
                  <a:cubicBezTo>
                    <a:pt x="42661" y="21344"/>
                    <a:pt x="51155" y="18915"/>
                    <a:pt x="62684" y="18915"/>
                  </a:cubicBezTo>
                  <a:cubicBezTo>
                    <a:pt x="68752" y="18915"/>
                    <a:pt x="74820" y="20130"/>
                    <a:pt x="81191" y="21952"/>
                  </a:cubicBezTo>
                  <a:cubicBezTo>
                    <a:pt x="87258" y="23774"/>
                    <a:pt x="93630" y="26810"/>
                    <a:pt x="99697" y="30758"/>
                  </a:cubicBezTo>
                  <a:cubicBezTo>
                    <a:pt x="103338" y="33187"/>
                    <a:pt x="106675" y="33491"/>
                    <a:pt x="109406" y="31669"/>
                  </a:cubicBezTo>
                  <a:cubicBezTo>
                    <a:pt x="112136" y="29847"/>
                    <a:pt x="113653" y="27114"/>
                    <a:pt x="114260" y="23470"/>
                  </a:cubicBezTo>
                  <a:cubicBezTo>
                    <a:pt x="114563" y="20130"/>
                    <a:pt x="113046" y="17093"/>
                    <a:pt x="109709" y="14664"/>
                  </a:cubicBezTo>
                  <a:cubicBezTo>
                    <a:pt x="103035" y="9805"/>
                    <a:pt x="95753" y="6161"/>
                    <a:pt x="87865" y="3732"/>
                  </a:cubicBezTo>
                  <a:cubicBezTo>
                    <a:pt x="79674" y="1303"/>
                    <a:pt x="71179" y="88"/>
                    <a:pt x="62684" y="88"/>
                  </a:cubicBezTo>
                  <a:cubicBezTo>
                    <a:pt x="45391" y="88"/>
                    <a:pt x="31435" y="4339"/>
                    <a:pt x="20817" y="12234"/>
                  </a:cubicBezTo>
                  <a:cubicBezTo>
                    <a:pt x="10198" y="20433"/>
                    <a:pt x="5040" y="31061"/>
                    <a:pt x="5040" y="44423"/>
                  </a:cubicBezTo>
                  <a:cubicBezTo>
                    <a:pt x="5040" y="65071"/>
                    <a:pt x="17479" y="77825"/>
                    <a:pt x="42661" y="83291"/>
                  </a:cubicBezTo>
                  <a:lnTo>
                    <a:pt x="70269" y="89364"/>
                  </a:lnTo>
                  <a:cubicBezTo>
                    <a:pt x="78460" y="91186"/>
                    <a:pt x="84528" y="93919"/>
                    <a:pt x="88472" y="97260"/>
                  </a:cubicBezTo>
                  <a:cubicBezTo>
                    <a:pt x="92113" y="100600"/>
                    <a:pt x="94236" y="105155"/>
                    <a:pt x="94236" y="110621"/>
                  </a:cubicBezTo>
                  <a:cubicBezTo>
                    <a:pt x="94236" y="117909"/>
                    <a:pt x="91202" y="123678"/>
                    <a:pt x="85438" y="127929"/>
                  </a:cubicBezTo>
                  <a:cubicBezTo>
                    <a:pt x="79370" y="132181"/>
                    <a:pt x="70876" y="134306"/>
                    <a:pt x="59347" y="134306"/>
                  </a:cubicBezTo>
                  <a:cubicBezTo>
                    <a:pt x="52066" y="134306"/>
                    <a:pt x="44481" y="133395"/>
                    <a:pt x="37200" y="131573"/>
                  </a:cubicBezTo>
                  <a:cubicBezTo>
                    <a:pt x="29918" y="129751"/>
                    <a:pt x="22334" y="126107"/>
                    <a:pt x="14445" y="121249"/>
                  </a:cubicBezTo>
                  <a:cubicBezTo>
                    <a:pt x="10198" y="119427"/>
                    <a:pt x="6861" y="119427"/>
                    <a:pt x="4434" y="121249"/>
                  </a:cubicBezTo>
                  <a:cubicBezTo>
                    <a:pt x="1703" y="123374"/>
                    <a:pt x="186" y="126107"/>
                    <a:pt x="186" y="129751"/>
                  </a:cubicBezTo>
                  <a:cubicBezTo>
                    <a:pt x="186" y="133395"/>
                    <a:pt x="2007" y="136128"/>
                    <a:pt x="5647" y="138254"/>
                  </a:cubicBezTo>
                  <a:cubicBezTo>
                    <a:pt x="13535" y="143720"/>
                    <a:pt x="22030" y="147364"/>
                    <a:pt x="31132" y="149793"/>
                  </a:cubicBezTo>
                  <a:cubicBezTo>
                    <a:pt x="40233" y="152222"/>
                    <a:pt x="49638" y="153133"/>
                    <a:pt x="58740" y="153133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B87DB03C-B9E4-A2CF-57BB-E753E8442318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7433486" y="7863956"/>
              <a:ext cx="140771" cy="153045"/>
            </a:xfrm>
            <a:custGeom>
              <a:avLst/>
              <a:gdLst>
                <a:gd name="csX0" fmla="*/ 70577 w 140771"/>
                <a:gd name="csY0" fmla="*/ 153133 h 153045"/>
                <a:gd name="csX1" fmla="*/ 107590 w 140771"/>
                <a:gd name="csY1" fmla="*/ 143720 h 153045"/>
                <a:gd name="csX2" fmla="*/ 132165 w 140771"/>
                <a:gd name="csY2" fmla="*/ 117301 h 153045"/>
                <a:gd name="csX3" fmla="*/ 140963 w 140771"/>
                <a:gd name="csY3" fmla="*/ 76611 h 153045"/>
                <a:gd name="csX4" fmla="*/ 132165 w 140771"/>
                <a:gd name="csY4" fmla="*/ 36224 h 153045"/>
                <a:gd name="csX5" fmla="*/ 107590 w 140771"/>
                <a:gd name="csY5" fmla="*/ 9501 h 153045"/>
                <a:gd name="csX6" fmla="*/ 70577 w 140771"/>
                <a:gd name="csY6" fmla="*/ 88 h 153045"/>
                <a:gd name="csX7" fmla="*/ 33260 w 140771"/>
                <a:gd name="csY7" fmla="*/ 9501 h 153045"/>
                <a:gd name="csX8" fmla="*/ 8686 w 140771"/>
                <a:gd name="csY8" fmla="*/ 36224 h 153045"/>
                <a:gd name="csX9" fmla="*/ 191 w 140771"/>
                <a:gd name="csY9" fmla="*/ 76611 h 153045"/>
                <a:gd name="csX10" fmla="*/ 8686 w 140771"/>
                <a:gd name="csY10" fmla="*/ 117301 h 153045"/>
                <a:gd name="csX11" fmla="*/ 33260 w 140771"/>
                <a:gd name="csY11" fmla="*/ 143720 h 153045"/>
                <a:gd name="csX12" fmla="*/ 70577 w 140771"/>
                <a:gd name="csY12" fmla="*/ 153133 h 153045"/>
                <a:gd name="csX13" fmla="*/ 70577 w 140771"/>
                <a:gd name="csY13" fmla="*/ 133395 h 153045"/>
                <a:gd name="csX14" fmla="*/ 37204 w 140771"/>
                <a:gd name="csY14" fmla="*/ 118819 h 153045"/>
                <a:gd name="csX15" fmla="*/ 25069 w 140771"/>
                <a:gd name="csY15" fmla="*/ 76611 h 153045"/>
                <a:gd name="csX16" fmla="*/ 37204 w 140771"/>
                <a:gd name="csY16" fmla="*/ 34402 h 153045"/>
                <a:gd name="csX17" fmla="*/ 70577 w 140771"/>
                <a:gd name="csY17" fmla="*/ 19826 h 153045"/>
                <a:gd name="csX18" fmla="*/ 103646 w 140771"/>
                <a:gd name="csY18" fmla="*/ 34402 h 153045"/>
                <a:gd name="csX19" fmla="*/ 116085 w 140771"/>
                <a:gd name="csY19" fmla="*/ 76611 h 153045"/>
                <a:gd name="csX20" fmla="*/ 103646 w 140771"/>
                <a:gd name="csY20" fmla="*/ 118819 h 153045"/>
                <a:gd name="csX21" fmla="*/ 70577 w 140771"/>
                <a:gd name="csY21" fmla="*/ 133395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0771" h="153045">
                  <a:moveTo>
                    <a:pt x="70577" y="153133"/>
                  </a:moveTo>
                  <a:cubicBezTo>
                    <a:pt x="84533" y="153133"/>
                    <a:pt x="96972" y="150097"/>
                    <a:pt x="107590" y="143720"/>
                  </a:cubicBezTo>
                  <a:cubicBezTo>
                    <a:pt x="118209" y="137647"/>
                    <a:pt x="126400" y="128840"/>
                    <a:pt x="132165" y="117301"/>
                  </a:cubicBezTo>
                  <a:cubicBezTo>
                    <a:pt x="137929" y="105762"/>
                    <a:pt x="140963" y="92401"/>
                    <a:pt x="140963" y="76611"/>
                  </a:cubicBezTo>
                  <a:cubicBezTo>
                    <a:pt x="140963" y="61124"/>
                    <a:pt x="137929" y="47763"/>
                    <a:pt x="132165" y="36224"/>
                  </a:cubicBezTo>
                  <a:cubicBezTo>
                    <a:pt x="126400" y="24684"/>
                    <a:pt x="118209" y="15878"/>
                    <a:pt x="107590" y="9501"/>
                  </a:cubicBezTo>
                  <a:cubicBezTo>
                    <a:pt x="96972" y="3428"/>
                    <a:pt x="84533" y="88"/>
                    <a:pt x="70577" y="88"/>
                  </a:cubicBezTo>
                  <a:cubicBezTo>
                    <a:pt x="56014" y="88"/>
                    <a:pt x="43575" y="3428"/>
                    <a:pt x="33260" y="9501"/>
                  </a:cubicBezTo>
                  <a:cubicBezTo>
                    <a:pt x="22642" y="15878"/>
                    <a:pt x="14450" y="24685"/>
                    <a:pt x="8686" y="36224"/>
                  </a:cubicBezTo>
                  <a:cubicBezTo>
                    <a:pt x="2922" y="47763"/>
                    <a:pt x="191" y="61124"/>
                    <a:pt x="191" y="76611"/>
                  </a:cubicBezTo>
                  <a:cubicBezTo>
                    <a:pt x="191" y="92401"/>
                    <a:pt x="2922" y="105762"/>
                    <a:pt x="8686" y="117301"/>
                  </a:cubicBezTo>
                  <a:cubicBezTo>
                    <a:pt x="14450" y="128840"/>
                    <a:pt x="22642" y="137647"/>
                    <a:pt x="33260" y="143720"/>
                  </a:cubicBezTo>
                  <a:cubicBezTo>
                    <a:pt x="43575" y="150097"/>
                    <a:pt x="56014" y="153133"/>
                    <a:pt x="70577" y="153133"/>
                  </a:cubicBezTo>
                  <a:close/>
                  <a:moveTo>
                    <a:pt x="70577" y="133395"/>
                  </a:moveTo>
                  <a:cubicBezTo>
                    <a:pt x="56621" y="133395"/>
                    <a:pt x="45396" y="128537"/>
                    <a:pt x="37204" y="118819"/>
                  </a:cubicBezTo>
                  <a:cubicBezTo>
                    <a:pt x="29013" y="109102"/>
                    <a:pt x="25069" y="94830"/>
                    <a:pt x="25069" y="76611"/>
                  </a:cubicBezTo>
                  <a:cubicBezTo>
                    <a:pt x="25069" y="58391"/>
                    <a:pt x="29013" y="44119"/>
                    <a:pt x="37204" y="34402"/>
                  </a:cubicBezTo>
                  <a:cubicBezTo>
                    <a:pt x="45396" y="24684"/>
                    <a:pt x="56621" y="19826"/>
                    <a:pt x="70577" y="19826"/>
                  </a:cubicBezTo>
                  <a:cubicBezTo>
                    <a:pt x="84229" y="19826"/>
                    <a:pt x="95151" y="24685"/>
                    <a:pt x="103646" y="34402"/>
                  </a:cubicBezTo>
                  <a:cubicBezTo>
                    <a:pt x="111838" y="44119"/>
                    <a:pt x="116085" y="58391"/>
                    <a:pt x="116085" y="76611"/>
                  </a:cubicBezTo>
                  <a:cubicBezTo>
                    <a:pt x="116085" y="94830"/>
                    <a:pt x="111838" y="109102"/>
                    <a:pt x="103646" y="118819"/>
                  </a:cubicBezTo>
                  <a:cubicBezTo>
                    <a:pt x="95151" y="128537"/>
                    <a:pt x="84229" y="133395"/>
                    <a:pt x="70577" y="133395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2BC8052E-3190-A01F-D587-839C0DB51D64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7587606" y="7798972"/>
              <a:ext cx="104668" cy="217421"/>
            </a:xfrm>
            <a:custGeom>
              <a:avLst/>
              <a:gdLst>
                <a:gd name="csX0" fmla="*/ 42367 w 104668"/>
                <a:gd name="csY0" fmla="*/ 217509 h 217421"/>
                <a:gd name="csX1" fmla="*/ 54806 w 104668"/>
                <a:gd name="csY1" fmla="*/ 204756 h 217421"/>
                <a:gd name="csX2" fmla="*/ 54806 w 104668"/>
                <a:gd name="csY2" fmla="*/ 86935 h 217421"/>
                <a:gd name="csX3" fmla="*/ 87572 w 104668"/>
                <a:gd name="csY3" fmla="*/ 86935 h 217421"/>
                <a:gd name="csX4" fmla="*/ 98191 w 104668"/>
                <a:gd name="csY4" fmla="*/ 77218 h 217421"/>
                <a:gd name="csX5" fmla="*/ 87572 w 104668"/>
                <a:gd name="csY5" fmla="*/ 67804 h 217421"/>
                <a:gd name="csX6" fmla="*/ 54806 w 104668"/>
                <a:gd name="csY6" fmla="*/ 67804 h 217421"/>
                <a:gd name="csX7" fmla="*/ 54806 w 104668"/>
                <a:gd name="csY7" fmla="*/ 59606 h 217421"/>
                <a:gd name="csX8" fmla="*/ 62998 w 104668"/>
                <a:gd name="csY8" fmla="*/ 31061 h 217421"/>
                <a:gd name="csX9" fmla="*/ 89999 w 104668"/>
                <a:gd name="csY9" fmla="*/ 19826 h 217421"/>
                <a:gd name="csX10" fmla="*/ 96977 w 104668"/>
                <a:gd name="csY10" fmla="*/ 19219 h 217421"/>
                <a:gd name="csX11" fmla="*/ 103045 w 104668"/>
                <a:gd name="csY11" fmla="*/ 15878 h 217421"/>
                <a:gd name="csX12" fmla="*/ 104865 w 104668"/>
                <a:gd name="csY12" fmla="*/ 9198 h 217421"/>
                <a:gd name="csX13" fmla="*/ 102438 w 104668"/>
                <a:gd name="csY13" fmla="*/ 2517 h 217421"/>
                <a:gd name="csX14" fmla="*/ 94550 w 104668"/>
                <a:gd name="csY14" fmla="*/ 88 h 217421"/>
                <a:gd name="csX15" fmla="*/ 85752 w 104668"/>
                <a:gd name="csY15" fmla="*/ 999 h 217421"/>
                <a:gd name="csX16" fmla="*/ 30232 w 104668"/>
                <a:gd name="csY16" fmla="*/ 62642 h 217421"/>
                <a:gd name="csX17" fmla="*/ 30232 w 104668"/>
                <a:gd name="csY17" fmla="*/ 67804 h 217421"/>
                <a:gd name="csX18" fmla="*/ 10815 w 104668"/>
                <a:gd name="csY18" fmla="*/ 67804 h 217421"/>
                <a:gd name="csX19" fmla="*/ 197 w 104668"/>
                <a:gd name="csY19" fmla="*/ 77218 h 217421"/>
                <a:gd name="csX20" fmla="*/ 10815 w 104668"/>
                <a:gd name="csY20" fmla="*/ 86935 h 217421"/>
                <a:gd name="csX21" fmla="*/ 30232 w 104668"/>
                <a:gd name="csY21" fmla="*/ 86935 h 217421"/>
                <a:gd name="csX22" fmla="*/ 30232 w 104668"/>
                <a:gd name="csY22" fmla="*/ 204756 h 217421"/>
                <a:gd name="csX23" fmla="*/ 42367 w 104668"/>
                <a:gd name="csY23" fmla="*/ 217509 h 217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04668" h="217421">
                  <a:moveTo>
                    <a:pt x="42367" y="217509"/>
                  </a:moveTo>
                  <a:cubicBezTo>
                    <a:pt x="50559" y="217509"/>
                    <a:pt x="54806" y="213258"/>
                    <a:pt x="54806" y="204756"/>
                  </a:cubicBezTo>
                  <a:lnTo>
                    <a:pt x="54806" y="86935"/>
                  </a:lnTo>
                  <a:lnTo>
                    <a:pt x="87572" y="86935"/>
                  </a:lnTo>
                  <a:cubicBezTo>
                    <a:pt x="94550" y="86935"/>
                    <a:pt x="98191" y="83898"/>
                    <a:pt x="98191" y="77218"/>
                  </a:cubicBezTo>
                  <a:cubicBezTo>
                    <a:pt x="98191" y="71145"/>
                    <a:pt x="94550" y="67804"/>
                    <a:pt x="87572" y="67804"/>
                  </a:cubicBezTo>
                  <a:lnTo>
                    <a:pt x="54806" y="67804"/>
                  </a:lnTo>
                  <a:lnTo>
                    <a:pt x="54806" y="59606"/>
                  </a:lnTo>
                  <a:cubicBezTo>
                    <a:pt x="54806" y="47155"/>
                    <a:pt x="57537" y="37742"/>
                    <a:pt x="62998" y="31061"/>
                  </a:cubicBezTo>
                  <a:cubicBezTo>
                    <a:pt x="68459" y="24685"/>
                    <a:pt x="77560" y="21041"/>
                    <a:pt x="89999" y="19826"/>
                  </a:cubicBezTo>
                  <a:lnTo>
                    <a:pt x="96977" y="19219"/>
                  </a:lnTo>
                  <a:cubicBezTo>
                    <a:pt x="99404" y="19219"/>
                    <a:pt x="101528" y="18004"/>
                    <a:pt x="103045" y="15878"/>
                  </a:cubicBezTo>
                  <a:cubicBezTo>
                    <a:pt x="104258" y="14056"/>
                    <a:pt x="104865" y="11627"/>
                    <a:pt x="104865" y="9198"/>
                  </a:cubicBezTo>
                  <a:cubicBezTo>
                    <a:pt x="104865" y="6768"/>
                    <a:pt x="103955" y="4339"/>
                    <a:pt x="102438" y="2517"/>
                  </a:cubicBezTo>
                  <a:cubicBezTo>
                    <a:pt x="100618" y="695"/>
                    <a:pt x="98191" y="88"/>
                    <a:pt x="94550" y="88"/>
                  </a:cubicBezTo>
                  <a:lnTo>
                    <a:pt x="85752" y="999"/>
                  </a:lnTo>
                  <a:cubicBezTo>
                    <a:pt x="48739" y="4339"/>
                    <a:pt x="30232" y="24988"/>
                    <a:pt x="30232" y="62642"/>
                  </a:cubicBezTo>
                  <a:lnTo>
                    <a:pt x="30232" y="67804"/>
                  </a:lnTo>
                  <a:lnTo>
                    <a:pt x="10815" y="67804"/>
                  </a:lnTo>
                  <a:cubicBezTo>
                    <a:pt x="3534" y="67804"/>
                    <a:pt x="197" y="71145"/>
                    <a:pt x="197" y="77218"/>
                  </a:cubicBezTo>
                  <a:cubicBezTo>
                    <a:pt x="197" y="83898"/>
                    <a:pt x="3534" y="86935"/>
                    <a:pt x="10815" y="86935"/>
                  </a:cubicBezTo>
                  <a:lnTo>
                    <a:pt x="30232" y="86935"/>
                  </a:lnTo>
                  <a:lnTo>
                    <a:pt x="30232" y="204756"/>
                  </a:lnTo>
                  <a:cubicBezTo>
                    <a:pt x="30232" y="213258"/>
                    <a:pt x="34176" y="217509"/>
                    <a:pt x="42367" y="217509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AC1E10A3-0E34-33B5-6710-5CF32F6DD3B2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7679532" y="7819317"/>
              <a:ext cx="109522" cy="197683"/>
            </a:xfrm>
            <a:custGeom>
              <a:avLst/>
              <a:gdLst>
                <a:gd name="csX0" fmla="*/ 83328 w 109522"/>
                <a:gd name="csY0" fmla="*/ 197771 h 197683"/>
                <a:gd name="csX1" fmla="*/ 93946 w 109522"/>
                <a:gd name="csY1" fmla="*/ 196860 h 197683"/>
                <a:gd name="csX2" fmla="*/ 103655 w 109522"/>
                <a:gd name="csY2" fmla="*/ 194431 h 197683"/>
                <a:gd name="csX3" fmla="*/ 108206 w 109522"/>
                <a:gd name="csY3" fmla="*/ 190180 h 197683"/>
                <a:gd name="csX4" fmla="*/ 109722 w 109522"/>
                <a:gd name="csY4" fmla="*/ 183499 h 197683"/>
                <a:gd name="csX5" fmla="*/ 107902 w 109522"/>
                <a:gd name="csY5" fmla="*/ 176211 h 197683"/>
                <a:gd name="csX6" fmla="*/ 103351 w 109522"/>
                <a:gd name="csY6" fmla="*/ 174390 h 197683"/>
                <a:gd name="csX7" fmla="*/ 96373 w 109522"/>
                <a:gd name="csY7" fmla="*/ 175604 h 197683"/>
                <a:gd name="csX8" fmla="*/ 86665 w 109522"/>
                <a:gd name="csY8" fmla="*/ 176819 h 197683"/>
                <a:gd name="csX9" fmla="*/ 63001 w 109522"/>
                <a:gd name="csY9" fmla="*/ 168013 h 197683"/>
                <a:gd name="csX10" fmla="*/ 55720 w 109522"/>
                <a:gd name="csY10" fmla="*/ 141594 h 197683"/>
                <a:gd name="csX11" fmla="*/ 55720 w 109522"/>
                <a:gd name="csY11" fmla="*/ 66590 h 197683"/>
                <a:gd name="csX12" fmla="*/ 93946 w 109522"/>
                <a:gd name="csY12" fmla="*/ 66590 h 197683"/>
                <a:gd name="csX13" fmla="*/ 104565 w 109522"/>
                <a:gd name="csY13" fmla="*/ 56873 h 197683"/>
                <a:gd name="csX14" fmla="*/ 93946 w 109522"/>
                <a:gd name="csY14" fmla="*/ 47459 h 197683"/>
                <a:gd name="csX15" fmla="*/ 55720 w 109522"/>
                <a:gd name="csY15" fmla="*/ 47459 h 197683"/>
                <a:gd name="csX16" fmla="*/ 55720 w 109522"/>
                <a:gd name="csY16" fmla="*/ 12538 h 197683"/>
                <a:gd name="csX17" fmla="*/ 43584 w 109522"/>
                <a:gd name="csY17" fmla="*/ 88 h 197683"/>
                <a:gd name="csX18" fmla="*/ 31145 w 109522"/>
                <a:gd name="csY18" fmla="*/ 12538 h 197683"/>
                <a:gd name="csX19" fmla="*/ 31145 w 109522"/>
                <a:gd name="csY19" fmla="*/ 47459 h 197683"/>
                <a:gd name="csX20" fmla="*/ 10818 w 109522"/>
                <a:gd name="csY20" fmla="*/ 47459 h 197683"/>
                <a:gd name="csX21" fmla="*/ 200 w 109522"/>
                <a:gd name="csY21" fmla="*/ 56873 h 197683"/>
                <a:gd name="csX22" fmla="*/ 10818 w 109522"/>
                <a:gd name="csY22" fmla="*/ 66590 h 197683"/>
                <a:gd name="csX23" fmla="*/ 31145 w 109522"/>
                <a:gd name="csY23" fmla="*/ 66590 h 197683"/>
                <a:gd name="csX24" fmla="*/ 31145 w 109522"/>
                <a:gd name="csY24" fmla="*/ 144023 h 197683"/>
                <a:gd name="csX25" fmla="*/ 44191 w 109522"/>
                <a:gd name="csY25" fmla="*/ 184107 h 197683"/>
                <a:gd name="csX26" fmla="*/ 83328 w 109522"/>
                <a:gd name="csY26" fmla="*/ 197771 h 1976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09522" h="197683">
                  <a:moveTo>
                    <a:pt x="83328" y="197771"/>
                  </a:moveTo>
                  <a:cubicBezTo>
                    <a:pt x="86362" y="197771"/>
                    <a:pt x="90002" y="197468"/>
                    <a:pt x="93946" y="196860"/>
                  </a:cubicBezTo>
                  <a:cubicBezTo>
                    <a:pt x="97890" y="196253"/>
                    <a:pt x="101228" y="195342"/>
                    <a:pt x="103655" y="194431"/>
                  </a:cubicBezTo>
                  <a:cubicBezTo>
                    <a:pt x="105778" y="193824"/>
                    <a:pt x="107295" y="192306"/>
                    <a:pt x="108206" y="190180"/>
                  </a:cubicBezTo>
                  <a:cubicBezTo>
                    <a:pt x="109116" y="188358"/>
                    <a:pt x="109722" y="185929"/>
                    <a:pt x="109722" y="183499"/>
                  </a:cubicBezTo>
                  <a:cubicBezTo>
                    <a:pt x="109722" y="180159"/>
                    <a:pt x="109116" y="177730"/>
                    <a:pt x="107902" y="176211"/>
                  </a:cubicBezTo>
                  <a:cubicBezTo>
                    <a:pt x="106689" y="174997"/>
                    <a:pt x="105172" y="174390"/>
                    <a:pt x="103351" y="174390"/>
                  </a:cubicBezTo>
                  <a:cubicBezTo>
                    <a:pt x="101228" y="174390"/>
                    <a:pt x="98801" y="174997"/>
                    <a:pt x="96373" y="175604"/>
                  </a:cubicBezTo>
                  <a:cubicBezTo>
                    <a:pt x="93643" y="176515"/>
                    <a:pt x="90306" y="176819"/>
                    <a:pt x="86665" y="176819"/>
                  </a:cubicBezTo>
                  <a:cubicBezTo>
                    <a:pt x="75743" y="176819"/>
                    <a:pt x="67855" y="174086"/>
                    <a:pt x="63001" y="168013"/>
                  </a:cubicBezTo>
                  <a:cubicBezTo>
                    <a:pt x="58147" y="161939"/>
                    <a:pt x="55720" y="153133"/>
                    <a:pt x="55720" y="141594"/>
                  </a:cubicBezTo>
                  <a:lnTo>
                    <a:pt x="55720" y="66590"/>
                  </a:lnTo>
                  <a:lnTo>
                    <a:pt x="93946" y="66590"/>
                  </a:lnTo>
                  <a:cubicBezTo>
                    <a:pt x="100924" y="66590"/>
                    <a:pt x="104565" y="63553"/>
                    <a:pt x="104565" y="56873"/>
                  </a:cubicBezTo>
                  <a:cubicBezTo>
                    <a:pt x="104565" y="50799"/>
                    <a:pt x="100924" y="47459"/>
                    <a:pt x="93946" y="47459"/>
                  </a:cubicBezTo>
                  <a:lnTo>
                    <a:pt x="55720" y="47459"/>
                  </a:lnTo>
                  <a:lnTo>
                    <a:pt x="55720" y="12538"/>
                  </a:lnTo>
                  <a:cubicBezTo>
                    <a:pt x="55720" y="4339"/>
                    <a:pt x="51472" y="88"/>
                    <a:pt x="43584" y="88"/>
                  </a:cubicBezTo>
                  <a:cubicBezTo>
                    <a:pt x="35089" y="88"/>
                    <a:pt x="31145" y="4339"/>
                    <a:pt x="31145" y="12538"/>
                  </a:cubicBezTo>
                  <a:lnTo>
                    <a:pt x="31145" y="47459"/>
                  </a:lnTo>
                  <a:lnTo>
                    <a:pt x="10818" y="47459"/>
                  </a:lnTo>
                  <a:cubicBezTo>
                    <a:pt x="3537" y="47459"/>
                    <a:pt x="200" y="50799"/>
                    <a:pt x="200" y="56873"/>
                  </a:cubicBezTo>
                  <a:cubicBezTo>
                    <a:pt x="200" y="63553"/>
                    <a:pt x="3537" y="66590"/>
                    <a:pt x="10818" y="66590"/>
                  </a:cubicBezTo>
                  <a:lnTo>
                    <a:pt x="31145" y="66590"/>
                  </a:lnTo>
                  <a:lnTo>
                    <a:pt x="31145" y="144023"/>
                  </a:lnTo>
                  <a:cubicBezTo>
                    <a:pt x="31145" y="161636"/>
                    <a:pt x="35393" y="174997"/>
                    <a:pt x="44191" y="184107"/>
                  </a:cubicBezTo>
                  <a:cubicBezTo>
                    <a:pt x="52686" y="193217"/>
                    <a:pt x="65731" y="197771"/>
                    <a:pt x="83328" y="197771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1B2B2E4E-CF94-AE52-0B59-3AAE1C418375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7810292" y="7863956"/>
              <a:ext cx="213281" cy="152437"/>
            </a:xfrm>
            <a:custGeom>
              <a:avLst/>
              <a:gdLst>
                <a:gd name="csX0" fmla="*/ 12339 w 213281"/>
                <a:gd name="csY0" fmla="*/ 152526 h 152437"/>
                <a:gd name="csX1" fmla="*/ 24778 w 213281"/>
                <a:gd name="csY1" fmla="*/ 139772 h 152437"/>
                <a:gd name="csX2" fmla="*/ 24778 w 213281"/>
                <a:gd name="csY2" fmla="*/ 66893 h 152437"/>
                <a:gd name="csX3" fmla="*/ 35093 w 213281"/>
                <a:gd name="csY3" fmla="*/ 32883 h 152437"/>
                <a:gd name="csX4" fmla="*/ 63914 w 213281"/>
                <a:gd name="csY4" fmla="*/ 20130 h 152437"/>
                <a:gd name="csX5" fmla="*/ 87275 w 213281"/>
                <a:gd name="csY5" fmla="*/ 29847 h 152437"/>
                <a:gd name="csX6" fmla="*/ 94557 w 213281"/>
                <a:gd name="csY6" fmla="*/ 59606 h 152437"/>
                <a:gd name="csX7" fmla="*/ 94557 w 213281"/>
                <a:gd name="csY7" fmla="*/ 139772 h 152437"/>
                <a:gd name="csX8" fmla="*/ 106692 w 213281"/>
                <a:gd name="csY8" fmla="*/ 152526 h 152437"/>
                <a:gd name="csX9" fmla="*/ 119131 w 213281"/>
                <a:gd name="csY9" fmla="*/ 139772 h 152437"/>
                <a:gd name="csX10" fmla="*/ 119131 w 213281"/>
                <a:gd name="csY10" fmla="*/ 66893 h 152437"/>
                <a:gd name="csX11" fmla="*/ 129749 w 213281"/>
                <a:gd name="csY11" fmla="*/ 32883 h 152437"/>
                <a:gd name="csX12" fmla="*/ 158268 w 213281"/>
                <a:gd name="csY12" fmla="*/ 20130 h 152437"/>
                <a:gd name="csX13" fmla="*/ 181629 w 213281"/>
                <a:gd name="csY13" fmla="*/ 29847 h 152437"/>
                <a:gd name="csX14" fmla="*/ 188910 w 213281"/>
                <a:gd name="csY14" fmla="*/ 59606 h 152437"/>
                <a:gd name="csX15" fmla="*/ 188910 w 213281"/>
                <a:gd name="csY15" fmla="*/ 139772 h 152437"/>
                <a:gd name="csX16" fmla="*/ 201045 w 213281"/>
                <a:gd name="csY16" fmla="*/ 152526 h 152437"/>
                <a:gd name="csX17" fmla="*/ 213484 w 213281"/>
                <a:gd name="csY17" fmla="*/ 139772 h 152437"/>
                <a:gd name="csX18" fmla="*/ 213484 w 213281"/>
                <a:gd name="csY18" fmla="*/ 58391 h 152437"/>
                <a:gd name="csX19" fmla="*/ 164336 w 213281"/>
                <a:gd name="csY19" fmla="*/ 88 h 152437"/>
                <a:gd name="csX20" fmla="*/ 134300 w 213281"/>
                <a:gd name="csY20" fmla="*/ 8287 h 152437"/>
                <a:gd name="csX21" fmla="*/ 114580 w 213281"/>
                <a:gd name="csY21" fmla="*/ 30150 h 152437"/>
                <a:gd name="csX22" fmla="*/ 70286 w 213281"/>
                <a:gd name="csY22" fmla="*/ 88 h 152437"/>
                <a:gd name="csX23" fmla="*/ 42677 w 213281"/>
                <a:gd name="csY23" fmla="*/ 7376 h 152437"/>
                <a:gd name="csX24" fmla="*/ 24171 w 213281"/>
                <a:gd name="csY24" fmla="*/ 27721 h 152437"/>
                <a:gd name="csX25" fmla="*/ 24171 w 213281"/>
                <a:gd name="csY25" fmla="*/ 13145 h 152437"/>
                <a:gd name="csX26" fmla="*/ 12035 w 213281"/>
                <a:gd name="csY26" fmla="*/ 695 h 152437"/>
                <a:gd name="csX27" fmla="*/ 203 w 213281"/>
                <a:gd name="csY27" fmla="*/ 13145 h 152437"/>
                <a:gd name="csX28" fmla="*/ 203 w 213281"/>
                <a:gd name="csY28" fmla="*/ 139772 h 152437"/>
                <a:gd name="csX29" fmla="*/ 12339 w 213281"/>
                <a:gd name="csY29" fmla="*/ 152526 h 1524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3281" h="152437">
                  <a:moveTo>
                    <a:pt x="12339" y="152526"/>
                  </a:moveTo>
                  <a:cubicBezTo>
                    <a:pt x="20530" y="152526"/>
                    <a:pt x="24778" y="148275"/>
                    <a:pt x="24778" y="139772"/>
                  </a:cubicBezTo>
                  <a:lnTo>
                    <a:pt x="24778" y="66893"/>
                  </a:lnTo>
                  <a:cubicBezTo>
                    <a:pt x="24778" y="52925"/>
                    <a:pt x="28115" y="41386"/>
                    <a:pt x="35093" y="32883"/>
                  </a:cubicBezTo>
                  <a:cubicBezTo>
                    <a:pt x="42071" y="24381"/>
                    <a:pt x="51779" y="20130"/>
                    <a:pt x="63914" y="20130"/>
                  </a:cubicBezTo>
                  <a:cubicBezTo>
                    <a:pt x="74836" y="20130"/>
                    <a:pt x="82421" y="23470"/>
                    <a:pt x="87275" y="29847"/>
                  </a:cubicBezTo>
                  <a:cubicBezTo>
                    <a:pt x="92130" y="36224"/>
                    <a:pt x="94557" y="46244"/>
                    <a:pt x="94557" y="59606"/>
                  </a:cubicBezTo>
                  <a:lnTo>
                    <a:pt x="94557" y="139772"/>
                  </a:lnTo>
                  <a:cubicBezTo>
                    <a:pt x="94557" y="148275"/>
                    <a:pt x="98501" y="152526"/>
                    <a:pt x="106692" y="152526"/>
                  </a:cubicBezTo>
                  <a:cubicBezTo>
                    <a:pt x="114884" y="152526"/>
                    <a:pt x="119131" y="148275"/>
                    <a:pt x="119131" y="139772"/>
                  </a:cubicBezTo>
                  <a:lnTo>
                    <a:pt x="119131" y="66893"/>
                  </a:lnTo>
                  <a:cubicBezTo>
                    <a:pt x="119131" y="52925"/>
                    <a:pt x="122468" y="41386"/>
                    <a:pt x="129749" y="32883"/>
                  </a:cubicBezTo>
                  <a:cubicBezTo>
                    <a:pt x="136727" y="24381"/>
                    <a:pt x="146132" y="20130"/>
                    <a:pt x="158268" y="20130"/>
                  </a:cubicBezTo>
                  <a:cubicBezTo>
                    <a:pt x="169190" y="20130"/>
                    <a:pt x="176775" y="23470"/>
                    <a:pt x="181629" y="29847"/>
                  </a:cubicBezTo>
                  <a:cubicBezTo>
                    <a:pt x="186483" y="36224"/>
                    <a:pt x="188910" y="46244"/>
                    <a:pt x="188910" y="59606"/>
                  </a:cubicBezTo>
                  <a:lnTo>
                    <a:pt x="188910" y="139772"/>
                  </a:lnTo>
                  <a:cubicBezTo>
                    <a:pt x="188910" y="148275"/>
                    <a:pt x="192854" y="152526"/>
                    <a:pt x="201045" y="152526"/>
                  </a:cubicBezTo>
                  <a:cubicBezTo>
                    <a:pt x="209237" y="152526"/>
                    <a:pt x="213484" y="148275"/>
                    <a:pt x="213484" y="139772"/>
                  </a:cubicBezTo>
                  <a:lnTo>
                    <a:pt x="213484" y="58391"/>
                  </a:lnTo>
                  <a:cubicBezTo>
                    <a:pt x="213484" y="19522"/>
                    <a:pt x="197101" y="88"/>
                    <a:pt x="164336" y="88"/>
                  </a:cubicBezTo>
                  <a:cubicBezTo>
                    <a:pt x="152807" y="88"/>
                    <a:pt x="142795" y="2821"/>
                    <a:pt x="134300" y="8287"/>
                  </a:cubicBezTo>
                  <a:cubicBezTo>
                    <a:pt x="125502" y="13753"/>
                    <a:pt x="118828" y="21041"/>
                    <a:pt x="114580" y="30150"/>
                  </a:cubicBezTo>
                  <a:cubicBezTo>
                    <a:pt x="107906" y="10109"/>
                    <a:pt x="93343" y="88"/>
                    <a:pt x="70286" y="88"/>
                  </a:cubicBezTo>
                  <a:cubicBezTo>
                    <a:pt x="59667" y="88"/>
                    <a:pt x="50565" y="2517"/>
                    <a:pt x="42677" y="7376"/>
                  </a:cubicBezTo>
                  <a:cubicBezTo>
                    <a:pt x="34789" y="12234"/>
                    <a:pt x="28418" y="18915"/>
                    <a:pt x="24171" y="27721"/>
                  </a:cubicBezTo>
                  <a:lnTo>
                    <a:pt x="24171" y="13145"/>
                  </a:lnTo>
                  <a:cubicBezTo>
                    <a:pt x="24171" y="4947"/>
                    <a:pt x="19923" y="695"/>
                    <a:pt x="12035" y="695"/>
                  </a:cubicBezTo>
                  <a:cubicBezTo>
                    <a:pt x="4147" y="695"/>
                    <a:pt x="203" y="4947"/>
                    <a:pt x="203" y="13145"/>
                  </a:cubicBezTo>
                  <a:lnTo>
                    <a:pt x="203" y="139772"/>
                  </a:lnTo>
                  <a:cubicBezTo>
                    <a:pt x="203" y="148275"/>
                    <a:pt x="4147" y="152526"/>
                    <a:pt x="12339" y="152526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B3112B68-39D8-0076-C4D7-74E6DE93CB1A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8062710" y="7863956"/>
              <a:ext cx="121961" cy="153045"/>
            </a:xfrm>
            <a:custGeom>
              <a:avLst/>
              <a:gdLst>
                <a:gd name="csX0" fmla="*/ 53304 w 121961"/>
                <a:gd name="csY0" fmla="*/ 153133 h 153045"/>
                <a:gd name="csX1" fmla="*/ 81216 w 121961"/>
                <a:gd name="csY1" fmla="*/ 145542 h 153045"/>
                <a:gd name="csX2" fmla="*/ 99116 w 121961"/>
                <a:gd name="csY2" fmla="*/ 124893 h 153045"/>
                <a:gd name="csX3" fmla="*/ 99116 w 121961"/>
                <a:gd name="csY3" fmla="*/ 139772 h 153045"/>
                <a:gd name="csX4" fmla="*/ 110948 w 121961"/>
                <a:gd name="csY4" fmla="*/ 152526 h 153045"/>
                <a:gd name="csX5" fmla="*/ 122173 w 121961"/>
                <a:gd name="csY5" fmla="*/ 139772 h 153045"/>
                <a:gd name="csX6" fmla="*/ 122173 w 121961"/>
                <a:gd name="csY6" fmla="*/ 57480 h 153045"/>
                <a:gd name="csX7" fmla="*/ 108218 w 121961"/>
                <a:gd name="csY7" fmla="*/ 14056 h 153045"/>
                <a:gd name="csX8" fmla="*/ 66047 w 121961"/>
                <a:gd name="csY8" fmla="*/ 88 h 153045"/>
                <a:gd name="csX9" fmla="*/ 40866 w 121961"/>
                <a:gd name="csY9" fmla="*/ 3125 h 153045"/>
                <a:gd name="csX10" fmla="*/ 14774 w 121961"/>
                <a:gd name="csY10" fmla="*/ 12842 h 153045"/>
                <a:gd name="csX11" fmla="*/ 8706 w 121961"/>
                <a:gd name="csY11" fmla="*/ 19219 h 153045"/>
                <a:gd name="csX12" fmla="*/ 8706 w 121961"/>
                <a:gd name="csY12" fmla="*/ 27114 h 153045"/>
                <a:gd name="csX13" fmla="*/ 13561 w 121961"/>
                <a:gd name="csY13" fmla="*/ 32580 h 153045"/>
                <a:gd name="csX14" fmla="*/ 22359 w 121961"/>
                <a:gd name="csY14" fmla="*/ 31365 h 153045"/>
                <a:gd name="csX15" fmla="*/ 44506 w 121961"/>
                <a:gd name="csY15" fmla="*/ 22559 h 153045"/>
                <a:gd name="csX16" fmla="*/ 66047 w 121961"/>
                <a:gd name="csY16" fmla="*/ 19826 h 153045"/>
                <a:gd name="csX17" fmla="*/ 90621 w 121961"/>
                <a:gd name="csY17" fmla="*/ 28328 h 153045"/>
                <a:gd name="csX18" fmla="*/ 98509 w 121961"/>
                <a:gd name="csY18" fmla="*/ 55354 h 153045"/>
                <a:gd name="csX19" fmla="*/ 98509 w 121961"/>
                <a:gd name="csY19" fmla="*/ 64768 h 153045"/>
                <a:gd name="csX20" fmla="*/ 88801 w 121961"/>
                <a:gd name="csY20" fmla="*/ 64768 h 153045"/>
                <a:gd name="csX21" fmla="*/ 36011 w 121961"/>
                <a:gd name="csY21" fmla="*/ 69019 h 153045"/>
                <a:gd name="csX22" fmla="*/ 8403 w 121961"/>
                <a:gd name="csY22" fmla="*/ 82380 h 153045"/>
                <a:gd name="csX23" fmla="*/ 212 w 121961"/>
                <a:gd name="csY23" fmla="*/ 107888 h 153045"/>
                <a:gd name="csX24" fmla="*/ 7190 w 121961"/>
                <a:gd name="csY24" fmla="*/ 130966 h 153045"/>
                <a:gd name="csX25" fmla="*/ 26000 w 121961"/>
                <a:gd name="csY25" fmla="*/ 147364 h 153045"/>
                <a:gd name="csX26" fmla="*/ 53304 w 121961"/>
                <a:gd name="csY26" fmla="*/ 153133 h 153045"/>
                <a:gd name="csX27" fmla="*/ 57248 w 121961"/>
                <a:gd name="csY27" fmla="*/ 134610 h 153045"/>
                <a:gd name="csX28" fmla="*/ 33584 w 121961"/>
                <a:gd name="csY28" fmla="*/ 126715 h 153045"/>
                <a:gd name="csX29" fmla="*/ 25089 w 121961"/>
                <a:gd name="csY29" fmla="*/ 106369 h 153045"/>
                <a:gd name="csX30" fmla="*/ 30550 w 121961"/>
                <a:gd name="csY30" fmla="*/ 91186 h 153045"/>
                <a:gd name="csX31" fmla="*/ 50271 w 121961"/>
                <a:gd name="csY31" fmla="*/ 83291 h 153045"/>
                <a:gd name="csX32" fmla="*/ 89104 w 121961"/>
                <a:gd name="csY32" fmla="*/ 80862 h 153045"/>
                <a:gd name="csX33" fmla="*/ 98509 w 121961"/>
                <a:gd name="csY33" fmla="*/ 80862 h 153045"/>
                <a:gd name="csX34" fmla="*/ 98509 w 121961"/>
                <a:gd name="csY34" fmla="*/ 89972 h 153045"/>
                <a:gd name="csX35" fmla="*/ 86980 w 121961"/>
                <a:gd name="csY35" fmla="*/ 122160 h 153045"/>
                <a:gd name="csX36" fmla="*/ 57248 w 121961"/>
                <a:gd name="csY36" fmla="*/ 13461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21961" h="153045">
                  <a:moveTo>
                    <a:pt x="53304" y="153133"/>
                  </a:moveTo>
                  <a:cubicBezTo>
                    <a:pt x="63923" y="153133"/>
                    <a:pt x="73328" y="150704"/>
                    <a:pt x="81216" y="145542"/>
                  </a:cubicBezTo>
                  <a:cubicBezTo>
                    <a:pt x="89104" y="140683"/>
                    <a:pt x="95172" y="133699"/>
                    <a:pt x="99116" y="124893"/>
                  </a:cubicBezTo>
                  <a:lnTo>
                    <a:pt x="99116" y="139772"/>
                  </a:lnTo>
                  <a:cubicBezTo>
                    <a:pt x="99116" y="148275"/>
                    <a:pt x="103060" y="152526"/>
                    <a:pt x="110948" y="152526"/>
                  </a:cubicBezTo>
                  <a:cubicBezTo>
                    <a:pt x="118229" y="152526"/>
                    <a:pt x="122173" y="148275"/>
                    <a:pt x="122173" y="139772"/>
                  </a:cubicBezTo>
                  <a:lnTo>
                    <a:pt x="122173" y="57480"/>
                  </a:lnTo>
                  <a:cubicBezTo>
                    <a:pt x="122173" y="38046"/>
                    <a:pt x="117319" y="23470"/>
                    <a:pt x="108218" y="14056"/>
                  </a:cubicBezTo>
                  <a:cubicBezTo>
                    <a:pt x="99116" y="4947"/>
                    <a:pt x="84857" y="88"/>
                    <a:pt x="66047" y="88"/>
                  </a:cubicBezTo>
                  <a:cubicBezTo>
                    <a:pt x="58159" y="88"/>
                    <a:pt x="49664" y="1303"/>
                    <a:pt x="40866" y="3125"/>
                  </a:cubicBezTo>
                  <a:cubicBezTo>
                    <a:pt x="32067" y="5250"/>
                    <a:pt x="23269" y="8590"/>
                    <a:pt x="14774" y="12842"/>
                  </a:cubicBezTo>
                  <a:cubicBezTo>
                    <a:pt x="11740" y="14360"/>
                    <a:pt x="9617" y="16486"/>
                    <a:pt x="8706" y="19219"/>
                  </a:cubicBezTo>
                  <a:cubicBezTo>
                    <a:pt x="7796" y="21952"/>
                    <a:pt x="7796" y="24685"/>
                    <a:pt x="8706" y="27114"/>
                  </a:cubicBezTo>
                  <a:cubicBezTo>
                    <a:pt x="9617" y="29543"/>
                    <a:pt x="11134" y="31365"/>
                    <a:pt x="13561" y="32580"/>
                  </a:cubicBezTo>
                  <a:cubicBezTo>
                    <a:pt x="15988" y="33794"/>
                    <a:pt x="18718" y="33187"/>
                    <a:pt x="22359" y="31365"/>
                  </a:cubicBezTo>
                  <a:cubicBezTo>
                    <a:pt x="29944" y="27417"/>
                    <a:pt x="37225" y="24381"/>
                    <a:pt x="44506" y="22559"/>
                  </a:cubicBezTo>
                  <a:cubicBezTo>
                    <a:pt x="51787" y="20737"/>
                    <a:pt x="58765" y="19826"/>
                    <a:pt x="66047" y="19826"/>
                  </a:cubicBezTo>
                  <a:cubicBezTo>
                    <a:pt x="77272" y="19826"/>
                    <a:pt x="85463" y="22863"/>
                    <a:pt x="90621" y="28328"/>
                  </a:cubicBezTo>
                  <a:cubicBezTo>
                    <a:pt x="95779" y="33794"/>
                    <a:pt x="98509" y="42904"/>
                    <a:pt x="98509" y="55354"/>
                  </a:cubicBezTo>
                  <a:lnTo>
                    <a:pt x="98509" y="64768"/>
                  </a:lnTo>
                  <a:lnTo>
                    <a:pt x="88801" y="64768"/>
                  </a:lnTo>
                  <a:cubicBezTo>
                    <a:pt x="66350" y="64768"/>
                    <a:pt x="48754" y="66286"/>
                    <a:pt x="36011" y="69019"/>
                  </a:cubicBezTo>
                  <a:cubicBezTo>
                    <a:pt x="23269" y="71752"/>
                    <a:pt x="13864" y="76307"/>
                    <a:pt x="8403" y="82380"/>
                  </a:cubicBezTo>
                  <a:cubicBezTo>
                    <a:pt x="2942" y="88757"/>
                    <a:pt x="212" y="97260"/>
                    <a:pt x="212" y="107888"/>
                  </a:cubicBezTo>
                  <a:cubicBezTo>
                    <a:pt x="212" y="116390"/>
                    <a:pt x="2335" y="124285"/>
                    <a:pt x="7190" y="130966"/>
                  </a:cubicBezTo>
                  <a:cubicBezTo>
                    <a:pt x="11740" y="137950"/>
                    <a:pt x="18111" y="143416"/>
                    <a:pt x="26000" y="147364"/>
                  </a:cubicBezTo>
                  <a:cubicBezTo>
                    <a:pt x="33888" y="151311"/>
                    <a:pt x="42989" y="153133"/>
                    <a:pt x="53304" y="153133"/>
                  </a:cubicBezTo>
                  <a:close/>
                  <a:moveTo>
                    <a:pt x="57248" y="134610"/>
                  </a:moveTo>
                  <a:cubicBezTo>
                    <a:pt x="47237" y="134610"/>
                    <a:pt x="39349" y="132181"/>
                    <a:pt x="33584" y="126715"/>
                  </a:cubicBezTo>
                  <a:cubicBezTo>
                    <a:pt x="27820" y="121552"/>
                    <a:pt x="25089" y="114872"/>
                    <a:pt x="25089" y="106369"/>
                  </a:cubicBezTo>
                  <a:cubicBezTo>
                    <a:pt x="25089" y="99993"/>
                    <a:pt x="26910" y="94830"/>
                    <a:pt x="30550" y="91186"/>
                  </a:cubicBezTo>
                  <a:cubicBezTo>
                    <a:pt x="34191" y="87542"/>
                    <a:pt x="40866" y="84809"/>
                    <a:pt x="50271" y="83291"/>
                  </a:cubicBezTo>
                  <a:cubicBezTo>
                    <a:pt x="59676" y="81773"/>
                    <a:pt x="72721" y="80862"/>
                    <a:pt x="89104" y="80862"/>
                  </a:cubicBezTo>
                  <a:lnTo>
                    <a:pt x="98509" y="80862"/>
                  </a:lnTo>
                  <a:lnTo>
                    <a:pt x="98509" y="89972"/>
                  </a:lnTo>
                  <a:cubicBezTo>
                    <a:pt x="98509" y="103029"/>
                    <a:pt x="94565" y="113657"/>
                    <a:pt x="86980" y="122160"/>
                  </a:cubicBezTo>
                  <a:cubicBezTo>
                    <a:pt x="79092" y="130662"/>
                    <a:pt x="69384" y="134610"/>
                    <a:pt x="57248" y="134610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26F64239-1D5D-B961-4111-AEC0B80FD7F4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8220570" y="7864563"/>
              <a:ext cx="132565" cy="151526"/>
            </a:xfrm>
            <a:custGeom>
              <a:avLst/>
              <a:gdLst>
                <a:gd name="csX0" fmla="*/ 10434 w 132565"/>
                <a:gd name="csY0" fmla="*/ 151615 h 151526"/>
                <a:gd name="csX1" fmla="*/ 18322 w 132565"/>
                <a:gd name="csY1" fmla="*/ 149793 h 151526"/>
                <a:gd name="csX2" fmla="*/ 24086 w 132565"/>
                <a:gd name="csY2" fmla="*/ 144631 h 151526"/>
                <a:gd name="csX3" fmla="*/ 66257 w 132565"/>
                <a:gd name="csY3" fmla="*/ 91186 h 151526"/>
                <a:gd name="csX4" fmla="*/ 108731 w 132565"/>
                <a:gd name="csY4" fmla="*/ 144631 h 151526"/>
                <a:gd name="csX5" fmla="*/ 122383 w 132565"/>
                <a:gd name="csY5" fmla="*/ 151615 h 151526"/>
                <a:gd name="csX6" fmla="*/ 131788 w 132565"/>
                <a:gd name="csY6" fmla="*/ 146453 h 151526"/>
                <a:gd name="csX7" fmla="*/ 129361 w 132565"/>
                <a:gd name="csY7" fmla="*/ 134003 h 151526"/>
                <a:gd name="csX8" fmla="*/ 80819 w 132565"/>
                <a:gd name="csY8" fmla="*/ 73574 h 151526"/>
                <a:gd name="csX9" fmla="*/ 125721 w 132565"/>
                <a:gd name="csY9" fmla="*/ 18004 h 151526"/>
                <a:gd name="csX10" fmla="*/ 128451 w 132565"/>
                <a:gd name="csY10" fmla="*/ 5554 h 151526"/>
                <a:gd name="csX11" fmla="*/ 119350 w 132565"/>
                <a:gd name="csY11" fmla="*/ 88 h 151526"/>
                <a:gd name="csX12" fmla="*/ 111765 w 132565"/>
                <a:gd name="csY12" fmla="*/ 1910 h 151526"/>
                <a:gd name="csX13" fmla="*/ 106001 w 132565"/>
                <a:gd name="csY13" fmla="*/ 7072 h 151526"/>
                <a:gd name="csX14" fmla="*/ 66560 w 132565"/>
                <a:gd name="csY14" fmla="*/ 56569 h 151526"/>
                <a:gd name="csX15" fmla="*/ 27423 w 132565"/>
                <a:gd name="csY15" fmla="*/ 7072 h 151526"/>
                <a:gd name="csX16" fmla="*/ 21659 w 132565"/>
                <a:gd name="csY16" fmla="*/ 1910 h 151526"/>
                <a:gd name="csX17" fmla="*/ 13771 w 132565"/>
                <a:gd name="csY17" fmla="*/ 88 h 151526"/>
                <a:gd name="csX18" fmla="*/ 4669 w 132565"/>
                <a:gd name="csY18" fmla="*/ 5554 h 151526"/>
                <a:gd name="csX19" fmla="*/ 7400 w 132565"/>
                <a:gd name="csY19" fmla="*/ 17700 h 151526"/>
                <a:gd name="csX20" fmla="*/ 52301 w 132565"/>
                <a:gd name="csY20" fmla="*/ 73574 h 151526"/>
                <a:gd name="csX21" fmla="*/ 4062 w 132565"/>
                <a:gd name="csY21" fmla="*/ 134003 h 151526"/>
                <a:gd name="csX22" fmla="*/ 1332 w 132565"/>
                <a:gd name="csY22" fmla="*/ 146453 h 151526"/>
                <a:gd name="csX23" fmla="*/ 10434 w 132565"/>
                <a:gd name="csY23" fmla="*/ 151615 h 151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32565" h="151526">
                  <a:moveTo>
                    <a:pt x="10434" y="151615"/>
                  </a:moveTo>
                  <a:cubicBezTo>
                    <a:pt x="13467" y="151615"/>
                    <a:pt x="16198" y="151008"/>
                    <a:pt x="18322" y="149793"/>
                  </a:cubicBezTo>
                  <a:cubicBezTo>
                    <a:pt x="20142" y="148578"/>
                    <a:pt x="22266" y="147060"/>
                    <a:pt x="24086" y="144631"/>
                  </a:cubicBezTo>
                  <a:lnTo>
                    <a:pt x="66257" y="91186"/>
                  </a:lnTo>
                  <a:lnTo>
                    <a:pt x="108731" y="144631"/>
                  </a:lnTo>
                  <a:cubicBezTo>
                    <a:pt x="112372" y="149489"/>
                    <a:pt x="116922" y="151615"/>
                    <a:pt x="122383" y="151615"/>
                  </a:cubicBezTo>
                  <a:cubicBezTo>
                    <a:pt x="126631" y="151615"/>
                    <a:pt x="129665" y="150097"/>
                    <a:pt x="131788" y="146453"/>
                  </a:cubicBezTo>
                  <a:cubicBezTo>
                    <a:pt x="133609" y="142809"/>
                    <a:pt x="133002" y="138861"/>
                    <a:pt x="129361" y="134003"/>
                  </a:cubicBezTo>
                  <a:lnTo>
                    <a:pt x="80819" y="73574"/>
                  </a:lnTo>
                  <a:lnTo>
                    <a:pt x="125721" y="18004"/>
                  </a:lnTo>
                  <a:cubicBezTo>
                    <a:pt x="129361" y="13145"/>
                    <a:pt x="130271" y="9198"/>
                    <a:pt x="128451" y="5554"/>
                  </a:cubicBezTo>
                  <a:cubicBezTo>
                    <a:pt x="126631" y="1910"/>
                    <a:pt x="123597" y="88"/>
                    <a:pt x="119350" y="88"/>
                  </a:cubicBezTo>
                  <a:cubicBezTo>
                    <a:pt x="116316" y="88"/>
                    <a:pt x="113585" y="695"/>
                    <a:pt x="111765" y="1910"/>
                  </a:cubicBezTo>
                  <a:cubicBezTo>
                    <a:pt x="109641" y="3125"/>
                    <a:pt x="107821" y="4643"/>
                    <a:pt x="106001" y="7072"/>
                  </a:cubicBezTo>
                  <a:lnTo>
                    <a:pt x="66560" y="56569"/>
                  </a:lnTo>
                  <a:lnTo>
                    <a:pt x="27423" y="7072"/>
                  </a:lnTo>
                  <a:cubicBezTo>
                    <a:pt x="25603" y="4643"/>
                    <a:pt x="23479" y="3125"/>
                    <a:pt x="21659" y="1910"/>
                  </a:cubicBezTo>
                  <a:cubicBezTo>
                    <a:pt x="19535" y="695"/>
                    <a:pt x="16805" y="88"/>
                    <a:pt x="13771" y="88"/>
                  </a:cubicBezTo>
                  <a:cubicBezTo>
                    <a:pt x="9523" y="88"/>
                    <a:pt x="6490" y="1910"/>
                    <a:pt x="4669" y="5554"/>
                  </a:cubicBezTo>
                  <a:cubicBezTo>
                    <a:pt x="2545" y="9198"/>
                    <a:pt x="3456" y="13145"/>
                    <a:pt x="7400" y="17700"/>
                  </a:cubicBezTo>
                  <a:lnTo>
                    <a:pt x="52301" y="73574"/>
                  </a:lnTo>
                  <a:lnTo>
                    <a:pt x="4062" y="134003"/>
                  </a:lnTo>
                  <a:cubicBezTo>
                    <a:pt x="118" y="138861"/>
                    <a:pt x="-792" y="142809"/>
                    <a:pt x="1332" y="146453"/>
                  </a:cubicBezTo>
                  <a:cubicBezTo>
                    <a:pt x="3152" y="150097"/>
                    <a:pt x="6186" y="151615"/>
                    <a:pt x="10434" y="151615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4BAABDA0-7A9C-47AA-E6DD-DCCB27651299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8446999" y="7786522"/>
              <a:ext cx="70385" cy="303661"/>
            </a:xfrm>
            <a:custGeom>
              <a:avLst/>
              <a:gdLst>
                <a:gd name="csX0" fmla="*/ 70610 w 70385"/>
                <a:gd name="csY0" fmla="*/ 300713 h 303661"/>
                <a:gd name="csX1" fmla="*/ 65452 w 70385"/>
                <a:gd name="csY1" fmla="*/ 294032 h 303661"/>
                <a:gd name="csX2" fmla="*/ 17820 w 70385"/>
                <a:gd name="csY2" fmla="*/ 151919 h 303661"/>
                <a:gd name="csX3" fmla="*/ 66666 w 70385"/>
                <a:gd name="csY3" fmla="*/ 8287 h 303661"/>
                <a:gd name="csX4" fmla="*/ 70610 w 70385"/>
                <a:gd name="csY4" fmla="*/ 3125 h 303661"/>
                <a:gd name="csX5" fmla="*/ 67576 w 70385"/>
                <a:gd name="csY5" fmla="*/ 88 h 303661"/>
                <a:gd name="csX6" fmla="*/ 19337 w 70385"/>
                <a:gd name="csY6" fmla="*/ 59302 h 303661"/>
                <a:gd name="csX7" fmla="*/ 224 w 70385"/>
                <a:gd name="csY7" fmla="*/ 151919 h 303661"/>
                <a:gd name="csX8" fmla="*/ 20247 w 70385"/>
                <a:gd name="csY8" fmla="*/ 246661 h 303661"/>
                <a:gd name="csX9" fmla="*/ 67576 w 70385"/>
                <a:gd name="csY9" fmla="*/ 303749 h 303661"/>
                <a:gd name="csX10" fmla="*/ 70610 w 70385"/>
                <a:gd name="csY10" fmla="*/ 300713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85" h="303661">
                  <a:moveTo>
                    <a:pt x="70610" y="300713"/>
                  </a:moveTo>
                  <a:cubicBezTo>
                    <a:pt x="70610" y="299802"/>
                    <a:pt x="70610" y="299194"/>
                    <a:pt x="65452" y="294032"/>
                  </a:cubicBezTo>
                  <a:cubicBezTo>
                    <a:pt x="27529" y="255771"/>
                    <a:pt x="17820" y="198379"/>
                    <a:pt x="17820" y="151919"/>
                  </a:cubicBezTo>
                  <a:cubicBezTo>
                    <a:pt x="17820" y="99082"/>
                    <a:pt x="29349" y="46244"/>
                    <a:pt x="66666" y="8287"/>
                  </a:cubicBezTo>
                  <a:cubicBezTo>
                    <a:pt x="70610" y="4643"/>
                    <a:pt x="70610" y="4036"/>
                    <a:pt x="70610" y="3125"/>
                  </a:cubicBezTo>
                  <a:cubicBezTo>
                    <a:pt x="70610" y="999"/>
                    <a:pt x="69396" y="88"/>
                    <a:pt x="67576" y="88"/>
                  </a:cubicBezTo>
                  <a:cubicBezTo>
                    <a:pt x="64542" y="88"/>
                    <a:pt x="37237" y="20737"/>
                    <a:pt x="19337" y="59302"/>
                  </a:cubicBezTo>
                  <a:cubicBezTo>
                    <a:pt x="3865" y="92705"/>
                    <a:pt x="224" y="126411"/>
                    <a:pt x="224" y="151919"/>
                  </a:cubicBezTo>
                  <a:cubicBezTo>
                    <a:pt x="224" y="175604"/>
                    <a:pt x="3561" y="212347"/>
                    <a:pt x="20247" y="246661"/>
                  </a:cubicBezTo>
                  <a:cubicBezTo>
                    <a:pt x="38451" y="284011"/>
                    <a:pt x="64542" y="303749"/>
                    <a:pt x="67576" y="303749"/>
                  </a:cubicBezTo>
                  <a:cubicBezTo>
                    <a:pt x="69396" y="303749"/>
                    <a:pt x="70610" y="302838"/>
                    <a:pt x="70610" y="300713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4E125D1E-D491-5E17-26EA-AEFA4B4FA53A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8570747" y="7786522"/>
              <a:ext cx="41564" cy="303661"/>
            </a:xfrm>
            <a:custGeom>
              <a:avLst/>
              <a:gdLst>
                <a:gd name="csX0" fmla="*/ 41792 w 41564"/>
                <a:gd name="csY0" fmla="*/ 303749 h 303661"/>
                <a:gd name="csX1" fmla="*/ 41792 w 41564"/>
                <a:gd name="csY1" fmla="*/ 291603 h 303661"/>
                <a:gd name="csX2" fmla="*/ 12363 w 41564"/>
                <a:gd name="csY2" fmla="*/ 291603 h 303661"/>
                <a:gd name="csX3" fmla="*/ 12363 w 41564"/>
                <a:gd name="csY3" fmla="*/ 12234 h 303661"/>
                <a:gd name="csX4" fmla="*/ 41792 w 41564"/>
                <a:gd name="csY4" fmla="*/ 12234 h 303661"/>
                <a:gd name="csX5" fmla="*/ 41792 w 41564"/>
                <a:gd name="csY5" fmla="*/ 88 h 303661"/>
                <a:gd name="csX6" fmla="*/ 228 w 41564"/>
                <a:gd name="csY6" fmla="*/ 88 h 303661"/>
                <a:gd name="csX7" fmla="*/ 228 w 41564"/>
                <a:gd name="csY7" fmla="*/ 303749 h 303661"/>
                <a:gd name="csX8" fmla="*/ 41792 w 41564"/>
                <a:gd name="csY8" fmla="*/ 30374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564" h="303661">
                  <a:moveTo>
                    <a:pt x="41792" y="303749"/>
                  </a:moveTo>
                  <a:lnTo>
                    <a:pt x="41792" y="291603"/>
                  </a:lnTo>
                  <a:lnTo>
                    <a:pt x="12363" y="291603"/>
                  </a:lnTo>
                  <a:lnTo>
                    <a:pt x="12363" y="12234"/>
                  </a:lnTo>
                  <a:lnTo>
                    <a:pt x="41792" y="12234"/>
                  </a:lnTo>
                  <a:lnTo>
                    <a:pt x="41792" y="88"/>
                  </a:lnTo>
                  <a:lnTo>
                    <a:pt x="228" y="88"/>
                  </a:lnTo>
                  <a:lnTo>
                    <a:pt x="228" y="303749"/>
                  </a:lnTo>
                  <a:lnTo>
                    <a:pt x="41792" y="303749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99E3F303-DAA6-58B3-E02D-4053A8F13617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8626503" y="7808689"/>
              <a:ext cx="206303" cy="205578"/>
            </a:xfrm>
            <a:custGeom>
              <a:avLst/>
              <a:gdLst>
                <a:gd name="csX0" fmla="*/ 122496 w 206303"/>
                <a:gd name="csY0" fmla="*/ 21344 h 205578"/>
                <a:gd name="csX1" fmla="*/ 129473 w 206303"/>
                <a:gd name="csY1" fmla="*/ 10109 h 205578"/>
                <a:gd name="csX2" fmla="*/ 148587 w 206303"/>
                <a:gd name="csY2" fmla="*/ 9501 h 205578"/>
                <a:gd name="csX3" fmla="*/ 192881 w 206303"/>
                <a:gd name="csY3" fmla="*/ 34402 h 205578"/>
                <a:gd name="csX4" fmla="*/ 190454 w 206303"/>
                <a:gd name="csY4" fmla="*/ 58695 h 205578"/>
                <a:gd name="csX5" fmla="*/ 189544 w 206303"/>
                <a:gd name="csY5" fmla="*/ 64464 h 205578"/>
                <a:gd name="csX6" fmla="*/ 193185 w 206303"/>
                <a:gd name="csY6" fmla="*/ 68412 h 205578"/>
                <a:gd name="csX7" fmla="*/ 197736 w 206303"/>
                <a:gd name="csY7" fmla="*/ 61428 h 205578"/>
                <a:gd name="csX8" fmla="*/ 205927 w 206303"/>
                <a:gd name="csY8" fmla="*/ 8590 h 205578"/>
                <a:gd name="csX9" fmla="*/ 206534 w 206303"/>
                <a:gd name="csY9" fmla="*/ 3428 h 205578"/>
                <a:gd name="csX10" fmla="*/ 198342 w 206303"/>
                <a:gd name="csY10" fmla="*/ 88 h 205578"/>
                <a:gd name="csX11" fmla="*/ 29962 w 206303"/>
                <a:gd name="csY11" fmla="*/ 88 h 205578"/>
                <a:gd name="csX12" fmla="*/ 20254 w 206303"/>
                <a:gd name="csY12" fmla="*/ 6161 h 205578"/>
                <a:gd name="csX13" fmla="*/ 2051 w 206303"/>
                <a:gd name="csY13" fmla="*/ 59606 h 205578"/>
                <a:gd name="csX14" fmla="*/ 230 w 206303"/>
                <a:gd name="csY14" fmla="*/ 65071 h 205578"/>
                <a:gd name="csX15" fmla="*/ 3871 w 206303"/>
                <a:gd name="csY15" fmla="*/ 68412 h 205578"/>
                <a:gd name="csX16" fmla="*/ 9029 w 206303"/>
                <a:gd name="csY16" fmla="*/ 62035 h 205578"/>
                <a:gd name="csX17" fmla="*/ 78201 w 206303"/>
                <a:gd name="csY17" fmla="*/ 9501 h 205578"/>
                <a:gd name="csX18" fmla="*/ 90033 w 206303"/>
                <a:gd name="csY18" fmla="*/ 9501 h 205578"/>
                <a:gd name="csX19" fmla="*/ 98528 w 206303"/>
                <a:gd name="csY19" fmla="*/ 13145 h 205578"/>
                <a:gd name="csX20" fmla="*/ 97314 w 206303"/>
                <a:gd name="csY20" fmla="*/ 19522 h 205578"/>
                <a:gd name="csX21" fmla="*/ 56661 w 206303"/>
                <a:gd name="csY21" fmla="*/ 181677 h 205578"/>
                <a:gd name="csX22" fmla="*/ 20557 w 206303"/>
                <a:gd name="csY22" fmla="*/ 196253 h 205578"/>
                <a:gd name="csX23" fmla="*/ 7815 w 206303"/>
                <a:gd name="csY23" fmla="*/ 202023 h 205578"/>
                <a:gd name="csX24" fmla="*/ 12973 w 206303"/>
                <a:gd name="csY24" fmla="*/ 205667 h 205578"/>
                <a:gd name="csX25" fmla="*/ 37851 w 206303"/>
                <a:gd name="csY25" fmla="*/ 205059 h 205578"/>
                <a:gd name="csX26" fmla="*/ 63638 w 206303"/>
                <a:gd name="csY26" fmla="*/ 204756 h 205578"/>
                <a:gd name="csX27" fmla="*/ 88820 w 206303"/>
                <a:gd name="csY27" fmla="*/ 205059 h 205578"/>
                <a:gd name="csX28" fmla="*/ 115214 w 206303"/>
                <a:gd name="csY28" fmla="*/ 205667 h 205578"/>
                <a:gd name="csX29" fmla="*/ 121889 w 206303"/>
                <a:gd name="csY29" fmla="*/ 199593 h 205578"/>
                <a:gd name="csX30" fmla="*/ 111574 w 206303"/>
                <a:gd name="csY30" fmla="*/ 196253 h 205578"/>
                <a:gd name="csX31" fmla="*/ 92157 w 206303"/>
                <a:gd name="csY31" fmla="*/ 195646 h 205578"/>
                <a:gd name="csX32" fmla="*/ 80932 w 206303"/>
                <a:gd name="csY32" fmla="*/ 188965 h 205578"/>
                <a:gd name="csX33" fmla="*/ 82145 w 206303"/>
                <a:gd name="csY33" fmla="*/ 182588 h 205578"/>
                <a:gd name="csX34" fmla="*/ 122496 w 206303"/>
                <a:gd name="csY34" fmla="*/ 21344 h 2055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06303" h="205578">
                  <a:moveTo>
                    <a:pt x="122496" y="21344"/>
                  </a:moveTo>
                  <a:cubicBezTo>
                    <a:pt x="124619" y="12842"/>
                    <a:pt x="125833" y="11020"/>
                    <a:pt x="129473" y="10109"/>
                  </a:cubicBezTo>
                  <a:cubicBezTo>
                    <a:pt x="132204" y="9501"/>
                    <a:pt x="142216" y="9501"/>
                    <a:pt x="148587" y="9501"/>
                  </a:cubicBezTo>
                  <a:cubicBezTo>
                    <a:pt x="179229" y="9501"/>
                    <a:pt x="192881" y="10716"/>
                    <a:pt x="192881" y="34402"/>
                  </a:cubicBezTo>
                  <a:cubicBezTo>
                    <a:pt x="192881" y="38957"/>
                    <a:pt x="191668" y="50799"/>
                    <a:pt x="190454" y="58695"/>
                  </a:cubicBezTo>
                  <a:cubicBezTo>
                    <a:pt x="190151" y="59909"/>
                    <a:pt x="189544" y="63553"/>
                    <a:pt x="189544" y="64464"/>
                  </a:cubicBezTo>
                  <a:cubicBezTo>
                    <a:pt x="189544" y="66286"/>
                    <a:pt x="190454" y="68412"/>
                    <a:pt x="193185" y="68412"/>
                  </a:cubicBezTo>
                  <a:cubicBezTo>
                    <a:pt x="196522" y="68412"/>
                    <a:pt x="197129" y="65982"/>
                    <a:pt x="197736" y="61428"/>
                  </a:cubicBezTo>
                  <a:lnTo>
                    <a:pt x="205927" y="8590"/>
                  </a:lnTo>
                  <a:cubicBezTo>
                    <a:pt x="206230" y="7376"/>
                    <a:pt x="206534" y="4339"/>
                    <a:pt x="206534" y="3428"/>
                  </a:cubicBezTo>
                  <a:cubicBezTo>
                    <a:pt x="206534" y="88"/>
                    <a:pt x="203500" y="88"/>
                    <a:pt x="198342" y="88"/>
                  </a:cubicBezTo>
                  <a:lnTo>
                    <a:pt x="29962" y="88"/>
                  </a:lnTo>
                  <a:cubicBezTo>
                    <a:pt x="22681" y="88"/>
                    <a:pt x="22378" y="392"/>
                    <a:pt x="20254" y="6161"/>
                  </a:cubicBezTo>
                  <a:lnTo>
                    <a:pt x="2051" y="59606"/>
                  </a:lnTo>
                  <a:cubicBezTo>
                    <a:pt x="1747" y="60213"/>
                    <a:pt x="230" y="64464"/>
                    <a:pt x="230" y="65071"/>
                  </a:cubicBezTo>
                  <a:cubicBezTo>
                    <a:pt x="230" y="66893"/>
                    <a:pt x="1747" y="68412"/>
                    <a:pt x="3871" y="68412"/>
                  </a:cubicBezTo>
                  <a:cubicBezTo>
                    <a:pt x="6905" y="68412"/>
                    <a:pt x="7208" y="66893"/>
                    <a:pt x="9029" y="62035"/>
                  </a:cubicBezTo>
                  <a:cubicBezTo>
                    <a:pt x="25412" y="14967"/>
                    <a:pt x="33300" y="9501"/>
                    <a:pt x="78201" y="9501"/>
                  </a:cubicBezTo>
                  <a:lnTo>
                    <a:pt x="90033" y="9501"/>
                  </a:lnTo>
                  <a:cubicBezTo>
                    <a:pt x="98528" y="9501"/>
                    <a:pt x="98528" y="10716"/>
                    <a:pt x="98528" y="13145"/>
                  </a:cubicBezTo>
                  <a:cubicBezTo>
                    <a:pt x="98528" y="14967"/>
                    <a:pt x="97618" y="18611"/>
                    <a:pt x="97314" y="19522"/>
                  </a:cubicBezTo>
                  <a:lnTo>
                    <a:pt x="56661" y="181677"/>
                  </a:lnTo>
                  <a:cubicBezTo>
                    <a:pt x="53930" y="192913"/>
                    <a:pt x="53020" y="196253"/>
                    <a:pt x="20557" y="196253"/>
                  </a:cubicBezTo>
                  <a:cubicBezTo>
                    <a:pt x="9636" y="196253"/>
                    <a:pt x="7815" y="196253"/>
                    <a:pt x="7815" y="202023"/>
                  </a:cubicBezTo>
                  <a:cubicBezTo>
                    <a:pt x="7815" y="205667"/>
                    <a:pt x="11152" y="205667"/>
                    <a:pt x="12973" y="205667"/>
                  </a:cubicBezTo>
                  <a:cubicBezTo>
                    <a:pt x="21164" y="205667"/>
                    <a:pt x="29659" y="205059"/>
                    <a:pt x="37851" y="205059"/>
                  </a:cubicBezTo>
                  <a:cubicBezTo>
                    <a:pt x="46345" y="205059"/>
                    <a:pt x="55144" y="204756"/>
                    <a:pt x="63638" y="204756"/>
                  </a:cubicBezTo>
                  <a:cubicBezTo>
                    <a:pt x="72133" y="204756"/>
                    <a:pt x="80628" y="205059"/>
                    <a:pt x="88820" y="205059"/>
                  </a:cubicBezTo>
                  <a:cubicBezTo>
                    <a:pt x="97618" y="205059"/>
                    <a:pt x="106719" y="205667"/>
                    <a:pt x="115214" y="205667"/>
                  </a:cubicBezTo>
                  <a:cubicBezTo>
                    <a:pt x="118248" y="205667"/>
                    <a:pt x="121889" y="205667"/>
                    <a:pt x="121889" y="199593"/>
                  </a:cubicBezTo>
                  <a:cubicBezTo>
                    <a:pt x="121889" y="196253"/>
                    <a:pt x="119462" y="196253"/>
                    <a:pt x="111574" y="196253"/>
                  </a:cubicBezTo>
                  <a:cubicBezTo>
                    <a:pt x="103989" y="196253"/>
                    <a:pt x="100045" y="196253"/>
                    <a:pt x="92157" y="195646"/>
                  </a:cubicBezTo>
                  <a:cubicBezTo>
                    <a:pt x="83359" y="194735"/>
                    <a:pt x="80932" y="193824"/>
                    <a:pt x="80932" y="188965"/>
                  </a:cubicBezTo>
                  <a:cubicBezTo>
                    <a:pt x="80932" y="188662"/>
                    <a:pt x="80932" y="187143"/>
                    <a:pt x="82145" y="182588"/>
                  </a:cubicBezTo>
                  <a:lnTo>
                    <a:pt x="122496" y="21344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A925A56-DDC5-006D-7436-1397D91D3616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8819663" y="7918675"/>
              <a:ext cx="77303" cy="141141"/>
            </a:xfrm>
            <a:custGeom>
              <a:avLst/>
              <a:gdLst>
                <a:gd name="csX0" fmla="*/ 48232 w 77303"/>
                <a:gd name="csY0" fmla="*/ 6041 h 141141"/>
                <a:gd name="csX1" fmla="*/ 41861 w 77303"/>
                <a:gd name="csY1" fmla="*/ 89 h 141141"/>
                <a:gd name="csX2" fmla="*/ 236 w 77303"/>
                <a:gd name="csY2" fmla="*/ 13693 h 141141"/>
                <a:gd name="csX3" fmla="*/ 236 w 77303"/>
                <a:gd name="csY3" fmla="*/ 21346 h 141141"/>
                <a:gd name="csX4" fmla="*/ 31030 w 77303"/>
                <a:gd name="csY4" fmla="*/ 15394 h 141141"/>
                <a:gd name="csX5" fmla="*/ 31030 w 77303"/>
                <a:gd name="csY5" fmla="*/ 123801 h 141141"/>
                <a:gd name="csX6" fmla="*/ 9793 w 77303"/>
                <a:gd name="csY6" fmla="*/ 133579 h 141141"/>
                <a:gd name="csX7" fmla="*/ 1723 w 77303"/>
                <a:gd name="csY7" fmla="*/ 133579 h 141141"/>
                <a:gd name="csX8" fmla="*/ 1723 w 77303"/>
                <a:gd name="csY8" fmla="*/ 141231 h 141141"/>
                <a:gd name="csX9" fmla="*/ 39525 w 77303"/>
                <a:gd name="csY9" fmla="*/ 140381 h 141141"/>
                <a:gd name="csX10" fmla="*/ 77539 w 77303"/>
                <a:gd name="csY10" fmla="*/ 141231 h 141141"/>
                <a:gd name="csX11" fmla="*/ 77539 w 77303"/>
                <a:gd name="csY11" fmla="*/ 133579 h 141141"/>
                <a:gd name="csX12" fmla="*/ 69469 w 77303"/>
                <a:gd name="csY12" fmla="*/ 133579 h 141141"/>
                <a:gd name="csX13" fmla="*/ 48232 w 77303"/>
                <a:gd name="csY13" fmla="*/ 123801 h 141141"/>
                <a:gd name="csX14" fmla="*/ 48232 w 77303"/>
                <a:gd name="csY14" fmla="*/ 6041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03" h="141141">
                  <a:moveTo>
                    <a:pt x="48232" y="6041"/>
                  </a:moveTo>
                  <a:cubicBezTo>
                    <a:pt x="48232" y="302"/>
                    <a:pt x="47807" y="89"/>
                    <a:pt x="41861" y="89"/>
                  </a:cubicBezTo>
                  <a:cubicBezTo>
                    <a:pt x="28269" y="13481"/>
                    <a:pt x="8944" y="13693"/>
                    <a:pt x="236" y="13693"/>
                  </a:cubicBezTo>
                  <a:lnTo>
                    <a:pt x="236" y="21346"/>
                  </a:lnTo>
                  <a:cubicBezTo>
                    <a:pt x="5333" y="21346"/>
                    <a:pt x="19350" y="21346"/>
                    <a:pt x="31030" y="15394"/>
                  </a:cubicBezTo>
                  <a:lnTo>
                    <a:pt x="31030" y="123801"/>
                  </a:lnTo>
                  <a:cubicBezTo>
                    <a:pt x="31030" y="130816"/>
                    <a:pt x="31030" y="133579"/>
                    <a:pt x="9793" y="133579"/>
                  </a:cubicBezTo>
                  <a:lnTo>
                    <a:pt x="1723" y="133579"/>
                  </a:lnTo>
                  <a:lnTo>
                    <a:pt x="1723" y="141231"/>
                  </a:lnTo>
                  <a:cubicBezTo>
                    <a:pt x="5546" y="141019"/>
                    <a:pt x="31667" y="140381"/>
                    <a:pt x="39525" y="140381"/>
                  </a:cubicBezTo>
                  <a:cubicBezTo>
                    <a:pt x="46108" y="140381"/>
                    <a:pt x="72867" y="141019"/>
                    <a:pt x="77539" y="141231"/>
                  </a:cubicBezTo>
                  <a:lnTo>
                    <a:pt x="77539" y="133579"/>
                  </a:lnTo>
                  <a:lnTo>
                    <a:pt x="69469" y="133579"/>
                  </a:lnTo>
                  <a:cubicBezTo>
                    <a:pt x="48232" y="133579"/>
                    <a:pt x="48232" y="130816"/>
                    <a:pt x="48232" y="123801"/>
                  </a:cubicBezTo>
                  <a:lnTo>
                    <a:pt x="48232" y="6041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F478B3E9-85F9-61C4-A7B3-72593AF8DAD4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8941234" y="8035372"/>
              <a:ext cx="24422" cy="24444"/>
            </a:xfrm>
            <a:custGeom>
              <a:avLst/>
              <a:gdLst>
                <a:gd name="csX0" fmla="*/ 24663 w 24422"/>
                <a:gd name="csY0" fmla="*/ 12418 h 24444"/>
                <a:gd name="csX1" fmla="*/ 12558 w 24422"/>
                <a:gd name="csY1" fmla="*/ 89 h 24444"/>
                <a:gd name="csX2" fmla="*/ 240 w 24422"/>
                <a:gd name="csY2" fmla="*/ 12206 h 24444"/>
                <a:gd name="csX3" fmla="*/ 12345 w 24422"/>
                <a:gd name="csY3" fmla="*/ 24534 h 24444"/>
                <a:gd name="csX4" fmla="*/ 24663 w 24422"/>
                <a:gd name="csY4" fmla="*/ 12418 h 24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22" h="24444">
                  <a:moveTo>
                    <a:pt x="24663" y="12418"/>
                  </a:moveTo>
                  <a:cubicBezTo>
                    <a:pt x="24663" y="4766"/>
                    <a:pt x="18292" y="89"/>
                    <a:pt x="12558" y="89"/>
                  </a:cubicBezTo>
                  <a:cubicBezTo>
                    <a:pt x="5550" y="89"/>
                    <a:pt x="240" y="5829"/>
                    <a:pt x="240" y="12206"/>
                  </a:cubicBezTo>
                  <a:cubicBezTo>
                    <a:pt x="240" y="19858"/>
                    <a:pt x="6611" y="24534"/>
                    <a:pt x="12345" y="24534"/>
                  </a:cubicBezTo>
                  <a:cubicBezTo>
                    <a:pt x="19354" y="24534"/>
                    <a:pt x="24663" y="18795"/>
                    <a:pt x="24663" y="12418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A6542215-457B-A65C-7F85-556D3CC59C2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9013289" y="8035372"/>
              <a:ext cx="24422" cy="24444"/>
            </a:xfrm>
            <a:custGeom>
              <a:avLst/>
              <a:gdLst>
                <a:gd name="csX0" fmla="*/ 24665 w 24422"/>
                <a:gd name="csY0" fmla="*/ 12418 h 24444"/>
                <a:gd name="csX1" fmla="*/ 12560 w 24422"/>
                <a:gd name="csY1" fmla="*/ 89 h 24444"/>
                <a:gd name="csX2" fmla="*/ 243 w 24422"/>
                <a:gd name="csY2" fmla="*/ 12206 h 24444"/>
                <a:gd name="csX3" fmla="*/ 12348 w 24422"/>
                <a:gd name="csY3" fmla="*/ 24534 h 24444"/>
                <a:gd name="csX4" fmla="*/ 24665 w 24422"/>
                <a:gd name="csY4" fmla="*/ 12418 h 24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422" h="24444">
                  <a:moveTo>
                    <a:pt x="24665" y="12418"/>
                  </a:moveTo>
                  <a:cubicBezTo>
                    <a:pt x="24665" y="4766"/>
                    <a:pt x="18294" y="89"/>
                    <a:pt x="12560" y="89"/>
                  </a:cubicBezTo>
                  <a:cubicBezTo>
                    <a:pt x="5552" y="89"/>
                    <a:pt x="243" y="5829"/>
                    <a:pt x="243" y="12206"/>
                  </a:cubicBezTo>
                  <a:cubicBezTo>
                    <a:pt x="243" y="19858"/>
                    <a:pt x="6614" y="24534"/>
                    <a:pt x="12348" y="24534"/>
                  </a:cubicBezTo>
                  <a:cubicBezTo>
                    <a:pt x="19356" y="24534"/>
                    <a:pt x="24665" y="18795"/>
                    <a:pt x="24665" y="12418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EF5FCA5F-C34D-78FA-24BD-9BD15999A93D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9071540" y="7966076"/>
              <a:ext cx="129758" cy="95865"/>
            </a:xfrm>
            <a:custGeom>
              <a:avLst/>
              <a:gdLst>
                <a:gd name="csX0" fmla="*/ 16173 w 129758"/>
                <a:gd name="csY0" fmla="*/ 80438 h 95865"/>
                <a:gd name="csX1" fmla="*/ 14049 w 129758"/>
                <a:gd name="csY1" fmla="*/ 89153 h 95865"/>
                <a:gd name="csX2" fmla="*/ 21270 w 129758"/>
                <a:gd name="csY2" fmla="*/ 95955 h 95865"/>
                <a:gd name="csX3" fmla="*/ 29552 w 129758"/>
                <a:gd name="csY3" fmla="*/ 91279 h 95865"/>
                <a:gd name="csX4" fmla="*/ 33375 w 129758"/>
                <a:gd name="csY4" fmla="*/ 78100 h 95865"/>
                <a:gd name="csX5" fmla="*/ 38047 w 129758"/>
                <a:gd name="csY5" fmla="*/ 58969 h 95865"/>
                <a:gd name="csX6" fmla="*/ 41657 w 129758"/>
                <a:gd name="csY6" fmla="*/ 44728 h 95865"/>
                <a:gd name="csX7" fmla="*/ 50577 w 129758"/>
                <a:gd name="csY7" fmla="*/ 25597 h 95865"/>
                <a:gd name="csX8" fmla="*/ 82433 w 129758"/>
                <a:gd name="csY8" fmla="*/ 6041 h 95865"/>
                <a:gd name="csX9" fmla="*/ 94962 w 129758"/>
                <a:gd name="csY9" fmla="*/ 20921 h 95865"/>
                <a:gd name="csX10" fmla="*/ 82433 w 129758"/>
                <a:gd name="csY10" fmla="*/ 66197 h 95865"/>
                <a:gd name="csX11" fmla="*/ 79247 w 129758"/>
                <a:gd name="csY11" fmla="*/ 77675 h 95865"/>
                <a:gd name="csX12" fmla="*/ 99422 w 129758"/>
                <a:gd name="csY12" fmla="*/ 95955 h 95865"/>
                <a:gd name="csX13" fmla="*/ 130004 w 129758"/>
                <a:gd name="csY13" fmla="*/ 63433 h 95865"/>
                <a:gd name="csX14" fmla="*/ 126606 w 129758"/>
                <a:gd name="csY14" fmla="*/ 60670 h 95865"/>
                <a:gd name="csX15" fmla="*/ 122571 w 129758"/>
                <a:gd name="csY15" fmla="*/ 64283 h 95865"/>
                <a:gd name="csX16" fmla="*/ 100059 w 129758"/>
                <a:gd name="csY16" fmla="*/ 90004 h 95865"/>
                <a:gd name="csX17" fmla="*/ 94750 w 129758"/>
                <a:gd name="csY17" fmla="*/ 82564 h 95865"/>
                <a:gd name="csX18" fmla="*/ 99635 w 129758"/>
                <a:gd name="csY18" fmla="*/ 65346 h 95865"/>
                <a:gd name="csX19" fmla="*/ 110890 w 129758"/>
                <a:gd name="csY19" fmla="*/ 24322 h 95865"/>
                <a:gd name="csX20" fmla="*/ 83282 w 129758"/>
                <a:gd name="csY20" fmla="*/ 89 h 95865"/>
                <a:gd name="csX21" fmla="*/ 47391 w 129758"/>
                <a:gd name="csY21" fmla="*/ 19433 h 95865"/>
                <a:gd name="csX22" fmla="*/ 24668 w 129758"/>
                <a:gd name="csY22" fmla="*/ 89 h 95865"/>
                <a:gd name="csX23" fmla="*/ 7890 w 129758"/>
                <a:gd name="csY23" fmla="*/ 11568 h 95865"/>
                <a:gd name="csX24" fmla="*/ 245 w 129758"/>
                <a:gd name="csY24" fmla="*/ 32612 h 95865"/>
                <a:gd name="csX25" fmla="*/ 3855 w 129758"/>
                <a:gd name="csY25" fmla="*/ 35375 h 95865"/>
                <a:gd name="csX26" fmla="*/ 8527 w 129758"/>
                <a:gd name="csY26" fmla="*/ 28998 h 95865"/>
                <a:gd name="csX27" fmla="*/ 24031 w 129758"/>
                <a:gd name="csY27" fmla="*/ 6041 h 95865"/>
                <a:gd name="csX28" fmla="*/ 31039 w 129758"/>
                <a:gd name="csY28" fmla="*/ 16457 h 95865"/>
                <a:gd name="csX29" fmla="*/ 27641 w 129758"/>
                <a:gd name="csY29" fmla="*/ 34100 h 95865"/>
                <a:gd name="csX30" fmla="*/ 22969 w 129758"/>
                <a:gd name="csY30" fmla="*/ 53230 h 95865"/>
                <a:gd name="csX31" fmla="*/ 16173 w 129758"/>
                <a:gd name="csY31" fmla="*/ 80438 h 95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758" h="95865">
                  <a:moveTo>
                    <a:pt x="16173" y="80438"/>
                  </a:moveTo>
                  <a:cubicBezTo>
                    <a:pt x="15323" y="83202"/>
                    <a:pt x="14049" y="88516"/>
                    <a:pt x="14049" y="89153"/>
                  </a:cubicBezTo>
                  <a:cubicBezTo>
                    <a:pt x="14049" y="93830"/>
                    <a:pt x="17872" y="95955"/>
                    <a:pt x="21270" y="95955"/>
                  </a:cubicBezTo>
                  <a:cubicBezTo>
                    <a:pt x="25092" y="95955"/>
                    <a:pt x="28490" y="93192"/>
                    <a:pt x="29552" y="91279"/>
                  </a:cubicBezTo>
                  <a:cubicBezTo>
                    <a:pt x="30614" y="89366"/>
                    <a:pt x="32313" y="82564"/>
                    <a:pt x="33375" y="78100"/>
                  </a:cubicBezTo>
                  <a:cubicBezTo>
                    <a:pt x="34437" y="74061"/>
                    <a:pt x="36773" y="64283"/>
                    <a:pt x="38047" y="58969"/>
                  </a:cubicBezTo>
                  <a:cubicBezTo>
                    <a:pt x="39321" y="54293"/>
                    <a:pt x="40596" y="49617"/>
                    <a:pt x="41657" y="44728"/>
                  </a:cubicBezTo>
                  <a:cubicBezTo>
                    <a:pt x="43993" y="36013"/>
                    <a:pt x="44418" y="34312"/>
                    <a:pt x="50577" y="25597"/>
                  </a:cubicBezTo>
                  <a:cubicBezTo>
                    <a:pt x="56523" y="17094"/>
                    <a:pt x="66505" y="6041"/>
                    <a:pt x="82433" y="6041"/>
                  </a:cubicBezTo>
                  <a:cubicBezTo>
                    <a:pt x="94750" y="6041"/>
                    <a:pt x="94962" y="16882"/>
                    <a:pt x="94962" y="20921"/>
                  </a:cubicBezTo>
                  <a:cubicBezTo>
                    <a:pt x="94962" y="33674"/>
                    <a:pt x="85831" y="57269"/>
                    <a:pt x="82433" y="66197"/>
                  </a:cubicBezTo>
                  <a:cubicBezTo>
                    <a:pt x="80097" y="72148"/>
                    <a:pt x="79247" y="74061"/>
                    <a:pt x="79247" y="77675"/>
                  </a:cubicBezTo>
                  <a:cubicBezTo>
                    <a:pt x="79247" y="88941"/>
                    <a:pt x="88591" y="95955"/>
                    <a:pt x="99422" y="95955"/>
                  </a:cubicBezTo>
                  <a:cubicBezTo>
                    <a:pt x="120659" y="95955"/>
                    <a:pt x="130004" y="66622"/>
                    <a:pt x="130004" y="63433"/>
                  </a:cubicBezTo>
                  <a:cubicBezTo>
                    <a:pt x="130004" y="60670"/>
                    <a:pt x="127243" y="60670"/>
                    <a:pt x="126606" y="60670"/>
                  </a:cubicBezTo>
                  <a:cubicBezTo>
                    <a:pt x="123633" y="60670"/>
                    <a:pt x="123420" y="61945"/>
                    <a:pt x="122571" y="64283"/>
                  </a:cubicBezTo>
                  <a:cubicBezTo>
                    <a:pt x="117686" y="81288"/>
                    <a:pt x="108554" y="90004"/>
                    <a:pt x="100059" y="90004"/>
                  </a:cubicBezTo>
                  <a:cubicBezTo>
                    <a:pt x="95600" y="90004"/>
                    <a:pt x="94750" y="87028"/>
                    <a:pt x="94750" y="82564"/>
                  </a:cubicBezTo>
                  <a:cubicBezTo>
                    <a:pt x="94750" y="77675"/>
                    <a:pt x="95812" y="74912"/>
                    <a:pt x="99635" y="65346"/>
                  </a:cubicBezTo>
                  <a:cubicBezTo>
                    <a:pt x="102183" y="58757"/>
                    <a:pt x="110890" y="36225"/>
                    <a:pt x="110890" y="24322"/>
                  </a:cubicBezTo>
                  <a:cubicBezTo>
                    <a:pt x="110890" y="3703"/>
                    <a:pt x="94538" y="89"/>
                    <a:pt x="83282" y="89"/>
                  </a:cubicBezTo>
                  <a:cubicBezTo>
                    <a:pt x="65655" y="89"/>
                    <a:pt x="53763" y="10930"/>
                    <a:pt x="47391" y="19433"/>
                  </a:cubicBezTo>
                  <a:cubicBezTo>
                    <a:pt x="45905" y="4766"/>
                    <a:pt x="33375" y="89"/>
                    <a:pt x="24668" y="89"/>
                  </a:cubicBezTo>
                  <a:cubicBezTo>
                    <a:pt x="15536" y="89"/>
                    <a:pt x="10651" y="6679"/>
                    <a:pt x="7890" y="11568"/>
                  </a:cubicBezTo>
                  <a:cubicBezTo>
                    <a:pt x="3218" y="19433"/>
                    <a:pt x="245" y="31549"/>
                    <a:pt x="245" y="32612"/>
                  </a:cubicBezTo>
                  <a:cubicBezTo>
                    <a:pt x="245" y="35375"/>
                    <a:pt x="3218" y="35375"/>
                    <a:pt x="3855" y="35375"/>
                  </a:cubicBezTo>
                  <a:cubicBezTo>
                    <a:pt x="6829" y="35375"/>
                    <a:pt x="7041" y="34737"/>
                    <a:pt x="8527" y="28998"/>
                  </a:cubicBezTo>
                  <a:cubicBezTo>
                    <a:pt x="11713" y="16457"/>
                    <a:pt x="15748" y="6041"/>
                    <a:pt x="24031" y="6041"/>
                  </a:cubicBezTo>
                  <a:cubicBezTo>
                    <a:pt x="29552" y="6041"/>
                    <a:pt x="31039" y="10718"/>
                    <a:pt x="31039" y="16457"/>
                  </a:cubicBezTo>
                  <a:cubicBezTo>
                    <a:pt x="31039" y="20495"/>
                    <a:pt x="29127" y="28360"/>
                    <a:pt x="27641" y="34100"/>
                  </a:cubicBezTo>
                  <a:cubicBezTo>
                    <a:pt x="26154" y="39839"/>
                    <a:pt x="24031" y="48554"/>
                    <a:pt x="22969" y="53230"/>
                  </a:cubicBezTo>
                  <a:lnTo>
                    <a:pt x="16173" y="80438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41CE3CAC-BD0E-71B3-5EDC-897F9F25D25C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9233375" y="7786522"/>
              <a:ext cx="41564" cy="303661"/>
            </a:xfrm>
            <a:custGeom>
              <a:avLst/>
              <a:gdLst>
                <a:gd name="csX0" fmla="*/ 41814 w 41564"/>
                <a:gd name="csY0" fmla="*/ 88 h 303661"/>
                <a:gd name="csX1" fmla="*/ 250 w 41564"/>
                <a:gd name="csY1" fmla="*/ 88 h 303661"/>
                <a:gd name="csX2" fmla="*/ 250 w 41564"/>
                <a:gd name="csY2" fmla="*/ 12234 h 303661"/>
                <a:gd name="csX3" fmla="*/ 29679 w 41564"/>
                <a:gd name="csY3" fmla="*/ 12234 h 303661"/>
                <a:gd name="csX4" fmla="*/ 29679 w 41564"/>
                <a:gd name="csY4" fmla="*/ 291603 h 303661"/>
                <a:gd name="csX5" fmla="*/ 250 w 41564"/>
                <a:gd name="csY5" fmla="*/ 291603 h 303661"/>
                <a:gd name="csX6" fmla="*/ 250 w 41564"/>
                <a:gd name="csY6" fmla="*/ 303749 h 303661"/>
                <a:gd name="csX7" fmla="*/ 41814 w 41564"/>
                <a:gd name="csY7" fmla="*/ 303749 h 303661"/>
                <a:gd name="csX8" fmla="*/ 41814 w 41564"/>
                <a:gd name="csY8" fmla="*/ 88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564" h="303661">
                  <a:moveTo>
                    <a:pt x="41814" y="88"/>
                  </a:moveTo>
                  <a:lnTo>
                    <a:pt x="250" y="88"/>
                  </a:lnTo>
                  <a:lnTo>
                    <a:pt x="250" y="12234"/>
                  </a:lnTo>
                  <a:lnTo>
                    <a:pt x="29679" y="12234"/>
                  </a:lnTo>
                  <a:lnTo>
                    <a:pt x="29679" y="291603"/>
                  </a:lnTo>
                  <a:lnTo>
                    <a:pt x="250" y="291603"/>
                  </a:lnTo>
                  <a:lnTo>
                    <a:pt x="250" y="303749"/>
                  </a:lnTo>
                  <a:lnTo>
                    <a:pt x="41814" y="303749"/>
                  </a:lnTo>
                  <a:lnTo>
                    <a:pt x="41814" y="88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CA11ABA0-791F-4BA8-D501-91B009BA99C2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9404484" y="7922259"/>
              <a:ext cx="32159" cy="32188"/>
            </a:xfrm>
            <a:custGeom>
              <a:avLst/>
              <a:gdLst>
                <a:gd name="csX0" fmla="*/ 32414 w 32159"/>
                <a:gd name="csY0" fmla="*/ 16182 h 32188"/>
                <a:gd name="csX1" fmla="*/ 16335 w 32159"/>
                <a:gd name="csY1" fmla="*/ 88 h 32188"/>
                <a:gd name="csX2" fmla="*/ 255 w 32159"/>
                <a:gd name="csY2" fmla="*/ 16182 h 32188"/>
                <a:gd name="csX3" fmla="*/ 16335 w 32159"/>
                <a:gd name="csY3" fmla="*/ 32276 h 32188"/>
                <a:gd name="csX4" fmla="*/ 32414 w 32159"/>
                <a:gd name="csY4" fmla="*/ 16182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59" h="32188">
                  <a:moveTo>
                    <a:pt x="32414" y="16182"/>
                  </a:moveTo>
                  <a:cubicBezTo>
                    <a:pt x="32414" y="7376"/>
                    <a:pt x="25133" y="88"/>
                    <a:pt x="16335" y="88"/>
                  </a:cubicBezTo>
                  <a:cubicBezTo>
                    <a:pt x="7537" y="88"/>
                    <a:pt x="255" y="7376"/>
                    <a:pt x="255" y="16182"/>
                  </a:cubicBezTo>
                  <a:cubicBezTo>
                    <a:pt x="255" y="24988"/>
                    <a:pt x="7537" y="32276"/>
                    <a:pt x="16335" y="32276"/>
                  </a:cubicBezTo>
                  <a:cubicBezTo>
                    <a:pt x="25133" y="32276"/>
                    <a:pt x="32414" y="24988"/>
                    <a:pt x="32414" y="16182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BB87F795-3D4B-B330-1E3E-3C73EC7A0EE0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9540401" y="7806867"/>
              <a:ext cx="140468" cy="207400"/>
            </a:xfrm>
            <a:custGeom>
              <a:avLst/>
              <a:gdLst>
                <a:gd name="csX0" fmla="*/ 103412 w 140468"/>
                <a:gd name="csY0" fmla="*/ 23470 h 207400"/>
                <a:gd name="csX1" fmla="*/ 131020 w 140468"/>
                <a:gd name="csY1" fmla="*/ 9501 h 207400"/>
                <a:gd name="csX2" fmla="*/ 140729 w 140468"/>
                <a:gd name="csY2" fmla="*/ 3732 h 207400"/>
                <a:gd name="csX3" fmla="*/ 136178 w 140468"/>
                <a:gd name="csY3" fmla="*/ 88 h 207400"/>
                <a:gd name="csX4" fmla="*/ 96131 w 140468"/>
                <a:gd name="csY4" fmla="*/ 999 h 207400"/>
                <a:gd name="csX5" fmla="*/ 55780 w 140468"/>
                <a:gd name="csY5" fmla="*/ 88 h 207400"/>
                <a:gd name="csX6" fmla="*/ 49713 w 140468"/>
                <a:gd name="csY6" fmla="*/ 6161 h 207400"/>
                <a:gd name="csX7" fmla="*/ 58207 w 140468"/>
                <a:gd name="csY7" fmla="*/ 9501 h 207400"/>
                <a:gd name="csX8" fmla="*/ 79141 w 140468"/>
                <a:gd name="csY8" fmla="*/ 15271 h 207400"/>
                <a:gd name="csX9" fmla="*/ 78534 w 140468"/>
                <a:gd name="csY9" fmla="*/ 20130 h 207400"/>
                <a:gd name="csX10" fmla="*/ 37577 w 140468"/>
                <a:gd name="csY10" fmla="*/ 183803 h 207400"/>
                <a:gd name="csX11" fmla="*/ 9969 w 140468"/>
                <a:gd name="csY11" fmla="*/ 198075 h 207400"/>
                <a:gd name="csX12" fmla="*/ 260 w 140468"/>
                <a:gd name="csY12" fmla="*/ 204148 h 207400"/>
                <a:gd name="csX13" fmla="*/ 4811 w 140468"/>
                <a:gd name="csY13" fmla="*/ 207489 h 207400"/>
                <a:gd name="csX14" fmla="*/ 44555 w 140468"/>
                <a:gd name="csY14" fmla="*/ 206578 h 207400"/>
                <a:gd name="csX15" fmla="*/ 85209 w 140468"/>
                <a:gd name="csY15" fmla="*/ 207489 h 207400"/>
                <a:gd name="csX16" fmla="*/ 91277 w 140468"/>
                <a:gd name="csY16" fmla="*/ 201719 h 207400"/>
                <a:gd name="csX17" fmla="*/ 82175 w 140468"/>
                <a:gd name="csY17" fmla="*/ 198075 h 207400"/>
                <a:gd name="csX18" fmla="*/ 69129 w 140468"/>
                <a:gd name="csY18" fmla="*/ 197468 h 207400"/>
                <a:gd name="csX19" fmla="*/ 61545 w 140468"/>
                <a:gd name="csY19" fmla="*/ 192306 h 207400"/>
                <a:gd name="csX20" fmla="*/ 62758 w 140468"/>
                <a:gd name="csY20" fmla="*/ 185321 h 207400"/>
                <a:gd name="csX21" fmla="*/ 103412 w 140468"/>
                <a:gd name="csY21" fmla="*/ 23470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0468" h="207400">
                  <a:moveTo>
                    <a:pt x="103412" y="23470"/>
                  </a:moveTo>
                  <a:cubicBezTo>
                    <a:pt x="106143" y="12538"/>
                    <a:pt x="107053" y="9501"/>
                    <a:pt x="131020" y="9501"/>
                  </a:cubicBezTo>
                  <a:cubicBezTo>
                    <a:pt x="138302" y="9501"/>
                    <a:pt x="140729" y="9501"/>
                    <a:pt x="140729" y="3732"/>
                  </a:cubicBezTo>
                  <a:cubicBezTo>
                    <a:pt x="140729" y="88"/>
                    <a:pt x="137391" y="88"/>
                    <a:pt x="136178" y="88"/>
                  </a:cubicBezTo>
                  <a:cubicBezTo>
                    <a:pt x="127380" y="88"/>
                    <a:pt x="104929" y="999"/>
                    <a:pt x="96131" y="999"/>
                  </a:cubicBezTo>
                  <a:cubicBezTo>
                    <a:pt x="87029" y="999"/>
                    <a:pt x="64882" y="88"/>
                    <a:pt x="55780" y="88"/>
                  </a:cubicBezTo>
                  <a:cubicBezTo>
                    <a:pt x="53657" y="88"/>
                    <a:pt x="49713" y="88"/>
                    <a:pt x="49713" y="6161"/>
                  </a:cubicBezTo>
                  <a:cubicBezTo>
                    <a:pt x="49713" y="9501"/>
                    <a:pt x="52443" y="9501"/>
                    <a:pt x="58207" y="9501"/>
                  </a:cubicBezTo>
                  <a:cubicBezTo>
                    <a:pt x="70950" y="9501"/>
                    <a:pt x="79141" y="9501"/>
                    <a:pt x="79141" y="15271"/>
                  </a:cubicBezTo>
                  <a:cubicBezTo>
                    <a:pt x="79141" y="16789"/>
                    <a:pt x="79141" y="17397"/>
                    <a:pt x="78534" y="20130"/>
                  </a:cubicBezTo>
                  <a:lnTo>
                    <a:pt x="37577" y="183803"/>
                  </a:lnTo>
                  <a:cubicBezTo>
                    <a:pt x="34847" y="195038"/>
                    <a:pt x="33936" y="198075"/>
                    <a:pt x="9969" y="198075"/>
                  </a:cubicBezTo>
                  <a:cubicBezTo>
                    <a:pt x="2991" y="198075"/>
                    <a:pt x="260" y="198075"/>
                    <a:pt x="260" y="204148"/>
                  </a:cubicBezTo>
                  <a:cubicBezTo>
                    <a:pt x="260" y="207489"/>
                    <a:pt x="3901" y="207489"/>
                    <a:pt x="4811" y="207489"/>
                  </a:cubicBezTo>
                  <a:cubicBezTo>
                    <a:pt x="13609" y="207489"/>
                    <a:pt x="35757" y="206578"/>
                    <a:pt x="44555" y="206578"/>
                  </a:cubicBezTo>
                  <a:cubicBezTo>
                    <a:pt x="53657" y="206578"/>
                    <a:pt x="76107" y="207489"/>
                    <a:pt x="85209" y="207489"/>
                  </a:cubicBezTo>
                  <a:cubicBezTo>
                    <a:pt x="87636" y="207489"/>
                    <a:pt x="91277" y="207489"/>
                    <a:pt x="91277" y="201719"/>
                  </a:cubicBezTo>
                  <a:cubicBezTo>
                    <a:pt x="91277" y="198075"/>
                    <a:pt x="88849" y="198075"/>
                    <a:pt x="82175" y="198075"/>
                  </a:cubicBezTo>
                  <a:cubicBezTo>
                    <a:pt x="76714" y="198075"/>
                    <a:pt x="75197" y="198075"/>
                    <a:pt x="69129" y="197468"/>
                  </a:cubicBezTo>
                  <a:cubicBezTo>
                    <a:pt x="62758" y="196860"/>
                    <a:pt x="61545" y="195646"/>
                    <a:pt x="61545" y="192306"/>
                  </a:cubicBezTo>
                  <a:cubicBezTo>
                    <a:pt x="61545" y="189876"/>
                    <a:pt x="62151" y="187447"/>
                    <a:pt x="62758" y="185321"/>
                  </a:cubicBezTo>
                  <a:lnTo>
                    <a:pt x="103412" y="23470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5B4237F4-BD86-601A-C783-B5D0BBC00419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9673431" y="7918888"/>
              <a:ext cx="64348" cy="143054"/>
            </a:xfrm>
            <a:custGeom>
              <a:avLst/>
              <a:gdLst>
                <a:gd name="csX0" fmla="*/ 59092 w 64348"/>
                <a:gd name="csY0" fmla="*/ 8167 h 143054"/>
                <a:gd name="csX1" fmla="*/ 50597 w 64348"/>
                <a:gd name="csY1" fmla="*/ 89 h 143054"/>
                <a:gd name="csX2" fmla="*/ 38704 w 64348"/>
                <a:gd name="csY2" fmla="*/ 11780 h 143054"/>
                <a:gd name="csX3" fmla="*/ 47199 w 64348"/>
                <a:gd name="csY3" fmla="*/ 19858 h 143054"/>
                <a:gd name="csX4" fmla="*/ 59092 w 64348"/>
                <a:gd name="csY4" fmla="*/ 8167 h 143054"/>
                <a:gd name="csX5" fmla="*/ 15768 w 64348"/>
                <a:gd name="csY5" fmla="*/ 116149 h 143054"/>
                <a:gd name="csX6" fmla="*/ 13857 w 64348"/>
                <a:gd name="csY6" fmla="*/ 125076 h 143054"/>
                <a:gd name="csX7" fmla="*/ 34032 w 64348"/>
                <a:gd name="csY7" fmla="*/ 143144 h 143054"/>
                <a:gd name="csX8" fmla="*/ 64613 w 64348"/>
                <a:gd name="csY8" fmla="*/ 110622 h 143054"/>
                <a:gd name="csX9" fmla="*/ 61215 w 64348"/>
                <a:gd name="csY9" fmla="*/ 107859 h 143054"/>
                <a:gd name="csX10" fmla="*/ 57180 w 64348"/>
                <a:gd name="csY10" fmla="*/ 111472 h 143054"/>
                <a:gd name="csX11" fmla="*/ 34669 w 64348"/>
                <a:gd name="csY11" fmla="*/ 137193 h 143054"/>
                <a:gd name="csX12" fmla="*/ 29360 w 64348"/>
                <a:gd name="csY12" fmla="*/ 129753 h 143054"/>
                <a:gd name="csX13" fmla="*/ 32758 w 64348"/>
                <a:gd name="csY13" fmla="*/ 116149 h 143054"/>
                <a:gd name="csX14" fmla="*/ 39553 w 64348"/>
                <a:gd name="csY14" fmla="*/ 99144 h 143054"/>
                <a:gd name="csX15" fmla="*/ 49960 w 64348"/>
                <a:gd name="csY15" fmla="*/ 72148 h 143054"/>
                <a:gd name="csX16" fmla="*/ 51234 w 64348"/>
                <a:gd name="csY16" fmla="*/ 65346 h 143054"/>
                <a:gd name="csX17" fmla="*/ 31059 w 64348"/>
                <a:gd name="csY17" fmla="*/ 47278 h 143054"/>
                <a:gd name="csX18" fmla="*/ 265 w 64348"/>
                <a:gd name="csY18" fmla="*/ 79801 h 143054"/>
                <a:gd name="csX19" fmla="*/ 3875 w 64348"/>
                <a:gd name="csY19" fmla="*/ 82564 h 143054"/>
                <a:gd name="csX20" fmla="*/ 7698 w 64348"/>
                <a:gd name="csY20" fmla="*/ 79163 h 143054"/>
                <a:gd name="csX21" fmla="*/ 30421 w 64348"/>
                <a:gd name="csY21" fmla="*/ 53230 h 143054"/>
                <a:gd name="csX22" fmla="*/ 35731 w 64348"/>
                <a:gd name="csY22" fmla="*/ 60670 h 143054"/>
                <a:gd name="csX23" fmla="*/ 29147 w 64348"/>
                <a:gd name="csY23" fmla="*/ 81926 h 143054"/>
                <a:gd name="csX24" fmla="*/ 15768 w 64348"/>
                <a:gd name="csY24" fmla="*/ 116149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348" h="143054">
                  <a:moveTo>
                    <a:pt x="59092" y="8167"/>
                  </a:moveTo>
                  <a:cubicBezTo>
                    <a:pt x="59092" y="4766"/>
                    <a:pt x="56543" y="89"/>
                    <a:pt x="50597" y="89"/>
                  </a:cubicBezTo>
                  <a:cubicBezTo>
                    <a:pt x="44863" y="89"/>
                    <a:pt x="38704" y="5616"/>
                    <a:pt x="38704" y="11780"/>
                  </a:cubicBezTo>
                  <a:cubicBezTo>
                    <a:pt x="38704" y="15394"/>
                    <a:pt x="41465" y="19858"/>
                    <a:pt x="47199" y="19858"/>
                  </a:cubicBezTo>
                  <a:cubicBezTo>
                    <a:pt x="53358" y="19858"/>
                    <a:pt x="59092" y="13906"/>
                    <a:pt x="59092" y="8167"/>
                  </a:cubicBezTo>
                  <a:close/>
                  <a:moveTo>
                    <a:pt x="15768" y="116149"/>
                  </a:moveTo>
                  <a:cubicBezTo>
                    <a:pt x="14918" y="118912"/>
                    <a:pt x="13857" y="121463"/>
                    <a:pt x="13857" y="125076"/>
                  </a:cubicBezTo>
                  <a:cubicBezTo>
                    <a:pt x="13857" y="135067"/>
                    <a:pt x="22351" y="143144"/>
                    <a:pt x="34032" y="143144"/>
                  </a:cubicBezTo>
                  <a:cubicBezTo>
                    <a:pt x="55269" y="143144"/>
                    <a:pt x="64613" y="113811"/>
                    <a:pt x="64613" y="110622"/>
                  </a:cubicBezTo>
                  <a:cubicBezTo>
                    <a:pt x="64613" y="107859"/>
                    <a:pt x="61852" y="107859"/>
                    <a:pt x="61215" y="107859"/>
                  </a:cubicBezTo>
                  <a:cubicBezTo>
                    <a:pt x="58242" y="107859"/>
                    <a:pt x="58030" y="109134"/>
                    <a:pt x="57180" y="111472"/>
                  </a:cubicBezTo>
                  <a:cubicBezTo>
                    <a:pt x="52296" y="128477"/>
                    <a:pt x="42951" y="137193"/>
                    <a:pt x="34669" y="137193"/>
                  </a:cubicBezTo>
                  <a:cubicBezTo>
                    <a:pt x="30421" y="137193"/>
                    <a:pt x="29360" y="134429"/>
                    <a:pt x="29360" y="129753"/>
                  </a:cubicBezTo>
                  <a:cubicBezTo>
                    <a:pt x="29360" y="124864"/>
                    <a:pt x="30846" y="120825"/>
                    <a:pt x="32758" y="116149"/>
                  </a:cubicBezTo>
                  <a:cubicBezTo>
                    <a:pt x="34881" y="110410"/>
                    <a:pt x="37217" y="104670"/>
                    <a:pt x="39553" y="99144"/>
                  </a:cubicBezTo>
                  <a:cubicBezTo>
                    <a:pt x="41465" y="94042"/>
                    <a:pt x="49110" y="74699"/>
                    <a:pt x="49960" y="72148"/>
                  </a:cubicBezTo>
                  <a:cubicBezTo>
                    <a:pt x="50597" y="70023"/>
                    <a:pt x="51234" y="67472"/>
                    <a:pt x="51234" y="65346"/>
                  </a:cubicBezTo>
                  <a:cubicBezTo>
                    <a:pt x="51234" y="55356"/>
                    <a:pt x="42739" y="47278"/>
                    <a:pt x="31059" y="47278"/>
                  </a:cubicBezTo>
                  <a:cubicBezTo>
                    <a:pt x="10034" y="47278"/>
                    <a:pt x="265" y="76187"/>
                    <a:pt x="265" y="79801"/>
                  </a:cubicBezTo>
                  <a:cubicBezTo>
                    <a:pt x="265" y="82564"/>
                    <a:pt x="3238" y="82564"/>
                    <a:pt x="3875" y="82564"/>
                  </a:cubicBezTo>
                  <a:cubicBezTo>
                    <a:pt x="6848" y="82564"/>
                    <a:pt x="7061" y="81501"/>
                    <a:pt x="7698" y="79163"/>
                  </a:cubicBezTo>
                  <a:cubicBezTo>
                    <a:pt x="13219" y="60882"/>
                    <a:pt x="22564" y="53230"/>
                    <a:pt x="30421" y="53230"/>
                  </a:cubicBezTo>
                  <a:cubicBezTo>
                    <a:pt x="33819" y="53230"/>
                    <a:pt x="35731" y="54931"/>
                    <a:pt x="35731" y="60670"/>
                  </a:cubicBezTo>
                  <a:cubicBezTo>
                    <a:pt x="35731" y="65559"/>
                    <a:pt x="34457" y="68747"/>
                    <a:pt x="29147" y="81926"/>
                  </a:cubicBezTo>
                  <a:lnTo>
                    <a:pt x="15768" y="116149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AA2722B-1476-8CA3-17E6-843C93562956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9781749" y="7786522"/>
              <a:ext cx="70385" cy="303661"/>
            </a:xfrm>
            <a:custGeom>
              <a:avLst/>
              <a:gdLst>
                <a:gd name="csX0" fmla="*/ 70654 w 70385"/>
                <a:gd name="csY0" fmla="*/ 151919 h 303661"/>
                <a:gd name="csX1" fmla="*/ 50630 w 70385"/>
                <a:gd name="csY1" fmla="*/ 57176 h 303661"/>
                <a:gd name="csX2" fmla="*/ 3302 w 70385"/>
                <a:gd name="csY2" fmla="*/ 88 h 303661"/>
                <a:gd name="csX3" fmla="*/ 268 w 70385"/>
                <a:gd name="csY3" fmla="*/ 3125 h 303661"/>
                <a:gd name="csX4" fmla="*/ 6032 w 70385"/>
                <a:gd name="csY4" fmla="*/ 10109 h 303661"/>
                <a:gd name="csX5" fmla="*/ 53057 w 70385"/>
                <a:gd name="csY5" fmla="*/ 151919 h 303661"/>
                <a:gd name="csX6" fmla="*/ 4212 w 70385"/>
                <a:gd name="csY6" fmla="*/ 295550 h 303661"/>
                <a:gd name="csX7" fmla="*/ 268 w 70385"/>
                <a:gd name="csY7" fmla="*/ 300713 h 303661"/>
                <a:gd name="csX8" fmla="*/ 3302 w 70385"/>
                <a:gd name="csY8" fmla="*/ 303749 h 303661"/>
                <a:gd name="csX9" fmla="*/ 51541 w 70385"/>
                <a:gd name="csY9" fmla="*/ 244535 h 303661"/>
                <a:gd name="csX10" fmla="*/ 70654 w 70385"/>
                <a:gd name="csY10" fmla="*/ 15191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85" h="303661">
                  <a:moveTo>
                    <a:pt x="70654" y="151919"/>
                  </a:moveTo>
                  <a:cubicBezTo>
                    <a:pt x="70654" y="128233"/>
                    <a:pt x="67317" y="91490"/>
                    <a:pt x="50630" y="57176"/>
                  </a:cubicBezTo>
                  <a:cubicBezTo>
                    <a:pt x="32427" y="19826"/>
                    <a:pt x="6336" y="88"/>
                    <a:pt x="3302" y="88"/>
                  </a:cubicBezTo>
                  <a:cubicBezTo>
                    <a:pt x="1482" y="88"/>
                    <a:pt x="268" y="1303"/>
                    <a:pt x="268" y="3125"/>
                  </a:cubicBezTo>
                  <a:cubicBezTo>
                    <a:pt x="268" y="4036"/>
                    <a:pt x="268" y="4643"/>
                    <a:pt x="6032" y="10109"/>
                  </a:cubicBezTo>
                  <a:cubicBezTo>
                    <a:pt x="35764" y="40171"/>
                    <a:pt x="53057" y="88453"/>
                    <a:pt x="53057" y="151919"/>
                  </a:cubicBezTo>
                  <a:cubicBezTo>
                    <a:pt x="53057" y="203845"/>
                    <a:pt x="41832" y="257289"/>
                    <a:pt x="4212" y="295550"/>
                  </a:cubicBezTo>
                  <a:cubicBezTo>
                    <a:pt x="268" y="299194"/>
                    <a:pt x="268" y="299802"/>
                    <a:pt x="268" y="300713"/>
                  </a:cubicBezTo>
                  <a:cubicBezTo>
                    <a:pt x="268" y="302535"/>
                    <a:pt x="1482" y="303749"/>
                    <a:pt x="3302" y="303749"/>
                  </a:cubicBezTo>
                  <a:cubicBezTo>
                    <a:pt x="6336" y="303749"/>
                    <a:pt x="33641" y="283100"/>
                    <a:pt x="51541" y="244535"/>
                  </a:cubicBezTo>
                  <a:cubicBezTo>
                    <a:pt x="67013" y="211133"/>
                    <a:pt x="70654" y="177426"/>
                    <a:pt x="70654" y="151919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93D9FE00-C764-F86B-D1A6-286E24CD50EB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9882440" y="7964437"/>
              <a:ext cx="93230" cy="184292"/>
            </a:xfrm>
            <a:custGeom>
              <a:avLst/>
              <a:gdLst>
                <a:gd name="csX0" fmla="*/ 93503 w 93230"/>
                <a:gd name="csY0" fmla="*/ 8168 h 184292"/>
                <a:gd name="csX1" fmla="*/ 85008 w 93230"/>
                <a:gd name="csY1" fmla="*/ 91 h 184292"/>
                <a:gd name="csX2" fmla="*/ 73115 w 93230"/>
                <a:gd name="csY2" fmla="*/ 11782 h 184292"/>
                <a:gd name="csX3" fmla="*/ 81610 w 93230"/>
                <a:gd name="csY3" fmla="*/ 19859 h 184292"/>
                <a:gd name="csX4" fmla="*/ 93503 w 93230"/>
                <a:gd name="csY4" fmla="*/ 8168 h 184292"/>
                <a:gd name="csX5" fmla="*/ 48480 w 93230"/>
                <a:gd name="csY5" fmla="*/ 151436 h 184292"/>
                <a:gd name="csX6" fmla="*/ 21084 w 93230"/>
                <a:gd name="csY6" fmla="*/ 178431 h 184292"/>
                <a:gd name="csX7" fmla="*/ 13439 w 93230"/>
                <a:gd name="csY7" fmla="*/ 177156 h 184292"/>
                <a:gd name="csX8" fmla="*/ 20660 w 93230"/>
                <a:gd name="csY8" fmla="*/ 166315 h 184292"/>
                <a:gd name="csX9" fmla="*/ 12377 w 93230"/>
                <a:gd name="csY9" fmla="*/ 158450 h 184292"/>
                <a:gd name="csX10" fmla="*/ 272 w 93230"/>
                <a:gd name="csY10" fmla="*/ 170992 h 184292"/>
                <a:gd name="csX11" fmla="*/ 21297 w 93230"/>
                <a:gd name="csY11" fmla="*/ 184383 h 184292"/>
                <a:gd name="csX12" fmla="*/ 65470 w 93230"/>
                <a:gd name="csY12" fmla="*/ 150798 h 184292"/>
                <a:gd name="csX13" fmla="*/ 84583 w 93230"/>
                <a:gd name="csY13" fmla="*/ 74700 h 184292"/>
                <a:gd name="csX14" fmla="*/ 85645 w 93230"/>
                <a:gd name="csY14" fmla="*/ 67261 h 184292"/>
                <a:gd name="csX15" fmla="*/ 62921 w 93230"/>
                <a:gd name="csY15" fmla="*/ 47280 h 184292"/>
                <a:gd name="csX16" fmla="*/ 25757 w 93230"/>
                <a:gd name="csY16" fmla="*/ 79802 h 184292"/>
                <a:gd name="csX17" fmla="*/ 29367 w 93230"/>
                <a:gd name="csY17" fmla="*/ 82565 h 184292"/>
                <a:gd name="csX18" fmla="*/ 33614 w 93230"/>
                <a:gd name="csY18" fmla="*/ 78739 h 184292"/>
                <a:gd name="csX19" fmla="*/ 62284 w 93230"/>
                <a:gd name="csY19" fmla="*/ 53232 h 184292"/>
                <a:gd name="csX20" fmla="*/ 69505 w 93230"/>
                <a:gd name="csY20" fmla="*/ 63647 h 184292"/>
                <a:gd name="csX21" fmla="*/ 68868 w 93230"/>
                <a:gd name="csY21" fmla="*/ 70024 h 184292"/>
                <a:gd name="csX22" fmla="*/ 48480 w 93230"/>
                <a:gd name="csY22" fmla="*/ 151436 h 184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93230" h="184292">
                  <a:moveTo>
                    <a:pt x="93503" y="8168"/>
                  </a:moveTo>
                  <a:cubicBezTo>
                    <a:pt x="93503" y="4555"/>
                    <a:pt x="90742" y="91"/>
                    <a:pt x="85008" y="91"/>
                  </a:cubicBezTo>
                  <a:cubicBezTo>
                    <a:pt x="78849" y="91"/>
                    <a:pt x="73115" y="6043"/>
                    <a:pt x="73115" y="11782"/>
                  </a:cubicBezTo>
                  <a:cubicBezTo>
                    <a:pt x="73115" y="15183"/>
                    <a:pt x="75664" y="19859"/>
                    <a:pt x="81610" y="19859"/>
                  </a:cubicBezTo>
                  <a:cubicBezTo>
                    <a:pt x="87344" y="19859"/>
                    <a:pt x="93503" y="14333"/>
                    <a:pt x="93503" y="8168"/>
                  </a:cubicBezTo>
                  <a:close/>
                  <a:moveTo>
                    <a:pt x="48480" y="151436"/>
                  </a:moveTo>
                  <a:cubicBezTo>
                    <a:pt x="44870" y="166103"/>
                    <a:pt x="33614" y="178431"/>
                    <a:pt x="21084" y="178431"/>
                  </a:cubicBezTo>
                  <a:cubicBezTo>
                    <a:pt x="18324" y="178431"/>
                    <a:pt x="15775" y="178006"/>
                    <a:pt x="13439" y="177156"/>
                  </a:cubicBezTo>
                  <a:cubicBezTo>
                    <a:pt x="18961" y="174605"/>
                    <a:pt x="20660" y="169504"/>
                    <a:pt x="20660" y="166315"/>
                  </a:cubicBezTo>
                  <a:cubicBezTo>
                    <a:pt x="20660" y="161214"/>
                    <a:pt x="16625" y="158450"/>
                    <a:pt x="12377" y="158450"/>
                  </a:cubicBezTo>
                  <a:cubicBezTo>
                    <a:pt x="5794" y="158450"/>
                    <a:pt x="272" y="164189"/>
                    <a:pt x="272" y="170992"/>
                  </a:cubicBezTo>
                  <a:cubicBezTo>
                    <a:pt x="272" y="179069"/>
                    <a:pt x="8554" y="184383"/>
                    <a:pt x="21297" y="184383"/>
                  </a:cubicBezTo>
                  <a:cubicBezTo>
                    <a:pt x="34039" y="184383"/>
                    <a:pt x="58886" y="176731"/>
                    <a:pt x="65470" y="150798"/>
                  </a:cubicBezTo>
                  <a:lnTo>
                    <a:pt x="84583" y="74700"/>
                  </a:lnTo>
                  <a:cubicBezTo>
                    <a:pt x="85220" y="72362"/>
                    <a:pt x="85645" y="70449"/>
                    <a:pt x="85645" y="67261"/>
                  </a:cubicBezTo>
                  <a:cubicBezTo>
                    <a:pt x="85645" y="55570"/>
                    <a:pt x="75664" y="47280"/>
                    <a:pt x="62921" y="47280"/>
                  </a:cubicBezTo>
                  <a:cubicBezTo>
                    <a:pt x="39348" y="47280"/>
                    <a:pt x="25757" y="76826"/>
                    <a:pt x="25757" y="79802"/>
                  </a:cubicBezTo>
                  <a:cubicBezTo>
                    <a:pt x="25757" y="82565"/>
                    <a:pt x="28730" y="82565"/>
                    <a:pt x="29367" y="82565"/>
                  </a:cubicBezTo>
                  <a:cubicBezTo>
                    <a:pt x="31915" y="82565"/>
                    <a:pt x="32128" y="81928"/>
                    <a:pt x="33614" y="78739"/>
                  </a:cubicBezTo>
                  <a:cubicBezTo>
                    <a:pt x="38923" y="66411"/>
                    <a:pt x="49967" y="53232"/>
                    <a:pt x="62284" y="53232"/>
                  </a:cubicBezTo>
                  <a:cubicBezTo>
                    <a:pt x="67594" y="53232"/>
                    <a:pt x="69505" y="56845"/>
                    <a:pt x="69505" y="63647"/>
                  </a:cubicBezTo>
                  <a:cubicBezTo>
                    <a:pt x="69505" y="65985"/>
                    <a:pt x="69080" y="68961"/>
                    <a:pt x="68868" y="70024"/>
                  </a:cubicBezTo>
                  <a:lnTo>
                    <a:pt x="48480" y="151436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D3BDFF87-ACB5-96BC-03C6-B2E2A5BAFD5E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0111536" y="7902824"/>
              <a:ext cx="201752" cy="71056"/>
            </a:xfrm>
            <a:custGeom>
              <a:avLst/>
              <a:gdLst>
                <a:gd name="csX0" fmla="*/ 191716 w 201752"/>
                <a:gd name="csY0" fmla="*/ 12234 h 71056"/>
                <a:gd name="csX1" fmla="*/ 202031 w 201752"/>
                <a:gd name="csY1" fmla="*/ 6161 h 71056"/>
                <a:gd name="csX2" fmla="*/ 192020 w 201752"/>
                <a:gd name="csY2" fmla="*/ 88 h 71056"/>
                <a:gd name="csX3" fmla="*/ 10291 w 201752"/>
                <a:gd name="csY3" fmla="*/ 88 h 71056"/>
                <a:gd name="csX4" fmla="*/ 279 w 201752"/>
                <a:gd name="csY4" fmla="*/ 6161 h 71056"/>
                <a:gd name="csX5" fmla="*/ 10594 w 201752"/>
                <a:gd name="csY5" fmla="*/ 12234 h 71056"/>
                <a:gd name="csX6" fmla="*/ 191716 w 201752"/>
                <a:gd name="csY6" fmla="*/ 12234 h 71056"/>
                <a:gd name="csX7" fmla="*/ 192020 w 201752"/>
                <a:gd name="csY7" fmla="*/ 71145 h 71056"/>
                <a:gd name="csX8" fmla="*/ 202031 w 201752"/>
                <a:gd name="csY8" fmla="*/ 65071 h 71056"/>
                <a:gd name="csX9" fmla="*/ 191716 w 201752"/>
                <a:gd name="csY9" fmla="*/ 58998 h 71056"/>
                <a:gd name="csX10" fmla="*/ 10594 w 201752"/>
                <a:gd name="csY10" fmla="*/ 58998 h 71056"/>
                <a:gd name="csX11" fmla="*/ 279 w 201752"/>
                <a:gd name="csY11" fmla="*/ 65071 h 71056"/>
                <a:gd name="csX12" fmla="*/ 10291 w 201752"/>
                <a:gd name="csY12" fmla="*/ 71145 h 71056"/>
                <a:gd name="csX13" fmla="*/ 192020 w 201752"/>
                <a:gd name="csY13" fmla="*/ 71145 h 71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752" h="71056">
                  <a:moveTo>
                    <a:pt x="191716" y="12234"/>
                  </a:moveTo>
                  <a:cubicBezTo>
                    <a:pt x="196267" y="12234"/>
                    <a:pt x="202031" y="12234"/>
                    <a:pt x="202031" y="6161"/>
                  </a:cubicBezTo>
                  <a:cubicBezTo>
                    <a:pt x="202031" y="88"/>
                    <a:pt x="196267" y="88"/>
                    <a:pt x="192020" y="88"/>
                  </a:cubicBezTo>
                  <a:lnTo>
                    <a:pt x="10291" y="88"/>
                  </a:lnTo>
                  <a:cubicBezTo>
                    <a:pt x="6043" y="88"/>
                    <a:pt x="279" y="88"/>
                    <a:pt x="279" y="6161"/>
                  </a:cubicBezTo>
                  <a:cubicBezTo>
                    <a:pt x="279" y="12234"/>
                    <a:pt x="6043" y="12234"/>
                    <a:pt x="10594" y="12234"/>
                  </a:cubicBezTo>
                  <a:lnTo>
                    <a:pt x="191716" y="12234"/>
                  </a:lnTo>
                  <a:close/>
                  <a:moveTo>
                    <a:pt x="192020" y="71145"/>
                  </a:moveTo>
                  <a:cubicBezTo>
                    <a:pt x="196267" y="71145"/>
                    <a:pt x="202031" y="71145"/>
                    <a:pt x="202031" y="65071"/>
                  </a:cubicBezTo>
                  <a:cubicBezTo>
                    <a:pt x="202031" y="58998"/>
                    <a:pt x="196267" y="58998"/>
                    <a:pt x="191716" y="58998"/>
                  </a:cubicBezTo>
                  <a:lnTo>
                    <a:pt x="10594" y="58998"/>
                  </a:lnTo>
                  <a:cubicBezTo>
                    <a:pt x="6043" y="58998"/>
                    <a:pt x="279" y="58998"/>
                    <a:pt x="279" y="65071"/>
                  </a:cubicBezTo>
                  <a:cubicBezTo>
                    <a:pt x="279" y="71145"/>
                    <a:pt x="6043" y="71145"/>
                    <a:pt x="10291" y="71145"/>
                  </a:cubicBezTo>
                  <a:lnTo>
                    <a:pt x="192020" y="71145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19D2F53D-DDBB-E6A6-26DB-FA989E439A08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0884036" y="7672799"/>
              <a:ext cx="117410" cy="139380"/>
            </a:xfrm>
            <a:custGeom>
              <a:avLst/>
              <a:gdLst>
                <a:gd name="csX0" fmla="*/ 25789 w 117410"/>
                <a:gd name="csY0" fmla="*/ 59599 h 139380"/>
                <a:gd name="csX1" fmla="*/ 63409 w 117410"/>
                <a:gd name="csY1" fmla="*/ 6762 h 139380"/>
                <a:gd name="csX2" fmla="*/ 97692 w 117410"/>
                <a:gd name="csY2" fmla="*/ 59599 h 139380"/>
                <a:gd name="csX3" fmla="*/ 25789 w 117410"/>
                <a:gd name="csY3" fmla="*/ 59599 h 139380"/>
                <a:gd name="csX4" fmla="*/ 25486 w 117410"/>
                <a:gd name="csY4" fmla="*/ 65976 h 139380"/>
                <a:gd name="csX5" fmla="*/ 110131 w 117410"/>
                <a:gd name="csY5" fmla="*/ 65976 h 139380"/>
                <a:gd name="csX6" fmla="*/ 117715 w 117410"/>
                <a:gd name="csY6" fmla="*/ 59599 h 139380"/>
                <a:gd name="csX7" fmla="*/ 63409 w 117410"/>
                <a:gd name="csY7" fmla="*/ 81 h 139380"/>
                <a:gd name="csX8" fmla="*/ 305 w 117410"/>
                <a:gd name="csY8" fmla="*/ 69316 h 139380"/>
                <a:gd name="csX9" fmla="*/ 67050 w 117410"/>
                <a:gd name="csY9" fmla="*/ 139462 h 139380"/>
                <a:gd name="csX10" fmla="*/ 117715 w 117410"/>
                <a:gd name="csY10" fmla="*/ 99986 h 139380"/>
                <a:gd name="csX11" fmla="*/ 113771 w 117410"/>
                <a:gd name="csY11" fmla="*/ 96342 h 139380"/>
                <a:gd name="csX12" fmla="*/ 109827 w 117410"/>
                <a:gd name="csY12" fmla="*/ 100593 h 139380"/>
                <a:gd name="csX13" fmla="*/ 68870 w 117410"/>
                <a:gd name="csY13" fmla="*/ 131870 h 139380"/>
                <a:gd name="csX14" fmla="*/ 34587 w 117410"/>
                <a:gd name="csY14" fmla="*/ 111525 h 139380"/>
                <a:gd name="csX15" fmla="*/ 25486 w 117410"/>
                <a:gd name="csY15" fmla="*/ 65976 h 139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17410" h="139380">
                  <a:moveTo>
                    <a:pt x="25789" y="59599"/>
                  </a:moveTo>
                  <a:cubicBezTo>
                    <a:pt x="27609" y="14353"/>
                    <a:pt x="53094" y="6762"/>
                    <a:pt x="63409" y="6762"/>
                  </a:cubicBezTo>
                  <a:cubicBezTo>
                    <a:pt x="94658" y="6762"/>
                    <a:pt x="97692" y="47756"/>
                    <a:pt x="97692" y="59599"/>
                  </a:cubicBezTo>
                  <a:lnTo>
                    <a:pt x="25789" y="59599"/>
                  </a:lnTo>
                  <a:close/>
                  <a:moveTo>
                    <a:pt x="25486" y="65976"/>
                  </a:moveTo>
                  <a:lnTo>
                    <a:pt x="110131" y="65976"/>
                  </a:lnTo>
                  <a:cubicBezTo>
                    <a:pt x="116805" y="65976"/>
                    <a:pt x="117715" y="65976"/>
                    <a:pt x="117715" y="59599"/>
                  </a:cubicBezTo>
                  <a:cubicBezTo>
                    <a:pt x="117715" y="29536"/>
                    <a:pt x="101333" y="81"/>
                    <a:pt x="63409" y="81"/>
                  </a:cubicBezTo>
                  <a:cubicBezTo>
                    <a:pt x="28216" y="81"/>
                    <a:pt x="305" y="31358"/>
                    <a:pt x="305" y="69316"/>
                  </a:cubicBezTo>
                  <a:cubicBezTo>
                    <a:pt x="305" y="110007"/>
                    <a:pt x="32160" y="139462"/>
                    <a:pt x="67050" y="139462"/>
                  </a:cubicBezTo>
                  <a:cubicBezTo>
                    <a:pt x="104063" y="139462"/>
                    <a:pt x="117715" y="105755"/>
                    <a:pt x="117715" y="99986"/>
                  </a:cubicBezTo>
                  <a:cubicBezTo>
                    <a:pt x="117715" y="96949"/>
                    <a:pt x="115288" y="96342"/>
                    <a:pt x="113771" y="96342"/>
                  </a:cubicBezTo>
                  <a:cubicBezTo>
                    <a:pt x="111041" y="96342"/>
                    <a:pt x="110434" y="98164"/>
                    <a:pt x="109827" y="100593"/>
                  </a:cubicBezTo>
                  <a:cubicBezTo>
                    <a:pt x="99209" y="131870"/>
                    <a:pt x="71904" y="131870"/>
                    <a:pt x="68870" y="131870"/>
                  </a:cubicBezTo>
                  <a:cubicBezTo>
                    <a:pt x="53701" y="131870"/>
                    <a:pt x="41565" y="122760"/>
                    <a:pt x="34587" y="111525"/>
                  </a:cubicBezTo>
                  <a:cubicBezTo>
                    <a:pt x="25486" y="96949"/>
                    <a:pt x="25486" y="76908"/>
                    <a:pt x="25486" y="65976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9F985596-98C5-9BBC-3613-EF6A37792F0D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1014021" y="7677961"/>
              <a:ext cx="152907" cy="130878"/>
            </a:xfrm>
            <a:custGeom>
              <a:avLst/>
              <a:gdLst>
                <a:gd name="csX0" fmla="*/ 83740 w 152907"/>
                <a:gd name="csY0" fmla="*/ 59599 h 130878"/>
                <a:gd name="csX1" fmla="*/ 111652 w 152907"/>
                <a:gd name="csY1" fmla="*/ 25285 h 130878"/>
                <a:gd name="csX2" fmla="*/ 147755 w 152907"/>
                <a:gd name="csY2" fmla="*/ 9495 h 130878"/>
                <a:gd name="csX3" fmla="*/ 147755 w 152907"/>
                <a:gd name="csY3" fmla="*/ 81 h 130878"/>
                <a:gd name="csX4" fmla="*/ 122877 w 152907"/>
                <a:gd name="csY4" fmla="*/ 992 h 130878"/>
                <a:gd name="csX5" fmla="*/ 93752 w 152907"/>
                <a:gd name="csY5" fmla="*/ 81 h 130878"/>
                <a:gd name="csX6" fmla="*/ 93752 w 152907"/>
                <a:gd name="csY6" fmla="*/ 9495 h 130878"/>
                <a:gd name="csX7" fmla="*/ 102550 w 152907"/>
                <a:gd name="csY7" fmla="*/ 18908 h 130878"/>
                <a:gd name="csX8" fmla="*/ 98000 w 152907"/>
                <a:gd name="csY8" fmla="*/ 29536 h 130878"/>
                <a:gd name="csX9" fmla="*/ 79190 w 152907"/>
                <a:gd name="csY9" fmla="*/ 53222 h 130878"/>
                <a:gd name="csX10" fmla="*/ 55525 w 152907"/>
                <a:gd name="csY10" fmla="*/ 22552 h 130878"/>
                <a:gd name="csX11" fmla="*/ 52795 w 152907"/>
                <a:gd name="csY11" fmla="*/ 17086 h 130878"/>
                <a:gd name="csX12" fmla="*/ 63414 w 152907"/>
                <a:gd name="csY12" fmla="*/ 9495 h 130878"/>
                <a:gd name="csX13" fmla="*/ 63414 w 152907"/>
                <a:gd name="csY13" fmla="*/ 81 h 130878"/>
                <a:gd name="csX14" fmla="*/ 30648 w 152907"/>
                <a:gd name="csY14" fmla="*/ 992 h 130878"/>
                <a:gd name="csX15" fmla="*/ 1826 w 152907"/>
                <a:gd name="csY15" fmla="*/ 81 h 130878"/>
                <a:gd name="csX16" fmla="*/ 1826 w 152907"/>
                <a:gd name="csY16" fmla="*/ 9495 h 130878"/>
                <a:gd name="csX17" fmla="*/ 37626 w 152907"/>
                <a:gd name="csY17" fmla="*/ 28018 h 130878"/>
                <a:gd name="csX18" fmla="*/ 67661 w 152907"/>
                <a:gd name="csY18" fmla="*/ 67190 h 130878"/>
                <a:gd name="csX19" fmla="*/ 39143 w 152907"/>
                <a:gd name="csY19" fmla="*/ 103326 h 130878"/>
                <a:gd name="csX20" fmla="*/ 309 w 152907"/>
                <a:gd name="csY20" fmla="*/ 121546 h 130878"/>
                <a:gd name="csX21" fmla="*/ 309 w 152907"/>
                <a:gd name="csY21" fmla="*/ 130959 h 130878"/>
                <a:gd name="csX22" fmla="*/ 25490 w 152907"/>
                <a:gd name="csY22" fmla="*/ 130048 h 130878"/>
                <a:gd name="csX23" fmla="*/ 54312 w 152907"/>
                <a:gd name="csY23" fmla="*/ 130959 h 130878"/>
                <a:gd name="csX24" fmla="*/ 54312 w 152907"/>
                <a:gd name="csY24" fmla="*/ 121546 h 130878"/>
                <a:gd name="csX25" fmla="*/ 45514 w 152907"/>
                <a:gd name="csY25" fmla="*/ 112132 h 130878"/>
                <a:gd name="csX26" fmla="*/ 72819 w 152907"/>
                <a:gd name="csY26" fmla="*/ 73567 h 130878"/>
                <a:gd name="csX27" fmla="*/ 95876 w 152907"/>
                <a:gd name="csY27" fmla="*/ 103933 h 130878"/>
                <a:gd name="csX28" fmla="*/ 102247 w 152907"/>
                <a:gd name="csY28" fmla="*/ 113954 h 130878"/>
                <a:gd name="csX29" fmla="*/ 91325 w 152907"/>
                <a:gd name="csY29" fmla="*/ 121546 h 130878"/>
                <a:gd name="csX30" fmla="*/ 91325 w 152907"/>
                <a:gd name="csY30" fmla="*/ 130959 h 130878"/>
                <a:gd name="csX31" fmla="*/ 124091 w 152907"/>
                <a:gd name="csY31" fmla="*/ 130048 h 130878"/>
                <a:gd name="csX32" fmla="*/ 153216 w 152907"/>
                <a:gd name="csY32" fmla="*/ 130959 h 130878"/>
                <a:gd name="csX33" fmla="*/ 153216 w 152907"/>
                <a:gd name="csY33" fmla="*/ 121546 h 130878"/>
                <a:gd name="csX34" fmla="*/ 124394 w 152907"/>
                <a:gd name="csY34" fmla="*/ 112132 h 130878"/>
                <a:gd name="csX35" fmla="*/ 83740 w 152907"/>
                <a:gd name="csY35" fmla="*/ 59599 h 1308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52907" h="130878">
                  <a:moveTo>
                    <a:pt x="83740" y="59599"/>
                  </a:moveTo>
                  <a:cubicBezTo>
                    <a:pt x="92842" y="48060"/>
                    <a:pt x="104371" y="33180"/>
                    <a:pt x="111652" y="25285"/>
                  </a:cubicBezTo>
                  <a:cubicBezTo>
                    <a:pt x="121057" y="14353"/>
                    <a:pt x="133496" y="9798"/>
                    <a:pt x="147755" y="9495"/>
                  </a:cubicBezTo>
                  <a:lnTo>
                    <a:pt x="147755" y="81"/>
                  </a:lnTo>
                  <a:cubicBezTo>
                    <a:pt x="139867" y="689"/>
                    <a:pt x="130766" y="992"/>
                    <a:pt x="122877" y="992"/>
                  </a:cubicBezTo>
                  <a:cubicBezTo>
                    <a:pt x="113776" y="992"/>
                    <a:pt x="97696" y="385"/>
                    <a:pt x="93752" y="81"/>
                  </a:cubicBezTo>
                  <a:lnTo>
                    <a:pt x="93752" y="9495"/>
                  </a:lnTo>
                  <a:cubicBezTo>
                    <a:pt x="100123" y="10102"/>
                    <a:pt x="102550" y="14050"/>
                    <a:pt x="102550" y="18908"/>
                  </a:cubicBezTo>
                  <a:cubicBezTo>
                    <a:pt x="102550" y="23767"/>
                    <a:pt x="99517" y="27714"/>
                    <a:pt x="98000" y="29536"/>
                  </a:cubicBezTo>
                  <a:lnTo>
                    <a:pt x="79190" y="53222"/>
                  </a:lnTo>
                  <a:lnTo>
                    <a:pt x="55525" y="22552"/>
                  </a:lnTo>
                  <a:cubicBezTo>
                    <a:pt x="52795" y="19516"/>
                    <a:pt x="52795" y="18908"/>
                    <a:pt x="52795" y="17086"/>
                  </a:cubicBezTo>
                  <a:cubicBezTo>
                    <a:pt x="52795" y="12531"/>
                    <a:pt x="57346" y="9798"/>
                    <a:pt x="63414" y="9495"/>
                  </a:cubicBezTo>
                  <a:lnTo>
                    <a:pt x="63414" y="81"/>
                  </a:lnTo>
                  <a:cubicBezTo>
                    <a:pt x="55525" y="385"/>
                    <a:pt x="35502" y="992"/>
                    <a:pt x="30648" y="992"/>
                  </a:cubicBezTo>
                  <a:cubicBezTo>
                    <a:pt x="24277" y="992"/>
                    <a:pt x="10017" y="689"/>
                    <a:pt x="1826" y="81"/>
                  </a:cubicBezTo>
                  <a:lnTo>
                    <a:pt x="1826" y="9495"/>
                  </a:lnTo>
                  <a:cubicBezTo>
                    <a:pt x="23063" y="9495"/>
                    <a:pt x="23366" y="9798"/>
                    <a:pt x="37626" y="28018"/>
                  </a:cubicBezTo>
                  <a:lnTo>
                    <a:pt x="67661" y="67190"/>
                  </a:lnTo>
                  <a:lnTo>
                    <a:pt x="39143" y="103326"/>
                  </a:lnTo>
                  <a:cubicBezTo>
                    <a:pt x="24580" y="120938"/>
                    <a:pt x="6680" y="121546"/>
                    <a:pt x="309" y="121546"/>
                  </a:cubicBezTo>
                  <a:lnTo>
                    <a:pt x="309" y="130959"/>
                  </a:lnTo>
                  <a:cubicBezTo>
                    <a:pt x="8197" y="130352"/>
                    <a:pt x="17602" y="130048"/>
                    <a:pt x="25490" y="130048"/>
                  </a:cubicBezTo>
                  <a:cubicBezTo>
                    <a:pt x="34288" y="130048"/>
                    <a:pt x="47031" y="130656"/>
                    <a:pt x="54312" y="130959"/>
                  </a:cubicBezTo>
                  <a:lnTo>
                    <a:pt x="54312" y="121546"/>
                  </a:lnTo>
                  <a:cubicBezTo>
                    <a:pt x="47637" y="120635"/>
                    <a:pt x="45514" y="116687"/>
                    <a:pt x="45514" y="112132"/>
                  </a:cubicBezTo>
                  <a:cubicBezTo>
                    <a:pt x="45514" y="105452"/>
                    <a:pt x="54312" y="95431"/>
                    <a:pt x="72819" y="73567"/>
                  </a:cubicBezTo>
                  <a:lnTo>
                    <a:pt x="95876" y="103933"/>
                  </a:lnTo>
                  <a:cubicBezTo>
                    <a:pt x="98303" y="107274"/>
                    <a:pt x="102247" y="112132"/>
                    <a:pt x="102247" y="113954"/>
                  </a:cubicBezTo>
                  <a:cubicBezTo>
                    <a:pt x="102247" y="116687"/>
                    <a:pt x="99517" y="121242"/>
                    <a:pt x="91325" y="121546"/>
                  </a:cubicBezTo>
                  <a:lnTo>
                    <a:pt x="91325" y="130959"/>
                  </a:lnTo>
                  <a:cubicBezTo>
                    <a:pt x="100427" y="130656"/>
                    <a:pt x="117416" y="130048"/>
                    <a:pt x="124091" y="130048"/>
                  </a:cubicBezTo>
                  <a:cubicBezTo>
                    <a:pt x="132282" y="130048"/>
                    <a:pt x="144115" y="130352"/>
                    <a:pt x="153216" y="130959"/>
                  </a:cubicBezTo>
                  <a:lnTo>
                    <a:pt x="153216" y="121546"/>
                  </a:lnTo>
                  <a:cubicBezTo>
                    <a:pt x="136833" y="121546"/>
                    <a:pt x="131372" y="120938"/>
                    <a:pt x="124394" y="112132"/>
                  </a:cubicBezTo>
                  <a:lnTo>
                    <a:pt x="83740" y="59599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5987C332-7BC2-25EA-B4E3-5536E7538400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1178997" y="7674621"/>
              <a:ext cx="149569" cy="193128"/>
            </a:xfrm>
            <a:custGeom>
              <a:avLst/>
              <a:gdLst>
                <a:gd name="csX0" fmla="*/ 44002 w 149569"/>
                <a:gd name="csY0" fmla="*/ 20123 h 193128"/>
                <a:gd name="csX1" fmla="*/ 44002 w 149569"/>
                <a:gd name="csY1" fmla="*/ 81 h 193128"/>
                <a:gd name="csX2" fmla="*/ 314 w 149569"/>
                <a:gd name="csY2" fmla="*/ 3421 h 193128"/>
                <a:gd name="csX3" fmla="*/ 314 w 149569"/>
                <a:gd name="csY3" fmla="*/ 12835 h 193128"/>
                <a:gd name="csX4" fmla="*/ 23978 w 149569"/>
                <a:gd name="csY4" fmla="*/ 28018 h 193128"/>
                <a:gd name="csX5" fmla="*/ 23978 w 149569"/>
                <a:gd name="csY5" fmla="*/ 170132 h 193128"/>
                <a:gd name="csX6" fmla="*/ 314 w 149569"/>
                <a:gd name="csY6" fmla="*/ 183796 h 193128"/>
                <a:gd name="csX7" fmla="*/ 314 w 149569"/>
                <a:gd name="csY7" fmla="*/ 193210 h 193128"/>
                <a:gd name="csX8" fmla="*/ 34294 w 149569"/>
                <a:gd name="csY8" fmla="*/ 192299 h 193128"/>
                <a:gd name="csX9" fmla="*/ 68576 w 149569"/>
                <a:gd name="csY9" fmla="*/ 193210 h 193128"/>
                <a:gd name="csX10" fmla="*/ 68576 w 149569"/>
                <a:gd name="csY10" fmla="*/ 183796 h 193128"/>
                <a:gd name="csX11" fmla="*/ 44912 w 149569"/>
                <a:gd name="csY11" fmla="*/ 170132 h 193128"/>
                <a:gd name="csX12" fmla="*/ 44912 w 149569"/>
                <a:gd name="csY12" fmla="*/ 119116 h 193128"/>
                <a:gd name="csX13" fmla="*/ 44912 w 149569"/>
                <a:gd name="csY13" fmla="*/ 116383 h 193128"/>
                <a:gd name="csX14" fmla="*/ 82229 w 149569"/>
                <a:gd name="csY14" fmla="*/ 137640 h 193128"/>
                <a:gd name="csX15" fmla="*/ 149884 w 149569"/>
                <a:gd name="csY15" fmla="*/ 68709 h 193128"/>
                <a:gd name="csX16" fmla="*/ 86476 w 149569"/>
                <a:gd name="csY16" fmla="*/ 81 h 193128"/>
                <a:gd name="csX17" fmla="*/ 44002 w 149569"/>
                <a:gd name="csY17" fmla="*/ 20123 h 193128"/>
                <a:gd name="csX18" fmla="*/ 44912 w 149569"/>
                <a:gd name="csY18" fmla="*/ 99682 h 193128"/>
                <a:gd name="csX19" fmla="*/ 44912 w 149569"/>
                <a:gd name="csY19" fmla="*/ 31966 h 193128"/>
                <a:gd name="csX20" fmla="*/ 84049 w 149569"/>
                <a:gd name="csY20" fmla="*/ 7673 h 193128"/>
                <a:gd name="csX21" fmla="*/ 124703 w 149569"/>
                <a:gd name="csY21" fmla="*/ 68709 h 193128"/>
                <a:gd name="csX22" fmla="*/ 81015 w 149569"/>
                <a:gd name="csY22" fmla="*/ 130959 h 193128"/>
                <a:gd name="csX23" fmla="*/ 49160 w 149569"/>
                <a:gd name="csY23" fmla="*/ 112436 h 193128"/>
                <a:gd name="csX24" fmla="*/ 44912 w 149569"/>
                <a:gd name="csY24" fmla="*/ 99682 h 193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49569" h="193128">
                  <a:moveTo>
                    <a:pt x="44002" y="20123"/>
                  </a:moveTo>
                  <a:lnTo>
                    <a:pt x="44002" y="81"/>
                  </a:lnTo>
                  <a:lnTo>
                    <a:pt x="314" y="3421"/>
                  </a:lnTo>
                  <a:lnTo>
                    <a:pt x="314" y="12835"/>
                  </a:lnTo>
                  <a:cubicBezTo>
                    <a:pt x="21855" y="12835"/>
                    <a:pt x="23978" y="14657"/>
                    <a:pt x="23978" y="28018"/>
                  </a:cubicBezTo>
                  <a:lnTo>
                    <a:pt x="23978" y="170132"/>
                  </a:lnTo>
                  <a:cubicBezTo>
                    <a:pt x="23978" y="183796"/>
                    <a:pt x="20641" y="183796"/>
                    <a:pt x="314" y="183796"/>
                  </a:cubicBezTo>
                  <a:lnTo>
                    <a:pt x="314" y="193210"/>
                  </a:lnTo>
                  <a:cubicBezTo>
                    <a:pt x="10629" y="192906"/>
                    <a:pt x="26406" y="192299"/>
                    <a:pt x="34294" y="192299"/>
                  </a:cubicBezTo>
                  <a:cubicBezTo>
                    <a:pt x="42485" y="192299"/>
                    <a:pt x="57958" y="192906"/>
                    <a:pt x="68576" y="193210"/>
                  </a:cubicBezTo>
                  <a:lnTo>
                    <a:pt x="68576" y="183796"/>
                  </a:lnTo>
                  <a:cubicBezTo>
                    <a:pt x="48249" y="183796"/>
                    <a:pt x="44912" y="183796"/>
                    <a:pt x="44912" y="170132"/>
                  </a:cubicBezTo>
                  <a:lnTo>
                    <a:pt x="44912" y="119116"/>
                  </a:lnTo>
                  <a:lnTo>
                    <a:pt x="44912" y="116383"/>
                  </a:lnTo>
                  <a:cubicBezTo>
                    <a:pt x="46429" y="121242"/>
                    <a:pt x="59171" y="137640"/>
                    <a:pt x="82229" y="137640"/>
                  </a:cubicBezTo>
                  <a:cubicBezTo>
                    <a:pt x="118332" y="137640"/>
                    <a:pt x="149884" y="107881"/>
                    <a:pt x="149884" y="68709"/>
                  </a:cubicBezTo>
                  <a:cubicBezTo>
                    <a:pt x="149884" y="30144"/>
                    <a:pt x="120456" y="81"/>
                    <a:pt x="86476" y="81"/>
                  </a:cubicBezTo>
                  <a:cubicBezTo>
                    <a:pt x="62812" y="81"/>
                    <a:pt x="50070" y="13442"/>
                    <a:pt x="44002" y="20123"/>
                  </a:cubicBezTo>
                  <a:close/>
                  <a:moveTo>
                    <a:pt x="44912" y="99682"/>
                  </a:moveTo>
                  <a:lnTo>
                    <a:pt x="44912" y="31966"/>
                  </a:lnTo>
                  <a:cubicBezTo>
                    <a:pt x="53710" y="16479"/>
                    <a:pt x="68576" y="7673"/>
                    <a:pt x="84049" y="7673"/>
                  </a:cubicBezTo>
                  <a:cubicBezTo>
                    <a:pt x="106196" y="7673"/>
                    <a:pt x="124703" y="34395"/>
                    <a:pt x="124703" y="68709"/>
                  </a:cubicBezTo>
                  <a:cubicBezTo>
                    <a:pt x="124703" y="105452"/>
                    <a:pt x="103466" y="130959"/>
                    <a:pt x="81015" y="130959"/>
                  </a:cubicBezTo>
                  <a:cubicBezTo>
                    <a:pt x="68880" y="130959"/>
                    <a:pt x="57351" y="124886"/>
                    <a:pt x="49160" y="112436"/>
                  </a:cubicBezTo>
                  <a:cubicBezTo>
                    <a:pt x="44912" y="106059"/>
                    <a:pt x="44912" y="105755"/>
                    <a:pt x="44912" y="99682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26213E05-BC6F-1BE4-6175-1A62911DF294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1369086" y="7581093"/>
              <a:ext cx="70385" cy="303661"/>
            </a:xfrm>
            <a:custGeom>
              <a:avLst/>
              <a:gdLst>
                <a:gd name="csX0" fmla="*/ 70706 w 70385"/>
                <a:gd name="csY0" fmla="*/ 300706 h 303661"/>
                <a:gd name="csX1" fmla="*/ 65548 w 70385"/>
                <a:gd name="csY1" fmla="*/ 294025 h 303661"/>
                <a:gd name="csX2" fmla="*/ 17916 w 70385"/>
                <a:gd name="csY2" fmla="*/ 151912 h 303661"/>
                <a:gd name="csX3" fmla="*/ 66762 w 70385"/>
                <a:gd name="csY3" fmla="*/ 8280 h 303661"/>
                <a:gd name="csX4" fmla="*/ 70706 w 70385"/>
                <a:gd name="csY4" fmla="*/ 3118 h 303661"/>
                <a:gd name="csX5" fmla="*/ 67672 w 70385"/>
                <a:gd name="csY5" fmla="*/ 81 h 303661"/>
                <a:gd name="csX6" fmla="*/ 19433 w 70385"/>
                <a:gd name="csY6" fmla="*/ 59295 h 303661"/>
                <a:gd name="csX7" fmla="*/ 320 w 70385"/>
                <a:gd name="csY7" fmla="*/ 151912 h 303661"/>
                <a:gd name="csX8" fmla="*/ 20343 w 70385"/>
                <a:gd name="csY8" fmla="*/ 246654 h 303661"/>
                <a:gd name="csX9" fmla="*/ 67672 w 70385"/>
                <a:gd name="csY9" fmla="*/ 303742 h 303661"/>
                <a:gd name="csX10" fmla="*/ 70706 w 70385"/>
                <a:gd name="csY10" fmla="*/ 300706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85" h="303661">
                  <a:moveTo>
                    <a:pt x="70706" y="300706"/>
                  </a:moveTo>
                  <a:cubicBezTo>
                    <a:pt x="70706" y="299795"/>
                    <a:pt x="70706" y="299188"/>
                    <a:pt x="65548" y="294025"/>
                  </a:cubicBezTo>
                  <a:cubicBezTo>
                    <a:pt x="27625" y="255764"/>
                    <a:pt x="17916" y="198372"/>
                    <a:pt x="17916" y="151912"/>
                  </a:cubicBezTo>
                  <a:cubicBezTo>
                    <a:pt x="17916" y="99075"/>
                    <a:pt x="29445" y="46238"/>
                    <a:pt x="66762" y="8280"/>
                  </a:cubicBezTo>
                  <a:cubicBezTo>
                    <a:pt x="70706" y="4636"/>
                    <a:pt x="70706" y="4029"/>
                    <a:pt x="70706" y="3118"/>
                  </a:cubicBezTo>
                  <a:cubicBezTo>
                    <a:pt x="70706" y="992"/>
                    <a:pt x="69492" y="81"/>
                    <a:pt x="67672" y="81"/>
                  </a:cubicBezTo>
                  <a:cubicBezTo>
                    <a:pt x="64638" y="81"/>
                    <a:pt x="37333" y="20730"/>
                    <a:pt x="19433" y="59295"/>
                  </a:cubicBezTo>
                  <a:cubicBezTo>
                    <a:pt x="3960" y="92698"/>
                    <a:pt x="320" y="126404"/>
                    <a:pt x="320" y="151912"/>
                  </a:cubicBezTo>
                  <a:cubicBezTo>
                    <a:pt x="320" y="175597"/>
                    <a:pt x="3657" y="212340"/>
                    <a:pt x="20343" y="246654"/>
                  </a:cubicBezTo>
                  <a:cubicBezTo>
                    <a:pt x="38547" y="284004"/>
                    <a:pt x="64638" y="303742"/>
                    <a:pt x="67672" y="303742"/>
                  </a:cubicBezTo>
                  <a:cubicBezTo>
                    <a:pt x="69492" y="303742"/>
                    <a:pt x="70706" y="302831"/>
                    <a:pt x="70706" y="300706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613E8659-AD66-3910-29F8-28F64FDAA55B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1490408" y="7581093"/>
              <a:ext cx="67655" cy="303661"/>
            </a:xfrm>
            <a:custGeom>
              <a:avLst/>
              <a:gdLst>
                <a:gd name="csX0" fmla="*/ 66462 w 67655"/>
                <a:gd name="csY0" fmla="*/ 11620 h 303661"/>
                <a:gd name="csX1" fmla="*/ 67979 w 67655"/>
                <a:gd name="csY1" fmla="*/ 6154 h 303661"/>
                <a:gd name="csX2" fmla="*/ 61911 w 67655"/>
                <a:gd name="csY2" fmla="*/ 81 h 303661"/>
                <a:gd name="csX3" fmla="*/ 54933 w 67655"/>
                <a:gd name="csY3" fmla="*/ 7065 h 303661"/>
                <a:gd name="csX4" fmla="*/ 1841 w 67655"/>
                <a:gd name="csY4" fmla="*/ 146446 h 303661"/>
                <a:gd name="csX5" fmla="*/ 324 w 67655"/>
                <a:gd name="csY5" fmla="*/ 151912 h 303661"/>
                <a:gd name="csX6" fmla="*/ 1841 w 67655"/>
                <a:gd name="csY6" fmla="*/ 157074 h 303661"/>
                <a:gd name="csX7" fmla="*/ 54933 w 67655"/>
                <a:gd name="csY7" fmla="*/ 296455 h 303661"/>
                <a:gd name="csX8" fmla="*/ 61911 w 67655"/>
                <a:gd name="csY8" fmla="*/ 303742 h 303661"/>
                <a:gd name="csX9" fmla="*/ 67979 w 67655"/>
                <a:gd name="csY9" fmla="*/ 297669 h 303661"/>
                <a:gd name="csX10" fmla="*/ 66462 w 67655"/>
                <a:gd name="csY10" fmla="*/ 292811 h 303661"/>
                <a:gd name="csX11" fmla="*/ 12763 w 67655"/>
                <a:gd name="csY11" fmla="*/ 151912 h 303661"/>
                <a:gd name="csX12" fmla="*/ 66462 w 67655"/>
                <a:gd name="csY12" fmla="*/ 11620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655" h="303661">
                  <a:moveTo>
                    <a:pt x="66462" y="11620"/>
                  </a:moveTo>
                  <a:cubicBezTo>
                    <a:pt x="67979" y="8280"/>
                    <a:pt x="67979" y="7673"/>
                    <a:pt x="67979" y="6154"/>
                  </a:cubicBezTo>
                  <a:cubicBezTo>
                    <a:pt x="67979" y="2814"/>
                    <a:pt x="65249" y="81"/>
                    <a:pt x="61911" y="81"/>
                  </a:cubicBezTo>
                  <a:cubicBezTo>
                    <a:pt x="59181" y="81"/>
                    <a:pt x="57057" y="1600"/>
                    <a:pt x="54933" y="7065"/>
                  </a:cubicBezTo>
                  <a:lnTo>
                    <a:pt x="1841" y="146446"/>
                  </a:lnTo>
                  <a:cubicBezTo>
                    <a:pt x="1234" y="148268"/>
                    <a:pt x="324" y="150090"/>
                    <a:pt x="324" y="151912"/>
                  </a:cubicBezTo>
                  <a:cubicBezTo>
                    <a:pt x="324" y="152823"/>
                    <a:pt x="324" y="153430"/>
                    <a:pt x="1841" y="157074"/>
                  </a:cubicBezTo>
                  <a:lnTo>
                    <a:pt x="54933" y="296455"/>
                  </a:lnTo>
                  <a:cubicBezTo>
                    <a:pt x="56147" y="299795"/>
                    <a:pt x="57664" y="303742"/>
                    <a:pt x="61911" y="303742"/>
                  </a:cubicBezTo>
                  <a:cubicBezTo>
                    <a:pt x="65249" y="303742"/>
                    <a:pt x="67979" y="301010"/>
                    <a:pt x="67979" y="297669"/>
                  </a:cubicBezTo>
                  <a:cubicBezTo>
                    <a:pt x="67979" y="296758"/>
                    <a:pt x="67979" y="296151"/>
                    <a:pt x="66462" y="292811"/>
                  </a:cubicBezTo>
                  <a:lnTo>
                    <a:pt x="12763" y="151912"/>
                  </a:lnTo>
                  <a:lnTo>
                    <a:pt x="66462" y="11620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88EACE57-046E-FF74-B42B-7347A033E72F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1585335" y="7601438"/>
              <a:ext cx="140468" cy="207400"/>
            </a:xfrm>
            <a:custGeom>
              <a:avLst/>
              <a:gdLst>
                <a:gd name="csX0" fmla="*/ 103479 w 140468"/>
                <a:gd name="csY0" fmla="*/ 23463 h 207400"/>
                <a:gd name="csX1" fmla="*/ 131087 w 140468"/>
                <a:gd name="csY1" fmla="*/ 9495 h 207400"/>
                <a:gd name="csX2" fmla="*/ 140796 w 140468"/>
                <a:gd name="csY2" fmla="*/ 3725 h 207400"/>
                <a:gd name="csX3" fmla="*/ 136245 w 140468"/>
                <a:gd name="csY3" fmla="*/ 81 h 207400"/>
                <a:gd name="csX4" fmla="*/ 96198 w 140468"/>
                <a:gd name="csY4" fmla="*/ 992 h 207400"/>
                <a:gd name="csX5" fmla="*/ 55847 w 140468"/>
                <a:gd name="csY5" fmla="*/ 81 h 207400"/>
                <a:gd name="csX6" fmla="*/ 49780 w 140468"/>
                <a:gd name="csY6" fmla="*/ 6154 h 207400"/>
                <a:gd name="csX7" fmla="*/ 58275 w 140468"/>
                <a:gd name="csY7" fmla="*/ 9495 h 207400"/>
                <a:gd name="csX8" fmla="*/ 79208 w 140468"/>
                <a:gd name="csY8" fmla="*/ 15264 h 207400"/>
                <a:gd name="csX9" fmla="*/ 78601 w 140468"/>
                <a:gd name="csY9" fmla="*/ 20123 h 207400"/>
                <a:gd name="csX10" fmla="*/ 37644 w 140468"/>
                <a:gd name="csY10" fmla="*/ 183796 h 207400"/>
                <a:gd name="csX11" fmla="*/ 10036 w 140468"/>
                <a:gd name="csY11" fmla="*/ 198068 h 207400"/>
                <a:gd name="csX12" fmla="*/ 328 w 140468"/>
                <a:gd name="csY12" fmla="*/ 204142 h 207400"/>
                <a:gd name="csX13" fmla="*/ 4878 w 140468"/>
                <a:gd name="csY13" fmla="*/ 207482 h 207400"/>
                <a:gd name="csX14" fmla="*/ 44622 w 140468"/>
                <a:gd name="csY14" fmla="*/ 206571 h 207400"/>
                <a:gd name="csX15" fmla="*/ 85276 w 140468"/>
                <a:gd name="csY15" fmla="*/ 207482 h 207400"/>
                <a:gd name="csX16" fmla="*/ 91344 w 140468"/>
                <a:gd name="csY16" fmla="*/ 201712 h 207400"/>
                <a:gd name="csX17" fmla="*/ 82242 w 140468"/>
                <a:gd name="csY17" fmla="*/ 198068 h 207400"/>
                <a:gd name="csX18" fmla="*/ 69196 w 140468"/>
                <a:gd name="csY18" fmla="*/ 197461 h 207400"/>
                <a:gd name="csX19" fmla="*/ 61612 w 140468"/>
                <a:gd name="csY19" fmla="*/ 192299 h 207400"/>
                <a:gd name="csX20" fmla="*/ 62825 w 140468"/>
                <a:gd name="csY20" fmla="*/ 185315 h 207400"/>
                <a:gd name="csX21" fmla="*/ 103479 w 140468"/>
                <a:gd name="csY21" fmla="*/ 23463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0468" h="207400">
                  <a:moveTo>
                    <a:pt x="103479" y="23463"/>
                  </a:moveTo>
                  <a:cubicBezTo>
                    <a:pt x="106210" y="12531"/>
                    <a:pt x="107120" y="9495"/>
                    <a:pt x="131087" y="9495"/>
                  </a:cubicBezTo>
                  <a:cubicBezTo>
                    <a:pt x="138369" y="9495"/>
                    <a:pt x="140796" y="9495"/>
                    <a:pt x="140796" y="3725"/>
                  </a:cubicBezTo>
                  <a:cubicBezTo>
                    <a:pt x="140796" y="81"/>
                    <a:pt x="137459" y="81"/>
                    <a:pt x="136245" y="81"/>
                  </a:cubicBezTo>
                  <a:cubicBezTo>
                    <a:pt x="127447" y="81"/>
                    <a:pt x="104996" y="992"/>
                    <a:pt x="96198" y="992"/>
                  </a:cubicBezTo>
                  <a:cubicBezTo>
                    <a:pt x="87096" y="992"/>
                    <a:pt x="64949" y="81"/>
                    <a:pt x="55847" y="81"/>
                  </a:cubicBezTo>
                  <a:cubicBezTo>
                    <a:pt x="53724" y="81"/>
                    <a:pt x="49780" y="81"/>
                    <a:pt x="49780" y="6154"/>
                  </a:cubicBezTo>
                  <a:cubicBezTo>
                    <a:pt x="49780" y="9495"/>
                    <a:pt x="52510" y="9495"/>
                    <a:pt x="58275" y="9495"/>
                  </a:cubicBezTo>
                  <a:cubicBezTo>
                    <a:pt x="71017" y="9495"/>
                    <a:pt x="79208" y="9495"/>
                    <a:pt x="79208" y="15264"/>
                  </a:cubicBezTo>
                  <a:cubicBezTo>
                    <a:pt x="79208" y="16783"/>
                    <a:pt x="79208" y="17390"/>
                    <a:pt x="78601" y="20123"/>
                  </a:cubicBezTo>
                  <a:lnTo>
                    <a:pt x="37644" y="183796"/>
                  </a:lnTo>
                  <a:cubicBezTo>
                    <a:pt x="34914" y="195032"/>
                    <a:pt x="34004" y="198068"/>
                    <a:pt x="10036" y="198068"/>
                  </a:cubicBezTo>
                  <a:cubicBezTo>
                    <a:pt x="3058" y="198068"/>
                    <a:pt x="328" y="198068"/>
                    <a:pt x="328" y="204142"/>
                  </a:cubicBezTo>
                  <a:cubicBezTo>
                    <a:pt x="328" y="207482"/>
                    <a:pt x="3968" y="207482"/>
                    <a:pt x="4878" y="207482"/>
                  </a:cubicBezTo>
                  <a:cubicBezTo>
                    <a:pt x="13677" y="207482"/>
                    <a:pt x="35824" y="206571"/>
                    <a:pt x="44622" y="206571"/>
                  </a:cubicBezTo>
                  <a:cubicBezTo>
                    <a:pt x="53724" y="206571"/>
                    <a:pt x="76174" y="207482"/>
                    <a:pt x="85276" y="207482"/>
                  </a:cubicBezTo>
                  <a:cubicBezTo>
                    <a:pt x="87703" y="207482"/>
                    <a:pt x="91344" y="207482"/>
                    <a:pt x="91344" y="201712"/>
                  </a:cubicBezTo>
                  <a:cubicBezTo>
                    <a:pt x="91344" y="198068"/>
                    <a:pt x="88917" y="198068"/>
                    <a:pt x="82242" y="198068"/>
                  </a:cubicBezTo>
                  <a:cubicBezTo>
                    <a:pt x="76781" y="198068"/>
                    <a:pt x="75264" y="198068"/>
                    <a:pt x="69196" y="197461"/>
                  </a:cubicBezTo>
                  <a:cubicBezTo>
                    <a:pt x="62825" y="196854"/>
                    <a:pt x="61612" y="195639"/>
                    <a:pt x="61612" y="192299"/>
                  </a:cubicBezTo>
                  <a:cubicBezTo>
                    <a:pt x="61612" y="189869"/>
                    <a:pt x="62219" y="187440"/>
                    <a:pt x="62825" y="185315"/>
                  </a:cubicBezTo>
                  <a:lnTo>
                    <a:pt x="103479" y="23463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5CFED0-ECFF-5B84-36BD-6901D5B8896F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1718365" y="7713458"/>
              <a:ext cx="64348" cy="143054"/>
            </a:xfrm>
            <a:custGeom>
              <a:avLst/>
              <a:gdLst>
                <a:gd name="csX0" fmla="*/ 59159 w 64348"/>
                <a:gd name="csY0" fmla="*/ 8160 h 143054"/>
                <a:gd name="csX1" fmla="*/ 50664 w 64348"/>
                <a:gd name="csY1" fmla="*/ 83 h 143054"/>
                <a:gd name="csX2" fmla="*/ 38771 w 64348"/>
                <a:gd name="csY2" fmla="*/ 11774 h 143054"/>
                <a:gd name="csX3" fmla="*/ 47266 w 64348"/>
                <a:gd name="csY3" fmla="*/ 19851 h 143054"/>
                <a:gd name="csX4" fmla="*/ 59159 w 64348"/>
                <a:gd name="csY4" fmla="*/ 8160 h 143054"/>
                <a:gd name="csX5" fmla="*/ 15835 w 64348"/>
                <a:gd name="csY5" fmla="*/ 116142 h 143054"/>
                <a:gd name="csX6" fmla="*/ 13924 w 64348"/>
                <a:gd name="csY6" fmla="*/ 125070 h 143054"/>
                <a:gd name="csX7" fmla="*/ 34099 w 64348"/>
                <a:gd name="csY7" fmla="*/ 143138 h 143054"/>
                <a:gd name="csX8" fmla="*/ 64680 w 64348"/>
                <a:gd name="csY8" fmla="*/ 110615 h 143054"/>
                <a:gd name="csX9" fmla="*/ 61282 w 64348"/>
                <a:gd name="csY9" fmla="*/ 107852 h 143054"/>
                <a:gd name="csX10" fmla="*/ 57247 w 64348"/>
                <a:gd name="csY10" fmla="*/ 111466 h 143054"/>
                <a:gd name="csX11" fmla="*/ 34736 w 64348"/>
                <a:gd name="csY11" fmla="*/ 137186 h 143054"/>
                <a:gd name="csX12" fmla="*/ 29427 w 64348"/>
                <a:gd name="csY12" fmla="*/ 129746 h 143054"/>
                <a:gd name="csX13" fmla="*/ 32825 w 64348"/>
                <a:gd name="csY13" fmla="*/ 116142 h 143054"/>
                <a:gd name="csX14" fmla="*/ 39621 w 64348"/>
                <a:gd name="csY14" fmla="*/ 99137 h 143054"/>
                <a:gd name="csX15" fmla="*/ 50027 w 64348"/>
                <a:gd name="csY15" fmla="*/ 72142 h 143054"/>
                <a:gd name="csX16" fmla="*/ 51301 w 64348"/>
                <a:gd name="csY16" fmla="*/ 65339 h 143054"/>
                <a:gd name="csX17" fmla="*/ 31126 w 64348"/>
                <a:gd name="csY17" fmla="*/ 47272 h 143054"/>
                <a:gd name="csX18" fmla="*/ 332 w 64348"/>
                <a:gd name="csY18" fmla="*/ 79794 h 143054"/>
                <a:gd name="csX19" fmla="*/ 3942 w 64348"/>
                <a:gd name="csY19" fmla="*/ 82557 h 143054"/>
                <a:gd name="csX20" fmla="*/ 7765 w 64348"/>
                <a:gd name="csY20" fmla="*/ 79156 h 143054"/>
                <a:gd name="csX21" fmla="*/ 30489 w 64348"/>
                <a:gd name="csY21" fmla="*/ 53223 h 143054"/>
                <a:gd name="csX22" fmla="*/ 35798 w 64348"/>
                <a:gd name="csY22" fmla="*/ 60663 h 143054"/>
                <a:gd name="csX23" fmla="*/ 29214 w 64348"/>
                <a:gd name="csY23" fmla="*/ 81919 h 143054"/>
                <a:gd name="csX24" fmla="*/ 15835 w 64348"/>
                <a:gd name="csY24" fmla="*/ 116142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348" h="143054">
                  <a:moveTo>
                    <a:pt x="59159" y="8160"/>
                  </a:moveTo>
                  <a:cubicBezTo>
                    <a:pt x="59159" y="4759"/>
                    <a:pt x="56610" y="83"/>
                    <a:pt x="50664" y="83"/>
                  </a:cubicBezTo>
                  <a:cubicBezTo>
                    <a:pt x="44930" y="83"/>
                    <a:pt x="38771" y="5609"/>
                    <a:pt x="38771" y="11774"/>
                  </a:cubicBezTo>
                  <a:cubicBezTo>
                    <a:pt x="38771" y="15387"/>
                    <a:pt x="41532" y="19851"/>
                    <a:pt x="47266" y="19851"/>
                  </a:cubicBezTo>
                  <a:cubicBezTo>
                    <a:pt x="53425" y="19851"/>
                    <a:pt x="59159" y="13899"/>
                    <a:pt x="59159" y="8160"/>
                  </a:cubicBezTo>
                  <a:close/>
                  <a:moveTo>
                    <a:pt x="15835" y="116142"/>
                  </a:moveTo>
                  <a:cubicBezTo>
                    <a:pt x="14986" y="118905"/>
                    <a:pt x="13924" y="121456"/>
                    <a:pt x="13924" y="125070"/>
                  </a:cubicBezTo>
                  <a:cubicBezTo>
                    <a:pt x="13924" y="135060"/>
                    <a:pt x="22419" y="143138"/>
                    <a:pt x="34099" y="143138"/>
                  </a:cubicBezTo>
                  <a:cubicBezTo>
                    <a:pt x="55336" y="143138"/>
                    <a:pt x="64680" y="113804"/>
                    <a:pt x="64680" y="110615"/>
                  </a:cubicBezTo>
                  <a:cubicBezTo>
                    <a:pt x="64680" y="107852"/>
                    <a:pt x="61920" y="107852"/>
                    <a:pt x="61282" y="107852"/>
                  </a:cubicBezTo>
                  <a:cubicBezTo>
                    <a:pt x="58309" y="107852"/>
                    <a:pt x="58097" y="109127"/>
                    <a:pt x="57247" y="111466"/>
                  </a:cubicBezTo>
                  <a:cubicBezTo>
                    <a:pt x="52363" y="128471"/>
                    <a:pt x="43019" y="137186"/>
                    <a:pt x="34736" y="137186"/>
                  </a:cubicBezTo>
                  <a:cubicBezTo>
                    <a:pt x="30489" y="137186"/>
                    <a:pt x="29427" y="134422"/>
                    <a:pt x="29427" y="129746"/>
                  </a:cubicBezTo>
                  <a:cubicBezTo>
                    <a:pt x="29427" y="124857"/>
                    <a:pt x="30913" y="120818"/>
                    <a:pt x="32825" y="116142"/>
                  </a:cubicBezTo>
                  <a:cubicBezTo>
                    <a:pt x="34948" y="110403"/>
                    <a:pt x="37284" y="104664"/>
                    <a:pt x="39621" y="99137"/>
                  </a:cubicBezTo>
                  <a:cubicBezTo>
                    <a:pt x="41532" y="94035"/>
                    <a:pt x="49177" y="74692"/>
                    <a:pt x="50027" y="72142"/>
                  </a:cubicBezTo>
                  <a:cubicBezTo>
                    <a:pt x="50664" y="70016"/>
                    <a:pt x="51301" y="67465"/>
                    <a:pt x="51301" y="65339"/>
                  </a:cubicBezTo>
                  <a:cubicBezTo>
                    <a:pt x="51301" y="55349"/>
                    <a:pt x="42806" y="47272"/>
                    <a:pt x="31126" y="47272"/>
                  </a:cubicBezTo>
                  <a:cubicBezTo>
                    <a:pt x="10101" y="47272"/>
                    <a:pt x="332" y="76180"/>
                    <a:pt x="332" y="79794"/>
                  </a:cubicBezTo>
                  <a:cubicBezTo>
                    <a:pt x="332" y="82557"/>
                    <a:pt x="3305" y="82557"/>
                    <a:pt x="3942" y="82557"/>
                  </a:cubicBezTo>
                  <a:cubicBezTo>
                    <a:pt x="6915" y="82557"/>
                    <a:pt x="7128" y="81494"/>
                    <a:pt x="7765" y="79156"/>
                  </a:cubicBezTo>
                  <a:cubicBezTo>
                    <a:pt x="13287" y="60876"/>
                    <a:pt x="22631" y="53223"/>
                    <a:pt x="30489" y="53223"/>
                  </a:cubicBezTo>
                  <a:cubicBezTo>
                    <a:pt x="33887" y="53223"/>
                    <a:pt x="35798" y="54924"/>
                    <a:pt x="35798" y="60663"/>
                  </a:cubicBezTo>
                  <a:cubicBezTo>
                    <a:pt x="35798" y="65552"/>
                    <a:pt x="34524" y="68741"/>
                    <a:pt x="29214" y="81919"/>
                  </a:cubicBezTo>
                  <a:lnTo>
                    <a:pt x="15835" y="116142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FFE4849E-FDDA-4CB0-69A1-B4BC24C9B6C7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1835481" y="7776651"/>
              <a:ext cx="35496" cy="90794"/>
            </a:xfrm>
            <a:custGeom>
              <a:avLst/>
              <a:gdLst>
                <a:gd name="csX0" fmla="*/ 35832 w 35496"/>
                <a:gd name="csY0" fmla="*/ 31966 h 90794"/>
                <a:gd name="csX1" fmla="*/ 16415 w 35496"/>
                <a:gd name="csY1" fmla="*/ 81 h 90794"/>
                <a:gd name="csX2" fmla="*/ 335 w 35496"/>
                <a:gd name="csY2" fmla="*/ 16175 h 90794"/>
                <a:gd name="csX3" fmla="*/ 16415 w 35496"/>
                <a:gd name="csY3" fmla="*/ 32269 h 90794"/>
                <a:gd name="csX4" fmla="*/ 27033 w 35496"/>
                <a:gd name="csY4" fmla="*/ 28322 h 90794"/>
                <a:gd name="csX5" fmla="*/ 28550 w 35496"/>
                <a:gd name="csY5" fmla="*/ 27411 h 90794"/>
                <a:gd name="csX6" fmla="*/ 29157 w 35496"/>
                <a:gd name="csY6" fmla="*/ 31966 h 90794"/>
                <a:gd name="csX7" fmla="*/ 8527 w 35496"/>
                <a:gd name="csY7" fmla="*/ 82677 h 90794"/>
                <a:gd name="csX8" fmla="*/ 5189 w 35496"/>
                <a:gd name="csY8" fmla="*/ 87536 h 90794"/>
                <a:gd name="csX9" fmla="*/ 8223 w 35496"/>
                <a:gd name="csY9" fmla="*/ 90876 h 90794"/>
                <a:gd name="csX10" fmla="*/ 35832 w 35496"/>
                <a:gd name="csY10" fmla="*/ 31966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96" h="90794">
                  <a:moveTo>
                    <a:pt x="35832" y="31966"/>
                  </a:moveTo>
                  <a:cubicBezTo>
                    <a:pt x="35832" y="11924"/>
                    <a:pt x="28247" y="81"/>
                    <a:pt x="16415" y="81"/>
                  </a:cubicBezTo>
                  <a:cubicBezTo>
                    <a:pt x="6403" y="81"/>
                    <a:pt x="335" y="7673"/>
                    <a:pt x="335" y="16175"/>
                  </a:cubicBezTo>
                  <a:cubicBezTo>
                    <a:pt x="335" y="24374"/>
                    <a:pt x="6403" y="32269"/>
                    <a:pt x="16415" y="32269"/>
                  </a:cubicBezTo>
                  <a:cubicBezTo>
                    <a:pt x="20055" y="32269"/>
                    <a:pt x="23999" y="31055"/>
                    <a:pt x="27033" y="28322"/>
                  </a:cubicBezTo>
                  <a:cubicBezTo>
                    <a:pt x="27943" y="27714"/>
                    <a:pt x="28247" y="27411"/>
                    <a:pt x="28550" y="27411"/>
                  </a:cubicBezTo>
                  <a:cubicBezTo>
                    <a:pt x="28854" y="27411"/>
                    <a:pt x="29157" y="27714"/>
                    <a:pt x="29157" y="31966"/>
                  </a:cubicBezTo>
                  <a:cubicBezTo>
                    <a:pt x="29157" y="54437"/>
                    <a:pt x="18538" y="72656"/>
                    <a:pt x="8527" y="82677"/>
                  </a:cubicBezTo>
                  <a:cubicBezTo>
                    <a:pt x="5189" y="86017"/>
                    <a:pt x="5189" y="86625"/>
                    <a:pt x="5189" y="87536"/>
                  </a:cubicBezTo>
                  <a:cubicBezTo>
                    <a:pt x="5189" y="89661"/>
                    <a:pt x="6706" y="90876"/>
                    <a:pt x="8223" y="90876"/>
                  </a:cubicBezTo>
                  <a:cubicBezTo>
                    <a:pt x="11561" y="90876"/>
                    <a:pt x="35832" y="67494"/>
                    <a:pt x="35832" y="31966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812F22F7-E3F1-C2F5-D4A8-7732E3968DD7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1951509" y="7603260"/>
              <a:ext cx="206303" cy="205578"/>
            </a:xfrm>
            <a:custGeom>
              <a:avLst/>
              <a:gdLst>
                <a:gd name="csX0" fmla="*/ 122605 w 206303"/>
                <a:gd name="csY0" fmla="*/ 21337 h 205578"/>
                <a:gd name="csX1" fmla="*/ 129583 w 206303"/>
                <a:gd name="csY1" fmla="*/ 10102 h 205578"/>
                <a:gd name="csX2" fmla="*/ 148696 w 206303"/>
                <a:gd name="csY2" fmla="*/ 9495 h 205578"/>
                <a:gd name="csX3" fmla="*/ 192991 w 206303"/>
                <a:gd name="csY3" fmla="*/ 34395 h 205578"/>
                <a:gd name="csX4" fmla="*/ 190563 w 206303"/>
                <a:gd name="csY4" fmla="*/ 58688 h 205578"/>
                <a:gd name="csX5" fmla="*/ 189653 w 206303"/>
                <a:gd name="csY5" fmla="*/ 64457 h 205578"/>
                <a:gd name="csX6" fmla="*/ 193294 w 206303"/>
                <a:gd name="csY6" fmla="*/ 68405 h 205578"/>
                <a:gd name="csX7" fmla="*/ 197845 w 206303"/>
                <a:gd name="csY7" fmla="*/ 61421 h 205578"/>
                <a:gd name="csX8" fmla="*/ 206036 w 206303"/>
                <a:gd name="csY8" fmla="*/ 8584 h 205578"/>
                <a:gd name="csX9" fmla="*/ 206643 w 206303"/>
                <a:gd name="csY9" fmla="*/ 3421 h 205578"/>
                <a:gd name="csX10" fmla="*/ 198452 w 206303"/>
                <a:gd name="csY10" fmla="*/ 81 h 205578"/>
                <a:gd name="csX11" fmla="*/ 30072 w 206303"/>
                <a:gd name="csY11" fmla="*/ 81 h 205578"/>
                <a:gd name="csX12" fmla="*/ 20363 w 206303"/>
                <a:gd name="csY12" fmla="*/ 6154 h 205578"/>
                <a:gd name="csX13" fmla="*/ 2160 w 206303"/>
                <a:gd name="csY13" fmla="*/ 59599 h 205578"/>
                <a:gd name="csX14" fmla="*/ 340 w 206303"/>
                <a:gd name="csY14" fmla="*/ 65065 h 205578"/>
                <a:gd name="csX15" fmla="*/ 3980 w 206303"/>
                <a:gd name="csY15" fmla="*/ 68405 h 205578"/>
                <a:gd name="csX16" fmla="*/ 9138 w 206303"/>
                <a:gd name="csY16" fmla="*/ 62028 h 205578"/>
                <a:gd name="csX17" fmla="*/ 78310 w 206303"/>
                <a:gd name="csY17" fmla="*/ 9495 h 205578"/>
                <a:gd name="csX18" fmla="*/ 90142 w 206303"/>
                <a:gd name="csY18" fmla="*/ 9495 h 205578"/>
                <a:gd name="csX19" fmla="*/ 98637 w 206303"/>
                <a:gd name="csY19" fmla="*/ 13139 h 205578"/>
                <a:gd name="csX20" fmla="*/ 97424 w 206303"/>
                <a:gd name="csY20" fmla="*/ 19516 h 205578"/>
                <a:gd name="csX21" fmla="*/ 56770 w 206303"/>
                <a:gd name="csY21" fmla="*/ 181671 h 205578"/>
                <a:gd name="csX22" fmla="*/ 20667 w 206303"/>
                <a:gd name="csY22" fmla="*/ 196246 h 205578"/>
                <a:gd name="csX23" fmla="*/ 7924 w 206303"/>
                <a:gd name="csY23" fmla="*/ 202016 h 205578"/>
                <a:gd name="csX24" fmla="*/ 13082 w 206303"/>
                <a:gd name="csY24" fmla="*/ 205660 h 205578"/>
                <a:gd name="csX25" fmla="*/ 37960 w 206303"/>
                <a:gd name="csY25" fmla="*/ 205053 h 205578"/>
                <a:gd name="csX26" fmla="*/ 63748 w 206303"/>
                <a:gd name="csY26" fmla="*/ 204749 h 205578"/>
                <a:gd name="csX27" fmla="*/ 88929 w 206303"/>
                <a:gd name="csY27" fmla="*/ 205053 h 205578"/>
                <a:gd name="csX28" fmla="*/ 115323 w 206303"/>
                <a:gd name="csY28" fmla="*/ 205660 h 205578"/>
                <a:gd name="csX29" fmla="*/ 121998 w 206303"/>
                <a:gd name="csY29" fmla="*/ 199587 h 205578"/>
                <a:gd name="csX30" fmla="*/ 111683 w 206303"/>
                <a:gd name="csY30" fmla="*/ 196246 h 205578"/>
                <a:gd name="csX31" fmla="*/ 92266 w 206303"/>
                <a:gd name="csY31" fmla="*/ 195639 h 205578"/>
                <a:gd name="csX32" fmla="*/ 81041 w 206303"/>
                <a:gd name="csY32" fmla="*/ 188959 h 205578"/>
                <a:gd name="csX33" fmla="*/ 82254 w 206303"/>
                <a:gd name="csY33" fmla="*/ 182582 h 205578"/>
                <a:gd name="csX34" fmla="*/ 122605 w 206303"/>
                <a:gd name="csY34" fmla="*/ 21337 h 2055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06303" h="205578">
                  <a:moveTo>
                    <a:pt x="122605" y="21337"/>
                  </a:moveTo>
                  <a:cubicBezTo>
                    <a:pt x="124728" y="12835"/>
                    <a:pt x="125942" y="11013"/>
                    <a:pt x="129583" y="10102"/>
                  </a:cubicBezTo>
                  <a:cubicBezTo>
                    <a:pt x="132313" y="9495"/>
                    <a:pt x="142325" y="9495"/>
                    <a:pt x="148696" y="9495"/>
                  </a:cubicBezTo>
                  <a:cubicBezTo>
                    <a:pt x="179338" y="9495"/>
                    <a:pt x="192991" y="10709"/>
                    <a:pt x="192991" y="34395"/>
                  </a:cubicBezTo>
                  <a:cubicBezTo>
                    <a:pt x="192991" y="38950"/>
                    <a:pt x="191777" y="50793"/>
                    <a:pt x="190563" y="58688"/>
                  </a:cubicBezTo>
                  <a:cubicBezTo>
                    <a:pt x="190260" y="59902"/>
                    <a:pt x="189653" y="63546"/>
                    <a:pt x="189653" y="64457"/>
                  </a:cubicBezTo>
                  <a:cubicBezTo>
                    <a:pt x="189653" y="66279"/>
                    <a:pt x="190563" y="68405"/>
                    <a:pt x="193294" y="68405"/>
                  </a:cubicBezTo>
                  <a:cubicBezTo>
                    <a:pt x="196631" y="68405"/>
                    <a:pt x="197238" y="65976"/>
                    <a:pt x="197845" y="61421"/>
                  </a:cubicBezTo>
                  <a:lnTo>
                    <a:pt x="206036" y="8584"/>
                  </a:lnTo>
                  <a:cubicBezTo>
                    <a:pt x="206340" y="7369"/>
                    <a:pt x="206643" y="4332"/>
                    <a:pt x="206643" y="3421"/>
                  </a:cubicBezTo>
                  <a:cubicBezTo>
                    <a:pt x="206643" y="81"/>
                    <a:pt x="203609" y="81"/>
                    <a:pt x="198452" y="81"/>
                  </a:cubicBezTo>
                  <a:lnTo>
                    <a:pt x="30072" y="81"/>
                  </a:lnTo>
                  <a:cubicBezTo>
                    <a:pt x="22790" y="81"/>
                    <a:pt x="22487" y="385"/>
                    <a:pt x="20363" y="6154"/>
                  </a:cubicBezTo>
                  <a:lnTo>
                    <a:pt x="2160" y="59599"/>
                  </a:lnTo>
                  <a:cubicBezTo>
                    <a:pt x="1857" y="60206"/>
                    <a:pt x="340" y="64457"/>
                    <a:pt x="340" y="65065"/>
                  </a:cubicBezTo>
                  <a:cubicBezTo>
                    <a:pt x="340" y="66887"/>
                    <a:pt x="1857" y="68405"/>
                    <a:pt x="3980" y="68405"/>
                  </a:cubicBezTo>
                  <a:cubicBezTo>
                    <a:pt x="7014" y="68405"/>
                    <a:pt x="7318" y="66887"/>
                    <a:pt x="9138" y="62028"/>
                  </a:cubicBezTo>
                  <a:cubicBezTo>
                    <a:pt x="25521" y="14961"/>
                    <a:pt x="33409" y="9495"/>
                    <a:pt x="78310" y="9495"/>
                  </a:cubicBezTo>
                  <a:lnTo>
                    <a:pt x="90142" y="9495"/>
                  </a:lnTo>
                  <a:cubicBezTo>
                    <a:pt x="98637" y="9495"/>
                    <a:pt x="98637" y="10709"/>
                    <a:pt x="98637" y="13139"/>
                  </a:cubicBezTo>
                  <a:cubicBezTo>
                    <a:pt x="98637" y="14961"/>
                    <a:pt x="97727" y="18605"/>
                    <a:pt x="97424" y="19516"/>
                  </a:cubicBezTo>
                  <a:lnTo>
                    <a:pt x="56770" y="181671"/>
                  </a:lnTo>
                  <a:cubicBezTo>
                    <a:pt x="54039" y="192906"/>
                    <a:pt x="53129" y="196246"/>
                    <a:pt x="20667" y="196246"/>
                  </a:cubicBezTo>
                  <a:cubicBezTo>
                    <a:pt x="9745" y="196246"/>
                    <a:pt x="7924" y="196246"/>
                    <a:pt x="7924" y="202016"/>
                  </a:cubicBezTo>
                  <a:cubicBezTo>
                    <a:pt x="7924" y="205660"/>
                    <a:pt x="11262" y="205660"/>
                    <a:pt x="13082" y="205660"/>
                  </a:cubicBezTo>
                  <a:cubicBezTo>
                    <a:pt x="21273" y="205660"/>
                    <a:pt x="29768" y="205053"/>
                    <a:pt x="37960" y="205053"/>
                  </a:cubicBezTo>
                  <a:cubicBezTo>
                    <a:pt x="46455" y="205053"/>
                    <a:pt x="55253" y="204749"/>
                    <a:pt x="63748" y="204749"/>
                  </a:cubicBezTo>
                  <a:cubicBezTo>
                    <a:pt x="72242" y="204749"/>
                    <a:pt x="80737" y="205053"/>
                    <a:pt x="88929" y="205053"/>
                  </a:cubicBezTo>
                  <a:cubicBezTo>
                    <a:pt x="97727" y="205053"/>
                    <a:pt x="106829" y="205660"/>
                    <a:pt x="115323" y="205660"/>
                  </a:cubicBezTo>
                  <a:cubicBezTo>
                    <a:pt x="118357" y="205660"/>
                    <a:pt x="121998" y="205660"/>
                    <a:pt x="121998" y="199587"/>
                  </a:cubicBezTo>
                  <a:cubicBezTo>
                    <a:pt x="121998" y="196246"/>
                    <a:pt x="119571" y="196246"/>
                    <a:pt x="111683" y="196246"/>
                  </a:cubicBezTo>
                  <a:cubicBezTo>
                    <a:pt x="104098" y="196246"/>
                    <a:pt x="100154" y="196246"/>
                    <a:pt x="92266" y="195639"/>
                  </a:cubicBezTo>
                  <a:cubicBezTo>
                    <a:pt x="83468" y="194728"/>
                    <a:pt x="81041" y="193817"/>
                    <a:pt x="81041" y="188959"/>
                  </a:cubicBezTo>
                  <a:cubicBezTo>
                    <a:pt x="81041" y="188655"/>
                    <a:pt x="81041" y="187137"/>
                    <a:pt x="82254" y="182582"/>
                  </a:cubicBezTo>
                  <a:lnTo>
                    <a:pt x="122605" y="21337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716114DC-8450-C0F8-7E36-E5BC17C06864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2121520" y="7713458"/>
              <a:ext cx="93230" cy="184292"/>
            </a:xfrm>
            <a:custGeom>
              <a:avLst/>
              <a:gdLst>
                <a:gd name="csX0" fmla="*/ 93576 w 93230"/>
                <a:gd name="csY0" fmla="*/ 8160 h 184292"/>
                <a:gd name="csX1" fmla="*/ 85082 w 93230"/>
                <a:gd name="csY1" fmla="*/ 83 h 184292"/>
                <a:gd name="csX2" fmla="*/ 73189 w 93230"/>
                <a:gd name="csY2" fmla="*/ 11774 h 184292"/>
                <a:gd name="csX3" fmla="*/ 81684 w 93230"/>
                <a:gd name="csY3" fmla="*/ 19851 h 184292"/>
                <a:gd name="csX4" fmla="*/ 93576 w 93230"/>
                <a:gd name="csY4" fmla="*/ 8160 h 184292"/>
                <a:gd name="csX5" fmla="*/ 48554 w 93230"/>
                <a:gd name="csY5" fmla="*/ 151427 h 184292"/>
                <a:gd name="csX6" fmla="*/ 21158 w 93230"/>
                <a:gd name="csY6" fmla="*/ 178423 h 184292"/>
                <a:gd name="csX7" fmla="*/ 13513 w 93230"/>
                <a:gd name="csY7" fmla="*/ 177148 h 184292"/>
                <a:gd name="csX8" fmla="*/ 20733 w 93230"/>
                <a:gd name="csY8" fmla="*/ 166307 h 184292"/>
                <a:gd name="csX9" fmla="*/ 12451 w 93230"/>
                <a:gd name="csY9" fmla="*/ 158442 h 184292"/>
                <a:gd name="csX10" fmla="*/ 345 w 93230"/>
                <a:gd name="csY10" fmla="*/ 170983 h 184292"/>
                <a:gd name="csX11" fmla="*/ 21370 w 93230"/>
                <a:gd name="csY11" fmla="*/ 184375 h 184292"/>
                <a:gd name="csX12" fmla="*/ 65543 w 93230"/>
                <a:gd name="csY12" fmla="*/ 150790 h 184292"/>
                <a:gd name="csX13" fmla="*/ 84657 w 93230"/>
                <a:gd name="csY13" fmla="*/ 74692 h 184292"/>
                <a:gd name="csX14" fmla="*/ 85719 w 93230"/>
                <a:gd name="csY14" fmla="*/ 67253 h 184292"/>
                <a:gd name="csX15" fmla="*/ 62995 w 93230"/>
                <a:gd name="csY15" fmla="*/ 47272 h 184292"/>
                <a:gd name="csX16" fmla="*/ 25830 w 93230"/>
                <a:gd name="csY16" fmla="*/ 79794 h 184292"/>
                <a:gd name="csX17" fmla="*/ 29440 w 93230"/>
                <a:gd name="csY17" fmla="*/ 82557 h 184292"/>
                <a:gd name="csX18" fmla="*/ 33688 w 93230"/>
                <a:gd name="csY18" fmla="*/ 78731 h 184292"/>
                <a:gd name="csX19" fmla="*/ 62358 w 93230"/>
                <a:gd name="csY19" fmla="*/ 53223 h 184292"/>
                <a:gd name="csX20" fmla="*/ 69578 w 93230"/>
                <a:gd name="csY20" fmla="*/ 63639 h 184292"/>
                <a:gd name="csX21" fmla="*/ 68941 w 93230"/>
                <a:gd name="csY21" fmla="*/ 70016 h 184292"/>
                <a:gd name="csX22" fmla="*/ 48554 w 93230"/>
                <a:gd name="csY22" fmla="*/ 151427 h 184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93230" h="184292">
                  <a:moveTo>
                    <a:pt x="93576" y="8160"/>
                  </a:moveTo>
                  <a:cubicBezTo>
                    <a:pt x="93576" y="4547"/>
                    <a:pt x="90816" y="83"/>
                    <a:pt x="85082" y="83"/>
                  </a:cubicBezTo>
                  <a:cubicBezTo>
                    <a:pt x="78923" y="83"/>
                    <a:pt x="73189" y="6034"/>
                    <a:pt x="73189" y="11774"/>
                  </a:cubicBezTo>
                  <a:cubicBezTo>
                    <a:pt x="73189" y="15175"/>
                    <a:pt x="75737" y="19851"/>
                    <a:pt x="81684" y="19851"/>
                  </a:cubicBezTo>
                  <a:cubicBezTo>
                    <a:pt x="87418" y="19851"/>
                    <a:pt x="93576" y="14324"/>
                    <a:pt x="93576" y="8160"/>
                  </a:cubicBezTo>
                  <a:close/>
                  <a:moveTo>
                    <a:pt x="48554" y="151427"/>
                  </a:moveTo>
                  <a:cubicBezTo>
                    <a:pt x="44943" y="166094"/>
                    <a:pt x="33688" y="178423"/>
                    <a:pt x="21158" y="178423"/>
                  </a:cubicBezTo>
                  <a:cubicBezTo>
                    <a:pt x="18397" y="178423"/>
                    <a:pt x="15849" y="177998"/>
                    <a:pt x="13513" y="177148"/>
                  </a:cubicBezTo>
                  <a:cubicBezTo>
                    <a:pt x="19034" y="174597"/>
                    <a:pt x="20733" y="169495"/>
                    <a:pt x="20733" y="166307"/>
                  </a:cubicBezTo>
                  <a:cubicBezTo>
                    <a:pt x="20733" y="161205"/>
                    <a:pt x="16698" y="158442"/>
                    <a:pt x="12451" y="158442"/>
                  </a:cubicBezTo>
                  <a:cubicBezTo>
                    <a:pt x="5867" y="158442"/>
                    <a:pt x="345" y="164181"/>
                    <a:pt x="345" y="170983"/>
                  </a:cubicBezTo>
                  <a:cubicBezTo>
                    <a:pt x="345" y="179061"/>
                    <a:pt x="8628" y="184375"/>
                    <a:pt x="21370" y="184375"/>
                  </a:cubicBezTo>
                  <a:cubicBezTo>
                    <a:pt x="34113" y="184375"/>
                    <a:pt x="58960" y="176722"/>
                    <a:pt x="65543" y="150790"/>
                  </a:cubicBezTo>
                  <a:lnTo>
                    <a:pt x="84657" y="74692"/>
                  </a:lnTo>
                  <a:cubicBezTo>
                    <a:pt x="85294" y="72354"/>
                    <a:pt x="85719" y="70441"/>
                    <a:pt x="85719" y="67253"/>
                  </a:cubicBezTo>
                  <a:cubicBezTo>
                    <a:pt x="85719" y="55562"/>
                    <a:pt x="75737" y="47272"/>
                    <a:pt x="62995" y="47272"/>
                  </a:cubicBezTo>
                  <a:cubicBezTo>
                    <a:pt x="39422" y="47272"/>
                    <a:pt x="25830" y="76818"/>
                    <a:pt x="25830" y="79794"/>
                  </a:cubicBezTo>
                  <a:cubicBezTo>
                    <a:pt x="25830" y="82557"/>
                    <a:pt x="28803" y="82557"/>
                    <a:pt x="29440" y="82557"/>
                  </a:cubicBezTo>
                  <a:cubicBezTo>
                    <a:pt x="31989" y="82557"/>
                    <a:pt x="32201" y="81919"/>
                    <a:pt x="33688" y="78731"/>
                  </a:cubicBezTo>
                  <a:cubicBezTo>
                    <a:pt x="38997" y="66402"/>
                    <a:pt x="50040" y="53223"/>
                    <a:pt x="62358" y="53223"/>
                  </a:cubicBezTo>
                  <a:cubicBezTo>
                    <a:pt x="67667" y="53223"/>
                    <a:pt x="69578" y="56837"/>
                    <a:pt x="69578" y="63639"/>
                  </a:cubicBezTo>
                  <a:cubicBezTo>
                    <a:pt x="69578" y="65977"/>
                    <a:pt x="69154" y="68953"/>
                    <a:pt x="68941" y="70016"/>
                  </a:cubicBezTo>
                  <a:lnTo>
                    <a:pt x="48554" y="151427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C8E6274F-BE63-9BD4-0893-E3A9E767CF23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2266041" y="7581093"/>
              <a:ext cx="67655" cy="303661"/>
            </a:xfrm>
            <a:custGeom>
              <a:avLst/>
              <a:gdLst>
                <a:gd name="csX0" fmla="*/ 66488 w 67655"/>
                <a:gd name="csY0" fmla="*/ 157074 h 303661"/>
                <a:gd name="csX1" fmla="*/ 68005 w 67655"/>
                <a:gd name="csY1" fmla="*/ 151912 h 303661"/>
                <a:gd name="csX2" fmla="*/ 66488 w 67655"/>
                <a:gd name="csY2" fmla="*/ 146750 h 303661"/>
                <a:gd name="csX3" fmla="*/ 13395 w 67655"/>
                <a:gd name="csY3" fmla="*/ 7065 h 303661"/>
                <a:gd name="csX4" fmla="*/ 6417 w 67655"/>
                <a:gd name="csY4" fmla="*/ 81 h 303661"/>
                <a:gd name="csX5" fmla="*/ 350 w 67655"/>
                <a:gd name="csY5" fmla="*/ 6154 h 303661"/>
                <a:gd name="csX6" fmla="*/ 1867 w 67655"/>
                <a:gd name="csY6" fmla="*/ 11013 h 303661"/>
                <a:gd name="csX7" fmla="*/ 55566 w 67655"/>
                <a:gd name="csY7" fmla="*/ 151912 h 303661"/>
                <a:gd name="csX8" fmla="*/ 1867 w 67655"/>
                <a:gd name="csY8" fmla="*/ 292203 h 303661"/>
                <a:gd name="csX9" fmla="*/ 350 w 67655"/>
                <a:gd name="csY9" fmla="*/ 297669 h 303661"/>
                <a:gd name="csX10" fmla="*/ 6417 w 67655"/>
                <a:gd name="csY10" fmla="*/ 303742 h 303661"/>
                <a:gd name="csX11" fmla="*/ 12789 w 67655"/>
                <a:gd name="csY11" fmla="*/ 297669 h 303661"/>
                <a:gd name="csX12" fmla="*/ 66488 w 67655"/>
                <a:gd name="csY12" fmla="*/ 157074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655" h="303661">
                  <a:moveTo>
                    <a:pt x="66488" y="157074"/>
                  </a:moveTo>
                  <a:cubicBezTo>
                    <a:pt x="68005" y="153430"/>
                    <a:pt x="68005" y="152823"/>
                    <a:pt x="68005" y="151912"/>
                  </a:cubicBezTo>
                  <a:cubicBezTo>
                    <a:pt x="68005" y="151001"/>
                    <a:pt x="68005" y="150394"/>
                    <a:pt x="66488" y="146750"/>
                  </a:cubicBezTo>
                  <a:lnTo>
                    <a:pt x="13395" y="7065"/>
                  </a:lnTo>
                  <a:cubicBezTo>
                    <a:pt x="11575" y="1903"/>
                    <a:pt x="9755" y="81"/>
                    <a:pt x="6417" y="81"/>
                  </a:cubicBezTo>
                  <a:cubicBezTo>
                    <a:pt x="3080" y="81"/>
                    <a:pt x="350" y="2814"/>
                    <a:pt x="350" y="6154"/>
                  </a:cubicBezTo>
                  <a:cubicBezTo>
                    <a:pt x="350" y="7065"/>
                    <a:pt x="350" y="7673"/>
                    <a:pt x="1867" y="11013"/>
                  </a:cubicBezTo>
                  <a:lnTo>
                    <a:pt x="55566" y="151912"/>
                  </a:lnTo>
                  <a:lnTo>
                    <a:pt x="1867" y="292203"/>
                  </a:lnTo>
                  <a:cubicBezTo>
                    <a:pt x="350" y="295544"/>
                    <a:pt x="350" y="296151"/>
                    <a:pt x="350" y="297669"/>
                  </a:cubicBezTo>
                  <a:cubicBezTo>
                    <a:pt x="350" y="301010"/>
                    <a:pt x="3080" y="303742"/>
                    <a:pt x="6417" y="303742"/>
                  </a:cubicBezTo>
                  <a:cubicBezTo>
                    <a:pt x="10361" y="303742"/>
                    <a:pt x="11575" y="300706"/>
                    <a:pt x="12789" y="297669"/>
                  </a:cubicBezTo>
                  <a:lnTo>
                    <a:pt x="66488" y="157074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EF29093A-FF46-E2F6-E300-4E160E782A58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2384632" y="7581093"/>
              <a:ext cx="70385" cy="303661"/>
            </a:xfrm>
            <a:custGeom>
              <a:avLst/>
              <a:gdLst>
                <a:gd name="csX0" fmla="*/ 70739 w 70385"/>
                <a:gd name="csY0" fmla="*/ 151912 h 303661"/>
                <a:gd name="csX1" fmla="*/ 50716 w 70385"/>
                <a:gd name="csY1" fmla="*/ 57170 h 303661"/>
                <a:gd name="csX2" fmla="*/ 3387 w 70385"/>
                <a:gd name="csY2" fmla="*/ 81 h 303661"/>
                <a:gd name="csX3" fmla="*/ 354 w 70385"/>
                <a:gd name="csY3" fmla="*/ 3118 h 303661"/>
                <a:gd name="csX4" fmla="*/ 6118 w 70385"/>
                <a:gd name="csY4" fmla="*/ 10102 h 303661"/>
                <a:gd name="csX5" fmla="*/ 53143 w 70385"/>
                <a:gd name="csY5" fmla="*/ 151912 h 303661"/>
                <a:gd name="csX6" fmla="*/ 4298 w 70385"/>
                <a:gd name="csY6" fmla="*/ 295544 h 303661"/>
                <a:gd name="csX7" fmla="*/ 354 w 70385"/>
                <a:gd name="csY7" fmla="*/ 300706 h 303661"/>
                <a:gd name="csX8" fmla="*/ 3387 w 70385"/>
                <a:gd name="csY8" fmla="*/ 303742 h 303661"/>
                <a:gd name="csX9" fmla="*/ 51626 w 70385"/>
                <a:gd name="csY9" fmla="*/ 244529 h 303661"/>
                <a:gd name="csX10" fmla="*/ 70739 w 70385"/>
                <a:gd name="csY10" fmla="*/ 151912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85" h="303661">
                  <a:moveTo>
                    <a:pt x="70739" y="151912"/>
                  </a:moveTo>
                  <a:cubicBezTo>
                    <a:pt x="70739" y="128226"/>
                    <a:pt x="67402" y="91483"/>
                    <a:pt x="50716" y="57170"/>
                  </a:cubicBezTo>
                  <a:cubicBezTo>
                    <a:pt x="32513" y="19819"/>
                    <a:pt x="6421" y="81"/>
                    <a:pt x="3387" y="81"/>
                  </a:cubicBezTo>
                  <a:cubicBezTo>
                    <a:pt x="1567" y="81"/>
                    <a:pt x="354" y="1296"/>
                    <a:pt x="354" y="3118"/>
                  </a:cubicBezTo>
                  <a:cubicBezTo>
                    <a:pt x="354" y="4029"/>
                    <a:pt x="354" y="4636"/>
                    <a:pt x="6118" y="10102"/>
                  </a:cubicBezTo>
                  <a:cubicBezTo>
                    <a:pt x="35850" y="40164"/>
                    <a:pt x="53143" y="88447"/>
                    <a:pt x="53143" y="151912"/>
                  </a:cubicBezTo>
                  <a:cubicBezTo>
                    <a:pt x="53143" y="203838"/>
                    <a:pt x="41918" y="257282"/>
                    <a:pt x="4298" y="295544"/>
                  </a:cubicBezTo>
                  <a:cubicBezTo>
                    <a:pt x="354" y="299188"/>
                    <a:pt x="354" y="299795"/>
                    <a:pt x="354" y="300706"/>
                  </a:cubicBezTo>
                  <a:cubicBezTo>
                    <a:pt x="354" y="302528"/>
                    <a:pt x="1567" y="303742"/>
                    <a:pt x="3387" y="303742"/>
                  </a:cubicBezTo>
                  <a:cubicBezTo>
                    <a:pt x="6421" y="303742"/>
                    <a:pt x="33726" y="283094"/>
                    <a:pt x="51626" y="244529"/>
                  </a:cubicBezTo>
                  <a:cubicBezTo>
                    <a:pt x="67099" y="211126"/>
                    <a:pt x="70739" y="177419"/>
                    <a:pt x="70739" y="151912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0EABDD80-E653-D755-0E8C-1FD6C88B9D47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0451193" y="7932280"/>
              <a:ext cx="2458477" cy="12145"/>
            </a:xfrm>
            <a:prstGeom prst="rect">
              <a:avLst/>
            </a:pr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579809E3-7B43-BBFB-0957-A835F2ECE990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0468183" y="7997312"/>
              <a:ext cx="286094" cy="303661"/>
            </a:xfrm>
            <a:custGeom>
              <a:avLst/>
              <a:gdLst>
                <a:gd name="csX0" fmla="*/ 111027 w 286094"/>
                <a:gd name="csY0" fmla="*/ 162243 h 303661"/>
                <a:gd name="csX1" fmla="*/ 3325 w 286094"/>
                <a:gd name="csY1" fmla="*/ 295550 h 303661"/>
                <a:gd name="csX2" fmla="*/ 594 w 286094"/>
                <a:gd name="csY2" fmla="*/ 300408 h 303661"/>
                <a:gd name="csX3" fmla="*/ 8785 w 286094"/>
                <a:gd name="csY3" fmla="*/ 303749 h 303661"/>
                <a:gd name="csX4" fmla="*/ 260293 w 286094"/>
                <a:gd name="csY4" fmla="*/ 303749 h 303661"/>
                <a:gd name="csX5" fmla="*/ 286385 w 286094"/>
                <a:gd name="csY5" fmla="*/ 228137 h 303661"/>
                <a:gd name="csX6" fmla="*/ 278800 w 286094"/>
                <a:gd name="csY6" fmla="*/ 228137 h 303661"/>
                <a:gd name="csX7" fmla="*/ 225101 w 286094"/>
                <a:gd name="csY7" fmla="*/ 278241 h 303661"/>
                <a:gd name="csX8" fmla="*/ 154715 w 286094"/>
                <a:gd name="csY8" fmla="*/ 287047 h 303661"/>
                <a:gd name="csX9" fmla="*/ 25775 w 286094"/>
                <a:gd name="csY9" fmla="*/ 287047 h 303661"/>
                <a:gd name="csX10" fmla="*/ 131051 w 286094"/>
                <a:gd name="csY10" fmla="*/ 156777 h 303661"/>
                <a:gd name="csX11" fmla="*/ 133781 w 286094"/>
                <a:gd name="csY11" fmla="*/ 151918 h 303661"/>
                <a:gd name="csX12" fmla="*/ 131657 w 286094"/>
                <a:gd name="csY12" fmla="*/ 147667 h 303661"/>
                <a:gd name="csX13" fmla="*/ 33056 w 286094"/>
                <a:gd name="csY13" fmla="*/ 12234 h 303661"/>
                <a:gd name="csX14" fmla="*/ 153198 w 286094"/>
                <a:gd name="csY14" fmla="*/ 12234 h 303661"/>
                <a:gd name="csX15" fmla="*/ 278800 w 286094"/>
                <a:gd name="csY15" fmla="*/ 71144 h 303661"/>
                <a:gd name="csX16" fmla="*/ 286385 w 286094"/>
                <a:gd name="csY16" fmla="*/ 71144 h 303661"/>
                <a:gd name="csX17" fmla="*/ 260293 w 286094"/>
                <a:gd name="csY17" fmla="*/ 87 h 303661"/>
                <a:gd name="csX18" fmla="*/ 8785 w 286094"/>
                <a:gd name="csY18" fmla="*/ 87 h 303661"/>
                <a:gd name="csX19" fmla="*/ 291 w 286094"/>
                <a:gd name="csY19" fmla="*/ 9805 h 303661"/>
                <a:gd name="csX20" fmla="*/ 111027 w 286094"/>
                <a:gd name="csY20" fmla="*/ 162243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286094" h="303661">
                  <a:moveTo>
                    <a:pt x="111027" y="162243"/>
                  </a:moveTo>
                  <a:lnTo>
                    <a:pt x="3325" y="295550"/>
                  </a:lnTo>
                  <a:cubicBezTo>
                    <a:pt x="897" y="298586"/>
                    <a:pt x="594" y="299194"/>
                    <a:pt x="594" y="300408"/>
                  </a:cubicBezTo>
                  <a:cubicBezTo>
                    <a:pt x="594" y="303749"/>
                    <a:pt x="3325" y="303749"/>
                    <a:pt x="8785" y="303749"/>
                  </a:cubicBezTo>
                  <a:lnTo>
                    <a:pt x="260293" y="303749"/>
                  </a:lnTo>
                  <a:lnTo>
                    <a:pt x="286385" y="228137"/>
                  </a:lnTo>
                  <a:lnTo>
                    <a:pt x="278800" y="228137"/>
                  </a:lnTo>
                  <a:cubicBezTo>
                    <a:pt x="271215" y="250912"/>
                    <a:pt x="250889" y="269435"/>
                    <a:pt x="225101" y="278241"/>
                  </a:cubicBezTo>
                  <a:cubicBezTo>
                    <a:pt x="220246" y="279759"/>
                    <a:pt x="199313" y="287047"/>
                    <a:pt x="154715" y="287047"/>
                  </a:cubicBezTo>
                  <a:lnTo>
                    <a:pt x="25775" y="287047"/>
                  </a:lnTo>
                  <a:lnTo>
                    <a:pt x="131051" y="156777"/>
                  </a:lnTo>
                  <a:cubicBezTo>
                    <a:pt x="133174" y="154044"/>
                    <a:pt x="133781" y="153133"/>
                    <a:pt x="133781" y="151918"/>
                  </a:cubicBezTo>
                  <a:cubicBezTo>
                    <a:pt x="133781" y="150703"/>
                    <a:pt x="133478" y="150400"/>
                    <a:pt x="131657" y="147667"/>
                  </a:cubicBezTo>
                  <a:lnTo>
                    <a:pt x="33056" y="12234"/>
                  </a:lnTo>
                  <a:lnTo>
                    <a:pt x="153198" y="12234"/>
                  </a:lnTo>
                  <a:cubicBezTo>
                    <a:pt x="187784" y="12234"/>
                    <a:pt x="257563" y="14359"/>
                    <a:pt x="278800" y="71144"/>
                  </a:cubicBezTo>
                  <a:lnTo>
                    <a:pt x="286385" y="71144"/>
                  </a:lnTo>
                  <a:lnTo>
                    <a:pt x="260293" y="87"/>
                  </a:lnTo>
                  <a:lnTo>
                    <a:pt x="8785" y="87"/>
                  </a:lnTo>
                  <a:cubicBezTo>
                    <a:pt x="594" y="87"/>
                    <a:pt x="291" y="391"/>
                    <a:pt x="291" y="9805"/>
                  </a:cubicBezTo>
                  <a:lnTo>
                    <a:pt x="111027" y="162243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7CE5B842-2788-BD3A-D0E4-9BFB536713F5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0781418" y="7978643"/>
              <a:ext cx="129758" cy="95865"/>
            </a:xfrm>
            <a:custGeom>
              <a:avLst/>
              <a:gdLst>
                <a:gd name="csX0" fmla="*/ 16229 w 129758"/>
                <a:gd name="csY0" fmla="*/ 80439 h 95865"/>
                <a:gd name="csX1" fmla="*/ 14105 w 129758"/>
                <a:gd name="csY1" fmla="*/ 89154 h 95865"/>
                <a:gd name="csX2" fmla="*/ 21326 w 129758"/>
                <a:gd name="csY2" fmla="*/ 95956 h 95865"/>
                <a:gd name="csX3" fmla="*/ 29608 w 129758"/>
                <a:gd name="csY3" fmla="*/ 91279 h 95865"/>
                <a:gd name="csX4" fmla="*/ 33431 w 129758"/>
                <a:gd name="csY4" fmla="*/ 78100 h 95865"/>
                <a:gd name="csX5" fmla="*/ 38103 w 129758"/>
                <a:gd name="csY5" fmla="*/ 58970 h 95865"/>
                <a:gd name="csX6" fmla="*/ 41714 w 129758"/>
                <a:gd name="csY6" fmla="*/ 44728 h 95865"/>
                <a:gd name="csX7" fmla="*/ 50633 w 129758"/>
                <a:gd name="csY7" fmla="*/ 25597 h 95865"/>
                <a:gd name="csX8" fmla="*/ 82489 w 129758"/>
                <a:gd name="csY8" fmla="*/ 6042 h 95865"/>
                <a:gd name="csX9" fmla="*/ 95019 w 129758"/>
                <a:gd name="csY9" fmla="*/ 20921 h 95865"/>
                <a:gd name="csX10" fmla="*/ 82489 w 129758"/>
                <a:gd name="csY10" fmla="*/ 66197 h 95865"/>
                <a:gd name="csX11" fmla="*/ 79303 w 129758"/>
                <a:gd name="csY11" fmla="*/ 77675 h 95865"/>
                <a:gd name="csX12" fmla="*/ 99478 w 129758"/>
                <a:gd name="csY12" fmla="*/ 95956 h 95865"/>
                <a:gd name="csX13" fmla="*/ 130060 w 129758"/>
                <a:gd name="csY13" fmla="*/ 63434 h 95865"/>
                <a:gd name="csX14" fmla="*/ 126662 w 129758"/>
                <a:gd name="csY14" fmla="*/ 60670 h 95865"/>
                <a:gd name="csX15" fmla="*/ 122627 w 129758"/>
                <a:gd name="csY15" fmla="*/ 64284 h 95865"/>
                <a:gd name="csX16" fmla="*/ 100116 w 129758"/>
                <a:gd name="csY16" fmla="*/ 90004 h 95865"/>
                <a:gd name="csX17" fmla="*/ 94806 w 129758"/>
                <a:gd name="csY17" fmla="*/ 82564 h 95865"/>
                <a:gd name="csX18" fmla="*/ 99691 w 129758"/>
                <a:gd name="csY18" fmla="*/ 65347 h 95865"/>
                <a:gd name="csX19" fmla="*/ 110946 w 129758"/>
                <a:gd name="csY19" fmla="*/ 24322 h 95865"/>
                <a:gd name="csX20" fmla="*/ 83338 w 129758"/>
                <a:gd name="csY20" fmla="*/ 90 h 95865"/>
                <a:gd name="csX21" fmla="*/ 47448 w 129758"/>
                <a:gd name="csY21" fmla="*/ 19433 h 95865"/>
                <a:gd name="csX22" fmla="*/ 24724 w 129758"/>
                <a:gd name="csY22" fmla="*/ 90 h 95865"/>
                <a:gd name="csX23" fmla="*/ 7947 w 129758"/>
                <a:gd name="csY23" fmla="*/ 11568 h 95865"/>
                <a:gd name="csX24" fmla="*/ 301 w 129758"/>
                <a:gd name="csY24" fmla="*/ 32612 h 95865"/>
                <a:gd name="csX25" fmla="*/ 3911 w 129758"/>
                <a:gd name="csY25" fmla="*/ 35375 h 95865"/>
                <a:gd name="csX26" fmla="*/ 8584 w 129758"/>
                <a:gd name="csY26" fmla="*/ 28998 h 95865"/>
                <a:gd name="csX27" fmla="*/ 24087 w 129758"/>
                <a:gd name="csY27" fmla="*/ 6042 h 95865"/>
                <a:gd name="csX28" fmla="*/ 31095 w 129758"/>
                <a:gd name="csY28" fmla="*/ 16457 h 95865"/>
                <a:gd name="csX29" fmla="*/ 27697 w 129758"/>
                <a:gd name="csY29" fmla="*/ 34100 h 95865"/>
                <a:gd name="csX30" fmla="*/ 23025 w 129758"/>
                <a:gd name="csY30" fmla="*/ 53231 h 95865"/>
                <a:gd name="csX31" fmla="*/ 16229 w 129758"/>
                <a:gd name="csY31" fmla="*/ 80439 h 95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758" h="95865">
                  <a:moveTo>
                    <a:pt x="16229" y="80439"/>
                  </a:moveTo>
                  <a:cubicBezTo>
                    <a:pt x="15380" y="83202"/>
                    <a:pt x="14105" y="88516"/>
                    <a:pt x="14105" y="89154"/>
                  </a:cubicBezTo>
                  <a:cubicBezTo>
                    <a:pt x="14105" y="93830"/>
                    <a:pt x="17928" y="95956"/>
                    <a:pt x="21326" y="95956"/>
                  </a:cubicBezTo>
                  <a:cubicBezTo>
                    <a:pt x="25149" y="95956"/>
                    <a:pt x="28547" y="93192"/>
                    <a:pt x="29608" y="91279"/>
                  </a:cubicBezTo>
                  <a:cubicBezTo>
                    <a:pt x="30670" y="89366"/>
                    <a:pt x="32369" y="82564"/>
                    <a:pt x="33431" y="78100"/>
                  </a:cubicBezTo>
                  <a:cubicBezTo>
                    <a:pt x="34493" y="74062"/>
                    <a:pt x="36829" y="64284"/>
                    <a:pt x="38103" y="58970"/>
                  </a:cubicBezTo>
                  <a:cubicBezTo>
                    <a:pt x="39377" y="54293"/>
                    <a:pt x="40652" y="49617"/>
                    <a:pt x="41714" y="44728"/>
                  </a:cubicBezTo>
                  <a:cubicBezTo>
                    <a:pt x="44050" y="36013"/>
                    <a:pt x="44474" y="34312"/>
                    <a:pt x="50633" y="25597"/>
                  </a:cubicBezTo>
                  <a:cubicBezTo>
                    <a:pt x="56580" y="17095"/>
                    <a:pt x="66561" y="6042"/>
                    <a:pt x="82489" y="6042"/>
                  </a:cubicBezTo>
                  <a:cubicBezTo>
                    <a:pt x="94806" y="6042"/>
                    <a:pt x="95019" y="16882"/>
                    <a:pt x="95019" y="20921"/>
                  </a:cubicBezTo>
                  <a:cubicBezTo>
                    <a:pt x="95019" y="33675"/>
                    <a:pt x="85887" y="57269"/>
                    <a:pt x="82489" y="66197"/>
                  </a:cubicBezTo>
                  <a:cubicBezTo>
                    <a:pt x="80153" y="72149"/>
                    <a:pt x="79303" y="74062"/>
                    <a:pt x="79303" y="77675"/>
                  </a:cubicBezTo>
                  <a:cubicBezTo>
                    <a:pt x="79303" y="88941"/>
                    <a:pt x="88648" y="95956"/>
                    <a:pt x="99478" y="95956"/>
                  </a:cubicBezTo>
                  <a:cubicBezTo>
                    <a:pt x="120716" y="95956"/>
                    <a:pt x="130060" y="66622"/>
                    <a:pt x="130060" y="63434"/>
                  </a:cubicBezTo>
                  <a:cubicBezTo>
                    <a:pt x="130060" y="60670"/>
                    <a:pt x="127299" y="60670"/>
                    <a:pt x="126662" y="60670"/>
                  </a:cubicBezTo>
                  <a:cubicBezTo>
                    <a:pt x="123689" y="60670"/>
                    <a:pt x="123476" y="61946"/>
                    <a:pt x="122627" y="64284"/>
                  </a:cubicBezTo>
                  <a:cubicBezTo>
                    <a:pt x="117742" y="81289"/>
                    <a:pt x="108610" y="90004"/>
                    <a:pt x="100116" y="90004"/>
                  </a:cubicBezTo>
                  <a:cubicBezTo>
                    <a:pt x="95656" y="90004"/>
                    <a:pt x="94806" y="87028"/>
                    <a:pt x="94806" y="82564"/>
                  </a:cubicBezTo>
                  <a:cubicBezTo>
                    <a:pt x="94806" y="77675"/>
                    <a:pt x="95868" y="74912"/>
                    <a:pt x="99691" y="65347"/>
                  </a:cubicBezTo>
                  <a:cubicBezTo>
                    <a:pt x="102239" y="58757"/>
                    <a:pt x="110946" y="36226"/>
                    <a:pt x="110946" y="24322"/>
                  </a:cubicBezTo>
                  <a:cubicBezTo>
                    <a:pt x="110946" y="3703"/>
                    <a:pt x="94594" y="90"/>
                    <a:pt x="83338" y="90"/>
                  </a:cubicBezTo>
                  <a:cubicBezTo>
                    <a:pt x="65711" y="90"/>
                    <a:pt x="53819" y="10931"/>
                    <a:pt x="47448" y="19433"/>
                  </a:cubicBezTo>
                  <a:cubicBezTo>
                    <a:pt x="45961" y="4766"/>
                    <a:pt x="33431" y="90"/>
                    <a:pt x="24724" y="90"/>
                  </a:cubicBezTo>
                  <a:cubicBezTo>
                    <a:pt x="15592" y="90"/>
                    <a:pt x="10707" y="6679"/>
                    <a:pt x="7947" y="11568"/>
                  </a:cubicBezTo>
                  <a:cubicBezTo>
                    <a:pt x="3274" y="19433"/>
                    <a:pt x="301" y="31549"/>
                    <a:pt x="301" y="32612"/>
                  </a:cubicBezTo>
                  <a:cubicBezTo>
                    <a:pt x="301" y="35375"/>
                    <a:pt x="3274" y="35375"/>
                    <a:pt x="3911" y="35375"/>
                  </a:cubicBezTo>
                  <a:cubicBezTo>
                    <a:pt x="6885" y="35375"/>
                    <a:pt x="7097" y="34738"/>
                    <a:pt x="8584" y="28998"/>
                  </a:cubicBezTo>
                  <a:cubicBezTo>
                    <a:pt x="11769" y="16457"/>
                    <a:pt x="15804" y="6042"/>
                    <a:pt x="24087" y="6042"/>
                  </a:cubicBezTo>
                  <a:cubicBezTo>
                    <a:pt x="29608" y="6042"/>
                    <a:pt x="31095" y="10718"/>
                    <a:pt x="31095" y="16457"/>
                  </a:cubicBezTo>
                  <a:cubicBezTo>
                    <a:pt x="31095" y="20496"/>
                    <a:pt x="29184" y="28361"/>
                    <a:pt x="27697" y="34100"/>
                  </a:cubicBezTo>
                  <a:cubicBezTo>
                    <a:pt x="26210" y="39839"/>
                    <a:pt x="24087" y="48554"/>
                    <a:pt x="23025" y="53231"/>
                  </a:cubicBezTo>
                  <a:lnTo>
                    <a:pt x="16229" y="80439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4D2FC74A-65D5-AB5E-1B57-30A2BF7D02D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0787364" y="8168641"/>
              <a:ext cx="104486" cy="149644"/>
            </a:xfrm>
            <a:custGeom>
              <a:avLst/>
              <a:gdLst>
                <a:gd name="csX0" fmla="*/ 50845 w 104486"/>
                <a:gd name="csY0" fmla="*/ 6475 h 149644"/>
                <a:gd name="csX1" fmla="*/ 51695 w 104486"/>
                <a:gd name="csY1" fmla="*/ 3074 h 149644"/>
                <a:gd name="csX2" fmla="*/ 48297 w 104486"/>
                <a:gd name="csY2" fmla="*/ 98 h 149644"/>
                <a:gd name="csX3" fmla="*/ 21114 w 104486"/>
                <a:gd name="csY3" fmla="*/ 2223 h 149644"/>
                <a:gd name="csX4" fmla="*/ 16441 w 104486"/>
                <a:gd name="csY4" fmla="*/ 7112 h 149644"/>
                <a:gd name="csX5" fmla="*/ 21963 w 104486"/>
                <a:gd name="csY5" fmla="*/ 10088 h 149644"/>
                <a:gd name="csX6" fmla="*/ 32157 w 104486"/>
                <a:gd name="csY6" fmla="*/ 13277 h 149644"/>
                <a:gd name="csX7" fmla="*/ 31307 w 104486"/>
                <a:gd name="csY7" fmla="*/ 17953 h 149644"/>
                <a:gd name="csX8" fmla="*/ 1363 w 104486"/>
                <a:gd name="csY8" fmla="*/ 138264 h 149644"/>
                <a:gd name="csX9" fmla="*/ 301 w 104486"/>
                <a:gd name="csY9" fmla="*/ 142940 h 149644"/>
                <a:gd name="csX10" fmla="*/ 7522 w 104486"/>
                <a:gd name="csY10" fmla="*/ 149742 h 149644"/>
                <a:gd name="csX11" fmla="*/ 17291 w 104486"/>
                <a:gd name="csY11" fmla="*/ 140814 h 149644"/>
                <a:gd name="csX12" fmla="*/ 27697 w 104486"/>
                <a:gd name="csY12" fmla="*/ 99577 h 149644"/>
                <a:gd name="csX13" fmla="*/ 54881 w 104486"/>
                <a:gd name="csY13" fmla="*/ 117007 h 149644"/>
                <a:gd name="csX14" fmla="*/ 54456 w 104486"/>
                <a:gd name="csY14" fmla="*/ 121259 h 149644"/>
                <a:gd name="csX15" fmla="*/ 53606 w 104486"/>
                <a:gd name="csY15" fmla="*/ 127848 h 149644"/>
                <a:gd name="csX16" fmla="*/ 76118 w 104486"/>
                <a:gd name="csY16" fmla="*/ 149742 h 149644"/>
                <a:gd name="csX17" fmla="*/ 103089 w 104486"/>
                <a:gd name="csY17" fmla="*/ 117220 h 149644"/>
                <a:gd name="csX18" fmla="*/ 99691 w 104486"/>
                <a:gd name="csY18" fmla="*/ 114457 h 149644"/>
                <a:gd name="csX19" fmla="*/ 95443 w 104486"/>
                <a:gd name="csY19" fmla="*/ 119558 h 149644"/>
                <a:gd name="csX20" fmla="*/ 76755 w 104486"/>
                <a:gd name="csY20" fmla="*/ 143790 h 149644"/>
                <a:gd name="csX21" fmla="*/ 69322 w 104486"/>
                <a:gd name="csY21" fmla="*/ 132737 h 149644"/>
                <a:gd name="csX22" fmla="*/ 70596 w 104486"/>
                <a:gd name="csY22" fmla="*/ 123172 h 149644"/>
                <a:gd name="csX23" fmla="*/ 71658 w 104486"/>
                <a:gd name="csY23" fmla="*/ 116582 h 149644"/>
                <a:gd name="csX24" fmla="*/ 37254 w 104486"/>
                <a:gd name="csY24" fmla="*/ 94051 h 149644"/>
                <a:gd name="csX25" fmla="*/ 54881 w 104486"/>
                <a:gd name="csY25" fmla="*/ 80021 h 149644"/>
                <a:gd name="csX26" fmla="*/ 88223 w 104486"/>
                <a:gd name="csY26" fmla="*/ 59828 h 149644"/>
                <a:gd name="csX27" fmla="*/ 95231 w 104486"/>
                <a:gd name="csY27" fmla="*/ 62591 h 149644"/>
                <a:gd name="csX28" fmla="*/ 84188 w 104486"/>
                <a:gd name="csY28" fmla="*/ 74495 h 149644"/>
                <a:gd name="csX29" fmla="*/ 92683 w 104486"/>
                <a:gd name="csY29" fmla="*/ 82360 h 149644"/>
                <a:gd name="csX30" fmla="*/ 104788 w 104486"/>
                <a:gd name="csY30" fmla="*/ 68756 h 149644"/>
                <a:gd name="csX31" fmla="*/ 88435 w 104486"/>
                <a:gd name="csY31" fmla="*/ 53876 h 149644"/>
                <a:gd name="csX32" fmla="*/ 54456 w 104486"/>
                <a:gd name="csY32" fmla="*/ 72582 h 149644"/>
                <a:gd name="csX33" fmla="*/ 29821 w 104486"/>
                <a:gd name="csY33" fmla="*/ 91287 h 149644"/>
                <a:gd name="csX34" fmla="*/ 50845 w 104486"/>
                <a:gd name="csY34" fmla="*/ 6475 h 149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04486" h="149644">
                  <a:moveTo>
                    <a:pt x="50845" y="6475"/>
                  </a:moveTo>
                  <a:cubicBezTo>
                    <a:pt x="51058" y="6050"/>
                    <a:pt x="51695" y="3286"/>
                    <a:pt x="51695" y="3074"/>
                  </a:cubicBezTo>
                  <a:cubicBezTo>
                    <a:pt x="51695" y="2011"/>
                    <a:pt x="50845" y="98"/>
                    <a:pt x="48297" y="98"/>
                  </a:cubicBezTo>
                  <a:cubicBezTo>
                    <a:pt x="44050" y="98"/>
                    <a:pt x="26423" y="1798"/>
                    <a:pt x="21114" y="2223"/>
                  </a:cubicBezTo>
                  <a:cubicBezTo>
                    <a:pt x="19415" y="2436"/>
                    <a:pt x="16441" y="2649"/>
                    <a:pt x="16441" y="7112"/>
                  </a:cubicBezTo>
                  <a:cubicBezTo>
                    <a:pt x="16441" y="10088"/>
                    <a:pt x="19415" y="10088"/>
                    <a:pt x="21963" y="10088"/>
                  </a:cubicBezTo>
                  <a:cubicBezTo>
                    <a:pt x="32157" y="10088"/>
                    <a:pt x="32157" y="11576"/>
                    <a:pt x="32157" y="13277"/>
                  </a:cubicBezTo>
                  <a:cubicBezTo>
                    <a:pt x="32157" y="14765"/>
                    <a:pt x="31732" y="16040"/>
                    <a:pt x="31307" y="17953"/>
                  </a:cubicBezTo>
                  <a:lnTo>
                    <a:pt x="1363" y="138264"/>
                  </a:lnTo>
                  <a:cubicBezTo>
                    <a:pt x="301" y="142090"/>
                    <a:pt x="301" y="142515"/>
                    <a:pt x="301" y="142940"/>
                  </a:cubicBezTo>
                  <a:cubicBezTo>
                    <a:pt x="301" y="146129"/>
                    <a:pt x="2850" y="149742"/>
                    <a:pt x="7522" y="149742"/>
                  </a:cubicBezTo>
                  <a:cubicBezTo>
                    <a:pt x="13256" y="149742"/>
                    <a:pt x="16017" y="145491"/>
                    <a:pt x="17291" y="140814"/>
                  </a:cubicBezTo>
                  <a:cubicBezTo>
                    <a:pt x="17716" y="139964"/>
                    <a:pt x="26848" y="102553"/>
                    <a:pt x="27697" y="99577"/>
                  </a:cubicBezTo>
                  <a:cubicBezTo>
                    <a:pt x="42775" y="101065"/>
                    <a:pt x="54881" y="105954"/>
                    <a:pt x="54881" y="117007"/>
                  </a:cubicBezTo>
                  <a:cubicBezTo>
                    <a:pt x="54881" y="118070"/>
                    <a:pt x="54881" y="119133"/>
                    <a:pt x="54456" y="121259"/>
                  </a:cubicBezTo>
                  <a:cubicBezTo>
                    <a:pt x="53606" y="124447"/>
                    <a:pt x="53606" y="125510"/>
                    <a:pt x="53606" y="127848"/>
                  </a:cubicBezTo>
                  <a:cubicBezTo>
                    <a:pt x="53606" y="142940"/>
                    <a:pt x="65924" y="149742"/>
                    <a:pt x="76118" y="149742"/>
                  </a:cubicBezTo>
                  <a:cubicBezTo>
                    <a:pt x="96718" y="149742"/>
                    <a:pt x="103089" y="117433"/>
                    <a:pt x="103089" y="117220"/>
                  </a:cubicBezTo>
                  <a:cubicBezTo>
                    <a:pt x="103089" y="114457"/>
                    <a:pt x="100328" y="114457"/>
                    <a:pt x="99691" y="114457"/>
                  </a:cubicBezTo>
                  <a:cubicBezTo>
                    <a:pt x="96718" y="114457"/>
                    <a:pt x="96505" y="115520"/>
                    <a:pt x="95443" y="119558"/>
                  </a:cubicBezTo>
                  <a:cubicBezTo>
                    <a:pt x="92895" y="128698"/>
                    <a:pt x="87161" y="143790"/>
                    <a:pt x="76755" y="143790"/>
                  </a:cubicBezTo>
                  <a:cubicBezTo>
                    <a:pt x="71021" y="143790"/>
                    <a:pt x="69322" y="138476"/>
                    <a:pt x="69322" y="132737"/>
                  </a:cubicBezTo>
                  <a:cubicBezTo>
                    <a:pt x="69322" y="129124"/>
                    <a:pt x="69322" y="128698"/>
                    <a:pt x="70596" y="123172"/>
                  </a:cubicBezTo>
                  <a:cubicBezTo>
                    <a:pt x="70808" y="122534"/>
                    <a:pt x="71658" y="118921"/>
                    <a:pt x="71658" y="116582"/>
                  </a:cubicBezTo>
                  <a:cubicBezTo>
                    <a:pt x="71658" y="97664"/>
                    <a:pt x="46173" y="94688"/>
                    <a:pt x="37254" y="94051"/>
                  </a:cubicBezTo>
                  <a:cubicBezTo>
                    <a:pt x="43412" y="90225"/>
                    <a:pt x="51270" y="83210"/>
                    <a:pt x="54881" y="80021"/>
                  </a:cubicBezTo>
                  <a:cubicBezTo>
                    <a:pt x="65711" y="69818"/>
                    <a:pt x="76330" y="59828"/>
                    <a:pt x="88223" y="59828"/>
                  </a:cubicBezTo>
                  <a:cubicBezTo>
                    <a:pt x="90771" y="59828"/>
                    <a:pt x="93532" y="60466"/>
                    <a:pt x="95231" y="62591"/>
                  </a:cubicBezTo>
                  <a:cubicBezTo>
                    <a:pt x="86099" y="64079"/>
                    <a:pt x="84188" y="71306"/>
                    <a:pt x="84188" y="74495"/>
                  </a:cubicBezTo>
                  <a:cubicBezTo>
                    <a:pt x="84188" y="79171"/>
                    <a:pt x="87798" y="82360"/>
                    <a:pt x="92683" y="82360"/>
                  </a:cubicBezTo>
                  <a:cubicBezTo>
                    <a:pt x="98417" y="82360"/>
                    <a:pt x="104788" y="77683"/>
                    <a:pt x="104788" y="68756"/>
                  </a:cubicBezTo>
                  <a:cubicBezTo>
                    <a:pt x="104788" y="61741"/>
                    <a:pt x="99691" y="53876"/>
                    <a:pt x="88435" y="53876"/>
                  </a:cubicBezTo>
                  <a:cubicBezTo>
                    <a:pt x="76330" y="53876"/>
                    <a:pt x="65287" y="62591"/>
                    <a:pt x="54456" y="72582"/>
                  </a:cubicBezTo>
                  <a:cubicBezTo>
                    <a:pt x="45536" y="81084"/>
                    <a:pt x="38528" y="87674"/>
                    <a:pt x="29821" y="91287"/>
                  </a:cubicBezTo>
                  <a:lnTo>
                    <a:pt x="50845" y="6475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F1B2636B-C684-DE1B-725D-011D99E0216F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0920404" y="8234323"/>
              <a:ext cx="156305" cy="57179"/>
            </a:xfrm>
            <a:custGeom>
              <a:avLst/>
              <a:gdLst>
                <a:gd name="csX0" fmla="*/ 148541 w 156305"/>
                <a:gd name="csY0" fmla="*/ 10513 h 57179"/>
                <a:gd name="csX1" fmla="*/ 156611 w 156305"/>
                <a:gd name="csY1" fmla="*/ 5199 h 57179"/>
                <a:gd name="csX2" fmla="*/ 148753 w 156305"/>
                <a:gd name="csY2" fmla="*/ 98 h 57179"/>
                <a:gd name="csX3" fmla="*/ 8163 w 156305"/>
                <a:gd name="csY3" fmla="*/ 98 h 57179"/>
                <a:gd name="csX4" fmla="*/ 306 w 156305"/>
                <a:gd name="csY4" fmla="*/ 5199 h 57179"/>
                <a:gd name="csX5" fmla="*/ 8376 w 156305"/>
                <a:gd name="csY5" fmla="*/ 10513 h 57179"/>
                <a:gd name="csX6" fmla="*/ 148541 w 156305"/>
                <a:gd name="csY6" fmla="*/ 10513 h 57179"/>
                <a:gd name="csX7" fmla="*/ 148753 w 156305"/>
                <a:gd name="csY7" fmla="*/ 57277 h 57179"/>
                <a:gd name="csX8" fmla="*/ 156611 w 156305"/>
                <a:gd name="csY8" fmla="*/ 52176 h 57179"/>
                <a:gd name="csX9" fmla="*/ 148541 w 156305"/>
                <a:gd name="csY9" fmla="*/ 46862 h 57179"/>
                <a:gd name="csX10" fmla="*/ 8376 w 156305"/>
                <a:gd name="csY10" fmla="*/ 46862 h 57179"/>
                <a:gd name="csX11" fmla="*/ 306 w 156305"/>
                <a:gd name="csY11" fmla="*/ 52176 h 57179"/>
                <a:gd name="csX12" fmla="*/ 8163 w 156305"/>
                <a:gd name="csY12" fmla="*/ 57277 h 57179"/>
                <a:gd name="csX13" fmla="*/ 148753 w 156305"/>
                <a:gd name="csY13" fmla="*/ 57277 h 571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6305" h="57179">
                  <a:moveTo>
                    <a:pt x="148541" y="10513"/>
                  </a:moveTo>
                  <a:cubicBezTo>
                    <a:pt x="151726" y="10513"/>
                    <a:pt x="156611" y="10513"/>
                    <a:pt x="156611" y="5199"/>
                  </a:cubicBezTo>
                  <a:cubicBezTo>
                    <a:pt x="156611" y="98"/>
                    <a:pt x="151514" y="98"/>
                    <a:pt x="148753" y="98"/>
                  </a:cubicBezTo>
                  <a:lnTo>
                    <a:pt x="8163" y="98"/>
                  </a:lnTo>
                  <a:cubicBezTo>
                    <a:pt x="5402" y="98"/>
                    <a:pt x="306" y="98"/>
                    <a:pt x="306" y="5199"/>
                  </a:cubicBezTo>
                  <a:cubicBezTo>
                    <a:pt x="306" y="10513"/>
                    <a:pt x="5190" y="10513"/>
                    <a:pt x="8376" y="10513"/>
                  </a:cubicBezTo>
                  <a:lnTo>
                    <a:pt x="148541" y="10513"/>
                  </a:lnTo>
                  <a:close/>
                  <a:moveTo>
                    <a:pt x="148753" y="57277"/>
                  </a:moveTo>
                  <a:cubicBezTo>
                    <a:pt x="151514" y="57277"/>
                    <a:pt x="156611" y="57277"/>
                    <a:pt x="156611" y="52176"/>
                  </a:cubicBezTo>
                  <a:cubicBezTo>
                    <a:pt x="156611" y="46862"/>
                    <a:pt x="151726" y="46862"/>
                    <a:pt x="148541" y="46862"/>
                  </a:cubicBezTo>
                  <a:lnTo>
                    <a:pt x="8376" y="46862"/>
                  </a:lnTo>
                  <a:cubicBezTo>
                    <a:pt x="5190" y="46862"/>
                    <a:pt x="306" y="46862"/>
                    <a:pt x="306" y="52176"/>
                  </a:cubicBezTo>
                  <a:cubicBezTo>
                    <a:pt x="306" y="57277"/>
                    <a:pt x="5402" y="57277"/>
                    <a:pt x="8163" y="57277"/>
                  </a:cubicBezTo>
                  <a:lnTo>
                    <a:pt x="148753" y="57277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C4555BD5-6278-3C94-98FF-7A749CF5631E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1114934" y="8175018"/>
              <a:ext cx="77303" cy="141141"/>
            </a:xfrm>
            <a:custGeom>
              <a:avLst/>
              <a:gdLst>
                <a:gd name="csX0" fmla="*/ 48308 w 77303"/>
                <a:gd name="csY0" fmla="*/ 6050 h 141141"/>
                <a:gd name="csX1" fmla="*/ 41936 w 77303"/>
                <a:gd name="csY1" fmla="*/ 98 h 141141"/>
                <a:gd name="csX2" fmla="*/ 312 w 77303"/>
                <a:gd name="csY2" fmla="*/ 13702 h 141141"/>
                <a:gd name="csX3" fmla="*/ 312 w 77303"/>
                <a:gd name="csY3" fmla="*/ 21354 h 141141"/>
                <a:gd name="csX4" fmla="*/ 31105 w 77303"/>
                <a:gd name="csY4" fmla="*/ 15402 h 141141"/>
                <a:gd name="csX5" fmla="*/ 31105 w 77303"/>
                <a:gd name="csY5" fmla="*/ 123809 h 141141"/>
                <a:gd name="csX6" fmla="*/ 9868 w 77303"/>
                <a:gd name="csY6" fmla="*/ 133587 h 141141"/>
                <a:gd name="csX7" fmla="*/ 1798 w 77303"/>
                <a:gd name="csY7" fmla="*/ 133587 h 141141"/>
                <a:gd name="csX8" fmla="*/ 1798 w 77303"/>
                <a:gd name="csY8" fmla="*/ 141240 h 141141"/>
                <a:gd name="csX9" fmla="*/ 39600 w 77303"/>
                <a:gd name="csY9" fmla="*/ 140389 h 141141"/>
                <a:gd name="csX10" fmla="*/ 77615 w 77303"/>
                <a:gd name="csY10" fmla="*/ 141240 h 141141"/>
                <a:gd name="csX11" fmla="*/ 77615 w 77303"/>
                <a:gd name="csY11" fmla="*/ 133587 h 141141"/>
                <a:gd name="csX12" fmla="*/ 69545 w 77303"/>
                <a:gd name="csY12" fmla="*/ 133587 h 141141"/>
                <a:gd name="csX13" fmla="*/ 48308 w 77303"/>
                <a:gd name="csY13" fmla="*/ 123809 h 141141"/>
                <a:gd name="csX14" fmla="*/ 48308 w 77303"/>
                <a:gd name="csY14" fmla="*/ 6050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03" h="141141">
                  <a:moveTo>
                    <a:pt x="48308" y="6050"/>
                  </a:moveTo>
                  <a:cubicBezTo>
                    <a:pt x="48308" y="310"/>
                    <a:pt x="47883" y="98"/>
                    <a:pt x="41936" y="98"/>
                  </a:cubicBezTo>
                  <a:cubicBezTo>
                    <a:pt x="28345" y="13489"/>
                    <a:pt x="9019" y="13702"/>
                    <a:pt x="312" y="13702"/>
                  </a:cubicBezTo>
                  <a:lnTo>
                    <a:pt x="312" y="21354"/>
                  </a:lnTo>
                  <a:cubicBezTo>
                    <a:pt x="5409" y="21354"/>
                    <a:pt x="19425" y="21354"/>
                    <a:pt x="31105" y="15402"/>
                  </a:cubicBezTo>
                  <a:lnTo>
                    <a:pt x="31105" y="123809"/>
                  </a:lnTo>
                  <a:cubicBezTo>
                    <a:pt x="31105" y="130824"/>
                    <a:pt x="31105" y="133587"/>
                    <a:pt x="9868" y="133587"/>
                  </a:cubicBezTo>
                  <a:lnTo>
                    <a:pt x="1798" y="133587"/>
                  </a:lnTo>
                  <a:lnTo>
                    <a:pt x="1798" y="141240"/>
                  </a:lnTo>
                  <a:cubicBezTo>
                    <a:pt x="5621" y="141027"/>
                    <a:pt x="31743" y="140389"/>
                    <a:pt x="39600" y="140389"/>
                  </a:cubicBezTo>
                  <a:cubicBezTo>
                    <a:pt x="46184" y="140389"/>
                    <a:pt x="72943" y="141027"/>
                    <a:pt x="77615" y="141240"/>
                  </a:cubicBezTo>
                  <a:lnTo>
                    <a:pt x="77615" y="133587"/>
                  </a:lnTo>
                  <a:lnTo>
                    <a:pt x="69545" y="133587"/>
                  </a:lnTo>
                  <a:cubicBezTo>
                    <a:pt x="48308" y="133587"/>
                    <a:pt x="48308" y="130824"/>
                    <a:pt x="48308" y="123809"/>
                  </a:cubicBezTo>
                  <a:lnTo>
                    <a:pt x="48308" y="6050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BAA7D22F-4B6A-1E80-1EF7-EC19FE0FD816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1286947" y="8089019"/>
              <a:ext cx="117410" cy="139380"/>
            </a:xfrm>
            <a:custGeom>
              <a:avLst/>
              <a:gdLst>
                <a:gd name="csX0" fmla="*/ 25802 w 117410"/>
                <a:gd name="csY0" fmla="*/ 59612 h 139380"/>
                <a:gd name="csX1" fmla="*/ 63422 w 117410"/>
                <a:gd name="csY1" fmla="*/ 6775 h 139380"/>
                <a:gd name="csX2" fmla="*/ 97705 w 117410"/>
                <a:gd name="csY2" fmla="*/ 59612 h 139380"/>
                <a:gd name="csX3" fmla="*/ 25802 w 117410"/>
                <a:gd name="csY3" fmla="*/ 59612 h 139380"/>
                <a:gd name="csX4" fmla="*/ 25499 w 117410"/>
                <a:gd name="csY4" fmla="*/ 65989 h 139380"/>
                <a:gd name="csX5" fmla="*/ 110144 w 117410"/>
                <a:gd name="csY5" fmla="*/ 65989 h 139380"/>
                <a:gd name="csX6" fmla="*/ 117729 w 117410"/>
                <a:gd name="csY6" fmla="*/ 59612 h 139380"/>
                <a:gd name="csX7" fmla="*/ 63422 w 117410"/>
                <a:gd name="csY7" fmla="*/ 95 h 139380"/>
                <a:gd name="csX8" fmla="*/ 318 w 117410"/>
                <a:gd name="csY8" fmla="*/ 69330 h 139380"/>
                <a:gd name="csX9" fmla="*/ 67063 w 117410"/>
                <a:gd name="csY9" fmla="*/ 139475 h 139380"/>
                <a:gd name="csX10" fmla="*/ 117729 w 117410"/>
                <a:gd name="csY10" fmla="*/ 99999 h 139380"/>
                <a:gd name="csX11" fmla="*/ 113785 w 117410"/>
                <a:gd name="csY11" fmla="*/ 96355 h 139380"/>
                <a:gd name="csX12" fmla="*/ 109841 w 117410"/>
                <a:gd name="csY12" fmla="*/ 100607 h 139380"/>
                <a:gd name="csX13" fmla="*/ 68883 w 117410"/>
                <a:gd name="csY13" fmla="*/ 131884 h 139380"/>
                <a:gd name="csX14" fmla="*/ 34601 w 117410"/>
                <a:gd name="csY14" fmla="*/ 111539 h 139380"/>
                <a:gd name="csX15" fmla="*/ 25499 w 117410"/>
                <a:gd name="csY15" fmla="*/ 65989 h 139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17410" h="139380">
                  <a:moveTo>
                    <a:pt x="25802" y="59612"/>
                  </a:moveTo>
                  <a:cubicBezTo>
                    <a:pt x="27623" y="14367"/>
                    <a:pt x="53107" y="6775"/>
                    <a:pt x="63422" y="6775"/>
                  </a:cubicBezTo>
                  <a:cubicBezTo>
                    <a:pt x="94671" y="6775"/>
                    <a:pt x="97705" y="47770"/>
                    <a:pt x="97705" y="59612"/>
                  </a:cubicBezTo>
                  <a:lnTo>
                    <a:pt x="25802" y="59612"/>
                  </a:lnTo>
                  <a:close/>
                  <a:moveTo>
                    <a:pt x="25499" y="65989"/>
                  </a:moveTo>
                  <a:lnTo>
                    <a:pt x="110144" y="65989"/>
                  </a:lnTo>
                  <a:cubicBezTo>
                    <a:pt x="116819" y="65989"/>
                    <a:pt x="117729" y="65989"/>
                    <a:pt x="117729" y="59612"/>
                  </a:cubicBezTo>
                  <a:cubicBezTo>
                    <a:pt x="117729" y="29550"/>
                    <a:pt x="101346" y="95"/>
                    <a:pt x="63422" y="95"/>
                  </a:cubicBezTo>
                  <a:cubicBezTo>
                    <a:pt x="28229" y="95"/>
                    <a:pt x="318" y="31372"/>
                    <a:pt x="318" y="69330"/>
                  </a:cubicBezTo>
                  <a:cubicBezTo>
                    <a:pt x="318" y="110020"/>
                    <a:pt x="32173" y="139475"/>
                    <a:pt x="67063" y="139475"/>
                  </a:cubicBezTo>
                  <a:cubicBezTo>
                    <a:pt x="104076" y="139475"/>
                    <a:pt x="117729" y="105769"/>
                    <a:pt x="117729" y="99999"/>
                  </a:cubicBezTo>
                  <a:cubicBezTo>
                    <a:pt x="117729" y="96963"/>
                    <a:pt x="115302" y="96355"/>
                    <a:pt x="113785" y="96355"/>
                  </a:cubicBezTo>
                  <a:cubicBezTo>
                    <a:pt x="111054" y="96355"/>
                    <a:pt x="110447" y="98177"/>
                    <a:pt x="109841" y="100607"/>
                  </a:cubicBezTo>
                  <a:cubicBezTo>
                    <a:pt x="99222" y="131884"/>
                    <a:pt x="71917" y="131884"/>
                    <a:pt x="68883" y="131884"/>
                  </a:cubicBezTo>
                  <a:cubicBezTo>
                    <a:pt x="53714" y="131884"/>
                    <a:pt x="41578" y="122774"/>
                    <a:pt x="34601" y="111539"/>
                  </a:cubicBezTo>
                  <a:cubicBezTo>
                    <a:pt x="25499" y="96963"/>
                    <a:pt x="25499" y="76921"/>
                    <a:pt x="25499" y="65989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8E6A0523-97DB-2E29-70BC-A844F70945E8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1416932" y="8094181"/>
              <a:ext cx="152907" cy="130878"/>
            </a:xfrm>
            <a:custGeom>
              <a:avLst/>
              <a:gdLst>
                <a:gd name="csX0" fmla="*/ 83754 w 152907"/>
                <a:gd name="csY0" fmla="*/ 59612 h 130878"/>
                <a:gd name="csX1" fmla="*/ 111665 w 152907"/>
                <a:gd name="csY1" fmla="*/ 25299 h 130878"/>
                <a:gd name="csX2" fmla="*/ 147768 w 152907"/>
                <a:gd name="csY2" fmla="*/ 9508 h 130878"/>
                <a:gd name="csX3" fmla="*/ 147768 w 152907"/>
                <a:gd name="csY3" fmla="*/ 95 h 130878"/>
                <a:gd name="csX4" fmla="*/ 122891 w 152907"/>
                <a:gd name="csY4" fmla="*/ 1006 h 130878"/>
                <a:gd name="csX5" fmla="*/ 93766 w 152907"/>
                <a:gd name="csY5" fmla="*/ 95 h 130878"/>
                <a:gd name="csX6" fmla="*/ 93766 w 152907"/>
                <a:gd name="csY6" fmla="*/ 9508 h 130878"/>
                <a:gd name="csX7" fmla="*/ 102564 w 152907"/>
                <a:gd name="csY7" fmla="*/ 18922 h 130878"/>
                <a:gd name="csX8" fmla="*/ 98013 w 152907"/>
                <a:gd name="csY8" fmla="*/ 29550 h 130878"/>
                <a:gd name="csX9" fmla="*/ 79203 w 152907"/>
                <a:gd name="csY9" fmla="*/ 53236 h 130878"/>
                <a:gd name="csX10" fmla="*/ 55539 w 152907"/>
                <a:gd name="csY10" fmla="*/ 22566 h 130878"/>
                <a:gd name="csX11" fmla="*/ 52808 w 152907"/>
                <a:gd name="csY11" fmla="*/ 17100 h 130878"/>
                <a:gd name="csX12" fmla="*/ 63427 w 152907"/>
                <a:gd name="csY12" fmla="*/ 9508 h 130878"/>
                <a:gd name="csX13" fmla="*/ 63427 w 152907"/>
                <a:gd name="csY13" fmla="*/ 95 h 130878"/>
                <a:gd name="csX14" fmla="*/ 30661 w 152907"/>
                <a:gd name="csY14" fmla="*/ 1006 h 130878"/>
                <a:gd name="csX15" fmla="*/ 1839 w 152907"/>
                <a:gd name="csY15" fmla="*/ 95 h 130878"/>
                <a:gd name="csX16" fmla="*/ 1839 w 152907"/>
                <a:gd name="csY16" fmla="*/ 9508 h 130878"/>
                <a:gd name="csX17" fmla="*/ 37639 w 152907"/>
                <a:gd name="csY17" fmla="*/ 28032 h 130878"/>
                <a:gd name="csX18" fmla="*/ 67674 w 152907"/>
                <a:gd name="csY18" fmla="*/ 67204 h 130878"/>
                <a:gd name="csX19" fmla="*/ 39156 w 152907"/>
                <a:gd name="csY19" fmla="*/ 103340 h 130878"/>
                <a:gd name="csX20" fmla="*/ 322 w 152907"/>
                <a:gd name="csY20" fmla="*/ 121559 h 130878"/>
                <a:gd name="csX21" fmla="*/ 322 w 152907"/>
                <a:gd name="csY21" fmla="*/ 130973 h 130878"/>
                <a:gd name="csX22" fmla="*/ 25503 w 152907"/>
                <a:gd name="csY22" fmla="*/ 130062 h 130878"/>
                <a:gd name="csX23" fmla="*/ 54325 w 152907"/>
                <a:gd name="csY23" fmla="*/ 130973 h 130878"/>
                <a:gd name="csX24" fmla="*/ 54325 w 152907"/>
                <a:gd name="csY24" fmla="*/ 121559 h 130878"/>
                <a:gd name="csX25" fmla="*/ 45527 w 152907"/>
                <a:gd name="csY25" fmla="*/ 112146 h 130878"/>
                <a:gd name="csX26" fmla="*/ 72832 w 152907"/>
                <a:gd name="csY26" fmla="*/ 73581 h 130878"/>
                <a:gd name="csX27" fmla="*/ 95889 w 152907"/>
                <a:gd name="csY27" fmla="*/ 103947 h 130878"/>
                <a:gd name="csX28" fmla="*/ 102260 w 152907"/>
                <a:gd name="csY28" fmla="*/ 113968 h 130878"/>
                <a:gd name="csX29" fmla="*/ 91338 w 152907"/>
                <a:gd name="csY29" fmla="*/ 121559 h 130878"/>
                <a:gd name="csX30" fmla="*/ 91338 w 152907"/>
                <a:gd name="csY30" fmla="*/ 130973 h 130878"/>
                <a:gd name="csX31" fmla="*/ 124104 w 152907"/>
                <a:gd name="csY31" fmla="*/ 130062 h 130878"/>
                <a:gd name="csX32" fmla="*/ 153229 w 152907"/>
                <a:gd name="csY32" fmla="*/ 130973 h 130878"/>
                <a:gd name="csX33" fmla="*/ 153229 w 152907"/>
                <a:gd name="csY33" fmla="*/ 121559 h 130878"/>
                <a:gd name="csX34" fmla="*/ 124408 w 152907"/>
                <a:gd name="csY34" fmla="*/ 112146 h 130878"/>
                <a:gd name="csX35" fmla="*/ 83754 w 152907"/>
                <a:gd name="csY35" fmla="*/ 59612 h 1308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52907" h="130878">
                  <a:moveTo>
                    <a:pt x="83754" y="59612"/>
                  </a:moveTo>
                  <a:cubicBezTo>
                    <a:pt x="92855" y="48073"/>
                    <a:pt x="104384" y="33194"/>
                    <a:pt x="111665" y="25299"/>
                  </a:cubicBezTo>
                  <a:cubicBezTo>
                    <a:pt x="121070" y="14367"/>
                    <a:pt x="133509" y="9812"/>
                    <a:pt x="147768" y="9508"/>
                  </a:cubicBezTo>
                  <a:lnTo>
                    <a:pt x="147768" y="95"/>
                  </a:lnTo>
                  <a:cubicBezTo>
                    <a:pt x="139880" y="702"/>
                    <a:pt x="130779" y="1006"/>
                    <a:pt x="122891" y="1006"/>
                  </a:cubicBezTo>
                  <a:cubicBezTo>
                    <a:pt x="113789" y="1006"/>
                    <a:pt x="97710" y="399"/>
                    <a:pt x="93766" y="95"/>
                  </a:cubicBezTo>
                  <a:lnTo>
                    <a:pt x="93766" y="9508"/>
                  </a:lnTo>
                  <a:cubicBezTo>
                    <a:pt x="100137" y="10116"/>
                    <a:pt x="102564" y="14063"/>
                    <a:pt x="102564" y="18922"/>
                  </a:cubicBezTo>
                  <a:cubicBezTo>
                    <a:pt x="102564" y="23780"/>
                    <a:pt x="99530" y="27728"/>
                    <a:pt x="98013" y="29550"/>
                  </a:cubicBezTo>
                  <a:lnTo>
                    <a:pt x="79203" y="53236"/>
                  </a:lnTo>
                  <a:lnTo>
                    <a:pt x="55539" y="22566"/>
                  </a:lnTo>
                  <a:cubicBezTo>
                    <a:pt x="52808" y="19529"/>
                    <a:pt x="52808" y="18922"/>
                    <a:pt x="52808" y="17100"/>
                  </a:cubicBezTo>
                  <a:cubicBezTo>
                    <a:pt x="52808" y="12545"/>
                    <a:pt x="57359" y="9812"/>
                    <a:pt x="63427" y="9508"/>
                  </a:cubicBezTo>
                  <a:lnTo>
                    <a:pt x="63427" y="95"/>
                  </a:lnTo>
                  <a:cubicBezTo>
                    <a:pt x="55539" y="399"/>
                    <a:pt x="35515" y="1006"/>
                    <a:pt x="30661" y="1006"/>
                  </a:cubicBezTo>
                  <a:cubicBezTo>
                    <a:pt x="24290" y="1006"/>
                    <a:pt x="10031" y="702"/>
                    <a:pt x="1839" y="95"/>
                  </a:cubicBezTo>
                  <a:lnTo>
                    <a:pt x="1839" y="9508"/>
                  </a:lnTo>
                  <a:cubicBezTo>
                    <a:pt x="23076" y="9508"/>
                    <a:pt x="23380" y="9812"/>
                    <a:pt x="37639" y="28032"/>
                  </a:cubicBezTo>
                  <a:lnTo>
                    <a:pt x="67674" y="67204"/>
                  </a:lnTo>
                  <a:lnTo>
                    <a:pt x="39156" y="103340"/>
                  </a:lnTo>
                  <a:cubicBezTo>
                    <a:pt x="24593" y="120952"/>
                    <a:pt x="6693" y="121559"/>
                    <a:pt x="322" y="121559"/>
                  </a:cubicBezTo>
                  <a:lnTo>
                    <a:pt x="322" y="130973"/>
                  </a:lnTo>
                  <a:cubicBezTo>
                    <a:pt x="8210" y="130366"/>
                    <a:pt x="17615" y="130062"/>
                    <a:pt x="25503" y="130062"/>
                  </a:cubicBezTo>
                  <a:cubicBezTo>
                    <a:pt x="34302" y="130062"/>
                    <a:pt x="47044" y="130669"/>
                    <a:pt x="54325" y="130973"/>
                  </a:cubicBezTo>
                  <a:lnTo>
                    <a:pt x="54325" y="121559"/>
                  </a:lnTo>
                  <a:cubicBezTo>
                    <a:pt x="47651" y="120648"/>
                    <a:pt x="45527" y="116701"/>
                    <a:pt x="45527" y="112146"/>
                  </a:cubicBezTo>
                  <a:cubicBezTo>
                    <a:pt x="45527" y="105465"/>
                    <a:pt x="54325" y="95444"/>
                    <a:pt x="72832" y="73581"/>
                  </a:cubicBezTo>
                  <a:lnTo>
                    <a:pt x="95889" y="103947"/>
                  </a:lnTo>
                  <a:cubicBezTo>
                    <a:pt x="98316" y="107287"/>
                    <a:pt x="102260" y="112146"/>
                    <a:pt x="102260" y="113968"/>
                  </a:cubicBezTo>
                  <a:cubicBezTo>
                    <a:pt x="102260" y="116701"/>
                    <a:pt x="99530" y="121256"/>
                    <a:pt x="91338" y="121559"/>
                  </a:cubicBezTo>
                  <a:lnTo>
                    <a:pt x="91338" y="130973"/>
                  </a:lnTo>
                  <a:cubicBezTo>
                    <a:pt x="100440" y="130669"/>
                    <a:pt x="117430" y="130062"/>
                    <a:pt x="124104" y="130062"/>
                  </a:cubicBezTo>
                  <a:cubicBezTo>
                    <a:pt x="132296" y="130062"/>
                    <a:pt x="144128" y="130366"/>
                    <a:pt x="153229" y="130973"/>
                  </a:cubicBezTo>
                  <a:lnTo>
                    <a:pt x="153229" y="121559"/>
                  </a:lnTo>
                  <a:cubicBezTo>
                    <a:pt x="136846" y="121559"/>
                    <a:pt x="131386" y="120952"/>
                    <a:pt x="124408" y="112146"/>
                  </a:cubicBezTo>
                  <a:lnTo>
                    <a:pt x="83754" y="59612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9BDF300C-9457-971D-C7BF-30E5D6FBAAA6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1581908" y="8090841"/>
              <a:ext cx="149569" cy="193128"/>
            </a:xfrm>
            <a:custGeom>
              <a:avLst/>
              <a:gdLst>
                <a:gd name="csX0" fmla="*/ 44015 w 149569"/>
                <a:gd name="csY0" fmla="*/ 20136 h 193128"/>
                <a:gd name="csX1" fmla="*/ 44015 w 149569"/>
                <a:gd name="csY1" fmla="*/ 95 h 193128"/>
                <a:gd name="csX2" fmla="*/ 328 w 149569"/>
                <a:gd name="csY2" fmla="*/ 3435 h 193128"/>
                <a:gd name="csX3" fmla="*/ 328 w 149569"/>
                <a:gd name="csY3" fmla="*/ 12849 h 193128"/>
                <a:gd name="csX4" fmla="*/ 23992 w 149569"/>
                <a:gd name="csY4" fmla="*/ 28032 h 193128"/>
                <a:gd name="csX5" fmla="*/ 23992 w 149569"/>
                <a:gd name="csY5" fmla="*/ 170145 h 193128"/>
                <a:gd name="csX6" fmla="*/ 328 w 149569"/>
                <a:gd name="csY6" fmla="*/ 183810 h 193128"/>
                <a:gd name="csX7" fmla="*/ 328 w 149569"/>
                <a:gd name="csY7" fmla="*/ 193223 h 193128"/>
                <a:gd name="csX8" fmla="*/ 34307 w 149569"/>
                <a:gd name="csY8" fmla="*/ 192312 h 193128"/>
                <a:gd name="csX9" fmla="*/ 68590 w 149569"/>
                <a:gd name="csY9" fmla="*/ 193223 h 193128"/>
                <a:gd name="csX10" fmla="*/ 68590 w 149569"/>
                <a:gd name="csY10" fmla="*/ 183810 h 193128"/>
                <a:gd name="csX11" fmla="*/ 44925 w 149569"/>
                <a:gd name="csY11" fmla="*/ 170145 h 193128"/>
                <a:gd name="csX12" fmla="*/ 44925 w 149569"/>
                <a:gd name="csY12" fmla="*/ 119130 h 193128"/>
                <a:gd name="csX13" fmla="*/ 44925 w 149569"/>
                <a:gd name="csY13" fmla="*/ 116397 h 193128"/>
                <a:gd name="csX14" fmla="*/ 82242 w 149569"/>
                <a:gd name="csY14" fmla="*/ 137653 h 193128"/>
                <a:gd name="csX15" fmla="*/ 149897 w 149569"/>
                <a:gd name="csY15" fmla="*/ 68722 h 193128"/>
                <a:gd name="csX16" fmla="*/ 86489 w 149569"/>
                <a:gd name="csY16" fmla="*/ 95 h 193128"/>
                <a:gd name="csX17" fmla="*/ 44015 w 149569"/>
                <a:gd name="csY17" fmla="*/ 20136 h 193128"/>
                <a:gd name="csX18" fmla="*/ 44925 w 149569"/>
                <a:gd name="csY18" fmla="*/ 99696 h 193128"/>
                <a:gd name="csX19" fmla="*/ 44925 w 149569"/>
                <a:gd name="csY19" fmla="*/ 31979 h 193128"/>
                <a:gd name="csX20" fmla="*/ 84062 w 149569"/>
                <a:gd name="csY20" fmla="*/ 7686 h 193128"/>
                <a:gd name="csX21" fmla="*/ 124716 w 149569"/>
                <a:gd name="csY21" fmla="*/ 68722 h 193128"/>
                <a:gd name="csX22" fmla="*/ 81028 w 149569"/>
                <a:gd name="csY22" fmla="*/ 130973 h 193128"/>
                <a:gd name="csX23" fmla="*/ 49173 w 149569"/>
                <a:gd name="csY23" fmla="*/ 112450 h 193128"/>
                <a:gd name="csX24" fmla="*/ 44925 w 149569"/>
                <a:gd name="csY24" fmla="*/ 99696 h 193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49569" h="193128">
                  <a:moveTo>
                    <a:pt x="44015" y="20136"/>
                  </a:moveTo>
                  <a:lnTo>
                    <a:pt x="44015" y="95"/>
                  </a:lnTo>
                  <a:lnTo>
                    <a:pt x="328" y="3435"/>
                  </a:lnTo>
                  <a:lnTo>
                    <a:pt x="328" y="12849"/>
                  </a:lnTo>
                  <a:cubicBezTo>
                    <a:pt x="21868" y="12849"/>
                    <a:pt x="23992" y="14671"/>
                    <a:pt x="23992" y="28032"/>
                  </a:cubicBezTo>
                  <a:lnTo>
                    <a:pt x="23992" y="170145"/>
                  </a:lnTo>
                  <a:cubicBezTo>
                    <a:pt x="23992" y="183810"/>
                    <a:pt x="20654" y="183810"/>
                    <a:pt x="328" y="183810"/>
                  </a:cubicBezTo>
                  <a:lnTo>
                    <a:pt x="328" y="193223"/>
                  </a:lnTo>
                  <a:cubicBezTo>
                    <a:pt x="10643" y="192920"/>
                    <a:pt x="26419" y="192312"/>
                    <a:pt x="34307" y="192312"/>
                  </a:cubicBezTo>
                  <a:cubicBezTo>
                    <a:pt x="42498" y="192312"/>
                    <a:pt x="57971" y="192920"/>
                    <a:pt x="68590" y="193223"/>
                  </a:cubicBezTo>
                  <a:lnTo>
                    <a:pt x="68590" y="183810"/>
                  </a:lnTo>
                  <a:cubicBezTo>
                    <a:pt x="48263" y="183810"/>
                    <a:pt x="44925" y="183810"/>
                    <a:pt x="44925" y="170145"/>
                  </a:cubicBezTo>
                  <a:lnTo>
                    <a:pt x="44925" y="119130"/>
                  </a:lnTo>
                  <a:lnTo>
                    <a:pt x="44925" y="116397"/>
                  </a:lnTo>
                  <a:cubicBezTo>
                    <a:pt x="46442" y="121256"/>
                    <a:pt x="59185" y="137653"/>
                    <a:pt x="82242" y="137653"/>
                  </a:cubicBezTo>
                  <a:cubicBezTo>
                    <a:pt x="118345" y="137653"/>
                    <a:pt x="149897" y="107895"/>
                    <a:pt x="149897" y="68722"/>
                  </a:cubicBezTo>
                  <a:cubicBezTo>
                    <a:pt x="149897" y="30157"/>
                    <a:pt x="120469" y="95"/>
                    <a:pt x="86489" y="95"/>
                  </a:cubicBezTo>
                  <a:cubicBezTo>
                    <a:pt x="62825" y="95"/>
                    <a:pt x="50083" y="13456"/>
                    <a:pt x="44015" y="20136"/>
                  </a:cubicBezTo>
                  <a:close/>
                  <a:moveTo>
                    <a:pt x="44925" y="99696"/>
                  </a:moveTo>
                  <a:lnTo>
                    <a:pt x="44925" y="31979"/>
                  </a:lnTo>
                  <a:cubicBezTo>
                    <a:pt x="53724" y="16493"/>
                    <a:pt x="68590" y="7686"/>
                    <a:pt x="84062" y="7686"/>
                  </a:cubicBezTo>
                  <a:cubicBezTo>
                    <a:pt x="106210" y="7686"/>
                    <a:pt x="124716" y="34409"/>
                    <a:pt x="124716" y="68722"/>
                  </a:cubicBezTo>
                  <a:cubicBezTo>
                    <a:pt x="124716" y="105465"/>
                    <a:pt x="103479" y="130973"/>
                    <a:pt x="81028" y="130973"/>
                  </a:cubicBezTo>
                  <a:cubicBezTo>
                    <a:pt x="68893" y="130973"/>
                    <a:pt x="57364" y="124900"/>
                    <a:pt x="49173" y="112450"/>
                  </a:cubicBezTo>
                  <a:cubicBezTo>
                    <a:pt x="44925" y="106073"/>
                    <a:pt x="44925" y="105769"/>
                    <a:pt x="44925" y="99696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EC5A49DE-8C5A-7DCE-5505-17A9CE8DB937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1771997" y="7997314"/>
              <a:ext cx="70385" cy="303661"/>
            </a:xfrm>
            <a:custGeom>
              <a:avLst/>
              <a:gdLst>
                <a:gd name="csX0" fmla="*/ 70719 w 70385"/>
                <a:gd name="csY0" fmla="*/ 300720 h 303661"/>
                <a:gd name="csX1" fmla="*/ 65561 w 70385"/>
                <a:gd name="csY1" fmla="*/ 294039 h 303661"/>
                <a:gd name="csX2" fmla="*/ 17929 w 70385"/>
                <a:gd name="csY2" fmla="*/ 151925 h 303661"/>
                <a:gd name="csX3" fmla="*/ 66775 w 70385"/>
                <a:gd name="csY3" fmla="*/ 8294 h 303661"/>
                <a:gd name="csX4" fmla="*/ 70719 w 70385"/>
                <a:gd name="csY4" fmla="*/ 3131 h 303661"/>
                <a:gd name="csX5" fmla="*/ 67685 w 70385"/>
                <a:gd name="csY5" fmla="*/ 95 h 303661"/>
                <a:gd name="csX6" fmla="*/ 19446 w 70385"/>
                <a:gd name="csY6" fmla="*/ 59309 h 303661"/>
                <a:gd name="csX7" fmla="*/ 333 w 70385"/>
                <a:gd name="csY7" fmla="*/ 151925 h 303661"/>
                <a:gd name="csX8" fmla="*/ 20357 w 70385"/>
                <a:gd name="csY8" fmla="*/ 246668 h 303661"/>
                <a:gd name="csX9" fmla="*/ 67685 w 70385"/>
                <a:gd name="csY9" fmla="*/ 303756 h 303661"/>
                <a:gd name="csX10" fmla="*/ 70719 w 70385"/>
                <a:gd name="csY10" fmla="*/ 300720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85" h="303661">
                  <a:moveTo>
                    <a:pt x="70719" y="300720"/>
                  </a:moveTo>
                  <a:cubicBezTo>
                    <a:pt x="70719" y="299809"/>
                    <a:pt x="70719" y="299201"/>
                    <a:pt x="65561" y="294039"/>
                  </a:cubicBezTo>
                  <a:cubicBezTo>
                    <a:pt x="27638" y="255778"/>
                    <a:pt x="17929" y="198386"/>
                    <a:pt x="17929" y="151925"/>
                  </a:cubicBezTo>
                  <a:cubicBezTo>
                    <a:pt x="17929" y="99088"/>
                    <a:pt x="29458" y="46251"/>
                    <a:pt x="66775" y="8294"/>
                  </a:cubicBezTo>
                  <a:cubicBezTo>
                    <a:pt x="70719" y="4650"/>
                    <a:pt x="70719" y="4042"/>
                    <a:pt x="70719" y="3131"/>
                  </a:cubicBezTo>
                  <a:cubicBezTo>
                    <a:pt x="70719" y="1006"/>
                    <a:pt x="69505" y="95"/>
                    <a:pt x="67685" y="95"/>
                  </a:cubicBezTo>
                  <a:cubicBezTo>
                    <a:pt x="64651" y="95"/>
                    <a:pt x="37346" y="20744"/>
                    <a:pt x="19446" y="59309"/>
                  </a:cubicBezTo>
                  <a:cubicBezTo>
                    <a:pt x="3974" y="92712"/>
                    <a:pt x="333" y="126418"/>
                    <a:pt x="333" y="151925"/>
                  </a:cubicBezTo>
                  <a:cubicBezTo>
                    <a:pt x="333" y="175611"/>
                    <a:pt x="3670" y="212354"/>
                    <a:pt x="20357" y="246668"/>
                  </a:cubicBezTo>
                  <a:cubicBezTo>
                    <a:pt x="38560" y="284018"/>
                    <a:pt x="64651" y="303756"/>
                    <a:pt x="67685" y="303756"/>
                  </a:cubicBezTo>
                  <a:cubicBezTo>
                    <a:pt x="69505" y="303756"/>
                    <a:pt x="70719" y="302845"/>
                    <a:pt x="70719" y="300720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65A146B9-9879-625E-8C8D-E7A16A08AA91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1893318" y="7997314"/>
              <a:ext cx="67655" cy="303661"/>
            </a:xfrm>
            <a:custGeom>
              <a:avLst/>
              <a:gdLst>
                <a:gd name="csX0" fmla="*/ 66475 w 67655"/>
                <a:gd name="csY0" fmla="*/ 11634 h 303661"/>
                <a:gd name="csX1" fmla="*/ 67992 w 67655"/>
                <a:gd name="csY1" fmla="*/ 6168 h 303661"/>
                <a:gd name="csX2" fmla="*/ 61925 w 67655"/>
                <a:gd name="csY2" fmla="*/ 95 h 303661"/>
                <a:gd name="csX3" fmla="*/ 54947 w 67655"/>
                <a:gd name="csY3" fmla="*/ 7079 h 303661"/>
                <a:gd name="csX4" fmla="*/ 1854 w 67655"/>
                <a:gd name="csY4" fmla="*/ 146460 h 303661"/>
                <a:gd name="csX5" fmla="*/ 337 w 67655"/>
                <a:gd name="csY5" fmla="*/ 151925 h 303661"/>
                <a:gd name="csX6" fmla="*/ 1854 w 67655"/>
                <a:gd name="csY6" fmla="*/ 157088 h 303661"/>
                <a:gd name="csX7" fmla="*/ 54947 w 67655"/>
                <a:gd name="csY7" fmla="*/ 296468 h 303661"/>
                <a:gd name="csX8" fmla="*/ 61925 w 67655"/>
                <a:gd name="csY8" fmla="*/ 303756 h 303661"/>
                <a:gd name="csX9" fmla="*/ 67992 w 67655"/>
                <a:gd name="csY9" fmla="*/ 297683 h 303661"/>
                <a:gd name="csX10" fmla="*/ 66475 w 67655"/>
                <a:gd name="csY10" fmla="*/ 292824 h 303661"/>
                <a:gd name="csX11" fmla="*/ 12776 w 67655"/>
                <a:gd name="csY11" fmla="*/ 151925 h 303661"/>
                <a:gd name="csX12" fmla="*/ 66475 w 67655"/>
                <a:gd name="csY12" fmla="*/ 11634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655" h="303661">
                  <a:moveTo>
                    <a:pt x="66475" y="11634"/>
                  </a:moveTo>
                  <a:cubicBezTo>
                    <a:pt x="67992" y="8294"/>
                    <a:pt x="67992" y="7686"/>
                    <a:pt x="67992" y="6168"/>
                  </a:cubicBezTo>
                  <a:cubicBezTo>
                    <a:pt x="67992" y="2828"/>
                    <a:pt x="65262" y="95"/>
                    <a:pt x="61925" y="95"/>
                  </a:cubicBezTo>
                  <a:cubicBezTo>
                    <a:pt x="59194" y="95"/>
                    <a:pt x="57070" y="1613"/>
                    <a:pt x="54947" y="7079"/>
                  </a:cubicBezTo>
                  <a:lnTo>
                    <a:pt x="1854" y="146460"/>
                  </a:lnTo>
                  <a:cubicBezTo>
                    <a:pt x="1247" y="148282"/>
                    <a:pt x="337" y="150104"/>
                    <a:pt x="337" y="151925"/>
                  </a:cubicBezTo>
                  <a:cubicBezTo>
                    <a:pt x="337" y="152836"/>
                    <a:pt x="337" y="153444"/>
                    <a:pt x="1854" y="157088"/>
                  </a:cubicBezTo>
                  <a:lnTo>
                    <a:pt x="54947" y="296468"/>
                  </a:lnTo>
                  <a:cubicBezTo>
                    <a:pt x="56160" y="299809"/>
                    <a:pt x="57677" y="303756"/>
                    <a:pt x="61925" y="303756"/>
                  </a:cubicBezTo>
                  <a:cubicBezTo>
                    <a:pt x="65262" y="303756"/>
                    <a:pt x="67992" y="301023"/>
                    <a:pt x="67992" y="297683"/>
                  </a:cubicBezTo>
                  <a:cubicBezTo>
                    <a:pt x="67992" y="296772"/>
                    <a:pt x="67992" y="296165"/>
                    <a:pt x="66475" y="292824"/>
                  </a:cubicBezTo>
                  <a:lnTo>
                    <a:pt x="12776" y="151925"/>
                  </a:lnTo>
                  <a:lnTo>
                    <a:pt x="66475" y="11634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C959A19-13E9-6653-7471-A1E306F4B020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11988245" y="8017659"/>
              <a:ext cx="140468" cy="207400"/>
            </a:xfrm>
            <a:custGeom>
              <a:avLst/>
              <a:gdLst>
                <a:gd name="csX0" fmla="*/ 103492 w 140468"/>
                <a:gd name="csY0" fmla="*/ 23477 h 207400"/>
                <a:gd name="csX1" fmla="*/ 131101 w 140468"/>
                <a:gd name="csY1" fmla="*/ 9508 h 207400"/>
                <a:gd name="csX2" fmla="*/ 140809 w 140468"/>
                <a:gd name="csY2" fmla="*/ 3739 h 207400"/>
                <a:gd name="csX3" fmla="*/ 136258 w 140468"/>
                <a:gd name="csY3" fmla="*/ 95 h 207400"/>
                <a:gd name="csX4" fmla="*/ 96211 w 140468"/>
                <a:gd name="csY4" fmla="*/ 1006 h 207400"/>
                <a:gd name="csX5" fmla="*/ 55861 w 140468"/>
                <a:gd name="csY5" fmla="*/ 95 h 207400"/>
                <a:gd name="csX6" fmla="*/ 49793 w 140468"/>
                <a:gd name="csY6" fmla="*/ 6168 h 207400"/>
                <a:gd name="csX7" fmla="*/ 58288 w 140468"/>
                <a:gd name="csY7" fmla="*/ 9508 h 207400"/>
                <a:gd name="csX8" fmla="*/ 79221 w 140468"/>
                <a:gd name="csY8" fmla="*/ 15278 h 207400"/>
                <a:gd name="csX9" fmla="*/ 78615 w 140468"/>
                <a:gd name="csY9" fmla="*/ 20136 h 207400"/>
                <a:gd name="csX10" fmla="*/ 37657 w 140468"/>
                <a:gd name="csY10" fmla="*/ 183810 h 207400"/>
                <a:gd name="csX11" fmla="*/ 10049 w 140468"/>
                <a:gd name="csY11" fmla="*/ 198082 h 207400"/>
                <a:gd name="csX12" fmla="*/ 341 w 140468"/>
                <a:gd name="csY12" fmla="*/ 204155 h 207400"/>
                <a:gd name="csX13" fmla="*/ 4892 w 140468"/>
                <a:gd name="csY13" fmla="*/ 207495 h 207400"/>
                <a:gd name="csX14" fmla="*/ 44635 w 140468"/>
                <a:gd name="csY14" fmla="*/ 206585 h 207400"/>
                <a:gd name="csX15" fmla="*/ 85289 w 140468"/>
                <a:gd name="csY15" fmla="*/ 207495 h 207400"/>
                <a:gd name="csX16" fmla="*/ 91357 w 140468"/>
                <a:gd name="csY16" fmla="*/ 201726 h 207400"/>
                <a:gd name="csX17" fmla="*/ 82255 w 140468"/>
                <a:gd name="csY17" fmla="*/ 198082 h 207400"/>
                <a:gd name="csX18" fmla="*/ 69210 w 140468"/>
                <a:gd name="csY18" fmla="*/ 197475 h 207400"/>
                <a:gd name="csX19" fmla="*/ 61625 w 140468"/>
                <a:gd name="csY19" fmla="*/ 192312 h 207400"/>
                <a:gd name="csX20" fmla="*/ 62839 w 140468"/>
                <a:gd name="csY20" fmla="*/ 185328 h 207400"/>
                <a:gd name="csX21" fmla="*/ 103492 w 140468"/>
                <a:gd name="csY21" fmla="*/ 23477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0468" h="207400">
                  <a:moveTo>
                    <a:pt x="103492" y="23477"/>
                  </a:moveTo>
                  <a:cubicBezTo>
                    <a:pt x="106223" y="12545"/>
                    <a:pt x="107133" y="9508"/>
                    <a:pt x="131101" y="9508"/>
                  </a:cubicBezTo>
                  <a:cubicBezTo>
                    <a:pt x="138382" y="9508"/>
                    <a:pt x="140809" y="9508"/>
                    <a:pt x="140809" y="3739"/>
                  </a:cubicBezTo>
                  <a:cubicBezTo>
                    <a:pt x="140809" y="95"/>
                    <a:pt x="137472" y="95"/>
                    <a:pt x="136258" y="95"/>
                  </a:cubicBezTo>
                  <a:cubicBezTo>
                    <a:pt x="127460" y="95"/>
                    <a:pt x="105009" y="1006"/>
                    <a:pt x="96211" y="1006"/>
                  </a:cubicBezTo>
                  <a:cubicBezTo>
                    <a:pt x="87110" y="1006"/>
                    <a:pt x="64962" y="95"/>
                    <a:pt x="55861" y="95"/>
                  </a:cubicBezTo>
                  <a:cubicBezTo>
                    <a:pt x="53737" y="95"/>
                    <a:pt x="49793" y="95"/>
                    <a:pt x="49793" y="6168"/>
                  </a:cubicBezTo>
                  <a:cubicBezTo>
                    <a:pt x="49793" y="9508"/>
                    <a:pt x="52523" y="9508"/>
                    <a:pt x="58288" y="9508"/>
                  </a:cubicBezTo>
                  <a:cubicBezTo>
                    <a:pt x="71030" y="9508"/>
                    <a:pt x="79221" y="9508"/>
                    <a:pt x="79221" y="15278"/>
                  </a:cubicBezTo>
                  <a:cubicBezTo>
                    <a:pt x="79221" y="16796"/>
                    <a:pt x="79221" y="17404"/>
                    <a:pt x="78615" y="20136"/>
                  </a:cubicBezTo>
                  <a:lnTo>
                    <a:pt x="37657" y="183810"/>
                  </a:lnTo>
                  <a:cubicBezTo>
                    <a:pt x="34927" y="195045"/>
                    <a:pt x="34017" y="198082"/>
                    <a:pt x="10049" y="198082"/>
                  </a:cubicBezTo>
                  <a:cubicBezTo>
                    <a:pt x="3071" y="198082"/>
                    <a:pt x="341" y="198082"/>
                    <a:pt x="341" y="204155"/>
                  </a:cubicBezTo>
                  <a:cubicBezTo>
                    <a:pt x="341" y="207495"/>
                    <a:pt x="3981" y="207495"/>
                    <a:pt x="4892" y="207495"/>
                  </a:cubicBezTo>
                  <a:cubicBezTo>
                    <a:pt x="13690" y="207495"/>
                    <a:pt x="35837" y="206585"/>
                    <a:pt x="44635" y="206585"/>
                  </a:cubicBezTo>
                  <a:cubicBezTo>
                    <a:pt x="53737" y="206585"/>
                    <a:pt x="76188" y="207495"/>
                    <a:pt x="85289" y="207495"/>
                  </a:cubicBezTo>
                  <a:cubicBezTo>
                    <a:pt x="87716" y="207495"/>
                    <a:pt x="91357" y="207495"/>
                    <a:pt x="91357" y="201726"/>
                  </a:cubicBezTo>
                  <a:cubicBezTo>
                    <a:pt x="91357" y="198082"/>
                    <a:pt x="88930" y="198082"/>
                    <a:pt x="82255" y="198082"/>
                  </a:cubicBezTo>
                  <a:cubicBezTo>
                    <a:pt x="76794" y="198082"/>
                    <a:pt x="75277" y="198082"/>
                    <a:pt x="69210" y="197475"/>
                  </a:cubicBezTo>
                  <a:cubicBezTo>
                    <a:pt x="62839" y="196867"/>
                    <a:pt x="61625" y="195653"/>
                    <a:pt x="61625" y="192312"/>
                  </a:cubicBezTo>
                  <a:cubicBezTo>
                    <a:pt x="61625" y="189883"/>
                    <a:pt x="62232" y="187454"/>
                    <a:pt x="62839" y="185328"/>
                  </a:cubicBezTo>
                  <a:lnTo>
                    <a:pt x="103492" y="23477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2CED4B36-2BBA-B37C-3119-FADECD3DFF75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2121276" y="8129679"/>
              <a:ext cx="64348" cy="143054"/>
            </a:xfrm>
            <a:custGeom>
              <a:avLst/>
              <a:gdLst>
                <a:gd name="csX0" fmla="*/ 59172 w 64348"/>
                <a:gd name="csY0" fmla="*/ 8174 h 143054"/>
                <a:gd name="csX1" fmla="*/ 50677 w 64348"/>
                <a:gd name="csY1" fmla="*/ 96 h 143054"/>
                <a:gd name="csX2" fmla="*/ 38784 w 64348"/>
                <a:gd name="csY2" fmla="*/ 11787 h 143054"/>
                <a:gd name="csX3" fmla="*/ 47279 w 64348"/>
                <a:gd name="csY3" fmla="*/ 19865 h 143054"/>
                <a:gd name="csX4" fmla="*/ 59172 w 64348"/>
                <a:gd name="csY4" fmla="*/ 8174 h 143054"/>
                <a:gd name="csX5" fmla="*/ 15848 w 64348"/>
                <a:gd name="csY5" fmla="*/ 116156 h 143054"/>
                <a:gd name="csX6" fmla="*/ 13937 w 64348"/>
                <a:gd name="csY6" fmla="*/ 125083 h 143054"/>
                <a:gd name="csX7" fmla="*/ 34112 w 64348"/>
                <a:gd name="csY7" fmla="*/ 143151 h 143054"/>
                <a:gd name="csX8" fmla="*/ 64694 w 64348"/>
                <a:gd name="csY8" fmla="*/ 110629 h 143054"/>
                <a:gd name="csX9" fmla="*/ 61296 w 64348"/>
                <a:gd name="csY9" fmla="*/ 107866 h 143054"/>
                <a:gd name="csX10" fmla="*/ 57261 w 64348"/>
                <a:gd name="csY10" fmla="*/ 111479 h 143054"/>
                <a:gd name="csX11" fmla="*/ 34749 w 64348"/>
                <a:gd name="csY11" fmla="*/ 137199 h 143054"/>
                <a:gd name="csX12" fmla="*/ 29440 w 64348"/>
                <a:gd name="csY12" fmla="*/ 129760 h 143054"/>
                <a:gd name="csX13" fmla="*/ 32838 w 64348"/>
                <a:gd name="csY13" fmla="*/ 116156 h 143054"/>
                <a:gd name="csX14" fmla="*/ 39634 w 64348"/>
                <a:gd name="csY14" fmla="*/ 99151 h 143054"/>
                <a:gd name="csX15" fmla="*/ 50040 w 64348"/>
                <a:gd name="csY15" fmla="*/ 72155 h 143054"/>
                <a:gd name="csX16" fmla="*/ 51314 w 64348"/>
                <a:gd name="csY16" fmla="*/ 65353 h 143054"/>
                <a:gd name="csX17" fmla="*/ 31139 w 64348"/>
                <a:gd name="csY17" fmla="*/ 47285 h 143054"/>
                <a:gd name="csX18" fmla="*/ 345 w 64348"/>
                <a:gd name="csY18" fmla="*/ 79807 h 143054"/>
                <a:gd name="csX19" fmla="*/ 3955 w 64348"/>
                <a:gd name="csY19" fmla="*/ 82571 h 143054"/>
                <a:gd name="csX20" fmla="*/ 7778 w 64348"/>
                <a:gd name="csY20" fmla="*/ 79170 h 143054"/>
                <a:gd name="csX21" fmla="*/ 30502 w 64348"/>
                <a:gd name="csY21" fmla="*/ 53237 h 143054"/>
                <a:gd name="csX22" fmla="*/ 35811 w 64348"/>
                <a:gd name="csY22" fmla="*/ 60677 h 143054"/>
                <a:gd name="csX23" fmla="*/ 29228 w 64348"/>
                <a:gd name="csY23" fmla="*/ 81933 h 143054"/>
                <a:gd name="csX24" fmla="*/ 15848 w 64348"/>
                <a:gd name="csY24" fmla="*/ 116156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348" h="143054">
                  <a:moveTo>
                    <a:pt x="59172" y="8174"/>
                  </a:moveTo>
                  <a:cubicBezTo>
                    <a:pt x="59172" y="4773"/>
                    <a:pt x="56624" y="96"/>
                    <a:pt x="50677" y="96"/>
                  </a:cubicBezTo>
                  <a:cubicBezTo>
                    <a:pt x="44943" y="96"/>
                    <a:pt x="38784" y="5623"/>
                    <a:pt x="38784" y="11787"/>
                  </a:cubicBezTo>
                  <a:cubicBezTo>
                    <a:pt x="38784" y="15401"/>
                    <a:pt x="41545" y="19865"/>
                    <a:pt x="47279" y="19865"/>
                  </a:cubicBezTo>
                  <a:cubicBezTo>
                    <a:pt x="53438" y="19865"/>
                    <a:pt x="59172" y="13913"/>
                    <a:pt x="59172" y="8174"/>
                  </a:cubicBezTo>
                  <a:close/>
                  <a:moveTo>
                    <a:pt x="15848" y="116156"/>
                  </a:moveTo>
                  <a:cubicBezTo>
                    <a:pt x="14999" y="118919"/>
                    <a:pt x="13937" y="121470"/>
                    <a:pt x="13937" y="125083"/>
                  </a:cubicBezTo>
                  <a:cubicBezTo>
                    <a:pt x="13937" y="135074"/>
                    <a:pt x="22432" y="143151"/>
                    <a:pt x="34112" y="143151"/>
                  </a:cubicBezTo>
                  <a:cubicBezTo>
                    <a:pt x="55349" y="143151"/>
                    <a:pt x="64694" y="113817"/>
                    <a:pt x="64694" y="110629"/>
                  </a:cubicBezTo>
                  <a:cubicBezTo>
                    <a:pt x="64694" y="107866"/>
                    <a:pt x="61933" y="107866"/>
                    <a:pt x="61296" y="107866"/>
                  </a:cubicBezTo>
                  <a:cubicBezTo>
                    <a:pt x="58322" y="107866"/>
                    <a:pt x="58110" y="109141"/>
                    <a:pt x="57261" y="111479"/>
                  </a:cubicBezTo>
                  <a:cubicBezTo>
                    <a:pt x="52376" y="128484"/>
                    <a:pt x="43032" y="137199"/>
                    <a:pt x="34749" y="137199"/>
                  </a:cubicBezTo>
                  <a:cubicBezTo>
                    <a:pt x="30502" y="137199"/>
                    <a:pt x="29440" y="134436"/>
                    <a:pt x="29440" y="129760"/>
                  </a:cubicBezTo>
                  <a:cubicBezTo>
                    <a:pt x="29440" y="124871"/>
                    <a:pt x="30927" y="120832"/>
                    <a:pt x="32838" y="116156"/>
                  </a:cubicBezTo>
                  <a:cubicBezTo>
                    <a:pt x="34962" y="110416"/>
                    <a:pt x="37298" y="104677"/>
                    <a:pt x="39634" y="99151"/>
                  </a:cubicBezTo>
                  <a:cubicBezTo>
                    <a:pt x="41545" y="94049"/>
                    <a:pt x="49191" y="74706"/>
                    <a:pt x="50040" y="72155"/>
                  </a:cubicBezTo>
                  <a:cubicBezTo>
                    <a:pt x="50677" y="70030"/>
                    <a:pt x="51314" y="67479"/>
                    <a:pt x="51314" y="65353"/>
                  </a:cubicBezTo>
                  <a:cubicBezTo>
                    <a:pt x="51314" y="55363"/>
                    <a:pt x="42819" y="47285"/>
                    <a:pt x="31139" y="47285"/>
                  </a:cubicBezTo>
                  <a:cubicBezTo>
                    <a:pt x="10114" y="47285"/>
                    <a:pt x="345" y="76194"/>
                    <a:pt x="345" y="79807"/>
                  </a:cubicBezTo>
                  <a:cubicBezTo>
                    <a:pt x="345" y="82571"/>
                    <a:pt x="3318" y="82571"/>
                    <a:pt x="3955" y="82571"/>
                  </a:cubicBezTo>
                  <a:cubicBezTo>
                    <a:pt x="6929" y="82571"/>
                    <a:pt x="7141" y="81508"/>
                    <a:pt x="7778" y="79170"/>
                  </a:cubicBezTo>
                  <a:cubicBezTo>
                    <a:pt x="13300" y="60889"/>
                    <a:pt x="22644" y="53237"/>
                    <a:pt x="30502" y="53237"/>
                  </a:cubicBezTo>
                  <a:cubicBezTo>
                    <a:pt x="33900" y="53237"/>
                    <a:pt x="35811" y="54938"/>
                    <a:pt x="35811" y="60677"/>
                  </a:cubicBezTo>
                  <a:cubicBezTo>
                    <a:pt x="35811" y="65566"/>
                    <a:pt x="34537" y="68754"/>
                    <a:pt x="29228" y="81933"/>
                  </a:cubicBezTo>
                  <a:lnTo>
                    <a:pt x="15848" y="116156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69193F58-75AA-CF70-C8EE-D9CFD9199BAE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2238392" y="8192871"/>
              <a:ext cx="35496" cy="90794"/>
            </a:xfrm>
            <a:custGeom>
              <a:avLst/>
              <a:gdLst>
                <a:gd name="csX0" fmla="*/ 35845 w 35496"/>
                <a:gd name="csY0" fmla="*/ 31979 h 90794"/>
                <a:gd name="csX1" fmla="*/ 16428 w 35496"/>
                <a:gd name="csY1" fmla="*/ 95 h 90794"/>
                <a:gd name="csX2" fmla="*/ 348 w 35496"/>
                <a:gd name="csY2" fmla="*/ 16189 h 90794"/>
                <a:gd name="csX3" fmla="*/ 16428 w 35496"/>
                <a:gd name="csY3" fmla="*/ 32283 h 90794"/>
                <a:gd name="csX4" fmla="*/ 27047 w 35496"/>
                <a:gd name="csY4" fmla="*/ 28335 h 90794"/>
                <a:gd name="csX5" fmla="*/ 28564 w 35496"/>
                <a:gd name="csY5" fmla="*/ 27424 h 90794"/>
                <a:gd name="csX6" fmla="*/ 29170 w 35496"/>
                <a:gd name="csY6" fmla="*/ 31979 h 90794"/>
                <a:gd name="csX7" fmla="*/ 8540 w 35496"/>
                <a:gd name="csY7" fmla="*/ 82691 h 90794"/>
                <a:gd name="csX8" fmla="*/ 5203 w 35496"/>
                <a:gd name="csY8" fmla="*/ 87549 h 90794"/>
                <a:gd name="csX9" fmla="*/ 8237 w 35496"/>
                <a:gd name="csY9" fmla="*/ 90890 h 90794"/>
                <a:gd name="csX10" fmla="*/ 35845 w 35496"/>
                <a:gd name="csY10" fmla="*/ 31979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96" h="90794">
                  <a:moveTo>
                    <a:pt x="35845" y="31979"/>
                  </a:moveTo>
                  <a:cubicBezTo>
                    <a:pt x="35845" y="11938"/>
                    <a:pt x="28260" y="95"/>
                    <a:pt x="16428" y="95"/>
                  </a:cubicBezTo>
                  <a:cubicBezTo>
                    <a:pt x="6416" y="95"/>
                    <a:pt x="348" y="7686"/>
                    <a:pt x="348" y="16189"/>
                  </a:cubicBezTo>
                  <a:cubicBezTo>
                    <a:pt x="348" y="24388"/>
                    <a:pt x="6416" y="32283"/>
                    <a:pt x="16428" y="32283"/>
                  </a:cubicBezTo>
                  <a:cubicBezTo>
                    <a:pt x="20069" y="32283"/>
                    <a:pt x="24013" y="31068"/>
                    <a:pt x="27047" y="28335"/>
                  </a:cubicBezTo>
                  <a:cubicBezTo>
                    <a:pt x="27957" y="27728"/>
                    <a:pt x="28260" y="27424"/>
                    <a:pt x="28564" y="27424"/>
                  </a:cubicBezTo>
                  <a:cubicBezTo>
                    <a:pt x="28867" y="27424"/>
                    <a:pt x="29170" y="27728"/>
                    <a:pt x="29170" y="31979"/>
                  </a:cubicBezTo>
                  <a:cubicBezTo>
                    <a:pt x="29170" y="54450"/>
                    <a:pt x="18552" y="72670"/>
                    <a:pt x="8540" y="82691"/>
                  </a:cubicBezTo>
                  <a:cubicBezTo>
                    <a:pt x="5203" y="86031"/>
                    <a:pt x="5203" y="86638"/>
                    <a:pt x="5203" y="87549"/>
                  </a:cubicBezTo>
                  <a:cubicBezTo>
                    <a:pt x="5203" y="89675"/>
                    <a:pt x="6720" y="90890"/>
                    <a:pt x="8237" y="90890"/>
                  </a:cubicBezTo>
                  <a:cubicBezTo>
                    <a:pt x="11574" y="90890"/>
                    <a:pt x="35845" y="67508"/>
                    <a:pt x="35845" y="31979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EDE08439-CA15-7309-9F83-81F5F6270E58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2354420" y="8019481"/>
              <a:ext cx="206303" cy="205578"/>
            </a:xfrm>
            <a:custGeom>
              <a:avLst/>
              <a:gdLst>
                <a:gd name="csX0" fmla="*/ 122618 w 206303"/>
                <a:gd name="csY0" fmla="*/ 21351 h 205578"/>
                <a:gd name="csX1" fmla="*/ 129596 w 206303"/>
                <a:gd name="csY1" fmla="*/ 10116 h 205578"/>
                <a:gd name="csX2" fmla="*/ 148709 w 206303"/>
                <a:gd name="csY2" fmla="*/ 9508 h 205578"/>
                <a:gd name="csX3" fmla="*/ 193004 w 206303"/>
                <a:gd name="csY3" fmla="*/ 34409 h 205578"/>
                <a:gd name="csX4" fmla="*/ 190577 w 206303"/>
                <a:gd name="csY4" fmla="*/ 58701 h 205578"/>
                <a:gd name="csX5" fmla="*/ 189667 w 206303"/>
                <a:gd name="csY5" fmla="*/ 64471 h 205578"/>
                <a:gd name="csX6" fmla="*/ 193307 w 206303"/>
                <a:gd name="csY6" fmla="*/ 68419 h 205578"/>
                <a:gd name="csX7" fmla="*/ 197858 w 206303"/>
                <a:gd name="csY7" fmla="*/ 61434 h 205578"/>
                <a:gd name="csX8" fmla="*/ 206049 w 206303"/>
                <a:gd name="csY8" fmla="*/ 8597 h 205578"/>
                <a:gd name="csX9" fmla="*/ 206656 w 206303"/>
                <a:gd name="csY9" fmla="*/ 3435 h 205578"/>
                <a:gd name="csX10" fmla="*/ 198465 w 206303"/>
                <a:gd name="csY10" fmla="*/ 95 h 205578"/>
                <a:gd name="csX11" fmla="*/ 30085 w 206303"/>
                <a:gd name="csY11" fmla="*/ 95 h 205578"/>
                <a:gd name="csX12" fmla="*/ 20376 w 206303"/>
                <a:gd name="csY12" fmla="*/ 6168 h 205578"/>
                <a:gd name="csX13" fmla="*/ 2173 w 206303"/>
                <a:gd name="csY13" fmla="*/ 59612 h 205578"/>
                <a:gd name="csX14" fmla="*/ 353 w 206303"/>
                <a:gd name="csY14" fmla="*/ 65078 h 205578"/>
                <a:gd name="csX15" fmla="*/ 3994 w 206303"/>
                <a:gd name="csY15" fmla="*/ 68419 h 205578"/>
                <a:gd name="csX16" fmla="*/ 9151 w 206303"/>
                <a:gd name="csY16" fmla="*/ 62042 h 205578"/>
                <a:gd name="csX17" fmla="*/ 78323 w 206303"/>
                <a:gd name="csY17" fmla="*/ 9508 h 205578"/>
                <a:gd name="csX18" fmla="*/ 90156 w 206303"/>
                <a:gd name="csY18" fmla="*/ 9508 h 205578"/>
                <a:gd name="csX19" fmla="*/ 98650 w 206303"/>
                <a:gd name="csY19" fmla="*/ 13152 h 205578"/>
                <a:gd name="csX20" fmla="*/ 97437 w 206303"/>
                <a:gd name="csY20" fmla="*/ 19529 h 205578"/>
                <a:gd name="csX21" fmla="*/ 56783 w 206303"/>
                <a:gd name="csY21" fmla="*/ 181684 h 205578"/>
                <a:gd name="csX22" fmla="*/ 20680 w 206303"/>
                <a:gd name="csY22" fmla="*/ 196260 h 205578"/>
                <a:gd name="csX23" fmla="*/ 7938 w 206303"/>
                <a:gd name="csY23" fmla="*/ 202030 h 205578"/>
                <a:gd name="csX24" fmla="*/ 13095 w 206303"/>
                <a:gd name="csY24" fmla="*/ 205674 h 205578"/>
                <a:gd name="csX25" fmla="*/ 37973 w 206303"/>
                <a:gd name="csY25" fmla="*/ 205066 h 205578"/>
                <a:gd name="csX26" fmla="*/ 63761 w 206303"/>
                <a:gd name="csY26" fmla="*/ 204763 h 205578"/>
                <a:gd name="csX27" fmla="*/ 88942 w 206303"/>
                <a:gd name="csY27" fmla="*/ 205066 h 205578"/>
                <a:gd name="csX28" fmla="*/ 115337 w 206303"/>
                <a:gd name="csY28" fmla="*/ 205674 h 205578"/>
                <a:gd name="csX29" fmla="*/ 122011 w 206303"/>
                <a:gd name="csY29" fmla="*/ 199600 h 205578"/>
                <a:gd name="csX30" fmla="*/ 111696 w 206303"/>
                <a:gd name="csY30" fmla="*/ 196260 h 205578"/>
                <a:gd name="csX31" fmla="*/ 92279 w 206303"/>
                <a:gd name="csY31" fmla="*/ 195653 h 205578"/>
                <a:gd name="csX32" fmla="*/ 81054 w 206303"/>
                <a:gd name="csY32" fmla="*/ 188972 h 205578"/>
                <a:gd name="csX33" fmla="*/ 82267 w 206303"/>
                <a:gd name="csY33" fmla="*/ 182595 h 205578"/>
                <a:gd name="csX34" fmla="*/ 122618 w 206303"/>
                <a:gd name="csY34" fmla="*/ 21351 h 2055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06303" h="205578">
                  <a:moveTo>
                    <a:pt x="122618" y="21351"/>
                  </a:moveTo>
                  <a:cubicBezTo>
                    <a:pt x="124742" y="12849"/>
                    <a:pt x="125955" y="11027"/>
                    <a:pt x="129596" y="10116"/>
                  </a:cubicBezTo>
                  <a:cubicBezTo>
                    <a:pt x="132326" y="9508"/>
                    <a:pt x="142338" y="9508"/>
                    <a:pt x="148709" y="9508"/>
                  </a:cubicBezTo>
                  <a:cubicBezTo>
                    <a:pt x="179351" y="9508"/>
                    <a:pt x="193004" y="10723"/>
                    <a:pt x="193004" y="34409"/>
                  </a:cubicBezTo>
                  <a:cubicBezTo>
                    <a:pt x="193004" y="38963"/>
                    <a:pt x="191790" y="50806"/>
                    <a:pt x="190577" y="58701"/>
                  </a:cubicBezTo>
                  <a:cubicBezTo>
                    <a:pt x="190273" y="59916"/>
                    <a:pt x="189667" y="63560"/>
                    <a:pt x="189667" y="64471"/>
                  </a:cubicBezTo>
                  <a:cubicBezTo>
                    <a:pt x="189667" y="66293"/>
                    <a:pt x="190577" y="68419"/>
                    <a:pt x="193307" y="68419"/>
                  </a:cubicBezTo>
                  <a:cubicBezTo>
                    <a:pt x="196644" y="68419"/>
                    <a:pt x="197251" y="65989"/>
                    <a:pt x="197858" y="61434"/>
                  </a:cubicBezTo>
                  <a:lnTo>
                    <a:pt x="206049" y="8597"/>
                  </a:lnTo>
                  <a:cubicBezTo>
                    <a:pt x="206353" y="7383"/>
                    <a:pt x="206656" y="4346"/>
                    <a:pt x="206656" y="3435"/>
                  </a:cubicBezTo>
                  <a:cubicBezTo>
                    <a:pt x="206656" y="95"/>
                    <a:pt x="203622" y="95"/>
                    <a:pt x="198465" y="95"/>
                  </a:cubicBezTo>
                  <a:lnTo>
                    <a:pt x="30085" y="95"/>
                  </a:lnTo>
                  <a:cubicBezTo>
                    <a:pt x="22804" y="95"/>
                    <a:pt x="22500" y="398"/>
                    <a:pt x="20376" y="6168"/>
                  </a:cubicBezTo>
                  <a:lnTo>
                    <a:pt x="2173" y="59612"/>
                  </a:lnTo>
                  <a:cubicBezTo>
                    <a:pt x="1870" y="60220"/>
                    <a:pt x="353" y="64471"/>
                    <a:pt x="353" y="65078"/>
                  </a:cubicBezTo>
                  <a:cubicBezTo>
                    <a:pt x="353" y="66900"/>
                    <a:pt x="1870" y="68419"/>
                    <a:pt x="3994" y="68419"/>
                  </a:cubicBezTo>
                  <a:cubicBezTo>
                    <a:pt x="7027" y="68419"/>
                    <a:pt x="7331" y="66900"/>
                    <a:pt x="9151" y="62042"/>
                  </a:cubicBezTo>
                  <a:cubicBezTo>
                    <a:pt x="25534" y="14974"/>
                    <a:pt x="33422" y="9508"/>
                    <a:pt x="78323" y="9508"/>
                  </a:cubicBezTo>
                  <a:lnTo>
                    <a:pt x="90156" y="9508"/>
                  </a:lnTo>
                  <a:cubicBezTo>
                    <a:pt x="98650" y="9508"/>
                    <a:pt x="98650" y="10723"/>
                    <a:pt x="98650" y="13152"/>
                  </a:cubicBezTo>
                  <a:cubicBezTo>
                    <a:pt x="98650" y="14974"/>
                    <a:pt x="97740" y="18618"/>
                    <a:pt x="97437" y="19529"/>
                  </a:cubicBezTo>
                  <a:lnTo>
                    <a:pt x="56783" y="181684"/>
                  </a:lnTo>
                  <a:cubicBezTo>
                    <a:pt x="54052" y="192920"/>
                    <a:pt x="53142" y="196260"/>
                    <a:pt x="20680" y="196260"/>
                  </a:cubicBezTo>
                  <a:cubicBezTo>
                    <a:pt x="9758" y="196260"/>
                    <a:pt x="7938" y="196260"/>
                    <a:pt x="7938" y="202030"/>
                  </a:cubicBezTo>
                  <a:cubicBezTo>
                    <a:pt x="7938" y="205674"/>
                    <a:pt x="11275" y="205674"/>
                    <a:pt x="13095" y="205674"/>
                  </a:cubicBezTo>
                  <a:cubicBezTo>
                    <a:pt x="21287" y="205674"/>
                    <a:pt x="29781" y="205066"/>
                    <a:pt x="37973" y="205066"/>
                  </a:cubicBezTo>
                  <a:cubicBezTo>
                    <a:pt x="46468" y="205066"/>
                    <a:pt x="55266" y="204763"/>
                    <a:pt x="63761" y="204763"/>
                  </a:cubicBezTo>
                  <a:cubicBezTo>
                    <a:pt x="72256" y="204763"/>
                    <a:pt x="80751" y="205066"/>
                    <a:pt x="88942" y="205066"/>
                  </a:cubicBezTo>
                  <a:cubicBezTo>
                    <a:pt x="97740" y="205066"/>
                    <a:pt x="106842" y="205674"/>
                    <a:pt x="115337" y="205674"/>
                  </a:cubicBezTo>
                  <a:cubicBezTo>
                    <a:pt x="118371" y="205674"/>
                    <a:pt x="122011" y="205674"/>
                    <a:pt x="122011" y="199600"/>
                  </a:cubicBezTo>
                  <a:cubicBezTo>
                    <a:pt x="122011" y="196260"/>
                    <a:pt x="119584" y="196260"/>
                    <a:pt x="111696" y="196260"/>
                  </a:cubicBezTo>
                  <a:cubicBezTo>
                    <a:pt x="104111" y="196260"/>
                    <a:pt x="100167" y="196260"/>
                    <a:pt x="92279" y="195653"/>
                  </a:cubicBezTo>
                  <a:cubicBezTo>
                    <a:pt x="83481" y="194742"/>
                    <a:pt x="81054" y="193831"/>
                    <a:pt x="81054" y="188972"/>
                  </a:cubicBezTo>
                  <a:cubicBezTo>
                    <a:pt x="81054" y="188668"/>
                    <a:pt x="81054" y="187150"/>
                    <a:pt x="82267" y="182595"/>
                  </a:cubicBezTo>
                  <a:lnTo>
                    <a:pt x="122618" y="21351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3357EBE8-333E-00CA-5B2B-43B23958C23C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2540359" y="8123090"/>
              <a:ext cx="104486" cy="149644"/>
            </a:xfrm>
            <a:custGeom>
              <a:avLst/>
              <a:gdLst>
                <a:gd name="csX0" fmla="*/ 50903 w 104486"/>
                <a:gd name="csY0" fmla="*/ 6473 h 149644"/>
                <a:gd name="csX1" fmla="*/ 51753 w 104486"/>
                <a:gd name="csY1" fmla="*/ 3072 h 149644"/>
                <a:gd name="csX2" fmla="*/ 48355 w 104486"/>
                <a:gd name="csY2" fmla="*/ 96 h 149644"/>
                <a:gd name="csX3" fmla="*/ 21171 w 104486"/>
                <a:gd name="csY3" fmla="*/ 2222 h 149644"/>
                <a:gd name="csX4" fmla="*/ 16499 w 104486"/>
                <a:gd name="csY4" fmla="*/ 7111 h 149644"/>
                <a:gd name="csX5" fmla="*/ 22021 w 104486"/>
                <a:gd name="csY5" fmla="*/ 10087 h 149644"/>
                <a:gd name="csX6" fmla="*/ 32214 w 104486"/>
                <a:gd name="csY6" fmla="*/ 13275 h 149644"/>
                <a:gd name="csX7" fmla="*/ 31365 w 104486"/>
                <a:gd name="csY7" fmla="*/ 17952 h 149644"/>
                <a:gd name="csX8" fmla="*/ 1421 w 104486"/>
                <a:gd name="csY8" fmla="*/ 138262 h 149644"/>
                <a:gd name="csX9" fmla="*/ 359 w 104486"/>
                <a:gd name="csY9" fmla="*/ 142939 h 149644"/>
                <a:gd name="csX10" fmla="*/ 7579 w 104486"/>
                <a:gd name="csY10" fmla="*/ 149741 h 149644"/>
                <a:gd name="csX11" fmla="*/ 17348 w 104486"/>
                <a:gd name="csY11" fmla="*/ 140813 h 149644"/>
                <a:gd name="csX12" fmla="*/ 27755 w 104486"/>
                <a:gd name="csY12" fmla="*/ 99576 h 149644"/>
                <a:gd name="csX13" fmla="*/ 54938 w 104486"/>
                <a:gd name="csY13" fmla="*/ 117006 h 149644"/>
                <a:gd name="csX14" fmla="*/ 54513 w 104486"/>
                <a:gd name="csY14" fmla="*/ 121257 h 149644"/>
                <a:gd name="csX15" fmla="*/ 53664 w 104486"/>
                <a:gd name="csY15" fmla="*/ 127847 h 149644"/>
                <a:gd name="csX16" fmla="*/ 76175 w 104486"/>
                <a:gd name="csY16" fmla="*/ 149741 h 149644"/>
                <a:gd name="csX17" fmla="*/ 103146 w 104486"/>
                <a:gd name="csY17" fmla="*/ 117219 h 149644"/>
                <a:gd name="csX18" fmla="*/ 99748 w 104486"/>
                <a:gd name="csY18" fmla="*/ 114455 h 149644"/>
                <a:gd name="csX19" fmla="*/ 95501 w 104486"/>
                <a:gd name="csY19" fmla="*/ 119557 h 149644"/>
                <a:gd name="csX20" fmla="*/ 76812 w 104486"/>
                <a:gd name="csY20" fmla="*/ 143789 h 149644"/>
                <a:gd name="csX21" fmla="*/ 69379 w 104486"/>
                <a:gd name="csY21" fmla="*/ 132736 h 149644"/>
                <a:gd name="csX22" fmla="*/ 70654 w 104486"/>
                <a:gd name="csY22" fmla="*/ 123170 h 149644"/>
                <a:gd name="csX23" fmla="*/ 71715 w 104486"/>
                <a:gd name="csY23" fmla="*/ 116581 h 149644"/>
                <a:gd name="csX24" fmla="*/ 37311 w 104486"/>
                <a:gd name="csY24" fmla="*/ 94049 h 149644"/>
                <a:gd name="csX25" fmla="*/ 54938 w 104486"/>
                <a:gd name="csY25" fmla="*/ 80020 h 149644"/>
                <a:gd name="csX26" fmla="*/ 88280 w 104486"/>
                <a:gd name="csY26" fmla="*/ 59827 h 149644"/>
                <a:gd name="csX27" fmla="*/ 95289 w 104486"/>
                <a:gd name="csY27" fmla="*/ 62590 h 149644"/>
                <a:gd name="csX28" fmla="*/ 84245 w 104486"/>
                <a:gd name="csY28" fmla="*/ 74493 h 149644"/>
                <a:gd name="csX29" fmla="*/ 92740 w 104486"/>
                <a:gd name="csY29" fmla="*/ 82358 h 149644"/>
                <a:gd name="csX30" fmla="*/ 104845 w 104486"/>
                <a:gd name="csY30" fmla="*/ 68754 h 149644"/>
                <a:gd name="csX31" fmla="*/ 88493 w 104486"/>
                <a:gd name="csY31" fmla="*/ 53875 h 149644"/>
                <a:gd name="csX32" fmla="*/ 54513 w 104486"/>
                <a:gd name="csY32" fmla="*/ 72580 h 149644"/>
                <a:gd name="csX33" fmla="*/ 29878 w 104486"/>
                <a:gd name="csY33" fmla="*/ 91286 h 149644"/>
                <a:gd name="csX34" fmla="*/ 50903 w 104486"/>
                <a:gd name="csY34" fmla="*/ 6473 h 149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04486" h="149644">
                  <a:moveTo>
                    <a:pt x="50903" y="6473"/>
                  </a:moveTo>
                  <a:cubicBezTo>
                    <a:pt x="51115" y="6048"/>
                    <a:pt x="51753" y="3285"/>
                    <a:pt x="51753" y="3072"/>
                  </a:cubicBezTo>
                  <a:cubicBezTo>
                    <a:pt x="51753" y="2009"/>
                    <a:pt x="50903" y="96"/>
                    <a:pt x="48355" y="96"/>
                  </a:cubicBezTo>
                  <a:cubicBezTo>
                    <a:pt x="44107" y="96"/>
                    <a:pt x="26480" y="1797"/>
                    <a:pt x="21171" y="2222"/>
                  </a:cubicBezTo>
                  <a:cubicBezTo>
                    <a:pt x="19472" y="2435"/>
                    <a:pt x="16499" y="2647"/>
                    <a:pt x="16499" y="7111"/>
                  </a:cubicBezTo>
                  <a:cubicBezTo>
                    <a:pt x="16499" y="10087"/>
                    <a:pt x="19472" y="10087"/>
                    <a:pt x="22021" y="10087"/>
                  </a:cubicBezTo>
                  <a:cubicBezTo>
                    <a:pt x="32214" y="10087"/>
                    <a:pt x="32214" y="11575"/>
                    <a:pt x="32214" y="13275"/>
                  </a:cubicBezTo>
                  <a:cubicBezTo>
                    <a:pt x="32214" y="14763"/>
                    <a:pt x="31790" y="16039"/>
                    <a:pt x="31365" y="17952"/>
                  </a:cubicBezTo>
                  <a:lnTo>
                    <a:pt x="1421" y="138262"/>
                  </a:lnTo>
                  <a:cubicBezTo>
                    <a:pt x="359" y="142088"/>
                    <a:pt x="359" y="142514"/>
                    <a:pt x="359" y="142939"/>
                  </a:cubicBezTo>
                  <a:cubicBezTo>
                    <a:pt x="359" y="146127"/>
                    <a:pt x="2907" y="149741"/>
                    <a:pt x="7579" y="149741"/>
                  </a:cubicBezTo>
                  <a:cubicBezTo>
                    <a:pt x="13313" y="149741"/>
                    <a:pt x="16074" y="145489"/>
                    <a:pt x="17348" y="140813"/>
                  </a:cubicBezTo>
                  <a:cubicBezTo>
                    <a:pt x="17773" y="139963"/>
                    <a:pt x="26905" y="102552"/>
                    <a:pt x="27755" y="99576"/>
                  </a:cubicBezTo>
                  <a:cubicBezTo>
                    <a:pt x="42833" y="101064"/>
                    <a:pt x="54938" y="105953"/>
                    <a:pt x="54938" y="117006"/>
                  </a:cubicBezTo>
                  <a:cubicBezTo>
                    <a:pt x="54938" y="118069"/>
                    <a:pt x="54938" y="119132"/>
                    <a:pt x="54513" y="121257"/>
                  </a:cubicBezTo>
                  <a:cubicBezTo>
                    <a:pt x="53664" y="124446"/>
                    <a:pt x="53664" y="125508"/>
                    <a:pt x="53664" y="127847"/>
                  </a:cubicBezTo>
                  <a:cubicBezTo>
                    <a:pt x="53664" y="142939"/>
                    <a:pt x="65981" y="149741"/>
                    <a:pt x="76175" y="149741"/>
                  </a:cubicBezTo>
                  <a:cubicBezTo>
                    <a:pt x="96775" y="149741"/>
                    <a:pt x="103146" y="117431"/>
                    <a:pt x="103146" y="117219"/>
                  </a:cubicBezTo>
                  <a:cubicBezTo>
                    <a:pt x="103146" y="114455"/>
                    <a:pt x="100385" y="114455"/>
                    <a:pt x="99748" y="114455"/>
                  </a:cubicBezTo>
                  <a:cubicBezTo>
                    <a:pt x="96775" y="114455"/>
                    <a:pt x="96563" y="115518"/>
                    <a:pt x="95501" y="119557"/>
                  </a:cubicBezTo>
                  <a:cubicBezTo>
                    <a:pt x="92952" y="128697"/>
                    <a:pt x="87218" y="143789"/>
                    <a:pt x="76812" y="143789"/>
                  </a:cubicBezTo>
                  <a:cubicBezTo>
                    <a:pt x="71078" y="143789"/>
                    <a:pt x="69379" y="138475"/>
                    <a:pt x="69379" y="132736"/>
                  </a:cubicBezTo>
                  <a:cubicBezTo>
                    <a:pt x="69379" y="129122"/>
                    <a:pt x="69379" y="128697"/>
                    <a:pt x="70654" y="123170"/>
                  </a:cubicBezTo>
                  <a:cubicBezTo>
                    <a:pt x="70866" y="122533"/>
                    <a:pt x="71715" y="118919"/>
                    <a:pt x="71715" y="116581"/>
                  </a:cubicBezTo>
                  <a:cubicBezTo>
                    <a:pt x="71715" y="97663"/>
                    <a:pt x="46231" y="94687"/>
                    <a:pt x="37311" y="94049"/>
                  </a:cubicBezTo>
                  <a:cubicBezTo>
                    <a:pt x="43470" y="90223"/>
                    <a:pt x="51328" y="83208"/>
                    <a:pt x="54938" y="80020"/>
                  </a:cubicBezTo>
                  <a:cubicBezTo>
                    <a:pt x="65769" y="69817"/>
                    <a:pt x="76388" y="59827"/>
                    <a:pt x="88280" y="59827"/>
                  </a:cubicBezTo>
                  <a:cubicBezTo>
                    <a:pt x="90829" y="59827"/>
                    <a:pt x="93590" y="60464"/>
                    <a:pt x="95289" y="62590"/>
                  </a:cubicBezTo>
                  <a:cubicBezTo>
                    <a:pt x="86157" y="64078"/>
                    <a:pt x="84245" y="71305"/>
                    <a:pt x="84245" y="74493"/>
                  </a:cubicBezTo>
                  <a:cubicBezTo>
                    <a:pt x="84245" y="79170"/>
                    <a:pt x="87856" y="82358"/>
                    <a:pt x="92740" y="82358"/>
                  </a:cubicBezTo>
                  <a:cubicBezTo>
                    <a:pt x="98474" y="82358"/>
                    <a:pt x="104845" y="77682"/>
                    <a:pt x="104845" y="68754"/>
                  </a:cubicBezTo>
                  <a:cubicBezTo>
                    <a:pt x="104845" y="61740"/>
                    <a:pt x="99748" y="53875"/>
                    <a:pt x="88493" y="53875"/>
                  </a:cubicBezTo>
                  <a:cubicBezTo>
                    <a:pt x="76388" y="53875"/>
                    <a:pt x="65344" y="62590"/>
                    <a:pt x="54513" y="72580"/>
                  </a:cubicBezTo>
                  <a:cubicBezTo>
                    <a:pt x="45594" y="81083"/>
                    <a:pt x="38586" y="87672"/>
                    <a:pt x="29878" y="91286"/>
                  </a:cubicBezTo>
                  <a:lnTo>
                    <a:pt x="50903" y="6473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241900D5-048A-9758-9152-AE67ED56A311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2690389" y="7997314"/>
              <a:ext cx="67655" cy="303661"/>
            </a:xfrm>
            <a:custGeom>
              <a:avLst/>
              <a:gdLst>
                <a:gd name="csX0" fmla="*/ 66502 w 67655"/>
                <a:gd name="csY0" fmla="*/ 157088 h 303661"/>
                <a:gd name="csX1" fmla="*/ 68019 w 67655"/>
                <a:gd name="csY1" fmla="*/ 151925 h 303661"/>
                <a:gd name="csX2" fmla="*/ 66502 w 67655"/>
                <a:gd name="csY2" fmla="*/ 146763 h 303661"/>
                <a:gd name="csX3" fmla="*/ 13409 w 67655"/>
                <a:gd name="csY3" fmla="*/ 7079 h 303661"/>
                <a:gd name="csX4" fmla="*/ 6431 w 67655"/>
                <a:gd name="csY4" fmla="*/ 95 h 303661"/>
                <a:gd name="csX5" fmla="*/ 364 w 67655"/>
                <a:gd name="csY5" fmla="*/ 6168 h 303661"/>
                <a:gd name="csX6" fmla="*/ 1881 w 67655"/>
                <a:gd name="csY6" fmla="*/ 11027 h 303661"/>
                <a:gd name="csX7" fmla="*/ 55580 w 67655"/>
                <a:gd name="csY7" fmla="*/ 151925 h 303661"/>
                <a:gd name="csX8" fmla="*/ 1881 w 67655"/>
                <a:gd name="csY8" fmla="*/ 292217 h 303661"/>
                <a:gd name="csX9" fmla="*/ 364 w 67655"/>
                <a:gd name="csY9" fmla="*/ 297683 h 303661"/>
                <a:gd name="csX10" fmla="*/ 6431 w 67655"/>
                <a:gd name="csY10" fmla="*/ 303756 h 303661"/>
                <a:gd name="csX11" fmla="*/ 12802 w 67655"/>
                <a:gd name="csY11" fmla="*/ 297683 h 303661"/>
                <a:gd name="csX12" fmla="*/ 66502 w 67655"/>
                <a:gd name="csY12" fmla="*/ 157088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655" h="303661">
                  <a:moveTo>
                    <a:pt x="66502" y="157088"/>
                  </a:moveTo>
                  <a:cubicBezTo>
                    <a:pt x="68019" y="153444"/>
                    <a:pt x="68019" y="152836"/>
                    <a:pt x="68019" y="151925"/>
                  </a:cubicBezTo>
                  <a:cubicBezTo>
                    <a:pt x="68019" y="151015"/>
                    <a:pt x="68019" y="150407"/>
                    <a:pt x="66502" y="146763"/>
                  </a:cubicBezTo>
                  <a:lnTo>
                    <a:pt x="13409" y="7079"/>
                  </a:lnTo>
                  <a:cubicBezTo>
                    <a:pt x="11589" y="1917"/>
                    <a:pt x="9769" y="95"/>
                    <a:pt x="6431" y="95"/>
                  </a:cubicBezTo>
                  <a:cubicBezTo>
                    <a:pt x="3094" y="95"/>
                    <a:pt x="364" y="2828"/>
                    <a:pt x="364" y="6168"/>
                  </a:cubicBezTo>
                  <a:cubicBezTo>
                    <a:pt x="364" y="7079"/>
                    <a:pt x="364" y="7686"/>
                    <a:pt x="1881" y="11027"/>
                  </a:cubicBezTo>
                  <a:lnTo>
                    <a:pt x="55580" y="151925"/>
                  </a:lnTo>
                  <a:lnTo>
                    <a:pt x="1881" y="292217"/>
                  </a:lnTo>
                  <a:cubicBezTo>
                    <a:pt x="364" y="295557"/>
                    <a:pt x="364" y="296165"/>
                    <a:pt x="364" y="297683"/>
                  </a:cubicBezTo>
                  <a:cubicBezTo>
                    <a:pt x="364" y="301023"/>
                    <a:pt x="3094" y="303756"/>
                    <a:pt x="6431" y="303756"/>
                  </a:cubicBezTo>
                  <a:cubicBezTo>
                    <a:pt x="10375" y="303756"/>
                    <a:pt x="11589" y="300720"/>
                    <a:pt x="12802" y="297683"/>
                  </a:cubicBezTo>
                  <a:lnTo>
                    <a:pt x="66502" y="157088"/>
                  </a:ln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DD373C71-DBA7-0AD8-82FB-431E5B4C7D9A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2808980" y="7997314"/>
              <a:ext cx="70385" cy="303661"/>
            </a:xfrm>
            <a:custGeom>
              <a:avLst/>
              <a:gdLst>
                <a:gd name="csX0" fmla="*/ 70753 w 70385"/>
                <a:gd name="csY0" fmla="*/ 151925 h 303661"/>
                <a:gd name="csX1" fmla="*/ 50730 w 70385"/>
                <a:gd name="csY1" fmla="*/ 57183 h 303661"/>
                <a:gd name="csX2" fmla="*/ 3401 w 70385"/>
                <a:gd name="csY2" fmla="*/ 95 h 303661"/>
                <a:gd name="csX3" fmla="*/ 368 w 70385"/>
                <a:gd name="csY3" fmla="*/ 3131 h 303661"/>
                <a:gd name="csX4" fmla="*/ 6132 w 70385"/>
                <a:gd name="csY4" fmla="*/ 10116 h 303661"/>
                <a:gd name="csX5" fmla="*/ 53157 w 70385"/>
                <a:gd name="csY5" fmla="*/ 151925 h 303661"/>
                <a:gd name="csX6" fmla="*/ 4312 w 70385"/>
                <a:gd name="csY6" fmla="*/ 295557 h 303661"/>
                <a:gd name="csX7" fmla="*/ 368 w 70385"/>
                <a:gd name="csY7" fmla="*/ 300720 h 303661"/>
                <a:gd name="csX8" fmla="*/ 3401 w 70385"/>
                <a:gd name="csY8" fmla="*/ 303756 h 303661"/>
                <a:gd name="csX9" fmla="*/ 51640 w 70385"/>
                <a:gd name="csY9" fmla="*/ 244542 h 303661"/>
                <a:gd name="csX10" fmla="*/ 70753 w 70385"/>
                <a:gd name="csY10" fmla="*/ 15192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85" h="303661">
                  <a:moveTo>
                    <a:pt x="70753" y="151925"/>
                  </a:moveTo>
                  <a:cubicBezTo>
                    <a:pt x="70753" y="128240"/>
                    <a:pt x="67416" y="91497"/>
                    <a:pt x="50730" y="57183"/>
                  </a:cubicBezTo>
                  <a:cubicBezTo>
                    <a:pt x="32527" y="19833"/>
                    <a:pt x="6435" y="95"/>
                    <a:pt x="3401" y="95"/>
                  </a:cubicBezTo>
                  <a:cubicBezTo>
                    <a:pt x="1581" y="95"/>
                    <a:pt x="368" y="1309"/>
                    <a:pt x="368" y="3131"/>
                  </a:cubicBezTo>
                  <a:cubicBezTo>
                    <a:pt x="368" y="4042"/>
                    <a:pt x="368" y="4650"/>
                    <a:pt x="6132" y="10116"/>
                  </a:cubicBezTo>
                  <a:cubicBezTo>
                    <a:pt x="35864" y="40178"/>
                    <a:pt x="53157" y="88460"/>
                    <a:pt x="53157" y="151925"/>
                  </a:cubicBezTo>
                  <a:cubicBezTo>
                    <a:pt x="53157" y="203852"/>
                    <a:pt x="41932" y="257296"/>
                    <a:pt x="4312" y="295557"/>
                  </a:cubicBezTo>
                  <a:cubicBezTo>
                    <a:pt x="368" y="299201"/>
                    <a:pt x="368" y="299809"/>
                    <a:pt x="368" y="300720"/>
                  </a:cubicBezTo>
                  <a:cubicBezTo>
                    <a:pt x="368" y="302541"/>
                    <a:pt x="1581" y="303756"/>
                    <a:pt x="3401" y="303756"/>
                  </a:cubicBezTo>
                  <a:cubicBezTo>
                    <a:pt x="6435" y="303756"/>
                    <a:pt x="33740" y="283107"/>
                    <a:pt x="51640" y="244542"/>
                  </a:cubicBezTo>
                  <a:cubicBezTo>
                    <a:pt x="67113" y="211139"/>
                    <a:pt x="70753" y="177433"/>
                    <a:pt x="70753" y="151925"/>
                  </a:cubicBezTo>
                  <a:close/>
                </a:path>
              </a:pathLst>
            </a:custGeom>
            <a:solidFill>
              <a:srgbClr val="000000"/>
            </a:solidFill>
            <a:ln w="30426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pic>
        <p:nvPicPr>
          <p:cNvPr id="579" name="Picture 578">
            <a:extLst>
              <a:ext uri="{FF2B5EF4-FFF2-40B4-BE49-F238E27FC236}">
                <a16:creationId xmlns:a16="http://schemas.microsoft.com/office/drawing/2014/main" id="{689977E7-C809-477E-37C0-DE4132FEEF1C}"/>
              </a:ext>
            </a:extLst>
          </p:cNvPr>
          <p:cNvPicPr>
            <a:picLocks noChangeAspect="1"/>
          </p:cNvPicPr>
          <p:nvPr/>
        </p:nvPicPr>
        <p:blipFill>
          <a:blip r:embed="rId1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914" y="4424899"/>
            <a:ext cx="1179022" cy="8860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80" name="TextBox 579">
                <a:extLst>
                  <a:ext uri="{FF2B5EF4-FFF2-40B4-BE49-F238E27FC236}">
                    <a16:creationId xmlns:a16="http://schemas.microsoft.com/office/drawing/2014/main" id="{F5E8FF71-B57D-3EA0-FBEF-7B995456E8A4}"/>
                  </a:ext>
                </a:extLst>
              </p:cNvPr>
              <p:cNvSpPr txBox="1"/>
              <p:nvPr/>
            </p:nvSpPr>
            <p:spPr>
              <a:xfrm>
                <a:off x="2193290" y="6280020"/>
                <a:ext cx="21056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>
                    <a:latin typeface="Nunito" pitchFamily="2" charset="0"/>
                  </a:rPr>
                  <a:t>There is a cat.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CA" dirty="0">
                  <a:latin typeface="Nunito" pitchFamily="2" charset="0"/>
                </a:endParaRPr>
              </a:p>
            </p:txBody>
          </p:sp>
        </mc:Choice>
        <mc:Fallback xmlns="">
          <p:sp>
            <p:nvSpPr>
              <p:cNvPr id="580" name="TextBox 579">
                <a:extLst>
                  <a:ext uri="{FF2B5EF4-FFF2-40B4-BE49-F238E27FC236}">
                    <a16:creationId xmlns:a16="http://schemas.microsoft.com/office/drawing/2014/main" id="{F5E8FF71-B57D-3EA0-FBEF-7B995456E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290" y="6280020"/>
                <a:ext cx="2105660" cy="369332"/>
              </a:xfrm>
              <a:prstGeom prst="rect">
                <a:avLst/>
              </a:prstGeom>
              <a:blipFill>
                <a:blip r:embed="rId156"/>
                <a:stretch>
                  <a:fillRect l="-2609" t="-6557" b="-2623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1" name="Straight Arrow Connector 580">
            <a:extLst>
              <a:ext uri="{FF2B5EF4-FFF2-40B4-BE49-F238E27FC236}">
                <a16:creationId xmlns:a16="http://schemas.microsoft.com/office/drawing/2014/main" id="{C7430DFE-78C5-2678-1C89-1937AA1514C2}"/>
              </a:ext>
            </a:extLst>
          </p:cNvPr>
          <p:cNvCxnSpPr>
            <a:cxnSpLocks/>
            <a:stCxn id="579" idx="2"/>
          </p:cNvCxnSpPr>
          <p:nvPr/>
        </p:nvCxnSpPr>
        <p:spPr>
          <a:xfrm>
            <a:off x="2888425" y="5310996"/>
            <a:ext cx="240261" cy="267593"/>
          </a:xfrm>
          <a:prstGeom prst="straightConnector1">
            <a:avLst/>
          </a:prstGeom>
          <a:ln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Arrow Connector 581">
            <a:extLst>
              <a:ext uri="{FF2B5EF4-FFF2-40B4-BE49-F238E27FC236}">
                <a16:creationId xmlns:a16="http://schemas.microsoft.com/office/drawing/2014/main" id="{083EC5C8-1836-2703-D239-1F5F600A5DD8}"/>
              </a:ext>
            </a:extLst>
          </p:cNvPr>
          <p:cNvCxnSpPr>
            <a:cxnSpLocks/>
            <a:stCxn id="580" idx="0"/>
          </p:cNvCxnSpPr>
          <p:nvPr/>
        </p:nvCxnSpPr>
        <p:spPr>
          <a:xfrm flipH="1" flipV="1">
            <a:off x="2626792" y="6013994"/>
            <a:ext cx="619328" cy="266026"/>
          </a:xfrm>
          <a:prstGeom prst="straightConnector1">
            <a:avLst/>
          </a:prstGeom>
          <a:ln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09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/>
      <p:bldP spid="256" grpId="0"/>
      <p:bldP spid="58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44EA2-477F-2947-F88D-988BF8605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BF54-E561-5B4B-2FED-059680DF8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CF290-14EB-D424-149D-2C9409879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Grounded Semantics</a:t>
            </a:r>
          </a:p>
          <a:p>
            <a:pPr lvl="1"/>
            <a:r>
              <a:rPr lang="en-CA" dirty="0"/>
              <a:t>The symbol grounding problem and what </a:t>
            </a:r>
            <a:r>
              <a:rPr lang="en-CA" i="1" dirty="0"/>
              <a:t>grounding </a:t>
            </a:r>
            <a:r>
              <a:rPr lang="en-CA" dirty="0"/>
              <a:t>is</a:t>
            </a:r>
            <a:endParaRPr lang="en-CA" i="1" dirty="0"/>
          </a:p>
          <a:p>
            <a:r>
              <a:rPr lang="en-CA" b="1" dirty="0"/>
              <a:t>Vision-language models</a:t>
            </a:r>
          </a:p>
          <a:p>
            <a:pPr lvl="1"/>
            <a:r>
              <a:rPr lang="en-CA" dirty="0"/>
              <a:t>Visual-semantic embeddings and CLIP</a:t>
            </a:r>
          </a:p>
          <a:p>
            <a:pPr lvl="1"/>
            <a:r>
              <a:rPr lang="en-CA" b="1" dirty="0"/>
              <a:t>Generative vision-language models</a:t>
            </a:r>
          </a:p>
          <a:p>
            <a:pPr lvl="1"/>
            <a:r>
              <a:rPr lang="en-CA" dirty="0"/>
              <a:t>Tasks and limitations of VLMs</a:t>
            </a:r>
          </a:p>
          <a:p>
            <a:pPr lvl="1"/>
            <a:endParaRPr lang="en-CA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3E3C1-1432-5726-1ACC-AC0F1CAF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5971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18D5A-B9E4-607A-543B-E992F0300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Recap: Generative Autoregressive Language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60B83-A997-D5D5-B89E-D904E49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19</a:t>
            </a:fld>
            <a:endParaRPr lang="en-CA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9AA86A2-DABF-3813-2072-EE4C51CAB257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3784346" y="4487409"/>
            <a:ext cx="1236490" cy="557030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E6B0F3F-6E19-3B70-43C0-0CBAB90D83F0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3784346" y="4487409"/>
            <a:ext cx="2472980" cy="557030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1AC264-4FCB-0EAF-CAB4-740BFCA22B49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3784346" y="4487409"/>
            <a:ext cx="3709470" cy="557030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C9A145B-9CE3-FFC9-B190-13DCAAA15441}"/>
              </a:ext>
            </a:extLst>
          </p:cNvPr>
          <p:cNvCxnSpPr>
            <a:cxnSpLocks/>
            <a:stCxn id="40" idx="0"/>
          </p:cNvCxnSpPr>
          <p:nvPr/>
        </p:nvCxnSpPr>
        <p:spPr>
          <a:xfrm flipV="1">
            <a:off x="5020836" y="4487409"/>
            <a:ext cx="1236490" cy="557030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EAE684-3003-C572-EBD1-CBE2DC13E61E}"/>
              </a:ext>
            </a:extLst>
          </p:cNvPr>
          <p:cNvCxnSpPr>
            <a:cxnSpLocks/>
            <a:stCxn id="40" idx="0"/>
          </p:cNvCxnSpPr>
          <p:nvPr/>
        </p:nvCxnSpPr>
        <p:spPr>
          <a:xfrm flipV="1">
            <a:off x="5020836" y="4487409"/>
            <a:ext cx="0" cy="557030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C9671D-A612-8EF7-ADD7-3AB80656C104}"/>
              </a:ext>
            </a:extLst>
          </p:cNvPr>
          <p:cNvCxnSpPr>
            <a:cxnSpLocks/>
            <a:stCxn id="40" idx="0"/>
          </p:cNvCxnSpPr>
          <p:nvPr/>
        </p:nvCxnSpPr>
        <p:spPr>
          <a:xfrm flipV="1">
            <a:off x="5020836" y="4487409"/>
            <a:ext cx="2472980" cy="557030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3DEE19D-229D-8FA0-0770-2AFAD20389AE}"/>
              </a:ext>
            </a:extLst>
          </p:cNvPr>
          <p:cNvCxnSpPr>
            <a:cxnSpLocks/>
            <a:stCxn id="41" idx="0"/>
          </p:cNvCxnSpPr>
          <p:nvPr/>
        </p:nvCxnSpPr>
        <p:spPr>
          <a:xfrm flipV="1">
            <a:off x="6257326" y="4487409"/>
            <a:ext cx="1236490" cy="557030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1DAAA2D-EA16-5E9B-A692-2E1FC7D260C0}"/>
              </a:ext>
            </a:extLst>
          </p:cNvPr>
          <p:cNvCxnSpPr>
            <a:cxnSpLocks/>
            <a:stCxn id="41" idx="0"/>
          </p:cNvCxnSpPr>
          <p:nvPr/>
        </p:nvCxnSpPr>
        <p:spPr>
          <a:xfrm flipV="1">
            <a:off x="6257326" y="4487409"/>
            <a:ext cx="0" cy="557030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E16A39-2467-8504-BA03-C6917BD3991A}"/>
              </a:ext>
            </a:extLst>
          </p:cNvPr>
          <p:cNvCxnSpPr>
            <a:cxnSpLocks/>
            <a:stCxn id="42" idx="0"/>
          </p:cNvCxnSpPr>
          <p:nvPr/>
        </p:nvCxnSpPr>
        <p:spPr>
          <a:xfrm flipV="1">
            <a:off x="7493816" y="4487409"/>
            <a:ext cx="0" cy="557030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DAA6095-3FFD-77AE-E4CA-E6EA8C95AEA3}"/>
              </a:ext>
            </a:extLst>
          </p:cNvPr>
          <p:cNvGrpSpPr/>
          <p:nvPr/>
        </p:nvGrpSpPr>
        <p:grpSpPr>
          <a:xfrm>
            <a:off x="3598079" y="4347508"/>
            <a:ext cx="372533" cy="432001"/>
            <a:chOff x="5992232" y="3500341"/>
            <a:chExt cx="372533" cy="43200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66E0FAB-8B22-7FBE-3933-C2A2633AACC5}"/>
                </a:ext>
              </a:extLst>
            </p:cNvPr>
            <p:cNvSpPr/>
            <p:nvPr/>
          </p:nvSpPr>
          <p:spPr>
            <a:xfrm>
              <a:off x="5992232" y="3500342"/>
              <a:ext cx="372533" cy="43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DF6AA5C-1BD2-9150-3785-2EF02CCFE85B}"/>
                </a:ext>
              </a:extLst>
            </p:cNvPr>
            <p:cNvSpPr/>
            <p:nvPr/>
          </p:nvSpPr>
          <p:spPr>
            <a:xfrm>
              <a:off x="5992232" y="3500341"/>
              <a:ext cx="372533" cy="43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85AB110-87E6-5E04-E540-79432926316B}"/>
              </a:ext>
            </a:extLst>
          </p:cNvPr>
          <p:cNvGrpSpPr/>
          <p:nvPr/>
        </p:nvGrpSpPr>
        <p:grpSpPr>
          <a:xfrm>
            <a:off x="4834569" y="4347508"/>
            <a:ext cx="372533" cy="432001"/>
            <a:chOff x="6918547" y="3500341"/>
            <a:chExt cx="372533" cy="43200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4672933-6030-8577-931B-1054E4C1D66A}"/>
                </a:ext>
              </a:extLst>
            </p:cNvPr>
            <p:cNvSpPr/>
            <p:nvPr/>
          </p:nvSpPr>
          <p:spPr>
            <a:xfrm>
              <a:off x="6918547" y="3500342"/>
              <a:ext cx="372533" cy="43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A9DD0AB-3AF7-FFDB-04DB-91D3DA390F9E}"/>
                </a:ext>
              </a:extLst>
            </p:cNvPr>
            <p:cNvSpPr/>
            <p:nvPr/>
          </p:nvSpPr>
          <p:spPr>
            <a:xfrm>
              <a:off x="6918547" y="3500341"/>
              <a:ext cx="372533" cy="43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8263219-76FB-A77B-BB5D-C46DDA3E54AC}"/>
              </a:ext>
            </a:extLst>
          </p:cNvPr>
          <p:cNvGrpSpPr/>
          <p:nvPr/>
        </p:nvGrpSpPr>
        <p:grpSpPr>
          <a:xfrm>
            <a:off x="6071059" y="4347508"/>
            <a:ext cx="372533" cy="432001"/>
            <a:chOff x="7844862" y="3500341"/>
            <a:chExt cx="372533" cy="43200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2D98DC2-1FA7-26BB-C6F0-D8900254B404}"/>
                </a:ext>
              </a:extLst>
            </p:cNvPr>
            <p:cNvSpPr/>
            <p:nvPr/>
          </p:nvSpPr>
          <p:spPr>
            <a:xfrm>
              <a:off x="7844862" y="3500342"/>
              <a:ext cx="372533" cy="43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48B3691-91FB-9F43-E2DA-32DB320AA710}"/>
                </a:ext>
              </a:extLst>
            </p:cNvPr>
            <p:cNvSpPr/>
            <p:nvPr/>
          </p:nvSpPr>
          <p:spPr>
            <a:xfrm>
              <a:off x="7844862" y="3500341"/>
              <a:ext cx="372533" cy="43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FDD5B6B-5F27-F402-6F85-0818CF48A44B}"/>
              </a:ext>
            </a:extLst>
          </p:cNvPr>
          <p:cNvGrpSpPr/>
          <p:nvPr/>
        </p:nvGrpSpPr>
        <p:grpSpPr>
          <a:xfrm>
            <a:off x="7307549" y="4347508"/>
            <a:ext cx="372533" cy="432001"/>
            <a:chOff x="9697492" y="3500341"/>
            <a:chExt cx="372533" cy="43200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C6C8EC-35FE-12A2-F63B-5F269327D284}"/>
                </a:ext>
              </a:extLst>
            </p:cNvPr>
            <p:cNvSpPr/>
            <p:nvPr/>
          </p:nvSpPr>
          <p:spPr>
            <a:xfrm>
              <a:off x="9697492" y="3500342"/>
              <a:ext cx="372533" cy="43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E690D4E-1B49-C56B-FA94-991AB8D8F3D3}"/>
                </a:ext>
              </a:extLst>
            </p:cNvPr>
            <p:cNvSpPr/>
            <p:nvPr/>
          </p:nvSpPr>
          <p:spPr>
            <a:xfrm>
              <a:off x="9697492" y="3500341"/>
              <a:ext cx="372533" cy="43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85F9F55A-0B8E-D8DA-7A39-C9B11C862342}"/>
              </a:ext>
            </a:extLst>
          </p:cNvPr>
          <p:cNvSpPr/>
          <p:nvPr/>
        </p:nvSpPr>
        <p:spPr>
          <a:xfrm>
            <a:off x="3598079" y="3358477"/>
            <a:ext cx="372533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E9EF97-80B7-7ABD-988E-1E532CB4078B}"/>
              </a:ext>
            </a:extLst>
          </p:cNvPr>
          <p:cNvSpPr/>
          <p:nvPr/>
        </p:nvSpPr>
        <p:spPr>
          <a:xfrm>
            <a:off x="4834569" y="3358477"/>
            <a:ext cx="372533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2DAB0A-9AD7-5AD3-40C4-ACC259B4FC32}"/>
              </a:ext>
            </a:extLst>
          </p:cNvPr>
          <p:cNvSpPr/>
          <p:nvPr/>
        </p:nvSpPr>
        <p:spPr>
          <a:xfrm>
            <a:off x="6071059" y="3358477"/>
            <a:ext cx="372533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AAA4B4-60F5-2460-9516-A61A88AECB16}"/>
              </a:ext>
            </a:extLst>
          </p:cNvPr>
          <p:cNvSpPr/>
          <p:nvPr/>
        </p:nvSpPr>
        <p:spPr>
          <a:xfrm>
            <a:off x="7307549" y="3358477"/>
            <a:ext cx="372533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92739A-241C-E3BB-3B6C-639506063795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3784346" y="3790477"/>
            <a:ext cx="1236490" cy="557031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61A2841-1CFD-F0F8-ABCF-817A6DCED846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3784346" y="3790477"/>
            <a:ext cx="2472980" cy="557031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6ED65F2-6D5B-97B7-63A1-1611D0669BF0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3784346" y="3790477"/>
            <a:ext cx="3709470" cy="557031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325C76D-2D39-EE99-1848-4E2876485906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5020836" y="3790477"/>
            <a:ext cx="1236490" cy="557031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D504C7-823E-E10D-DB51-24484E48C86D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5020836" y="3790477"/>
            <a:ext cx="0" cy="557031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D165058-8B0F-F53C-9902-E25E50FA9F42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5020836" y="3790477"/>
            <a:ext cx="2472980" cy="557031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C4EC649-AB43-654C-6802-F9C26D4364E2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6257326" y="3790477"/>
            <a:ext cx="1236490" cy="557031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2D6DB2F-A1A0-C703-5F16-3F812C346E93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6257326" y="3790477"/>
            <a:ext cx="0" cy="557031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B3274AE-C4F3-BD74-C8CE-568F385DE779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493816" y="3790477"/>
            <a:ext cx="0" cy="557031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D840264-3221-EF2A-4628-F74D1F1B3DE1}"/>
              </a:ext>
            </a:extLst>
          </p:cNvPr>
          <p:cNvSpPr/>
          <p:nvPr/>
        </p:nvSpPr>
        <p:spPr>
          <a:xfrm>
            <a:off x="3598079" y="5336539"/>
            <a:ext cx="372533" cy="432000"/>
          </a:xfrm>
          <a:prstGeom prst="rect">
            <a:avLst/>
          </a:prstGeom>
          <a:solidFill>
            <a:srgbClr val="CCE2F2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011BBCA-4E28-1F5B-F6CD-775451D21B63}"/>
              </a:ext>
            </a:extLst>
          </p:cNvPr>
          <p:cNvSpPr/>
          <p:nvPr/>
        </p:nvSpPr>
        <p:spPr>
          <a:xfrm>
            <a:off x="4834569" y="5336539"/>
            <a:ext cx="372533" cy="432000"/>
          </a:xfrm>
          <a:prstGeom prst="rect">
            <a:avLst/>
          </a:prstGeom>
          <a:solidFill>
            <a:srgbClr val="CCE2F2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5AA4000-8161-F98B-9D99-C87AECE33A8A}"/>
              </a:ext>
            </a:extLst>
          </p:cNvPr>
          <p:cNvSpPr/>
          <p:nvPr/>
        </p:nvSpPr>
        <p:spPr>
          <a:xfrm>
            <a:off x="6071059" y="5336539"/>
            <a:ext cx="372533" cy="432000"/>
          </a:xfrm>
          <a:prstGeom prst="rect">
            <a:avLst/>
          </a:prstGeom>
          <a:solidFill>
            <a:srgbClr val="CCE2F2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3CB8DCC-0DD4-D507-EA0E-E4A2B138AE56}"/>
              </a:ext>
            </a:extLst>
          </p:cNvPr>
          <p:cNvSpPr/>
          <p:nvPr/>
        </p:nvSpPr>
        <p:spPr>
          <a:xfrm>
            <a:off x="7307549" y="5336539"/>
            <a:ext cx="372533" cy="432000"/>
          </a:xfrm>
          <a:prstGeom prst="rect">
            <a:avLst/>
          </a:prstGeom>
          <a:solidFill>
            <a:srgbClr val="CCE2F2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E664EB2-3467-2547-256F-9F00270A3A81}"/>
              </a:ext>
            </a:extLst>
          </p:cNvPr>
          <p:cNvSpPr/>
          <p:nvPr/>
        </p:nvSpPr>
        <p:spPr>
          <a:xfrm>
            <a:off x="7307549" y="2369446"/>
            <a:ext cx="372533" cy="432000"/>
          </a:xfrm>
          <a:prstGeom prst="rect">
            <a:avLst/>
          </a:prstGeom>
          <a:solidFill>
            <a:srgbClr val="CCE2F2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A361448-6116-69C6-9EED-F183A2E1C864}"/>
              </a:ext>
            </a:extLst>
          </p:cNvPr>
          <p:cNvCxnSpPr>
            <a:cxnSpLocks/>
            <a:stCxn id="29" idx="0"/>
            <a:endCxn id="43" idx="2"/>
          </p:cNvCxnSpPr>
          <p:nvPr/>
        </p:nvCxnSpPr>
        <p:spPr>
          <a:xfrm flipV="1">
            <a:off x="7493816" y="2801446"/>
            <a:ext cx="0" cy="557031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52BFA46-A51B-70D5-1916-FC326A79D393}"/>
              </a:ext>
            </a:extLst>
          </p:cNvPr>
          <p:cNvSpPr txBox="1"/>
          <p:nvPr/>
        </p:nvSpPr>
        <p:spPr>
          <a:xfrm>
            <a:off x="7680318" y="2369446"/>
            <a:ext cx="4117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i="1">
                <a:latin typeface="Nunito" pitchFamily="2" charset="0"/>
              </a:rPr>
              <a:t>cute/beautiful/naughty/…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F41B4AB-CF8D-C07D-1123-F046BD91FAA2}"/>
              </a:ext>
            </a:extLst>
          </p:cNvPr>
          <p:cNvCxnSpPr>
            <a:cxnSpLocks/>
          </p:cNvCxnSpPr>
          <p:nvPr/>
        </p:nvCxnSpPr>
        <p:spPr>
          <a:xfrm flipV="1">
            <a:off x="3784346" y="4779509"/>
            <a:ext cx="0" cy="557030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6E5A0DC-2BC4-99A2-2330-E446E051237E}"/>
              </a:ext>
            </a:extLst>
          </p:cNvPr>
          <p:cNvCxnSpPr>
            <a:cxnSpLocks/>
          </p:cNvCxnSpPr>
          <p:nvPr/>
        </p:nvCxnSpPr>
        <p:spPr>
          <a:xfrm flipV="1">
            <a:off x="3784346" y="3790477"/>
            <a:ext cx="0" cy="557031"/>
          </a:xfrm>
          <a:prstGeom prst="straightConnector1">
            <a:avLst/>
          </a:prstGeom>
          <a:ln w="6350"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Content Placeholder 2 1">
            <a:extLst>
              <a:ext uri="{FF2B5EF4-FFF2-40B4-BE49-F238E27FC236}">
                <a16:creationId xmlns:a16="http://schemas.microsoft.com/office/drawing/2014/main" id="{712693A1-3757-7F64-EF97-CB5A38198220}"/>
              </a:ext>
            </a:extLst>
          </p:cNvPr>
          <p:cNvSpPr txBox="1">
            <a:spLocks/>
          </p:cNvSpPr>
          <p:nvPr/>
        </p:nvSpPr>
        <p:spPr>
          <a:xfrm>
            <a:off x="3484180" y="5830510"/>
            <a:ext cx="4766439" cy="530283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>
                <a:latin typeface="Nunito" pitchFamily="2" charset="0"/>
              </a:rPr>
              <a:t>The         cat           is           very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ECC315E6-B6BF-3484-DC61-3DA56EB4F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751" y="1325562"/>
            <a:ext cx="11382498" cy="5030787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Text-only language models: predicting the next token conditioned on the history.</a:t>
            </a:r>
          </a:p>
        </p:txBody>
      </p:sp>
    </p:spTree>
    <p:extLst>
      <p:ext uri="{BB962C8B-B14F-4D97-AF65-F5344CB8AC3E}">
        <p14:creationId xmlns:p14="http://schemas.microsoft.com/office/powerpoint/2010/main" val="2310740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956F9-D353-CF8D-2605-F0432F182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19538-7F20-5F72-79DD-D197C748B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Extending to Vision-Language Models (VLMs)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2BF6D-8CFD-99FC-E76F-CEF68CE56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20</a:t>
            </a:fld>
            <a:endParaRPr lang="en-CA"/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9278D209-4473-A689-5D98-FEF99BBED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751" y="1325562"/>
            <a:ext cx="11382498" cy="5030787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How about representing images as “tokens”?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674418-D353-31E4-9416-660487F2F5A4}"/>
              </a:ext>
            </a:extLst>
          </p:cNvPr>
          <p:cNvGrpSpPr/>
          <p:nvPr/>
        </p:nvGrpSpPr>
        <p:grpSpPr>
          <a:xfrm>
            <a:off x="1537154" y="3932342"/>
            <a:ext cx="8346605" cy="557030"/>
            <a:chOff x="1537154" y="3932342"/>
            <a:chExt cx="8346605" cy="557030"/>
          </a:xfrm>
        </p:grpSpPr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B35589AB-6760-6E90-BBB6-31DA5B4E729F}"/>
                </a:ext>
              </a:extLst>
            </p:cNvPr>
            <p:cNvCxnSpPr>
              <a:cxnSpLocks/>
              <a:stCxn id="166" idx="0"/>
              <a:endCxn id="107" idx="2"/>
            </p:cNvCxnSpPr>
            <p:nvPr/>
          </p:nvCxnSpPr>
          <p:spPr>
            <a:xfrm flipV="1">
              <a:off x="1537154" y="3932342"/>
              <a:ext cx="927427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34A6655-9E93-D662-3FD9-CB38BD2DD919}"/>
                </a:ext>
              </a:extLst>
            </p:cNvPr>
            <p:cNvCxnSpPr>
              <a:cxnSpLocks/>
              <a:stCxn id="166" idx="0"/>
              <a:endCxn id="111" idx="2"/>
            </p:cNvCxnSpPr>
            <p:nvPr/>
          </p:nvCxnSpPr>
          <p:spPr>
            <a:xfrm flipV="1">
              <a:off x="1537154" y="3932342"/>
              <a:ext cx="1855787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D9687556-3C13-E094-E1AD-9C9B5205A2EB}"/>
                </a:ext>
              </a:extLst>
            </p:cNvPr>
            <p:cNvCxnSpPr>
              <a:cxnSpLocks/>
              <a:stCxn id="166" idx="0"/>
              <a:endCxn id="105" idx="2"/>
            </p:cNvCxnSpPr>
            <p:nvPr/>
          </p:nvCxnSpPr>
          <p:spPr>
            <a:xfrm flipV="1">
              <a:off x="1537154" y="3932342"/>
              <a:ext cx="281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0BF158B5-1BBE-8A39-5DBD-B9433158B67D}"/>
                </a:ext>
              </a:extLst>
            </p:cNvPr>
            <p:cNvCxnSpPr>
              <a:cxnSpLocks/>
              <a:stCxn id="166" idx="0"/>
              <a:endCxn id="109" idx="2"/>
            </p:cNvCxnSpPr>
            <p:nvPr/>
          </p:nvCxnSpPr>
          <p:spPr>
            <a:xfrm flipV="1">
              <a:off x="1537154" y="3932342"/>
              <a:ext cx="2783214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08AFB10-27F3-8C50-D045-E84430BDC854}"/>
                </a:ext>
              </a:extLst>
            </p:cNvPr>
            <p:cNvCxnSpPr>
              <a:cxnSpLocks/>
              <a:stCxn id="166" idx="0"/>
              <a:endCxn id="103" idx="2"/>
            </p:cNvCxnSpPr>
            <p:nvPr/>
          </p:nvCxnSpPr>
          <p:spPr>
            <a:xfrm flipV="1">
              <a:off x="1537154" y="3932342"/>
              <a:ext cx="4637135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6713741F-2B6A-6FCF-3CE1-4BE1BEBE604D}"/>
                </a:ext>
              </a:extLst>
            </p:cNvPr>
            <p:cNvCxnSpPr>
              <a:cxnSpLocks/>
              <a:stCxn id="166" idx="0"/>
              <a:endCxn id="101" idx="2"/>
            </p:cNvCxnSpPr>
            <p:nvPr/>
          </p:nvCxnSpPr>
          <p:spPr>
            <a:xfrm flipV="1">
              <a:off x="1537154" y="3932342"/>
              <a:ext cx="5564562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99D790FC-81A7-F1EB-F702-EF58317D505F}"/>
                </a:ext>
              </a:extLst>
            </p:cNvPr>
            <p:cNvCxnSpPr>
              <a:cxnSpLocks/>
              <a:stCxn id="166" idx="0"/>
              <a:endCxn id="99" idx="2"/>
            </p:cNvCxnSpPr>
            <p:nvPr/>
          </p:nvCxnSpPr>
          <p:spPr>
            <a:xfrm flipV="1">
              <a:off x="1537154" y="3932342"/>
              <a:ext cx="6491989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9DC26C30-9B1C-CF5F-B359-5717ADEA5D6E}"/>
                </a:ext>
              </a:extLst>
            </p:cNvPr>
            <p:cNvCxnSpPr>
              <a:cxnSpLocks/>
              <a:stCxn id="166" idx="0"/>
              <a:endCxn id="97" idx="2"/>
            </p:cNvCxnSpPr>
            <p:nvPr/>
          </p:nvCxnSpPr>
          <p:spPr>
            <a:xfrm flipV="1">
              <a:off x="1537154" y="3932342"/>
              <a:ext cx="8346605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C07FCAE7-B14D-CD60-F069-1B22713B4B21}"/>
                </a:ext>
              </a:extLst>
            </p:cNvPr>
            <p:cNvCxnSpPr>
              <a:cxnSpLocks/>
              <a:stCxn id="165" idx="0"/>
              <a:endCxn id="111" idx="2"/>
            </p:cNvCxnSpPr>
            <p:nvPr/>
          </p:nvCxnSpPr>
          <p:spPr>
            <a:xfrm flipV="1">
              <a:off x="2464581" y="3932342"/>
              <a:ext cx="928360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7DFF277C-7F8A-D8BB-6671-00BD539B53DE}"/>
                </a:ext>
              </a:extLst>
            </p:cNvPr>
            <p:cNvCxnSpPr>
              <a:cxnSpLocks/>
              <a:stCxn id="165" idx="0"/>
              <a:endCxn id="109" idx="2"/>
            </p:cNvCxnSpPr>
            <p:nvPr/>
          </p:nvCxnSpPr>
          <p:spPr>
            <a:xfrm flipV="1">
              <a:off x="2464581" y="3932342"/>
              <a:ext cx="1855787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555B7BF0-D921-9143-D2CE-090E8C93FBBB}"/>
                </a:ext>
              </a:extLst>
            </p:cNvPr>
            <p:cNvCxnSpPr>
              <a:cxnSpLocks/>
              <a:stCxn id="165" idx="0"/>
              <a:endCxn id="107" idx="2"/>
            </p:cNvCxnSpPr>
            <p:nvPr/>
          </p:nvCxnSpPr>
          <p:spPr>
            <a:xfrm flipV="1">
              <a:off x="2464581" y="3932342"/>
              <a:ext cx="0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9BD2AFE2-F5A4-F0EF-1E91-EB744FD2ED0D}"/>
                </a:ext>
              </a:extLst>
            </p:cNvPr>
            <p:cNvCxnSpPr>
              <a:cxnSpLocks/>
              <a:stCxn id="165" idx="0"/>
              <a:endCxn id="101" idx="2"/>
            </p:cNvCxnSpPr>
            <p:nvPr/>
          </p:nvCxnSpPr>
          <p:spPr>
            <a:xfrm flipV="1">
              <a:off x="2464581" y="3932342"/>
              <a:ext cx="4637135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DE739BE4-3395-12B5-8EA2-BF20D75C4066}"/>
                </a:ext>
              </a:extLst>
            </p:cNvPr>
            <p:cNvCxnSpPr>
              <a:cxnSpLocks/>
              <a:stCxn id="165" idx="0"/>
              <a:endCxn id="99" idx="2"/>
            </p:cNvCxnSpPr>
            <p:nvPr/>
          </p:nvCxnSpPr>
          <p:spPr>
            <a:xfrm flipV="1">
              <a:off x="2464581" y="3932342"/>
              <a:ext cx="5564562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3177B575-E598-D7FD-B0DF-85EB4B4A087B}"/>
                </a:ext>
              </a:extLst>
            </p:cNvPr>
            <p:cNvCxnSpPr>
              <a:cxnSpLocks/>
              <a:stCxn id="162" idx="0"/>
              <a:endCxn id="109" idx="2"/>
            </p:cNvCxnSpPr>
            <p:nvPr/>
          </p:nvCxnSpPr>
          <p:spPr>
            <a:xfrm flipV="1">
              <a:off x="3392008" y="3932342"/>
              <a:ext cx="928360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C4336B9C-1660-A456-7DB5-626B2CB2AE3B}"/>
                </a:ext>
              </a:extLst>
            </p:cNvPr>
            <p:cNvCxnSpPr>
              <a:cxnSpLocks/>
              <a:stCxn id="162" idx="0"/>
              <a:endCxn id="111" idx="2"/>
            </p:cNvCxnSpPr>
            <p:nvPr/>
          </p:nvCxnSpPr>
          <p:spPr>
            <a:xfrm flipV="1">
              <a:off x="3392008" y="3932342"/>
              <a:ext cx="933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E8032EFF-A1D6-AC1F-DA97-AD9269259F5D}"/>
                </a:ext>
              </a:extLst>
            </p:cNvPr>
            <p:cNvCxnSpPr>
              <a:cxnSpLocks/>
              <a:stCxn id="162" idx="0"/>
              <a:endCxn id="103" idx="2"/>
            </p:cNvCxnSpPr>
            <p:nvPr/>
          </p:nvCxnSpPr>
          <p:spPr>
            <a:xfrm flipV="1">
              <a:off x="3392008" y="3932342"/>
              <a:ext cx="2782281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80E12DE5-91FF-36E9-E2CC-386D1C34E88F}"/>
                </a:ext>
              </a:extLst>
            </p:cNvPr>
            <p:cNvCxnSpPr>
              <a:cxnSpLocks/>
              <a:stCxn id="162" idx="0"/>
              <a:endCxn id="99" idx="2"/>
            </p:cNvCxnSpPr>
            <p:nvPr/>
          </p:nvCxnSpPr>
          <p:spPr>
            <a:xfrm flipV="1">
              <a:off x="3392008" y="3932342"/>
              <a:ext cx="4637135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F2F577D7-2FD1-4C11-4304-33D95175C134}"/>
                </a:ext>
              </a:extLst>
            </p:cNvPr>
            <p:cNvCxnSpPr>
              <a:cxnSpLocks/>
              <a:stCxn id="163" idx="0"/>
              <a:endCxn id="103" idx="2"/>
            </p:cNvCxnSpPr>
            <p:nvPr/>
          </p:nvCxnSpPr>
          <p:spPr>
            <a:xfrm flipV="1">
              <a:off x="4319435" y="3932342"/>
              <a:ext cx="1854854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4C7B6E2A-8055-7F5D-2A86-AF883BC9C6AA}"/>
                </a:ext>
              </a:extLst>
            </p:cNvPr>
            <p:cNvCxnSpPr>
              <a:cxnSpLocks/>
              <a:stCxn id="163" idx="0"/>
              <a:endCxn id="109" idx="2"/>
            </p:cNvCxnSpPr>
            <p:nvPr/>
          </p:nvCxnSpPr>
          <p:spPr>
            <a:xfrm flipV="1">
              <a:off x="4319435" y="3932342"/>
              <a:ext cx="933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5F7916CB-AC83-7E14-F2B4-E074289589E2}"/>
                </a:ext>
              </a:extLst>
            </p:cNvPr>
            <p:cNvCxnSpPr>
              <a:cxnSpLocks/>
              <a:stCxn id="163" idx="0"/>
              <a:endCxn id="101" idx="2"/>
            </p:cNvCxnSpPr>
            <p:nvPr/>
          </p:nvCxnSpPr>
          <p:spPr>
            <a:xfrm flipV="1">
              <a:off x="4319435" y="3932342"/>
              <a:ext cx="2782281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CDE4A427-A257-757C-4DED-39C5A36F47D4}"/>
                </a:ext>
              </a:extLst>
            </p:cNvPr>
            <p:cNvCxnSpPr>
              <a:cxnSpLocks/>
              <a:stCxn id="163" idx="0"/>
              <a:endCxn id="97" idx="2"/>
            </p:cNvCxnSpPr>
            <p:nvPr/>
          </p:nvCxnSpPr>
          <p:spPr>
            <a:xfrm flipV="1">
              <a:off x="4319435" y="3932342"/>
              <a:ext cx="5564324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9FE31573-986B-C915-1DA0-C878E12C9615}"/>
                </a:ext>
              </a:extLst>
            </p:cNvPr>
            <p:cNvCxnSpPr>
              <a:cxnSpLocks/>
              <a:stCxn id="167" idx="0"/>
              <a:endCxn id="101" idx="2"/>
            </p:cNvCxnSpPr>
            <p:nvPr/>
          </p:nvCxnSpPr>
          <p:spPr>
            <a:xfrm flipV="1">
              <a:off x="6174289" y="3932342"/>
              <a:ext cx="927427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C9790A2D-4F50-2894-20A7-A3BBB2427B4B}"/>
                </a:ext>
              </a:extLst>
            </p:cNvPr>
            <p:cNvCxnSpPr>
              <a:cxnSpLocks/>
              <a:stCxn id="167" idx="0"/>
              <a:endCxn id="99" idx="2"/>
            </p:cNvCxnSpPr>
            <p:nvPr/>
          </p:nvCxnSpPr>
          <p:spPr>
            <a:xfrm flipV="1">
              <a:off x="6174289" y="3932342"/>
              <a:ext cx="1854854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4C4C3F2E-3C64-D70A-46A3-AD3DB6B1D7A4}"/>
                </a:ext>
              </a:extLst>
            </p:cNvPr>
            <p:cNvCxnSpPr>
              <a:cxnSpLocks/>
              <a:stCxn id="167" idx="0"/>
              <a:endCxn id="103" idx="2"/>
            </p:cNvCxnSpPr>
            <p:nvPr/>
          </p:nvCxnSpPr>
          <p:spPr>
            <a:xfrm flipV="1">
              <a:off x="6174289" y="3932342"/>
              <a:ext cx="0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270194FE-E46A-A266-FBF6-F5594F9221B8}"/>
                </a:ext>
              </a:extLst>
            </p:cNvPr>
            <p:cNvCxnSpPr>
              <a:cxnSpLocks/>
              <a:stCxn id="163" idx="0"/>
              <a:endCxn id="99" idx="2"/>
            </p:cNvCxnSpPr>
            <p:nvPr/>
          </p:nvCxnSpPr>
          <p:spPr>
            <a:xfrm flipV="1">
              <a:off x="4319435" y="3932342"/>
              <a:ext cx="3709708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3CC632D6-6003-1E0D-FD59-447E7ECB07CA}"/>
                </a:ext>
              </a:extLst>
            </p:cNvPr>
            <p:cNvCxnSpPr>
              <a:cxnSpLocks/>
              <a:stCxn id="162" idx="0"/>
              <a:endCxn id="101" idx="2"/>
            </p:cNvCxnSpPr>
            <p:nvPr/>
          </p:nvCxnSpPr>
          <p:spPr>
            <a:xfrm flipV="1">
              <a:off x="3392008" y="3932342"/>
              <a:ext cx="3709708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D28F4297-9106-1825-FB2A-4B511B395666}"/>
                </a:ext>
              </a:extLst>
            </p:cNvPr>
            <p:cNvCxnSpPr>
              <a:cxnSpLocks/>
              <a:stCxn id="165" idx="0"/>
              <a:endCxn id="103" idx="2"/>
            </p:cNvCxnSpPr>
            <p:nvPr/>
          </p:nvCxnSpPr>
          <p:spPr>
            <a:xfrm flipV="1">
              <a:off x="2464581" y="3932342"/>
              <a:ext cx="3709708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899B470B-9930-2611-DF2C-F94FBFC8830B}"/>
                </a:ext>
              </a:extLst>
            </p:cNvPr>
            <p:cNvCxnSpPr>
              <a:cxnSpLocks/>
              <a:stCxn id="167" idx="0"/>
              <a:endCxn id="97" idx="2"/>
            </p:cNvCxnSpPr>
            <p:nvPr/>
          </p:nvCxnSpPr>
          <p:spPr>
            <a:xfrm flipV="1">
              <a:off x="6174289" y="3932342"/>
              <a:ext cx="3709470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B5352CC0-F98A-F9A6-9DB2-E307BE8D0589}"/>
                </a:ext>
              </a:extLst>
            </p:cNvPr>
            <p:cNvCxnSpPr>
              <a:cxnSpLocks/>
              <a:stCxn id="165" idx="0"/>
              <a:endCxn id="97" idx="2"/>
            </p:cNvCxnSpPr>
            <p:nvPr/>
          </p:nvCxnSpPr>
          <p:spPr>
            <a:xfrm flipV="1">
              <a:off x="2464581" y="3932342"/>
              <a:ext cx="7419178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9137AD8B-E41D-0330-6D73-73583C827995}"/>
                </a:ext>
              </a:extLst>
            </p:cNvPr>
            <p:cNvCxnSpPr>
              <a:cxnSpLocks/>
              <a:stCxn id="162" idx="0"/>
              <a:endCxn id="97" idx="2"/>
            </p:cNvCxnSpPr>
            <p:nvPr/>
          </p:nvCxnSpPr>
          <p:spPr>
            <a:xfrm flipV="1">
              <a:off x="3392008" y="3932342"/>
              <a:ext cx="6491751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1C374E74-7BDD-99F0-07B1-548C16E94038}"/>
                </a:ext>
              </a:extLst>
            </p:cNvPr>
            <p:cNvCxnSpPr>
              <a:cxnSpLocks/>
              <a:stCxn id="173" idx="0"/>
              <a:endCxn id="99" idx="2"/>
            </p:cNvCxnSpPr>
            <p:nvPr/>
          </p:nvCxnSpPr>
          <p:spPr>
            <a:xfrm flipV="1">
              <a:off x="7101716" y="3932342"/>
              <a:ext cx="927427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A446272C-65AC-8DAE-7253-2B753DD88397}"/>
                </a:ext>
              </a:extLst>
            </p:cNvPr>
            <p:cNvCxnSpPr>
              <a:cxnSpLocks/>
              <a:stCxn id="173" idx="0"/>
              <a:endCxn id="101" idx="2"/>
            </p:cNvCxnSpPr>
            <p:nvPr/>
          </p:nvCxnSpPr>
          <p:spPr>
            <a:xfrm flipV="1">
              <a:off x="7101716" y="3932342"/>
              <a:ext cx="0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BB19989D-FAE9-61FF-616F-934ADA3538D2}"/>
                </a:ext>
              </a:extLst>
            </p:cNvPr>
            <p:cNvCxnSpPr>
              <a:cxnSpLocks/>
              <a:stCxn id="173" idx="0"/>
              <a:endCxn id="97" idx="2"/>
            </p:cNvCxnSpPr>
            <p:nvPr/>
          </p:nvCxnSpPr>
          <p:spPr>
            <a:xfrm flipV="1">
              <a:off x="7101716" y="3932342"/>
              <a:ext cx="2782043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C627E2AE-6622-87AA-BD68-F7862EA154E3}"/>
                </a:ext>
              </a:extLst>
            </p:cNvPr>
            <p:cNvCxnSpPr>
              <a:cxnSpLocks/>
              <a:stCxn id="174" idx="0"/>
              <a:endCxn id="97" idx="2"/>
            </p:cNvCxnSpPr>
            <p:nvPr/>
          </p:nvCxnSpPr>
          <p:spPr>
            <a:xfrm flipV="1">
              <a:off x="8029143" y="3932342"/>
              <a:ext cx="1854616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9AC3D5F3-1E60-59BC-0DB7-77D8450B3CB2}"/>
                </a:ext>
              </a:extLst>
            </p:cNvPr>
            <p:cNvCxnSpPr>
              <a:cxnSpLocks/>
              <a:stCxn id="174" idx="0"/>
              <a:endCxn id="99" idx="2"/>
            </p:cNvCxnSpPr>
            <p:nvPr/>
          </p:nvCxnSpPr>
          <p:spPr>
            <a:xfrm flipV="1">
              <a:off x="8029143" y="3932342"/>
              <a:ext cx="0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57BB648B-BA68-6016-715D-7D5DC3D36709}"/>
                </a:ext>
              </a:extLst>
            </p:cNvPr>
            <p:cNvCxnSpPr>
              <a:cxnSpLocks/>
              <a:stCxn id="175" idx="0"/>
              <a:endCxn id="97" idx="2"/>
            </p:cNvCxnSpPr>
            <p:nvPr/>
          </p:nvCxnSpPr>
          <p:spPr>
            <a:xfrm flipV="1">
              <a:off x="9883759" y="3932342"/>
              <a:ext cx="0" cy="557030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6699979-A986-FD38-775D-D680BDCEA826}"/>
              </a:ext>
            </a:extLst>
          </p:cNvPr>
          <p:cNvGrpSpPr/>
          <p:nvPr/>
        </p:nvGrpSpPr>
        <p:grpSpPr>
          <a:xfrm>
            <a:off x="1350887" y="3500341"/>
            <a:ext cx="8719138" cy="461666"/>
            <a:chOff x="1350887" y="3500341"/>
            <a:chExt cx="8719138" cy="461666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1DB0F7D-0B6E-1C1D-8C82-09812A84150C}"/>
                </a:ext>
              </a:extLst>
            </p:cNvPr>
            <p:cNvSpPr txBox="1"/>
            <p:nvPr/>
          </p:nvSpPr>
          <p:spPr>
            <a:xfrm>
              <a:off x="5060595" y="3500342"/>
              <a:ext cx="3725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CA" sz="2400" dirty="0"/>
                <a:t>…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44D18F9-0DF9-E079-2F86-AAAB35EDC26C}"/>
                </a:ext>
              </a:extLst>
            </p:cNvPr>
            <p:cNvSpPr txBox="1"/>
            <p:nvPr/>
          </p:nvSpPr>
          <p:spPr>
            <a:xfrm>
              <a:off x="8770303" y="3500342"/>
              <a:ext cx="3725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CA" sz="2400" dirty="0"/>
                <a:t>…</a:t>
              </a:r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5CC7DCF2-E065-50D3-073F-4661228B9869}"/>
                </a:ext>
              </a:extLst>
            </p:cNvPr>
            <p:cNvGrpSpPr/>
            <p:nvPr/>
          </p:nvGrpSpPr>
          <p:grpSpPr>
            <a:xfrm>
              <a:off x="3205741" y="3500341"/>
              <a:ext cx="374400" cy="432001"/>
              <a:chOff x="3214497" y="3500341"/>
              <a:chExt cx="374400" cy="432001"/>
            </a:xfrm>
          </p:grpSpPr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5580B9F3-FB56-6475-6FEB-3B3EF7BA80AD}"/>
                  </a:ext>
                </a:extLst>
              </p:cNvPr>
              <p:cNvSpPr/>
              <p:nvPr/>
            </p:nvSpPr>
            <p:spPr>
              <a:xfrm>
                <a:off x="3214497" y="3500342"/>
                <a:ext cx="374400" cy="4320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235E6202-C7FE-D5F9-AB3B-1DCA0F8ACB46}"/>
                  </a:ext>
                </a:extLst>
              </p:cNvPr>
              <p:cNvSpPr/>
              <p:nvPr/>
            </p:nvSpPr>
            <p:spPr>
              <a:xfrm>
                <a:off x="3214497" y="3500341"/>
                <a:ext cx="374400" cy="4320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FEC8223F-FD25-4452-AA04-BD88821CB93D}"/>
                </a:ext>
              </a:extLst>
            </p:cNvPr>
            <p:cNvGrpSpPr/>
            <p:nvPr/>
          </p:nvGrpSpPr>
          <p:grpSpPr>
            <a:xfrm>
              <a:off x="4133168" y="3500341"/>
              <a:ext cx="374400" cy="432001"/>
              <a:chOff x="4142328" y="3500341"/>
              <a:chExt cx="374400" cy="432001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2C1B17B2-FC10-F434-DCB2-C40D98C01A07}"/>
                  </a:ext>
                </a:extLst>
              </p:cNvPr>
              <p:cNvSpPr/>
              <p:nvPr/>
            </p:nvSpPr>
            <p:spPr>
              <a:xfrm>
                <a:off x="4142328" y="3500342"/>
                <a:ext cx="374400" cy="4320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27E9F33D-A6C6-26C8-7553-ED548DA8CC64}"/>
                  </a:ext>
                </a:extLst>
              </p:cNvPr>
              <p:cNvSpPr/>
              <p:nvPr/>
            </p:nvSpPr>
            <p:spPr>
              <a:xfrm>
                <a:off x="4142328" y="3500341"/>
                <a:ext cx="374400" cy="4320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400" dirty="0"/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353FFC6-61BE-EEAA-CDB0-334C48CBDBE3}"/>
                </a:ext>
              </a:extLst>
            </p:cNvPr>
            <p:cNvGrpSpPr/>
            <p:nvPr/>
          </p:nvGrpSpPr>
          <p:grpSpPr>
            <a:xfrm>
              <a:off x="2278314" y="3500341"/>
              <a:ext cx="372533" cy="432001"/>
              <a:chOff x="2291346" y="3500341"/>
              <a:chExt cx="372533" cy="432001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D2CF5A19-1606-5A53-91ED-79D1B8156CAF}"/>
                  </a:ext>
                </a:extLst>
              </p:cNvPr>
              <p:cNvSpPr/>
              <p:nvPr/>
            </p:nvSpPr>
            <p:spPr>
              <a:xfrm>
                <a:off x="2291346" y="3500342"/>
                <a:ext cx="372533" cy="4320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99A18CEC-B029-5035-38B1-D25597C73FF7}"/>
                  </a:ext>
                </a:extLst>
              </p:cNvPr>
              <p:cNvSpPr/>
              <p:nvPr/>
            </p:nvSpPr>
            <p:spPr>
              <a:xfrm>
                <a:off x="2291346" y="3500341"/>
                <a:ext cx="372533" cy="4320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400" dirty="0"/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80BEC3B1-1AC7-ABBD-2560-B9AE8ED9F677}"/>
                </a:ext>
              </a:extLst>
            </p:cNvPr>
            <p:cNvGrpSpPr/>
            <p:nvPr/>
          </p:nvGrpSpPr>
          <p:grpSpPr>
            <a:xfrm>
              <a:off x="1350887" y="3500342"/>
              <a:ext cx="373095" cy="432000"/>
              <a:chOff x="1362962" y="3500342"/>
              <a:chExt cx="373095" cy="432000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952059D4-F612-97BE-74D3-C945373001CF}"/>
                  </a:ext>
                </a:extLst>
              </p:cNvPr>
              <p:cNvSpPr/>
              <p:nvPr/>
            </p:nvSpPr>
            <p:spPr>
              <a:xfrm>
                <a:off x="1363243" y="3500342"/>
                <a:ext cx="372533" cy="4320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E61D940F-ACCB-294E-552D-94C9E4B27284}"/>
                  </a:ext>
                </a:extLst>
              </p:cNvPr>
              <p:cNvSpPr/>
              <p:nvPr/>
            </p:nvSpPr>
            <p:spPr>
              <a:xfrm>
                <a:off x="1362962" y="3500342"/>
                <a:ext cx="373095" cy="4320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400" dirty="0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90F7FD6E-AFDC-5929-9F62-3424356B6E67}"/>
                </a:ext>
              </a:extLst>
            </p:cNvPr>
            <p:cNvGrpSpPr/>
            <p:nvPr/>
          </p:nvGrpSpPr>
          <p:grpSpPr>
            <a:xfrm>
              <a:off x="5988022" y="3500341"/>
              <a:ext cx="372533" cy="432001"/>
              <a:chOff x="5992232" y="3500341"/>
              <a:chExt cx="372533" cy="432001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EE845523-0828-E959-929F-0F420DBC0704}"/>
                  </a:ext>
                </a:extLst>
              </p:cNvPr>
              <p:cNvSpPr/>
              <p:nvPr/>
            </p:nvSpPr>
            <p:spPr>
              <a:xfrm>
                <a:off x="5992232" y="3500342"/>
                <a:ext cx="372533" cy="4320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DE76E43D-BF48-20E2-E258-92E63D35933A}"/>
                  </a:ext>
                </a:extLst>
              </p:cNvPr>
              <p:cNvSpPr/>
              <p:nvPr/>
            </p:nvSpPr>
            <p:spPr>
              <a:xfrm>
                <a:off x="5992232" y="3500341"/>
                <a:ext cx="372533" cy="4320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400" dirty="0"/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AFF2FB33-747E-8B35-4D2B-415BECF03E67}"/>
                </a:ext>
              </a:extLst>
            </p:cNvPr>
            <p:cNvGrpSpPr/>
            <p:nvPr/>
          </p:nvGrpSpPr>
          <p:grpSpPr>
            <a:xfrm>
              <a:off x="6915449" y="3500341"/>
              <a:ext cx="372533" cy="432001"/>
              <a:chOff x="6918547" y="3500341"/>
              <a:chExt cx="372533" cy="432001"/>
            </a:xfrm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576A31E2-242A-DD38-DFDD-EEDFE3D683E5}"/>
                  </a:ext>
                </a:extLst>
              </p:cNvPr>
              <p:cNvSpPr/>
              <p:nvPr/>
            </p:nvSpPr>
            <p:spPr>
              <a:xfrm>
                <a:off x="6918547" y="3500342"/>
                <a:ext cx="372533" cy="4320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FE673A5C-347D-2AE5-EAD2-BC2F353DB0F1}"/>
                  </a:ext>
                </a:extLst>
              </p:cNvPr>
              <p:cNvSpPr/>
              <p:nvPr/>
            </p:nvSpPr>
            <p:spPr>
              <a:xfrm>
                <a:off x="6918547" y="3500341"/>
                <a:ext cx="372533" cy="4320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9F94C9A4-97D6-2DA9-CFF5-5678B4F85FE9}"/>
                </a:ext>
              </a:extLst>
            </p:cNvPr>
            <p:cNvGrpSpPr/>
            <p:nvPr/>
          </p:nvGrpSpPr>
          <p:grpSpPr>
            <a:xfrm>
              <a:off x="7842876" y="3500341"/>
              <a:ext cx="372533" cy="432001"/>
              <a:chOff x="7844862" y="3500341"/>
              <a:chExt cx="372533" cy="432001"/>
            </a:xfrm>
          </p:grpSpPr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A706B791-9181-5EE0-5D66-A2B4CD43D948}"/>
                  </a:ext>
                </a:extLst>
              </p:cNvPr>
              <p:cNvSpPr/>
              <p:nvPr/>
            </p:nvSpPr>
            <p:spPr>
              <a:xfrm>
                <a:off x="7844862" y="3500342"/>
                <a:ext cx="372533" cy="4320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7D3F9FF9-B05B-5D9F-D520-B205AC67677D}"/>
                  </a:ext>
                </a:extLst>
              </p:cNvPr>
              <p:cNvSpPr/>
              <p:nvPr/>
            </p:nvSpPr>
            <p:spPr>
              <a:xfrm>
                <a:off x="7844862" y="3500341"/>
                <a:ext cx="372533" cy="4320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C7D208DB-E39F-B4EE-DAC1-1F878F70C784}"/>
                </a:ext>
              </a:extLst>
            </p:cNvPr>
            <p:cNvGrpSpPr/>
            <p:nvPr/>
          </p:nvGrpSpPr>
          <p:grpSpPr>
            <a:xfrm>
              <a:off x="9697492" y="3500341"/>
              <a:ext cx="372533" cy="432001"/>
              <a:chOff x="9697492" y="3500341"/>
              <a:chExt cx="372533" cy="432001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908BC71B-D308-AE6F-D2ED-C6824CEE211B}"/>
                  </a:ext>
                </a:extLst>
              </p:cNvPr>
              <p:cNvSpPr/>
              <p:nvPr/>
            </p:nvSpPr>
            <p:spPr>
              <a:xfrm>
                <a:off x="9697492" y="3500342"/>
                <a:ext cx="372533" cy="4320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3EDF6E79-1610-955B-A569-8375DB89CB3A}"/>
                  </a:ext>
                </a:extLst>
              </p:cNvPr>
              <p:cNvSpPr/>
              <p:nvPr/>
            </p:nvSpPr>
            <p:spPr>
              <a:xfrm>
                <a:off x="9697492" y="3500341"/>
                <a:ext cx="372533" cy="4320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400"/>
              </a:p>
            </p:txBody>
          </p:sp>
        </p:grp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D56824E-E959-853D-8DDF-B19BCE4129C5}"/>
              </a:ext>
            </a:extLst>
          </p:cNvPr>
          <p:cNvGrpSpPr/>
          <p:nvPr/>
        </p:nvGrpSpPr>
        <p:grpSpPr>
          <a:xfrm>
            <a:off x="1350887" y="2511310"/>
            <a:ext cx="8719138" cy="461665"/>
            <a:chOff x="1350887" y="2511310"/>
            <a:chExt cx="8719138" cy="461665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88AA6681-CCAE-095E-D2E9-3D07D80F9EFB}"/>
                </a:ext>
              </a:extLst>
            </p:cNvPr>
            <p:cNvSpPr/>
            <p:nvPr/>
          </p:nvSpPr>
          <p:spPr>
            <a:xfrm>
              <a:off x="3205741" y="2511310"/>
              <a:ext cx="372533" cy="43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5986FA0C-1711-6E32-674E-84FA00477F35}"/>
                </a:ext>
              </a:extLst>
            </p:cNvPr>
            <p:cNvSpPr/>
            <p:nvPr/>
          </p:nvSpPr>
          <p:spPr>
            <a:xfrm>
              <a:off x="4133168" y="2511310"/>
              <a:ext cx="372533" cy="43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CA2C9577-E77C-E30D-6C3B-2F32A0245D5F}"/>
                </a:ext>
              </a:extLst>
            </p:cNvPr>
            <p:cNvSpPr txBox="1"/>
            <p:nvPr/>
          </p:nvSpPr>
          <p:spPr>
            <a:xfrm>
              <a:off x="5060595" y="2511310"/>
              <a:ext cx="3725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CA" sz="2400" dirty="0"/>
                <a:t>…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2513CDC2-1F18-AA56-F72F-80F3D405C5BA}"/>
                </a:ext>
              </a:extLst>
            </p:cNvPr>
            <p:cNvSpPr/>
            <p:nvPr/>
          </p:nvSpPr>
          <p:spPr>
            <a:xfrm>
              <a:off x="2278314" y="2511310"/>
              <a:ext cx="372533" cy="43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1753EB3-2E72-C581-84B9-429BBCC8F4BE}"/>
                </a:ext>
              </a:extLst>
            </p:cNvPr>
            <p:cNvSpPr/>
            <p:nvPr/>
          </p:nvSpPr>
          <p:spPr>
            <a:xfrm>
              <a:off x="1350887" y="2511310"/>
              <a:ext cx="372533" cy="43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FC685B0F-73EB-6597-8101-DAE2B625D380}"/>
                </a:ext>
              </a:extLst>
            </p:cNvPr>
            <p:cNvSpPr/>
            <p:nvPr/>
          </p:nvSpPr>
          <p:spPr>
            <a:xfrm>
              <a:off x="5988022" y="2511310"/>
              <a:ext cx="372533" cy="43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DA56F5FF-0E2C-D5A7-05A2-E4391970D987}"/>
                </a:ext>
              </a:extLst>
            </p:cNvPr>
            <p:cNvSpPr/>
            <p:nvPr/>
          </p:nvSpPr>
          <p:spPr>
            <a:xfrm>
              <a:off x="6915449" y="2511310"/>
              <a:ext cx="372533" cy="43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13BEF63-4F20-A04F-A9DB-024285162799}"/>
                </a:ext>
              </a:extLst>
            </p:cNvPr>
            <p:cNvSpPr/>
            <p:nvPr/>
          </p:nvSpPr>
          <p:spPr>
            <a:xfrm>
              <a:off x="7842876" y="2511310"/>
              <a:ext cx="372533" cy="43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30839F52-7BC1-0EF7-4736-CC622CCB272B}"/>
                </a:ext>
              </a:extLst>
            </p:cNvPr>
            <p:cNvSpPr/>
            <p:nvPr/>
          </p:nvSpPr>
          <p:spPr>
            <a:xfrm>
              <a:off x="9697492" y="2511310"/>
              <a:ext cx="372533" cy="43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1718D7FF-5C92-A46A-C847-94CE9BA84C99}"/>
                </a:ext>
              </a:extLst>
            </p:cNvPr>
            <p:cNvSpPr txBox="1"/>
            <p:nvPr/>
          </p:nvSpPr>
          <p:spPr>
            <a:xfrm>
              <a:off x="8770303" y="2511310"/>
              <a:ext cx="3725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CA" sz="2400" dirty="0"/>
                <a:t>…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99C6E20-303B-4F64-F743-C7EEC36702BD}"/>
              </a:ext>
            </a:extLst>
          </p:cNvPr>
          <p:cNvGrpSpPr/>
          <p:nvPr/>
        </p:nvGrpSpPr>
        <p:grpSpPr>
          <a:xfrm>
            <a:off x="1537154" y="2943310"/>
            <a:ext cx="8346605" cy="557032"/>
            <a:chOff x="1537154" y="2943310"/>
            <a:chExt cx="8346605" cy="557032"/>
          </a:xfrm>
        </p:grpSpPr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BFEFD07E-F801-5244-A6B2-59BCBE43583C}"/>
                </a:ext>
              </a:extLst>
            </p:cNvPr>
            <p:cNvCxnSpPr>
              <a:cxnSpLocks/>
              <a:stCxn id="106" idx="0"/>
              <a:endCxn id="117" idx="2"/>
            </p:cNvCxnSpPr>
            <p:nvPr/>
          </p:nvCxnSpPr>
          <p:spPr>
            <a:xfrm flipV="1">
              <a:off x="1537435" y="2943310"/>
              <a:ext cx="927146" cy="557032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8E8B9CFF-A48B-EF82-4030-0C526498B2F7}"/>
                </a:ext>
              </a:extLst>
            </p:cNvPr>
            <p:cNvCxnSpPr>
              <a:cxnSpLocks/>
              <a:stCxn id="106" idx="0"/>
              <a:endCxn id="114" idx="2"/>
            </p:cNvCxnSpPr>
            <p:nvPr/>
          </p:nvCxnSpPr>
          <p:spPr>
            <a:xfrm flipV="1">
              <a:off x="1537435" y="2943310"/>
              <a:ext cx="1854573" cy="557032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B67BB367-4D61-5589-14EC-18E2FA443A00}"/>
                </a:ext>
              </a:extLst>
            </p:cNvPr>
            <p:cNvCxnSpPr>
              <a:cxnSpLocks/>
              <a:stCxn id="106" idx="0"/>
              <a:endCxn id="118" idx="2"/>
            </p:cNvCxnSpPr>
            <p:nvPr/>
          </p:nvCxnSpPr>
          <p:spPr>
            <a:xfrm flipH="1" flipV="1">
              <a:off x="1537154" y="2943310"/>
              <a:ext cx="281" cy="557032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B1AE6BA7-3C93-1480-E02D-1FD9AA695695}"/>
                </a:ext>
              </a:extLst>
            </p:cNvPr>
            <p:cNvCxnSpPr>
              <a:cxnSpLocks/>
              <a:stCxn id="106" idx="0"/>
              <a:endCxn id="115" idx="2"/>
            </p:cNvCxnSpPr>
            <p:nvPr/>
          </p:nvCxnSpPr>
          <p:spPr>
            <a:xfrm flipV="1">
              <a:off x="1537435" y="2943310"/>
              <a:ext cx="2782000" cy="557032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3B8B605C-9519-A3D1-2600-48417A5E6C60}"/>
                </a:ext>
              </a:extLst>
            </p:cNvPr>
            <p:cNvCxnSpPr>
              <a:cxnSpLocks/>
              <a:stCxn id="106" idx="0"/>
              <a:endCxn id="119" idx="2"/>
            </p:cNvCxnSpPr>
            <p:nvPr/>
          </p:nvCxnSpPr>
          <p:spPr>
            <a:xfrm flipV="1">
              <a:off x="1537435" y="2943310"/>
              <a:ext cx="4636854" cy="557032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D2156ACE-5A1F-A3A1-8B16-73820A8605CA}"/>
                </a:ext>
              </a:extLst>
            </p:cNvPr>
            <p:cNvCxnSpPr>
              <a:cxnSpLocks/>
              <a:stCxn id="106" idx="0"/>
              <a:endCxn id="120" idx="2"/>
            </p:cNvCxnSpPr>
            <p:nvPr/>
          </p:nvCxnSpPr>
          <p:spPr>
            <a:xfrm flipV="1">
              <a:off x="1537435" y="2943310"/>
              <a:ext cx="5564281" cy="557032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4F3E9198-C7A7-8FD0-29FF-E871E24969C0}"/>
                </a:ext>
              </a:extLst>
            </p:cNvPr>
            <p:cNvCxnSpPr>
              <a:cxnSpLocks/>
              <a:stCxn id="106" idx="0"/>
              <a:endCxn id="121" idx="2"/>
            </p:cNvCxnSpPr>
            <p:nvPr/>
          </p:nvCxnSpPr>
          <p:spPr>
            <a:xfrm flipV="1">
              <a:off x="1537435" y="2943310"/>
              <a:ext cx="6491708" cy="557032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6BD48FA3-541C-AE35-6CBD-C6A2E80208A5}"/>
                </a:ext>
              </a:extLst>
            </p:cNvPr>
            <p:cNvCxnSpPr>
              <a:cxnSpLocks/>
              <a:stCxn id="106" idx="0"/>
              <a:endCxn id="122" idx="2"/>
            </p:cNvCxnSpPr>
            <p:nvPr/>
          </p:nvCxnSpPr>
          <p:spPr>
            <a:xfrm flipV="1">
              <a:off x="1537435" y="2943310"/>
              <a:ext cx="8346324" cy="557032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6322685C-162E-4DCB-3B0B-6B50AA7075F1}"/>
                </a:ext>
              </a:extLst>
            </p:cNvPr>
            <p:cNvCxnSpPr>
              <a:cxnSpLocks/>
              <a:stCxn id="108" idx="0"/>
              <a:endCxn id="114" idx="2"/>
            </p:cNvCxnSpPr>
            <p:nvPr/>
          </p:nvCxnSpPr>
          <p:spPr>
            <a:xfrm flipV="1">
              <a:off x="2464581" y="2943310"/>
              <a:ext cx="927427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EF67294A-F18B-8EA9-66A8-32C5BFD37E81}"/>
                </a:ext>
              </a:extLst>
            </p:cNvPr>
            <p:cNvCxnSpPr>
              <a:cxnSpLocks/>
              <a:stCxn id="108" idx="0"/>
              <a:endCxn id="115" idx="2"/>
            </p:cNvCxnSpPr>
            <p:nvPr/>
          </p:nvCxnSpPr>
          <p:spPr>
            <a:xfrm flipV="1">
              <a:off x="2464581" y="2943310"/>
              <a:ext cx="1854854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1F49562F-0758-C7F3-230D-9DF6E528CA83}"/>
                </a:ext>
              </a:extLst>
            </p:cNvPr>
            <p:cNvCxnSpPr>
              <a:cxnSpLocks/>
              <a:stCxn id="108" idx="0"/>
              <a:endCxn id="117" idx="2"/>
            </p:cNvCxnSpPr>
            <p:nvPr/>
          </p:nvCxnSpPr>
          <p:spPr>
            <a:xfrm flipV="1">
              <a:off x="2464581" y="2943310"/>
              <a:ext cx="0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1876D87E-B664-61B4-C84C-C3E3EC4CD716}"/>
                </a:ext>
              </a:extLst>
            </p:cNvPr>
            <p:cNvCxnSpPr>
              <a:cxnSpLocks/>
              <a:stCxn id="108" idx="0"/>
              <a:endCxn id="120" idx="2"/>
            </p:cNvCxnSpPr>
            <p:nvPr/>
          </p:nvCxnSpPr>
          <p:spPr>
            <a:xfrm flipV="1">
              <a:off x="2464581" y="2943310"/>
              <a:ext cx="4637135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48070863-52AD-C793-AD9A-A14C2CAD4C78}"/>
                </a:ext>
              </a:extLst>
            </p:cNvPr>
            <p:cNvCxnSpPr>
              <a:cxnSpLocks/>
              <a:stCxn id="108" idx="0"/>
              <a:endCxn id="121" idx="2"/>
            </p:cNvCxnSpPr>
            <p:nvPr/>
          </p:nvCxnSpPr>
          <p:spPr>
            <a:xfrm flipV="1">
              <a:off x="2464581" y="2943310"/>
              <a:ext cx="5564562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BA6AE32A-B472-4AA3-FE72-484FA14E4696}"/>
                </a:ext>
              </a:extLst>
            </p:cNvPr>
            <p:cNvCxnSpPr>
              <a:cxnSpLocks/>
              <a:stCxn id="112" idx="0"/>
              <a:endCxn id="115" idx="2"/>
            </p:cNvCxnSpPr>
            <p:nvPr/>
          </p:nvCxnSpPr>
          <p:spPr>
            <a:xfrm flipV="1">
              <a:off x="3392941" y="2943310"/>
              <a:ext cx="926494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D0376A13-683D-CA54-96AF-A0B41A0CB430}"/>
                </a:ext>
              </a:extLst>
            </p:cNvPr>
            <p:cNvCxnSpPr>
              <a:cxnSpLocks/>
              <a:stCxn id="112" idx="0"/>
              <a:endCxn id="114" idx="2"/>
            </p:cNvCxnSpPr>
            <p:nvPr/>
          </p:nvCxnSpPr>
          <p:spPr>
            <a:xfrm flipH="1" flipV="1">
              <a:off x="3392008" y="2943310"/>
              <a:ext cx="933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1655AEE5-A193-E534-7F52-2432D36FCA0E}"/>
                </a:ext>
              </a:extLst>
            </p:cNvPr>
            <p:cNvCxnSpPr>
              <a:cxnSpLocks/>
              <a:stCxn id="112" idx="0"/>
              <a:endCxn id="119" idx="2"/>
            </p:cNvCxnSpPr>
            <p:nvPr/>
          </p:nvCxnSpPr>
          <p:spPr>
            <a:xfrm flipV="1">
              <a:off x="3392941" y="2943310"/>
              <a:ext cx="2781348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415DEA71-7FBB-25F4-2A7A-7BC6D7D23D77}"/>
                </a:ext>
              </a:extLst>
            </p:cNvPr>
            <p:cNvCxnSpPr>
              <a:cxnSpLocks/>
              <a:stCxn id="112" idx="0"/>
              <a:endCxn id="121" idx="2"/>
            </p:cNvCxnSpPr>
            <p:nvPr/>
          </p:nvCxnSpPr>
          <p:spPr>
            <a:xfrm flipV="1">
              <a:off x="3392941" y="2943310"/>
              <a:ext cx="4636202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CF5622D7-EF4D-C187-B482-E5C1947FBB93}"/>
                </a:ext>
              </a:extLst>
            </p:cNvPr>
            <p:cNvCxnSpPr>
              <a:cxnSpLocks/>
              <a:stCxn id="110" idx="0"/>
              <a:endCxn id="119" idx="2"/>
            </p:cNvCxnSpPr>
            <p:nvPr/>
          </p:nvCxnSpPr>
          <p:spPr>
            <a:xfrm flipV="1">
              <a:off x="4320368" y="2943310"/>
              <a:ext cx="1853921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7D9473E3-77D3-E94E-95BF-E0AE3CBFDB94}"/>
                </a:ext>
              </a:extLst>
            </p:cNvPr>
            <p:cNvCxnSpPr>
              <a:cxnSpLocks/>
              <a:stCxn id="110" idx="0"/>
              <a:endCxn id="115" idx="2"/>
            </p:cNvCxnSpPr>
            <p:nvPr/>
          </p:nvCxnSpPr>
          <p:spPr>
            <a:xfrm flipH="1" flipV="1">
              <a:off x="4319435" y="2943310"/>
              <a:ext cx="933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A7AC69AC-041B-6B0C-9B6B-652A02501724}"/>
                </a:ext>
              </a:extLst>
            </p:cNvPr>
            <p:cNvCxnSpPr>
              <a:cxnSpLocks/>
              <a:stCxn id="110" idx="0"/>
              <a:endCxn id="120" idx="2"/>
            </p:cNvCxnSpPr>
            <p:nvPr/>
          </p:nvCxnSpPr>
          <p:spPr>
            <a:xfrm flipV="1">
              <a:off x="4320368" y="2943310"/>
              <a:ext cx="2781348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819A8D6B-2D9F-3864-9A66-FA560E40E564}"/>
                </a:ext>
              </a:extLst>
            </p:cNvPr>
            <p:cNvCxnSpPr>
              <a:cxnSpLocks/>
              <a:stCxn id="110" idx="0"/>
              <a:endCxn id="122" idx="2"/>
            </p:cNvCxnSpPr>
            <p:nvPr/>
          </p:nvCxnSpPr>
          <p:spPr>
            <a:xfrm flipV="1">
              <a:off x="4320368" y="2943310"/>
              <a:ext cx="5563391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A65E7D63-51EF-2B3F-0C67-C2E9BB6A65A8}"/>
                </a:ext>
              </a:extLst>
            </p:cNvPr>
            <p:cNvCxnSpPr>
              <a:cxnSpLocks/>
              <a:stCxn id="104" idx="0"/>
              <a:endCxn id="120" idx="2"/>
            </p:cNvCxnSpPr>
            <p:nvPr/>
          </p:nvCxnSpPr>
          <p:spPr>
            <a:xfrm flipV="1">
              <a:off x="6174289" y="2943310"/>
              <a:ext cx="927427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40ADDEFB-AD29-B519-E822-D69DFD9ADB41}"/>
                </a:ext>
              </a:extLst>
            </p:cNvPr>
            <p:cNvCxnSpPr>
              <a:cxnSpLocks/>
              <a:stCxn id="104" idx="0"/>
              <a:endCxn id="121" idx="2"/>
            </p:cNvCxnSpPr>
            <p:nvPr/>
          </p:nvCxnSpPr>
          <p:spPr>
            <a:xfrm flipV="1">
              <a:off x="6174289" y="2943310"/>
              <a:ext cx="1854854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AD3925D5-FE40-9773-3A50-F495112DF54D}"/>
                </a:ext>
              </a:extLst>
            </p:cNvPr>
            <p:cNvCxnSpPr>
              <a:cxnSpLocks/>
              <a:stCxn id="104" idx="0"/>
              <a:endCxn id="119" idx="2"/>
            </p:cNvCxnSpPr>
            <p:nvPr/>
          </p:nvCxnSpPr>
          <p:spPr>
            <a:xfrm flipV="1">
              <a:off x="6174289" y="2943310"/>
              <a:ext cx="0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9E55A93C-353B-9086-54D7-08E3C5BD17E4}"/>
                </a:ext>
              </a:extLst>
            </p:cNvPr>
            <p:cNvCxnSpPr>
              <a:cxnSpLocks/>
              <a:stCxn id="110" idx="0"/>
              <a:endCxn id="121" idx="2"/>
            </p:cNvCxnSpPr>
            <p:nvPr/>
          </p:nvCxnSpPr>
          <p:spPr>
            <a:xfrm flipV="1">
              <a:off x="4320368" y="2943310"/>
              <a:ext cx="3708775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64126FAF-F8D5-42EC-60EF-E0521E448DBB}"/>
                </a:ext>
              </a:extLst>
            </p:cNvPr>
            <p:cNvCxnSpPr>
              <a:cxnSpLocks/>
              <a:stCxn id="112" idx="0"/>
              <a:endCxn id="120" idx="2"/>
            </p:cNvCxnSpPr>
            <p:nvPr/>
          </p:nvCxnSpPr>
          <p:spPr>
            <a:xfrm flipV="1">
              <a:off x="3392941" y="2943310"/>
              <a:ext cx="3708775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A4209AB8-D530-5AFE-F307-F99A7F2C7448}"/>
                </a:ext>
              </a:extLst>
            </p:cNvPr>
            <p:cNvCxnSpPr>
              <a:cxnSpLocks/>
              <a:stCxn id="108" idx="0"/>
              <a:endCxn id="119" idx="2"/>
            </p:cNvCxnSpPr>
            <p:nvPr/>
          </p:nvCxnSpPr>
          <p:spPr>
            <a:xfrm flipV="1">
              <a:off x="2464581" y="2943310"/>
              <a:ext cx="3709708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4ECA4FA2-5E71-B406-F1F2-93966EC0E733}"/>
                </a:ext>
              </a:extLst>
            </p:cNvPr>
            <p:cNvCxnSpPr>
              <a:cxnSpLocks/>
              <a:stCxn id="104" idx="0"/>
              <a:endCxn id="122" idx="2"/>
            </p:cNvCxnSpPr>
            <p:nvPr/>
          </p:nvCxnSpPr>
          <p:spPr>
            <a:xfrm flipV="1">
              <a:off x="6174289" y="2943310"/>
              <a:ext cx="3709470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D11D187D-E53E-C5E0-76E8-EF55A5055D9C}"/>
                </a:ext>
              </a:extLst>
            </p:cNvPr>
            <p:cNvCxnSpPr>
              <a:cxnSpLocks/>
              <a:stCxn id="108" idx="0"/>
              <a:endCxn id="122" idx="2"/>
            </p:cNvCxnSpPr>
            <p:nvPr/>
          </p:nvCxnSpPr>
          <p:spPr>
            <a:xfrm flipV="1">
              <a:off x="2464581" y="2943310"/>
              <a:ext cx="7419178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25CDD168-AD8D-3950-96FE-5E96AAC00CDA}"/>
                </a:ext>
              </a:extLst>
            </p:cNvPr>
            <p:cNvCxnSpPr>
              <a:cxnSpLocks/>
              <a:stCxn id="112" idx="0"/>
              <a:endCxn id="122" idx="2"/>
            </p:cNvCxnSpPr>
            <p:nvPr/>
          </p:nvCxnSpPr>
          <p:spPr>
            <a:xfrm flipV="1">
              <a:off x="3392941" y="2943310"/>
              <a:ext cx="6490818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A5AD4B2D-9198-65AC-D110-7AE7DD7D31FB}"/>
                </a:ext>
              </a:extLst>
            </p:cNvPr>
            <p:cNvCxnSpPr>
              <a:cxnSpLocks/>
              <a:stCxn id="102" idx="0"/>
              <a:endCxn id="121" idx="2"/>
            </p:cNvCxnSpPr>
            <p:nvPr/>
          </p:nvCxnSpPr>
          <p:spPr>
            <a:xfrm flipV="1">
              <a:off x="7101716" y="2943310"/>
              <a:ext cx="927427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2378A30F-9DD6-1859-FFC2-FE1123D4B79A}"/>
                </a:ext>
              </a:extLst>
            </p:cNvPr>
            <p:cNvCxnSpPr>
              <a:cxnSpLocks/>
              <a:stCxn id="102" idx="0"/>
              <a:endCxn id="120" idx="2"/>
            </p:cNvCxnSpPr>
            <p:nvPr/>
          </p:nvCxnSpPr>
          <p:spPr>
            <a:xfrm flipV="1">
              <a:off x="7101716" y="2943310"/>
              <a:ext cx="0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345A3C62-EF31-7088-4F79-6074369F2F4C}"/>
                </a:ext>
              </a:extLst>
            </p:cNvPr>
            <p:cNvCxnSpPr>
              <a:cxnSpLocks/>
              <a:stCxn id="102" idx="0"/>
              <a:endCxn id="122" idx="2"/>
            </p:cNvCxnSpPr>
            <p:nvPr/>
          </p:nvCxnSpPr>
          <p:spPr>
            <a:xfrm flipV="1">
              <a:off x="7101716" y="2943310"/>
              <a:ext cx="2782043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24B74CA0-6FD0-3516-60A4-D79FEBB410AB}"/>
                </a:ext>
              </a:extLst>
            </p:cNvPr>
            <p:cNvCxnSpPr>
              <a:cxnSpLocks/>
              <a:stCxn id="100" idx="0"/>
              <a:endCxn id="122" idx="2"/>
            </p:cNvCxnSpPr>
            <p:nvPr/>
          </p:nvCxnSpPr>
          <p:spPr>
            <a:xfrm flipV="1">
              <a:off x="8029143" y="2943310"/>
              <a:ext cx="1854616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C0D784CA-3C5E-E3CA-E688-055804E3D134}"/>
                </a:ext>
              </a:extLst>
            </p:cNvPr>
            <p:cNvCxnSpPr>
              <a:cxnSpLocks/>
              <a:stCxn id="100" idx="0"/>
              <a:endCxn id="121" idx="2"/>
            </p:cNvCxnSpPr>
            <p:nvPr/>
          </p:nvCxnSpPr>
          <p:spPr>
            <a:xfrm flipV="1">
              <a:off x="8029143" y="2943310"/>
              <a:ext cx="0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68D230C8-24BE-F211-0EA9-D4B2C611B2E5}"/>
                </a:ext>
              </a:extLst>
            </p:cNvPr>
            <p:cNvCxnSpPr>
              <a:cxnSpLocks/>
              <a:stCxn id="98" idx="0"/>
              <a:endCxn id="122" idx="2"/>
            </p:cNvCxnSpPr>
            <p:nvPr/>
          </p:nvCxnSpPr>
          <p:spPr>
            <a:xfrm flipV="1">
              <a:off x="9883759" y="2943310"/>
              <a:ext cx="0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1E51D890-A260-670D-010C-772CD49B6B5F}"/>
              </a:ext>
            </a:extLst>
          </p:cNvPr>
          <p:cNvGrpSpPr/>
          <p:nvPr/>
        </p:nvGrpSpPr>
        <p:grpSpPr>
          <a:xfrm>
            <a:off x="1350887" y="4489372"/>
            <a:ext cx="5014114" cy="1514156"/>
            <a:chOff x="1350887" y="4489372"/>
            <a:chExt cx="5014114" cy="1514156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6D390B92-4063-411D-5844-E66AC7652AFF}"/>
                </a:ext>
              </a:extLst>
            </p:cNvPr>
            <p:cNvSpPr/>
            <p:nvPr/>
          </p:nvSpPr>
          <p:spPr>
            <a:xfrm>
              <a:off x="3205741" y="4489372"/>
              <a:ext cx="372533" cy="43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F2971F1D-054B-C314-7E02-D91EED098CD1}"/>
                </a:ext>
              </a:extLst>
            </p:cNvPr>
            <p:cNvSpPr/>
            <p:nvPr/>
          </p:nvSpPr>
          <p:spPr>
            <a:xfrm>
              <a:off x="4133168" y="4489372"/>
              <a:ext cx="372533" cy="43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8F03E56E-F836-F426-C1E6-F0BA3B887F6F}"/>
                </a:ext>
              </a:extLst>
            </p:cNvPr>
            <p:cNvSpPr txBox="1"/>
            <p:nvPr/>
          </p:nvSpPr>
          <p:spPr>
            <a:xfrm>
              <a:off x="5060595" y="4489372"/>
              <a:ext cx="3725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CA" sz="2400" dirty="0"/>
                <a:t>…</a:t>
              </a: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D4765323-6C50-A5DC-BE6B-041BF838145A}"/>
                </a:ext>
              </a:extLst>
            </p:cNvPr>
            <p:cNvSpPr/>
            <p:nvPr/>
          </p:nvSpPr>
          <p:spPr>
            <a:xfrm>
              <a:off x="2278314" y="4489372"/>
              <a:ext cx="372533" cy="43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0A5CCB9F-C68E-F63E-B589-99543765CC72}"/>
                </a:ext>
              </a:extLst>
            </p:cNvPr>
            <p:cNvSpPr/>
            <p:nvPr/>
          </p:nvSpPr>
          <p:spPr>
            <a:xfrm>
              <a:off x="1350887" y="4489372"/>
              <a:ext cx="372533" cy="43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5993498C-36CB-841B-9ABB-9F131CDCB9CC}"/>
                </a:ext>
              </a:extLst>
            </p:cNvPr>
            <p:cNvSpPr/>
            <p:nvPr/>
          </p:nvSpPr>
          <p:spPr>
            <a:xfrm>
              <a:off x="5988022" y="4489372"/>
              <a:ext cx="372533" cy="43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68" name="Right Brace 167">
              <a:extLst>
                <a:ext uri="{FF2B5EF4-FFF2-40B4-BE49-F238E27FC236}">
                  <a16:creationId xmlns:a16="http://schemas.microsoft.com/office/drawing/2014/main" id="{10CB55C8-14EB-F56A-6096-1326B417DB06}"/>
                </a:ext>
              </a:extLst>
            </p:cNvPr>
            <p:cNvSpPr/>
            <p:nvPr/>
          </p:nvSpPr>
          <p:spPr>
            <a:xfrm rot="5400000">
              <a:off x="3678282" y="2595822"/>
              <a:ext cx="369332" cy="5004107"/>
            </a:xfrm>
            <a:prstGeom prst="rightBrace">
              <a:avLst>
                <a:gd name="adj1" fmla="val 440898"/>
                <a:gd name="adj2" fmla="val 50336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E6B9E2E2-9003-3A6E-8351-0ABE41B5CDA9}"/>
                </a:ext>
              </a:extLst>
            </p:cNvPr>
            <p:cNvGrpSpPr/>
            <p:nvPr/>
          </p:nvGrpSpPr>
          <p:grpSpPr>
            <a:xfrm>
              <a:off x="2515861" y="5435131"/>
              <a:ext cx="3309206" cy="568397"/>
              <a:chOff x="1400011" y="5448080"/>
              <a:chExt cx="3309206" cy="568397"/>
            </a:xfrm>
          </p:grpSpPr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594321B0-F442-85CC-BC7E-44D9DCB70C90}"/>
                  </a:ext>
                </a:extLst>
              </p:cNvPr>
              <p:cNvSpPr txBox="1"/>
              <p:nvPr/>
            </p:nvSpPr>
            <p:spPr>
              <a:xfrm>
                <a:off x="2045251" y="5554812"/>
                <a:ext cx="26639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400" b="1" dirty="0">
                    <a:latin typeface="Nunito" pitchFamily="2" charset="0"/>
                  </a:rPr>
                  <a:t>Visual “Tokens”</a:t>
                </a:r>
              </a:p>
            </p:txBody>
          </p:sp>
          <p:pic>
            <p:nvPicPr>
              <p:cNvPr id="171" name="Picture 170">
                <a:extLst>
                  <a:ext uri="{FF2B5EF4-FFF2-40B4-BE49-F238E27FC236}">
                    <a16:creationId xmlns:a16="http://schemas.microsoft.com/office/drawing/2014/main" id="{672E2ACE-1D79-4217-E240-C139F88C6D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400011" y="5448080"/>
                <a:ext cx="661475" cy="495039"/>
              </a:xfrm>
              <a:prstGeom prst="rect">
                <a:avLst/>
              </a:prstGeom>
            </p:spPr>
          </p:pic>
        </p:grp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7C3DC064-9764-4334-06AA-C78ACD2A2096}"/>
              </a:ext>
            </a:extLst>
          </p:cNvPr>
          <p:cNvGrpSpPr/>
          <p:nvPr/>
        </p:nvGrpSpPr>
        <p:grpSpPr>
          <a:xfrm>
            <a:off x="6915449" y="4489372"/>
            <a:ext cx="3154813" cy="1760124"/>
            <a:chOff x="6915449" y="4489372"/>
            <a:chExt cx="3154813" cy="1760124"/>
          </a:xfrm>
        </p:grpSpPr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B88B6F05-805B-7A76-396D-B4BD5D3B8647}"/>
                </a:ext>
              </a:extLst>
            </p:cNvPr>
            <p:cNvSpPr/>
            <p:nvPr/>
          </p:nvSpPr>
          <p:spPr>
            <a:xfrm>
              <a:off x="6915449" y="4489372"/>
              <a:ext cx="372533" cy="432000"/>
            </a:xfrm>
            <a:prstGeom prst="rect">
              <a:avLst/>
            </a:prstGeom>
            <a:solidFill>
              <a:srgbClr val="CCE2F2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28F1CA03-C2B8-BBD4-B4BA-C3F50C76A9B4}"/>
                </a:ext>
              </a:extLst>
            </p:cNvPr>
            <p:cNvSpPr/>
            <p:nvPr/>
          </p:nvSpPr>
          <p:spPr>
            <a:xfrm>
              <a:off x="7842876" y="4489372"/>
              <a:ext cx="372533" cy="432000"/>
            </a:xfrm>
            <a:prstGeom prst="rect">
              <a:avLst/>
            </a:prstGeom>
            <a:solidFill>
              <a:srgbClr val="CCE2F2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AC43D623-1B5E-9859-DE0E-1E6812F3A60A}"/>
                </a:ext>
              </a:extLst>
            </p:cNvPr>
            <p:cNvSpPr/>
            <p:nvPr/>
          </p:nvSpPr>
          <p:spPr>
            <a:xfrm>
              <a:off x="9697492" y="4489372"/>
              <a:ext cx="372533" cy="432000"/>
            </a:xfrm>
            <a:prstGeom prst="rect">
              <a:avLst/>
            </a:prstGeom>
            <a:solidFill>
              <a:srgbClr val="CCE2F2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BE5098F-F4DE-ACDF-9627-D23F4BC7E20B}"/>
                </a:ext>
              </a:extLst>
            </p:cNvPr>
            <p:cNvSpPr txBox="1"/>
            <p:nvPr/>
          </p:nvSpPr>
          <p:spPr>
            <a:xfrm>
              <a:off x="8770303" y="4489372"/>
              <a:ext cx="3725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CA" sz="2400" dirty="0"/>
                <a:t>…</a:t>
              </a:r>
            </a:p>
          </p:txBody>
        </p:sp>
        <p:sp>
          <p:nvSpPr>
            <p:cNvPr id="177" name="Right Brace 176">
              <a:extLst>
                <a:ext uri="{FF2B5EF4-FFF2-40B4-BE49-F238E27FC236}">
                  <a16:creationId xmlns:a16="http://schemas.microsoft.com/office/drawing/2014/main" id="{20D7F363-C5E4-68C8-8C33-D5E6C1BED963}"/>
                </a:ext>
              </a:extLst>
            </p:cNvPr>
            <p:cNvSpPr/>
            <p:nvPr/>
          </p:nvSpPr>
          <p:spPr>
            <a:xfrm rot="5400000">
              <a:off x="8309858" y="3522137"/>
              <a:ext cx="369332" cy="3151477"/>
            </a:xfrm>
            <a:prstGeom prst="rightBrace">
              <a:avLst>
                <a:gd name="adj1" fmla="val 440898"/>
                <a:gd name="adj2" fmla="val 50336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8A62FCD9-52A1-87A9-580B-FA54E6CEA0F9}"/>
                </a:ext>
              </a:extLst>
            </p:cNvPr>
            <p:cNvSpPr txBox="1"/>
            <p:nvPr/>
          </p:nvSpPr>
          <p:spPr>
            <a:xfrm>
              <a:off x="7109656" y="5787831"/>
              <a:ext cx="2743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400" b="1" dirty="0">
                  <a:latin typeface="Nunito" pitchFamily="2" charset="0"/>
                </a:rPr>
                <a:t>Textual Tokens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012C4657-4A2F-816F-5DDE-2F07A01BEF9A}"/>
                </a:ext>
              </a:extLst>
            </p:cNvPr>
            <p:cNvSpPr txBox="1"/>
            <p:nvPr/>
          </p:nvSpPr>
          <p:spPr>
            <a:xfrm>
              <a:off x="7118123" y="5321659"/>
              <a:ext cx="2743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400" i="1" dirty="0">
                  <a:latin typeface="Nunito" pitchFamily="2" charset="0"/>
                </a:rPr>
                <a:t>The  cat  is  very</a:t>
              </a: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2F67CA9-EAC0-B993-8653-ADC6E5EA59A5}"/>
              </a:ext>
            </a:extLst>
          </p:cNvPr>
          <p:cNvGrpSpPr/>
          <p:nvPr/>
        </p:nvGrpSpPr>
        <p:grpSpPr>
          <a:xfrm>
            <a:off x="9697492" y="1522279"/>
            <a:ext cx="1262607" cy="989031"/>
            <a:chOff x="9697492" y="1522279"/>
            <a:chExt cx="1262607" cy="989031"/>
          </a:xfrm>
        </p:grpSpPr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719AE618-8238-AAAD-EF5D-A82FCAE21668}"/>
                </a:ext>
              </a:extLst>
            </p:cNvPr>
            <p:cNvSpPr/>
            <p:nvPr/>
          </p:nvSpPr>
          <p:spPr>
            <a:xfrm>
              <a:off x="9697492" y="1522279"/>
              <a:ext cx="372533" cy="432000"/>
            </a:xfrm>
            <a:prstGeom prst="rect">
              <a:avLst/>
            </a:prstGeom>
            <a:solidFill>
              <a:srgbClr val="CCE2F2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0A61D648-279B-96AA-132B-D2233FAAE98C}"/>
                </a:ext>
              </a:extLst>
            </p:cNvPr>
            <p:cNvCxnSpPr>
              <a:cxnSpLocks/>
              <a:stCxn id="122" idx="0"/>
              <a:endCxn id="181" idx="2"/>
            </p:cNvCxnSpPr>
            <p:nvPr/>
          </p:nvCxnSpPr>
          <p:spPr>
            <a:xfrm flipV="1">
              <a:off x="9883759" y="1954279"/>
              <a:ext cx="0" cy="557031"/>
            </a:xfrm>
            <a:prstGeom prst="straightConnector1">
              <a:avLst/>
            </a:prstGeom>
            <a:ln w="6350"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925F81B4-C523-B749-7C79-50DF7AF07417}"/>
                </a:ext>
              </a:extLst>
            </p:cNvPr>
            <p:cNvSpPr txBox="1"/>
            <p:nvPr/>
          </p:nvSpPr>
          <p:spPr>
            <a:xfrm>
              <a:off x="10070262" y="1522279"/>
              <a:ext cx="8898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400" i="1" dirty="0">
                  <a:latin typeface="Nunito" pitchFamily="2" charset="0"/>
                </a:rPr>
                <a:t>cute</a:t>
              </a:r>
            </a:p>
          </p:txBody>
        </p:sp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93C8CF87-9488-295E-E75C-5AF9B20E0E05}"/>
              </a:ext>
            </a:extLst>
          </p:cNvPr>
          <p:cNvSpPr txBox="1"/>
          <p:nvPr/>
        </p:nvSpPr>
        <p:spPr>
          <a:xfrm>
            <a:off x="698864" y="5987017"/>
            <a:ext cx="6485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latin typeface="Nunito" pitchFamily="2" charset="0"/>
              </a:rPr>
              <a:t>visual features: a continuous valued tensor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940EF428-72CD-8B37-857B-801FCC859E7F}"/>
              </a:ext>
            </a:extLst>
          </p:cNvPr>
          <p:cNvSpPr txBox="1"/>
          <p:nvPr/>
        </p:nvSpPr>
        <p:spPr>
          <a:xfrm>
            <a:off x="404750" y="6485987"/>
            <a:ext cx="11126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Nunito" pitchFamily="2" charset="0"/>
              </a:rPr>
              <a:t>[Liu et al. 2023. </a:t>
            </a:r>
            <a:r>
              <a:rPr lang="en-US" b="0" i="1" dirty="0">
                <a:solidFill>
                  <a:srgbClr val="202122"/>
                </a:solidFill>
                <a:effectLst/>
                <a:latin typeface="Nunito" pitchFamily="2" charset="0"/>
              </a:rPr>
              <a:t>Visual instruction tuning. In</a:t>
            </a:r>
            <a:r>
              <a:rPr lang="en-US" i="1" dirty="0">
                <a:solidFill>
                  <a:srgbClr val="202122"/>
                </a:solidFill>
                <a:latin typeface="Nunito" pitchFamily="2" charset="0"/>
              </a:rPr>
              <a:t>: </a:t>
            </a:r>
            <a:r>
              <a:rPr lang="en-US" dirty="0" err="1">
                <a:solidFill>
                  <a:srgbClr val="202122"/>
                </a:solidFill>
                <a:latin typeface="Nunito" pitchFamily="2" charset="0"/>
              </a:rPr>
              <a:t>NeurIPS</a:t>
            </a:r>
            <a:r>
              <a:rPr lang="en-US" dirty="0">
                <a:solidFill>
                  <a:srgbClr val="202122"/>
                </a:solidFill>
                <a:latin typeface="Nunito" pitchFamily="2" charset="0"/>
              </a:rPr>
              <a:t>.]</a:t>
            </a:r>
            <a:endParaRPr lang="en-CA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271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6E2E8-37BE-649F-5906-04A5DA49F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Generative VLM: Training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BA9A4-F521-77F9-FCF0-21C4C9CF9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Loss function only calculated on textual positions.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In practice, each visual token correspond to an image patch.</a:t>
            </a:r>
          </a:p>
          <a:p>
            <a:pPr marL="0" indent="0">
              <a:buNone/>
            </a:pPr>
            <a:r>
              <a:rPr lang="en-CA" dirty="0"/>
              <a:t>Visual encoders use patches to improve representation quality.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Training all involved parameters via backpropagation and gradient descent.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5D3D8-634B-C0FA-0E99-344E49B0E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21</a:t>
            </a:fld>
            <a:endParaRPr lang="en-CA"/>
          </a:p>
        </p:txBody>
      </p:sp>
      <p:grpSp>
        <p:nvGrpSpPr>
          <p:cNvPr id="171" name="Group 170" descr="\documentclass{article}&#10;\usepackage{nunito}&#10;\usepackage[linguistics]{forest}&#10;\usepackage{amsmath,amssymb}&#10;\pagestyle{empty}&#10;\begin{document}&#10;&#10;\begin{align*}&#10;\Theta^*=\min_{\Theta} \sum_i \sum_j -\log P_\Theta(w_j^{(i)}; \text{Image}^{(i)}, w_j^{(i)},\ldots, w_{j-1}^{(i)})&#10;\end{align*}&#10;&#10;&#10;\end{document}" title="IguanaTex Shape Display">
            <a:extLst>
              <a:ext uri="{FF2B5EF4-FFF2-40B4-BE49-F238E27FC236}">
                <a16:creationId xmlns:a16="http://schemas.microsoft.com/office/drawing/2014/main" id="{96E75EA2-3D62-81A9-ECDE-17998F723239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391446" y="1384667"/>
            <a:ext cx="7409108" cy="696335"/>
            <a:chOff x="6218939" y="4478488"/>
            <a:chExt cx="7409108" cy="696335"/>
          </a:xfrm>
        </p:grpSpPr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484CC1CA-EAAE-6D8A-3297-F5F44B0B3C76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6218939" y="4578342"/>
              <a:ext cx="202348" cy="213862"/>
            </a:xfrm>
            <a:custGeom>
              <a:avLst/>
              <a:gdLst>
                <a:gd name="csX0" fmla="*/ 202460 w 202348"/>
                <a:gd name="csY0" fmla="*/ 107752 h 213862"/>
                <a:gd name="csX1" fmla="*/ 101134 w 202348"/>
                <a:gd name="csY1" fmla="*/ 85 h 213862"/>
                <a:gd name="csX2" fmla="*/ 112 w 202348"/>
                <a:gd name="csY2" fmla="*/ 107752 h 213862"/>
                <a:gd name="csX3" fmla="*/ 101134 w 202348"/>
                <a:gd name="csY3" fmla="*/ 213948 h 213862"/>
                <a:gd name="csX4" fmla="*/ 202460 w 202348"/>
                <a:gd name="csY4" fmla="*/ 107752 h 213862"/>
                <a:gd name="csX5" fmla="*/ 101438 w 202348"/>
                <a:gd name="csY5" fmla="*/ 207182 h 213862"/>
                <a:gd name="csX6" fmla="*/ 29627 w 202348"/>
                <a:gd name="csY6" fmla="*/ 107752 h 213862"/>
                <a:gd name="csX7" fmla="*/ 101134 w 202348"/>
                <a:gd name="csY7" fmla="*/ 6556 h 213862"/>
                <a:gd name="csX8" fmla="*/ 172945 w 202348"/>
                <a:gd name="csY8" fmla="*/ 107752 h 213862"/>
                <a:gd name="csX9" fmla="*/ 101438 w 202348"/>
                <a:gd name="csY9" fmla="*/ 207182 h 213862"/>
                <a:gd name="csX10" fmla="*/ 155600 w 202348"/>
                <a:gd name="csY10" fmla="*/ 85689 h 213862"/>
                <a:gd name="csX11" fmla="*/ 147993 w 202348"/>
                <a:gd name="csY11" fmla="*/ 85689 h 213862"/>
                <a:gd name="csX12" fmla="*/ 147993 w 202348"/>
                <a:gd name="csY12" fmla="*/ 95691 h 213862"/>
                <a:gd name="csX13" fmla="*/ 54578 w 202348"/>
                <a:gd name="csY13" fmla="*/ 95691 h 213862"/>
                <a:gd name="csX14" fmla="*/ 54578 w 202348"/>
                <a:gd name="csY14" fmla="*/ 85689 h 213862"/>
                <a:gd name="csX15" fmla="*/ 46971 w 202348"/>
                <a:gd name="csY15" fmla="*/ 85689 h 213862"/>
                <a:gd name="csX16" fmla="*/ 46971 w 202348"/>
                <a:gd name="csY16" fmla="*/ 128049 h 213862"/>
                <a:gd name="csX17" fmla="*/ 54578 w 202348"/>
                <a:gd name="csY17" fmla="*/ 128049 h 213862"/>
                <a:gd name="csX18" fmla="*/ 54578 w 202348"/>
                <a:gd name="csY18" fmla="*/ 118048 h 213862"/>
                <a:gd name="csX19" fmla="*/ 147993 w 202348"/>
                <a:gd name="csY19" fmla="*/ 118048 h 213862"/>
                <a:gd name="csX20" fmla="*/ 147993 w 202348"/>
                <a:gd name="csY20" fmla="*/ 128049 h 213862"/>
                <a:gd name="csX21" fmla="*/ 155600 w 202348"/>
                <a:gd name="csY21" fmla="*/ 128049 h 213862"/>
                <a:gd name="csX22" fmla="*/ 155600 w 202348"/>
                <a:gd name="csY22" fmla="*/ 85689 h 2138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2348" h="213862">
                  <a:moveTo>
                    <a:pt x="202460" y="107752"/>
                  </a:moveTo>
                  <a:cubicBezTo>
                    <a:pt x="202460" y="47741"/>
                    <a:pt x="156513" y="85"/>
                    <a:pt x="101134" y="85"/>
                  </a:cubicBezTo>
                  <a:cubicBezTo>
                    <a:pt x="46667" y="85"/>
                    <a:pt x="112" y="47152"/>
                    <a:pt x="112" y="107752"/>
                  </a:cubicBezTo>
                  <a:cubicBezTo>
                    <a:pt x="112" y="168057"/>
                    <a:pt x="46971" y="213948"/>
                    <a:pt x="101134" y="213948"/>
                  </a:cubicBezTo>
                  <a:cubicBezTo>
                    <a:pt x="156513" y="213948"/>
                    <a:pt x="202460" y="167174"/>
                    <a:pt x="202460" y="107752"/>
                  </a:cubicBezTo>
                  <a:close/>
                  <a:moveTo>
                    <a:pt x="101438" y="207182"/>
                  </a:moveTo>
                  <a:cubicBezTo>
                    <a:pt x="71314" y="207182"/>
                    <a:pt x="29627" y="181883"/>
                    <a:pt x="29627" y="107752"/>
                  </a:cubicBezTo>
                  <a:cubicBezTo>
                    <a:pt x="29627" y="32149"/>
                    <a:pt x="71922" y="6556"/>
                    <a:pt x="101134" y="6556"/>
                  </a:cubicBezTo>
                  <a:cubicBezTo>
                    <a:pt x="131866" y="6556"/>
                    <a:pt x="172945" y="33326"/>
                    <a:pt x="172945" y="107752"/>
                  </a:cubicBezTo>
                  <a:cubicBezTo>
                    <a:pt x="172945" y="182765"/>
                    <a:pt x="130041" y="207182"/>
                    <a:pt x="101438" y="207182"/>
                  </a:cubicBezTo>
                  <a:close/>
                  <a:moveTo>
                    <a:pt x="155600" y="85689"/>
                  </a:moveTo>
                  <a:lnTo>
                    <a:pt x="147993" y="85689"/>
                  </a:lnTo>
                  <a:lnTo>
                    <a:pt x="147993" y="95691"/>
                  </a:lnTo>
                  <a:lnTo>
                    <a:pt x="54578" y="95691"/>
                  </a:lnTo>
                  <a:lnTo>
                    <a:pt x="54578" y="85689"/>
                  </a:lnTo>
                  <a:lnTo>
                    <a:pt x="46971" y="85689"/>
                  </a:lnTo>
                  <a:lnTo>
                    <a:pt x="46971" y="128049"/>
                  </a:lnTo>
                  <a:lnTo>
                    <a:pt x="54578" y="128049"/>
                  </a:lnTo>
                  <a:lnTo>
                    <a:pt x="54578" y="118048"/>
                  </a:lnTo>
                  <a:lnTo>
                    <a:pt x="147993" y="118048"/>
                  </a:lnTo>
                  <a:lnTo>
                    <a:pt x="147993" y="128049"/>
                  </a:lnTo>
                  <a:lnTo>
                    <a:pt x="155600" y="128049"/>
                  </a:lnTo>
                  <a:lnTo>
                    <a:pt x="155600" y="85689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B3F58296-266D-AC5E-9F94-CDA2A4651D4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457521" y="4568519"/>
              <a:ext cx="86477" cy="88751"/>
            </a:xfrm>
            <a:custGeom>
              <a:avLst/>
              <a:gdLst>
                <a:gd name="csX0" fmla="*/ 49961 w 86477"/>
                <a:gd name="csY0" fmla="*/ 44559 h 88751"/>
                <a:gd name="csX1" fmla="*/ 80633 w 86477"/>
                <a:gd name="csY1" fmla="*/ 31792 h 88751"/>
                <a:gd name="csX2" fmla="*/ 86597 w 86477"/>
                <a:gd name="csY2" fmla="*/ 25409 h 88751"/>
                <a:gd name="csX3" fmla="*/ 79994 w 86477"/>
                <a:gd name="csY3" fmla="*/ 18819 h 88751"/>
                <a:gd name="csX4" fmla="*/ 75521 w 86477"/>
                <a:gd name="csY4" fmla="*/ 20673 h 88751"/>
                <a:gd name="csX5" fmla="*/ 46553 w 86477"/>
                <a:gd name="csY5" fmla="*/ 39411 h 88751"/>
                <a:gd name="csX6" fmla="*/ 49748 w 86477"/>
                <a:gd name="csY6" fmla="*/ 8935 h 88751"/>
                <a:gd name="csX7" fmla="*/ 43358 w 86477"/>
                <a:gd name="csY7" fmla="*/ 81 h 88751"/>
                <a:gd name="csX8" fmla="*/ 36755 w 86477"/>
                <a:gd name="csY8" fmla="*/ 6258 h 88751"/>
                <a:gd name="csX9" fmla="*/ 37820 w 86477"/>
                <a:gd name="csY9" fmla="*/ 16348 h 88751"/>
                <a:gd name="csX10" fmla="*/ 40163 w 86477"/>
                <a:gd name="csY10" fmla="*/ 39411 h 88751"/>
                <a:gd name="csX11" fmla="*/ 11408 w 86477"/>
                <a:gd name="csY11" fmla="*/ 20673 h 88751"/>
                <a:gd name="csX12" fmla="*/ 6722 w 86477"/>
                <a:gd name="csY12" fmla="*/ 18819 h 88751"/>
                <a:gd name="csX13" fmla="*/ 119 w 86477"/>
                <a:gd name="csY13" fmla="*/ 25409 h 88751"/>
                <a:gd name="csX14" fmla="*/ 4592 w 86477"/>
                <a:gd name="csY14" fmla="*/ 31380 h 88751"/>
                <a:gd name="csX15" fmla="*/ 36755 w 86477"/>
                <a:gd name="csY15" fmla="*/ 44353 h 88751"/>
                <a:gd name="csX16" fmla="*/ 6083 w 86477"/>
                <a:gd name="csY16" fmla="*/ 57121 h 88751"/>
                <a:gd name="csX17" fmla="*/ 119 w 86477"/>
                <a:gd name="csY17" fmla="*/ 63504 h 88751"/>
                <a:gd name="csX18" fmla="*/ 6722 w 86477"/>
                <a:gd name="csY18" fmla="*/ 70093 h 88751"/>
                <a:gd name="csX19" fmla="*/ 11195 w 86477"/>
                <a:gd name="csY19" fmla="*/ 68240 h 88751"/>
                <a:gd name="csX20" fmla="*/ 40163 w 86477"/>
                <a:gd name="csY20" fmla="*/ 49501 h 88751"/>
                <a:gd name="csX21" fmla="*/ 36755 w 86477"/>
                <a:gd name="csY21" fmla="*/ 82655 h 88751"/>
                <a:gd name="csX22" fmla="*/ 43358 w 86477"/>
                <a:gd name="csY22" fmla="*/ 88832 h 88751"/>
                <a:gd name="csX23" fmla="*/ 49961 w 86477"/>
                <a:gd name="csY23" fmla="*/ 82655 h 88751"/>
                <a:gd name="csX24" fmla="*/ 48896 w 86477"/>
                <a:gd name="csY24" fmla="*/ 72565 h 88751"/>
                <a:gd name="csX25" fmla="*/ 46553 w 86477"/>
                <a:gd name="csY25" fmla="*/ 49501 h 88751"/>
                <a:gd name="csX26" fmla="*/ 72113 w 86477"/>
                <a:gd name="csY26" fmla="*/ 65975 h 88751"/>
                <a:gd name="csX27" fmla="*/ 79994 w 86477"/>
                <a:gd name="csY27" fmla="*/ 70093 h 88751"/>
                <a:gd name="csX28" fmla="*/ 86597 w 86477"/>
                <a:gd name="csY28" fmla="*/ 63504 h 88751"/>
                <a:gd name="csX29" fmla="*/ 82124 w 86477"/>
                <a:gd name="csY29" fmla="*/ 57532 h 88751"/>
                <a:gd name="csX30" fmla="*/ 49961 w 86477"/>
                <a:gd name="csY30" fmla="*/ 44559 h 887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86477" h="88751">
                  <a:moveTo>
                    <a:pt x="49961" y="44559"/>
                  </a:moveTo>
                  <a:cubicBezTo>
                    <a:pt x="67427" y="37146"/>
                    <a:pt x="75308" y="34263"/>
                    <a:pt x="80633" y="31792"/>
                  </a:cubicBezTo>
                  <a:cubicBezTo>
                    <a:pt x="84680" y="30145"/>
                    <a:pt x="86597" y="29321"/>
                    <a:pt x="86597" y="25409"/>
                  </a:cubicBezTo>
                  <a:cubicBezTo>
                    <a:pt x="86597" y="21908"/>
                    <a:pt x="83828" y="18819"/>
                    <a:pt x="79994" y="18819"/>
                  </a:cubicBezTo>
                  <a:cubicBezTo>
                    <a:pt x="78503" y="18819"/>
                    <a:pt x="78077" y="18819"/>
                    <a:pt x="75521" y="20673"/>
                  </a:cubicBezTo>
                  <a:lnTo>
                    <a:pt x="46553" y="39411"/>
                  </a:lnTo>
                  <a:lnTo>
                    <a:pt x="49748" y="8935"/>
                  </a:lnTo>
                  <a:cubicBezTo>
                    <a:pt x="50174" y="5229"/>
                    <a:pt x="49748" y="81"/>
                    <a:pt x="43358" y="81"/>
                  </a:cubicBezTo>
                  <a:cubicBezTo>
                    <a:pt x="40802" y="81"/>
                    <a:pt x="36755" y="1728"/>
                    <a:pt x="36755" y="6258"/>
                  </a:cubicBezTo>
                  <a:cubicBezTo>
                    <a:pt x="36755" y="8111"/>
                    <a:pt x="37607" y="14289"/>
                    <a:pt x="37820" y="16348"/>
                  </a:cubicBezTo>
                  <a:cubicBezTo>
                    <a:pt x="38246" y="19849"/>
                    <a:pt x="39737" y="34675"/>
                    <a:pt x="40163" y="39411"/>
                  </a:cubicBezTo>
                  <a:lnTo>
                    <a:pt x="11408" y="20673"/>
                  </a:lnTo>
                  <a:cubicBezTo>
                    <a:pt x="9278" y="19437"/>
                    <a:pt x="8639" y="18819"/>
                    <a:pt x="6722" y="18819"/>
                  </a:cubicBezTo>
                  <a:cubicBezTo>
                    <a:pt x="2888" y="18819"/>
                    <a:pt x="119" y="21908"/>
                    <a:pt x="119" y="25409"/>
                  </a:cubicBezTo>
                  <a:cubicBezTo>
                    <a:pt x="119" y="29527"/>
                    <a:pt x="2675" y="30557"/>
                    <a:pt x="4592" y="31380"/>
                  </a:cubicBezTo>
                  <a:lnTo>
                    <a:pt x="36755" y="44353"/>
                  </a:lnTo>
                  <a:cubicBezTo>
                    <a:pt x="19289" y="51767"/>
                    <a:pt x="11408" y="54649"/>
                    <a:pt x="6083" y="57121"/>
                  </a:cubicBezTo>
                  <a:cubicBezTo>
                    <a:pt x="2036" y="58768"/>
                    <a:pt x="119" y="59592"/>
                    <a:pt x="119" y="63504"/>
                  </a:cubicBezTo>
                  <a:cubicBezTo>
                    <a:pt x="119" y="67005"/>
                    <a:pt x="2888" y="70093"/>
                    <a:pt x="6722" y="70093"/>
                  </a:cubicBezTo>
                  <a:cubicBezTo>
                    <a:pt x="8213" y="70093"/>
                    <a:pt x="8639" y="70093"/>
                    <a:pt x="11195" y="68240"/>
                  </a:cubicBezTo>
                  <a:lnTo>
                    <a:pt x="40163" y="49501"/>
                  </a:lnTo>
                  <a:lnTo>
                    <a:pt x="36755" y="82655"/>
                  </a:lnTo>
                  <a:cubicBezTo>
                    <a:pt x="36755" y="87185"/>
                    <a:pt x="40802" y="88832"/>
                    <a:pt x="43358" y="88832"/>
                  </a:cubicBezTo>
                  <a:cubicBezTo>
                    <a:pt x="45914" y="88832"/>
                    <a:pt x="49961" y="87185"/>
                    <a:pt x="49961" y="82655"/>
                  </a:cubicBezTo>
                  <a:cubicBezTo>
                    <a:pt x="49961" y="80801"/>
                    <a:pt x="49109" y="74624"/>
                    <a:pt x="48896" y="72565"/>
                  </a:cubicBezTo>
                  <a:cubicBezTo>
                    <a:pt x="48470" y="69064"/>
                    <a:pt x="46979" y="54238"/>
                    <a:pt x="46553" y="49501"/>
                  </a:cubicBezTo>
                  <a:lnTo>
                    <a:pt x="72113" y="65975"/>
                  </a:lnTo>
                  <a:cubicBezTo>
                    <a:pt x="77651" y="70093"/>
                    <a:pt x="78077" y="70093"/>
                    <a:pt x="79994" y="70093"/>
                  </a:cubicBezTo>
                  <a:cubicBezTo>
                    <a:pt x="83828" y="70093"/>
                    <a:pt x="86597" y="67005"/>
                    <a:pt x="86597" y="63504"/>
                  </a:cubicBezTo>
                  <a:cubicBezTo>
                    <a:pt x="86597" y="59386"/>
                    <a:pt x="84041" y="58356"/>
                    <a:pt x="82124" y="57532"/>
                  </a:cubicBezTo>
                  <a:lnTo>
                    <a:pt x="49961" y="44559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9B4DFE04-0E19-65F7-C702-DDF38A00FF22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680011" y="4677772"/>
              <a:ext cx="202348" cy="68836"/>
            </a:xfrm>
            <a:custGeom>
              <a:avLst/>
              <a:gdLst>
                <a:gd name="csX0" fmla="*/ 192129 w 202348"/>
                <a:gd name="csY0" fmla="*/ 11852 h 68836"/>
                <a:gd name="csX1" fmla="*/ 202475 w 202348"/>
                <a:gd name="csY1" fmla="*/ 5968 h 68836"/>
                <a:gd name="csX2" fmla="*/ 192434 w 202348"/>
                <a:gd name="csY2" fmla="*/ 85 h 68836"/>
                <a:gd name="csX3" fmla="*/ 10168 w 202348"/>
                <a:gd name="csY3" fmla="*/ 85 h 68836"/>
                <a:gd name="csX4" fmla="*/ 127 w 202348"/>
                <a:gd name="csY4" fmla="*/ 5968 h 68836"/>
                <a:gd name="csX5" fmla="*/ 10472 w 202348"/>
                <a:gd name="csY5" fmla="*/ 11852 h 68836"/>
                <a:gd name="csX6" fmla="*/ 192129 w 202348"/>
                <a:gd name="csY6" fmla="*/ 11852 h 68836"/>
                <a:gd name="csX7" fmla="*/ 192434 w 202348"/>
                <a:gd name="csY7" fmla="*/ 68921 h 68836"/>
                <a:gd name="csX8" fmla="*/ 202475 w 202348"/>
                <a:gd name="csY8" fmla="*/ 63037 h 68836"/>
                <a:gd name="csX9" fmla="*/ 192129 w 202348"/>
                <a:gd name="csY9" fmla="*/ 57154 h 68836"/>
                <a:gd name="csX10" fmla="*/ 10472 w 202348"/>
                <a:gd name="csY10" fmla="*/ 57154 h 68836"/>
                <a:gd name="csX11" fmla="*/ 127 w 202348"/>
                <a:gd name="csY11" fmla="*/ 63037 h 68836"/>
                <a:gd name="csX12" fmla="*/ 10168 w 202348"/>
                <a:gd name="csY12" fmla="*/ 68921 h 68836"/>
                <a:gd name="csX13" fmla="*/ 192434 w 202348"/>
                <a:gd name="csY13" fmla="*/ 68921 h 688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2348" h="68836">
                  <a:moveTo>
                    <a:pt x="192129" y="11852"/>
                  </a:moveTo>
                  <a:cubicBezTo>
                    <a:pt x="196694" y="11852"/>
                    <a:pt x="202475" y="11852"/>
                    <a:pt x="202475" y="5968"/>
                  </a:cubicBezTo>
                  <a:cubicBezTo>
                    <a:pt x="202475" y="85"/>
                    <a:pt x="196694" y="85"/>
                    <a:pt x="192434" y="85"/>
                  </a:cubicBezTo>
                  <a:lnTo>
                    <a:pt x="10168" y="85"/>
                  </a:lnTo>
                  <a:cubicBezTo>
                    <a:pt x="5908" y="85"/>
                    <a:pt x="127" y="85"/>
                    <a:pt x="127" y="5968"/>
                  </a:cubicBezTo>
                  <a:cubicBezTo>
                    <a:pt x="127" y="11852"/>
                    <a:pt x="5908" y="11852"/>
                    <a:pt x="10472" y="11852"/>
                  </a:cubicBezTo>
                  <a:lnTo>
                    <a:pt x="192129" y="11852"/>
                  </a:lnTo>
                  <a:close/>
                  <a:moveTo>
                    <a:pt x="192434" y="68921"/>
                  </a:moveTo>
                  <a:cubicBezTo>
                    <a:pt x="196694" y="68921"/>
                    <a:pt x="202475" y="68921"/>
                    <a:pt x="202475" y="63037"/>
                  </a:cubicBezTo>
                  <a:cubicBezTo>
                    <a:pt x="202475" y="57154"/>
                    <a:pt x="196694" y="57154"/>
                    <a:pt x="192129" y="57154"/>
                  </a:cubicBezTo>
                  <a:lnTo>
                    <a:pt x="10472" y="57154"/>
                  </a:lnTo>
                  <a:cubicBezTo>
                    <a:pt x="5908" y="57154"/>
                    <a:pt x="127" y="57154"/>
                    <a:pt x="127" y="63037"/>
                  </a:cubicBezTo>
                  <a:cubicBezTo>
                    <a:pt x="127" y="68921"/>
                    <a:pt x="5908" y="68921"/>
                    <a:pt x="10168" y="68921"/>
                  </a:cubicBezTo>
                  <a:lnTo>
                    <a:pt x="192434" y="68921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34B0E45E-9307-5AB2-7DE2-67A574E98503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993895" y="4655709"/>
              <a:ext cx="237645" cy="130023"/>
            </a:xfrm>
            <a:custGeom>
              <a:avLst/>
              <a:gdLst>
                <a:gd name="csX0" fmla="*/ 23871 w 237645"/>
                <a:gd name="csY0" fmla="*/ 28914 h 130023"/>
                <a:gd name="csX1" fmla="*/ 23871 w 237645"/>
                <a:gd name="csY1" fmla="*/ 107752 h 130023"/>
                <a:gd name="csX2" fmla="*/ 137 w 237645"/>
                <a:gd name="csY2" fmla="*/ 120989 h 130023"/>
                <a:gd name="csX3" fmla="*/ 137 w 237645"/>
                <a:gd name="csY3" fmla="*/ 130109 h 130023"/>
                <a:gd name="csX4" fmla="*/ 34521 w 237645"/>
                <a:gd name="csY4" fmla="*/ 129226 h 130023"/>
                <a:gd name="csX5" fmla="*/ 68601 w 237645"/>
                <a:gd name="csY5" fmla="*/ 130109 h 130023"/>
                <a:gd name="csX6" fmla="*/ 68601 w 237645"/>
                <a:gd name="csY6" fmla="*/ 120989 h 130023"/>
                <a:gd name="csX7" fmla="*/ 44867 w 237645"/>
                <a:gd name="csY7" fmla="*/ 107752 h 130023"/>
                <a:gd name="csX8" fmla="*/ 44867 w 237645"/>
                <a:gd name="csY8" fmla="*/ 53624 h 130023"/>
                <a:gd name="csX9" fmla="*/ 85945 w 237645"/>
                <a:gd name="csY9" fmla="*/ 6556 h 130023"/>
                <a:gd name="csX10" fmla="*/ 108462 w 237645"/>
                <a:gd name="csY10" fmla="*/ 39210 h 130023"/>
                <a:gd name="csX11" fmla="*/ 108462 w 237645"/>
                <a:gd name="csY11" fmla="*/ 107752 h 130023"/>
                <a:gd name="csX12" fmla="*/ 84728 w 237645"/>
                <a:gd name="csY12" fmla="*/ 120989 h 130023"/>
                <a:gd name="csX13" fmla="*/ 84728 w 237645"/>
                <a:gd name="csY13" fmla="*/ 130109 h 130023"/>
                <a:gd name="csX14" fmla="*/ 119112 w 237645"/>
                <a:gd name="csY14" fmla="*/ 129226 h 130023"/>
                <a:gd name="csX15" fmla="*/ 153192 w 237645"/>
                <a:gd name="csY15" fmla="*/ 130109 h 130023"/>
                <a:gd name="csX16" fmla="*/ 153192 w 237645"/>
                <a:gd name="csY16" fmla="*/ 120989 h 130023"/>
                <a:gd name="csX17" fmla="*/ 129458 w 237645"/>
                <a:gd name="csY17" fmla="*/ 107752 h 130023"/>
                <a:gd name="csX18" fmla="*/ 129458 w 237645"/>
                <a:gd name="csY18" fmla="*/ 53624 h 130023"/>
                <a:gd name="csX19" fmla="*/ 170536 w 237645"/>
                <a:gd name="csY19" fmla="*/ 6556 h 130023"/>
                <a:gd name="csX20" fmla="*/ 193053 w 237645"/>
                <a:gd name="csY20" fmla="*/ 39210 h 130023"/>
                <a:gd name="csX21" fmla="*/ 193053 w 237645"/>
                <a:gd name="csY21" fmla="*/ 107752 h 130023"/>
                <a:gd name="csX22" fmla="*/ 169319 w 237645"/>
                <a:gd name="csY22" fmla="*/ 120989 h 130023"/>
                <a:gd name="csX23" fmla="*/ 169319 w 237645"/>
                <a:gd name="csY23" fmla="*/ 130109 h 130023"/>
                <a:gd name="csX24" fmla="*/ 203703 w 237645"/>
                <a:gd name="csY24" fmla="*/ 129226 h 130023"/>
                <a:gd name="csX25" fmla="*/ 237783 w 237645"/>
                <a:gd name="csY25" fmla="*/ 130109 h 130023"/>
                <a:gd name="csX26" fmla="*/ 237783 w 237645"/>
                <a:gd name="csY26" fmla="*/ 120989 h 130023"/>
                <a:gd name="csX27" fmla="*/ 214048 w 237645"/>
                <a:gd name="csY27" fmla="*/ 112164 h 130023"/>
                <a:gd name="csX28" fmla="*/ 214048 w 237645"/>
                <a:gd name="csY28" fmla="*/ 55977 h 130023"/>
                <a:gd name="csX29" fmla="*/ 204616 w 237645"/>
                <a:gd name="csY29" fmla="*/ 10969 h 130023"/>
                <a:gd name="csX30" fmla="*/ 172666 w 237645"/>
                <a:gd name="csY30" fmla="*/ 85 h 130023"/>
                <a:gd name="csX31" fmla="*/ 128545 w 237645"/>
                <a:gd name="csY31" fmla="*/ 28914 h 130023"/>
                <a:gd name="csX32" fmla="*/ 88075 w 237645"/>
                <a:gd name="csY32" fmla="*/ 85 h 130023"/>
                <a:gd name="csX33" fmla="*/ 43041 w 237645"/>
                <a:gd name="csY33" fmla="*/ 30973 h 130023"/>
                <a:gd name="csX34" fmla="*/ 43041 w 237645"/>
                <a:gd name="csY34" fmla="*/ 85 h 130023"/>
                <a:gd name="csX35" fmla="*/ 137 w 237645"/>
                <a:gd name="csY35" fmla="*/ 3321 h 130023"/>
                <a:gd name="csX36" fmla="*/ 137 w 237645"/>
                <a:gd name="csY36" fmla="*/ 12440 h 130023"/>
                <a:gd name="csX37" fmla="*/ 23871 w 237645"/>
                <a:gd name="csY37" fmla="*/ 28914 h 130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237645" h="130023">
                  <a:moveTo>
                    <a:pt x="23871" y="28914"/>
                  </a:moveTo>
                  <a:lnTo>
                    <a:pt x="23871" y="107752"/>
                  </a:lnTo>
                  <a:cubicBezTo>
                    <a:pt x="23871" y="120989"/>
                    <a:pt x="20524" y="120989"/>
                    <a:pt x="137" y="120989"/>
                  </a:cubicBezTo>
                  <a:lnTo>
                    <a:pt x="137" y="130109"/>
                  </a:lnTo>
                  <a:cubicBezTo>
                    <a:pt x="10787" y="129814"/>
                    <a:pt x="26306" y="129226"/>
                    <a:pt x="34521" y="129226"/>
                  </a:cubicBezTo>
                  <a:cubicBezTo>
                    <a:pt x="42433" y="129226"/>
                    <a:pt x="58255" y="129814"/>
                    <a:pt x="68601" y="130109"/>
                  </a:cubicBezTo>
                  <a:lnTo>
                    <a:pt x="68601" y="120989"/>
                  </a:lnTo>
                  <a:cubicBezTo>
                    <a:pt x="48214" y="120989"/>
                    <a:pt x="44867" y="120989"/>
                    <a:pt x="44867" y="107752"/>
                  </a:cubicBezTo>
                  <a:lnTo>
                    <a:pt x="44867" y="53624"/>
                  </a:lnTo>
                  <a:cubicBezTo>
                    <a:pt x="44867" y="23030"/>
                    <a:pt x="66471" y="6556"/>
                    <a:pt x="85945" y="6556"/>
                  </a:cubicBezTo>
                  <a:cubicBezTo>
                    <a:pt x="105115" y="6556"/>
                    <a:pt x="108462" y="22442"/>
                    <a:pt x="108462" y="39210"/>
                  </a:cubicBezTo>
                  <a:lnTo>
                    <a:pt x="108462" y="107752"/>
                  </a:lnTo>
                  <a:cubicBezTo>
                    <a:pt x="108462" y="120989"/>
                    <a:pt x="105115" y="120989"/>
                    <a:pt x="84728" y="120989"/>
                  </a:cubicBezTo>
                  <a:lnTo>
                    <a:pt x="84728" y="130109"/>
                  </a:lnTo>
                  <a:cubicBezTo>
                    <a:pt x="95378" y="129814"/>
                    <a:pt x="110896" y="129226"/>
                    <a:pt x="119112" y="129226"/>
                  </a:cubicBezTo>
                  <a:cubicBezTo>
                    <a:pt x="127023" y="129226"/>
                    <a:pt x="142846" y="129814"/>
                    <a:pt x="153192" y="130109"/>
                  </a:cubicBezTo>
                  <a:lnTo>
                    <a:pt x="153192" y="120989"/>
                  </a:lnTo>
                  <a:cubicBezTo>
                    <a:pt x="132805" y="120989"/>
                    <a:pt x="129458" y="120989"/>
                    <a:pt x="129458" y="107752"/>
                  </a:cubicBezTo>
                  <a:lnTo>
                    <a:pt x="129458" y="53624"/>
                  </a:lnTo>
                  <a:cubicBezTo>
                    <a:pt x="129458" y="23030"/>
                    <a:pt x="151062" y="6556"/>
                    <a:pt x="170536" y="6556"/>
                  </a:cubicBezTo>
                  <a:cubicBezTo>
                    <a:pt x="189706" y="6556"/>
                    <a:pt x="193053" y="22442"/>
                    <a:pt x="193053" y="39210"/>
                  </a:cubicBezTo>
                  <a:lnTo>
                    <a:pt x="193053" y="107752"/>
                  </a:lnTo>
                  <a:cubicBezTo>
                    <a:pt x="193053" y="120989"/>
                    <a:pt x="189706" y="120989"/>
                    <a:pt x="169319" y="120989"/>
                  </a:cubicBezTo>
                  <a:lnTo>
                    <a:pt x="169319" y="130109"/>
                  </a:lnTo>
                  <a:cubicBezTo>
                    <a:pt x="179969" y="129814"/>
                    <a:pt x="195487" y="129226"/>
                    <a:pt x="203703" y="129226"/>
                  </a:cubicBezTo>
                  <a:cubicBezTo>
                    <a:pt x="211614" y="129226"/>
                    <a:pt x="227437" y="129814"/>
                    <a:pt x="237783" y="130109"/>
                  </a:cubicBezTo>
                  <a:lnTo>
                    <a:pt x="237783" y="120989"/>
                  </a:lnTo>
                  <a:cubicBezTo>
                    <a:pt x="221960" y="120989"/>
                    <a:pt x="214353" y="120989"/>
                    <a:pt x="214048" y="112164"/>
                  </a:cubicBezTo>
                  <a:lnTo>
                    <a:pt x="214048" y="55977"/>
                  </a:lnTo>
                  <a:cubicBezTo>
                    <a:pt x="214048" y="30679"/>
                    <a:pt x="214048" y="21559"/>
                    <a:pt x="204616" y="10969"/>
                  </a:cubicBezTo>
                  <a:cubicBezTo>
                    <a:pt x="200356" y="5968"/>
                    <a:pt x="190314" y="85"/>
                    <a:pt x="172666" y="85"/>
                  </a:cubicBezTo>
                  <a:cubicBezTo>
                    <a:pt x="147106" y="85"/>
                    <a:pt x="133718" y="17735"/>
                    <a:pt x="128545" y="28914"/>
                  </a:cubicBezTo>
                  <a:cubicBezTo>
                    <a:pt x="124285" y="3321"/>
                    <a:pt x="101768" y="85"/>
                    <a:pt x="88075" y="85"/>
                  </a:cubicBezTo>
                  <a:cubicBezTo>
                    <a:pt x="65862" y="85"/>
                    <a:pt x="51561" y="12734"/>
                    <a:pt x="43041" y="30973"/>
                  </a:cubicBezTo>
                  <a:lnTo>
                    <a:pt x="43041" y="85"/>
                  </a:lnTo>
                  <a:lnTo>
                    <a:pt x="137" y="3321"/>
                  </a:lnTo>
                  <a:lnTo>
                    <a:pt x="137" y="12440"/>
                  </a:lnTo>
                  <a:cubicBezTo>
                    <a:pt x="21437" y="12440"/>
                    <a:pt x="23871" y="14499"/>
                    <a:pt x="23871" y="28914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2A85C9AC-39A6-C395-6E86-85D35DB45ED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247770" y="4588932"/>
              <a:ext cx="65116" cy="196800"/>
            </a:xfrm>
            <a:custGeom>
              <a:avLst/>
              <a:gdLst>
                <a:gd name="csX0" fmla="*/ 43962 w 65116"/>
                <a:gd name="csY0" fmla="*/ 66862 h 196800"/>
                <a:gd name="csX1" fmla="*/ 1363 w 65116"/>
                <a:gd name="csY1" fmla="*/ 70098 h 196800"/>
                <a:gd name="csX2" fmla="*/ 1363 w 65116"/>
                <a:gd name="csY2" fmla="*/ 79217 h 196800"/>
                <a:gd name="csX3" fmla="*/ 23880 w 65116"/>
                <a:gd name="csY3" fmla="*/ 95396 h 196800"/>
                <a:gd name="csX4" fmla="*/ 23880 w 65116"/>
                <a:gd name="csY4" fmla="*/ 174529 h 196800"/>
                <a:gd name="csX5" fmla="*/ 145 w 65116"/>
                <a:gd name="csY5" fmla="*/ 187766 h 196800"/>
                <a:gd name="csX6" fmla="*/ 145 w 65116"/>
                <a:gd name="csY6" fmla="*/ 196886 h 196800"/>
                <a:gd name="csX7" fmla="*/ 33617 w 65116"/>
                <a:gd name="csY7" fmla="*/ 196003 h 196800"/>
                <a:gd name="csX8" fmla="*/ 65262 w 65116"/>
                <a:gd name="csY8" fmla="*/ 196886 h 196800"/>
                <a:gd name="csX9" fmla="*/ 65262 w 65116"/>
                <a:gd name="csY9" fmla="*/ 187766 h 196800"/>
                <a:gd name="csX10" fmla="*/ 43962 w 65116"/>
                <a:gd name="csY10" fmla="*/ 174823 h 196800"/>
                <a:gd name="csX11" fmla="*/ 43962 w 65116"/>
                <a:gd name="csY11" fmla="*/ 66862 h 196800"/>
                <a:gd name="csX12" fmla="*/ 45179 w 65116"/>
                <a:gd name="csY12" fmla="*/ 15676 h 196800"/>
                <a:gd name="csX13" fmla="*/ 29052 w 65116"/>
                <a:gd name="csY13" fmla="*/ 85 h 196800"/>
                <a:gd name="csX14" fmla="*/ 12925 w 65116"/>
                <a:gd name="csY14" fmla="*/ 15676 h 196800"/>
                <a:gd name="csX15" fmla="*/ 29052 w 65116"/>
                <a:gd name="csY15" fmla="*/ 31267 h 196800"/>
                <a:gd name="csX16" fmla="*/ 45179 w 65116"/>
                <a:gd name="csY16" fmla="*/ 15676 h 19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5116" h="196800">
                  <a:moveTo>
                    <a:pt x="43962" y="66862"/>
                  </a:moveTo>
                  <a:lnTo>
                    <a:pt x="1363" y="70098"/>
                  </a:lnTo>
                  <a:lnTo>
                    <a:pt x="1363" y="79217"/>
                  </a:lnTo>
                  <a:cubicBezTo>
                    <a:pt x="21141" y="79217"/>
                    <a:pt x="23880" y="80982"/>
                    <a:pt x="23880" y="95396"/>
                  </a:cubicBezTo>
                  <a:lnTo>
                    <a:pt x="23880" y="174529"/>
                  </a:lnTo>
                  <a:cubicBezTo>
                    <a:pt x="23880" y="187766"/>
                    <a:pt x="20532" y="187766"/>
                    <a:pt x="145" y="187766"/>
                  </a:cubicBezTo>
                  <a:lnTo>
                    <a:pt x="145" y="196886"/>
                  </a:lnTo>
                  <a:cubicBezTo>
                    <a:pt x="9883" y="196591"/>
                    <a:pt x="26314" y="196003"/>
                    <a:pt x="33617" y="196003"/>
                  </a:cubicBezTo>
                  <a:cubicBezTo>
                    <a:pt x="44267" y="196003"/>
                    <a:pt x="54916" y="196591"/>
                    <a:pt x="65262" y="196886"/>
                  </a:cubicBezTo>
                  <a:lnTo>
                    <a:pt x="65262" y="187766"/>
                  </a:lnTo>
                  <a:cubicBezTo>
                    <a:pt x="45179" y="187766"/>
                    <a:pt x="43962" y="186295"/>
                    <a:pt x="43962" y="174823"/>
                  </a:cubicBezTo>
                  <a:lnTo>
                    <a:pt x="43962" y="66862"/>
                  </a:lnTo>
                  <a:close/>
                  <a:moveTo>
                    <a:pt x="45179" y="15676"/>
                  </a:moveTo>
                  <a:cubicBezTo>
                    <a:pt x="45179" y="6262"/>
                    <a:pt x="37572" y="85"/>
                    <a:pt x="29052" y="85"/>
                  </a:cubicBezTo>
                  <a:cubicBezTo>
                    <a:pt x="19620" y="85"/>
                    <a:pt x="12925" y="8027"/>
                    <a:pt x="12925" y="15676"/>
                  </a:cubicBezTo>
                  <a:cubicBezTo>
                    <a:pt x="12925" y="23618"/>
                    <a:pt x="19620" y="31267"/>
                    <a:pt x="29052" y="31267"/>
                  </a:cubicBezTo>
                  <a:cubicBezTo>
                    <a:pt x="37572" y="31267"/>
                    <a:pt x="45179" y="25089"/>
                    <a:pt x="45179" y="15676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E5B12E40-937F-F561-B9E0-4D55D495080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7331989" y="4655709"/>
              <a:ext cx="153054" cy="130023"/>
            </a:xfrm>
            <a:custGeom>
              <a:avLst/>
              <a:gdLst>
                <a:gd name="csX0" fmla="*/ 23882 w 153054"/>
                <a:gd name="csY0" fmla="*/ 28914 h 130023"/>
                <a:gd name="csX1" fmla="*/ 23882 w 153054"/>
                <a:gd name="csY1" fmla="*/ 107752 h 130023"/>
                <a:gd name="csX2" fmla="*/ 148 w 153054"/>
                <a:gd name="csY2" fmla="*/ 120989 h 130023"/>
                <a:gd name="csX3" fmla="*/ 148 w 153054"/>
                <a:gd name="csY3" fmla="*/ 130109 h 130023"/>
                <a:gd name="csX4" fmla="*/ 34532 w 153054"/>
                <a:gd name="csY4" fmla="*/ 129226 h 130023"/>
                <a:gd name="csX5" fmla="*/ 68612 w 153054"/>
                <a:gd name="csY5" fmla="*/ 130109 h 130023"/>
                <a:gd name="csX6" fmla="*/ 68612 w 153054"/>
                <a:gd name="csY6" fmla="*/ 120989 h 130023"/>
                <a:gd name="csX7" fmla="*/ 44878 w 153054"/>
                <a:gd name="csY7" fmla="*/ 107752 h 130023"/>
                <a:gd name="csX8" fmla="*/ 44878 w 153054"/>
                <a:gd name="csY8" fmla="*/ 53624 h 130023"/>
                <a:gd name="csX9" fmla="*/ 85956 w 153054"/>
                <a:gd name="csY9" fmla="*/ 6556 h 130023"/>
                <a:gd name="csX10" fmla="*/ 108473 w 153054"/>
                <a:gd name="csY10" fmla="*/ 39210 h 130023"/>
                <a:gd name="csX11" fmla="*/ 108473 w 153054"/>
                <a:gd name="csY11" fmla="*/ 107752 h 130023"/>
                <a:gd name="csX12" fmla="*/ 84739 w 153054"/>
                <a:gd name="csY12" fmla="*/ 120989 h 130023"/>
                <a:gd name="csX13" fmla="*/ 84739 w 153054"/>
                <a:gd name="csY13" fmla="*/ 130109 h 130023"/>
                <a:gd name="csX14" fmla="*/ 119123 w 153054"/>
                <a:gd name="csY14" fmla="*/ 129226 h 130023"/>
                <a:gd name="csX15" fmla="*/ 153203 w 153054"/>
                <a:gd name="csY15" fmla="*/ 130109 h 130023"/>
                <a:gd name="csX16" fmla="*/ 153203 w 153054"/>
                <a:gd name="csY16" fmla="*/ 120989 h 130023"/>
                <a:gd name="csX17" fmla="*/ 129469 w 153054"/>
                <a:gd name="csY17" fmla="*/ 112164 h 130023"/>
                <a:gd name="csX18" fmla="*/ 129469 w 153054"/>
                <a:gd name="csY18" fmla="*/ 55977 h 130023"/>
                <a:gd name="csX19" fmla="*/ 120036 w 153054"/>
                <a:gd name="csY19" fmla="*/ 10969 h 130023"/>
                <a:gd name="csX20" fmla="*/ 88086 w 153054"/>
                <a:gd name="csY20" fmla="*/ 85 h 130023"/>
                <a:gd name="csX21" fmla="*/ 43052 w 153054"/>
                <a:gd name="csY21" fmla="*/ 30973 h 130023"/>
                <a:gd name="csX22" fmla="*/ 43052 w 153054"/>
                <a:gd name="csY22" fmla="*/ 85 h 130023"/>
                <a:gd name="csX23" fmla="*/ 148 w 153054"/>
                <a:gd name="csY23" fmla="*/ 3321 h 130023"/>
                <a:gd name="csX24" fmla="*/ 148 w 153054"/>
                <a:gd name="csY24" fmla="*/ 12440 h 130023"/>
                <a:gd name="csX25" fmla="*/ 23882 w 153054"/>
                <a:gd name="csY25" fmla="*/ 28914 h 130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53054" h="130023">
                  <a:moveTo>
                    <a:pt x="23882" y="28914"/>
                  </a:moveTo>
                  <a:lnTo>
                    <a:pt x="23882" y="107752"/>
                  </a:lnTo>
                  <a:cubicBezTo>
                    <a:pt x="23882" y="120989"/>
                    <a:pt x="20535" y="120989"/>
                    <a:pt x="148" y="120989"/>
                  </a:cubicBezTo>
                  <a:lnTo>
                    <a:pt x="148" y="130109"/>
                  </a:lnTo>
                  <a:cubicBezTo>
                    <a:pt x="10798" y="129814"/>
                    <a:pt x="26317" y="129226"/>
                    <a:pt x="34532" y="129226"/>
                  </a:cubicBezTo>
                  <a:cubicBezTo>
                    <a:pt x="42444" y="129226"/>
                    <a:pt x="58266" y="129814"/>
                    <a:pt x="68612" y="130109"/>
                  </a:cubicBezTo>
                  <a:lnTo>
                    <a:pt x="68612" y="120989"/>
                  </a:lnTo>
                  <a:cubicBezTo>
                    <a:pt x="48225" y="120989"/>
                    <a:pt x="44878" y="120989"/>
                    <a:pt x="44878" y="107752"/>
                  </a:cubicBezTo>
                  <a:lnTo>
                    <a:pt x="44878" y="53624"/>
                  </a:lnTo>
                  <a:cubicBezTo>
                    <a:pt x="44878" y="23030"/>
                    <a:pt x="66482" y="6556"/>
                    <a:pt x="85956" y="6556"/>
                  </a:cubicBezTo>
                  <a:cubicBezTo>
                    <a:pt x="105126" y="6556"/>
                    <a:pt x="108473" y="22442"/>
                    <a:pt x="108473" y="39210"/>
                  </a:cubicBezTo>
                  <a:lnTo>
                    <a:pt x="108473" y="107752"/>
                  </a:lnTo>
                  <a:cubicBezTo>
                    <a:pt x="108473" y="120989"/>
                    <a:pt x="105126" y="120989"/>
                    <a:pt x="84739" y="120989"/>
                  </a:cubicBezTo>
                  <a:lnTo>
                    <a:pt x="84739" y="130109"/>
                  </a:lnTo>
                  <a:cubicBezTo>
                    <a:pt x="95389" y="129814"/>
                    <a:pt x="110907" y="129226"/>
                    <a:pt x="119123" y="129226"/>
                  </a:cubicBezTo>
                  <a:cubicBezTo>
                    <a:pt x="127034" y="129226"/>
                    <a:pt x="142857" y="129814"/>
                    <a:pt x="153203" y="130109"/>
                  </a:cubicBezTo>
                  <a:lnTo>
                    <a:pt x="153203" y="120989"/>
                  </a:lnTo>
                  <a:cubicBezTo>
                    <a:pt x="137380" y="120989"/>
                    <a:pt x="129773" y="120989"/>
                    <a:pt x="129469" y="112164"/>
                  </a:cubicBezTo>
                  <a:lnTo>
                    <a:pt x="129469" y="55977"/>
                  </a:lnTo>
                  <a:cubicBezTo>
                    <a:pt x="129469" y="30679"/>
                    <a:pt x="129469" y="21559"/>
                    <a:pt x="120036" y="10969"/>
                  </a:cubicBezTo>
                  <a:cubicBezTo>
                    <a:pt x="115776" y="5968"/>
                    <a:pt x="105735" y="85"/>
                    <a:pt x="88086" y="85"/>
                  </a:cubicBezTo>
                  <a:cubicBezTo>
                    <a:pt x="65873" y="85"/>
                    <a:pt x="51572" y="12734"/>
                    <a:pt x="43052" y="30973"/>
                  </a:cubicBezTo>
                  <a:lnTo>
                    <a:pt x="43052" y="85"/>
                  </a:lnTo>
                  <a:lnTo>
                    <a:pt x="148" y="3321"/>
                  </a:lnTo>
                  <a:lnTo>
                    <a:pt x="148" y="12440"/>
                  </a:lnTo>
                  <a:cubicBezTo>
                    <a:pt x="21448" y="12440"/>
                    <a:pt x="23882" y="14499"/>
                    <a:pt x="23882" y="28914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079F7344-76E6-0B94-1253-6D16D4D2A20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159240" y="4830712"/>
              <a:ext cx="156766" cy="148880"/>
            </a:xfrm>
            <a:custGeom>
              <a:avLst/>
              <a:gdLst>
                <a:gd name="csX0" fmla="*/ 156909 w 156766"/>
                <a:gd name="csY0" fmla="*/ 75252 h 148880"/>
                <a:gd name="csX1" fmla="*/ 78526 w 156766"/>
                <a:gd name="csY1" fmla="*/ 91 h 148880"/>
                <a:gd name="csX2" fmla="*/ 142 w 156766"/>
                <a:gd name="csY2" fmla="*/ 75252 h 148880"/>
                <a:gd name="csX3" fmla="*/ 78526 w 156766"/>
                <a:gd name="csY3" fmla="*/ 148971 h 148880"/>
                <a:gd name="csX4" fmla="*/ 156909 w 156766"/>
                <a:gd name="csY4" fmla="*/ 75252 h 148880"/>
                <a:gd name="csX5" fmla="*/ 78526 w 156766"/>
                <a:gd name="csY5" fmla="*/ 142794 h 148880"/>
                <a:gd name="csX6" fmla="*/ 21442 w 156766"/>
                <a:gd name="csY6" fmla="*/ 75046 h 148880"/>
                <a:gd name="csX7" fmla="*/ 78526 w 156766"/>
                <a:gd name="csY7" fmla="*/ 5857 h 148880"/>
                <a:gd name="csX8" fmla="*/ 135609 w 156766"/>
                <a:gd name="csY8" fmla="*/ 75046 h 148880"/>
                <a:gd name="csX9" fmla="*/ 78526 w 156766"/>
                <a:gd name="csY9" fmla="*/ 142794 h 148880"/>
                <a:gd name="csX10" fmla="*/ 122190 w 156766"/>
                <a:gd name="csY10" fmla="*/ 58778 h 148880"/>
                <a:gd name="csX11" fmla="*/ 114949 w 156766"/>
                <a:gd name="csY11" fmla="*/ 58778 h 148880"/>
                <a:gd name="csX12" fmla="*/ 114949 w 156766"/>
                <a:gd name="csY12" fmla="*/ 65780 h 148880"/>
                <a:gd name="csX13" fmla="*/ 42103 w 156766"/>
                <a:gd name="csY13" fmla="*/ 65780 h 148880"/>
                <a:gd name="csX14" fmla="*/ 42103 w 156766"/>
                <a:gd name="csY14" fmla="*/ 58778 h 148880"/>
                <a:gd name="csX15" fmla="*/ 34861 w 156766"/>
                <a:gd name="csY15" fmla="*/ 58778 h 148880"/>
                <a:gd name="csX16" fmla="*/ 34861 w 156766"/>
                <a:gd name="csY16" fmla="*/ 89666 h 148880"/>
                <a:gd name="csX17" fmla="*/ 42103 w 156766"/>
                <a:gd name="csY17" fmla="*/ 89666 h 148880"/>
                <a:gd name="csX18" fmla="*/ 42103 w 156766"/>
                <a:gd name="csY18" fmla="*/ 82665 h 148880"/>
                <a:gd name="csX19" fmla="*/ 114949 w 156766"/>
                <a:gd name="csY19" fmla="*/ 82665 h 148880"/>
                <a:gd name="csX20" fmla="*/ 114949 w 156766"/>
                <a:gd name="csY20" fmla="*/ 89666 h 148880"/>
                <a:gd name="csX21" fmla="*/ 122190 w 156766"/>
                <a:gd name="csY21" fmla="*/ 89666 h 148880"/>
                <a:gd name="csX22" fmla="*/ 122190 w 156766"/>
                <a:gd name="csY22" fmla="*/ 58778 h 148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766" h="148880">
                  <a:moveTo>
                    <a:pt x="156909" y="75252"/>
                  </a:moveTo>
                  <a:cubicBezTo>
                    <a:pt x="156909" y="34068"/>
                    <a:pt x="121977" y="91"/>
                    <a:pt x="78526" y="91"/>
                  </a:cubicBezTo>
                  <a:cubicBezTo>
                    <a:pt x="34861" y="91"/>
                    <a:pt x="142" y="34068"/>
                    <a:pt x="142" y="75252"/>
                  </a:cubicBezTo>
                  <a:cubicBezTo>
                    <a:pt x="142" y="115612"/>
                    <a:pt x="34861" y="148971"/>
                    <a:pt x="78526" y="148971"/>
                  </a:cubicBezTo>
                  <a:cubicBezTo>
                    <a:pt x="122190" y="148971"/>
                    <a:pt x="156909" y="115612"/>
                    <a:pt x="156909" y="75252"/>
                  </a:cubicBezTo>
                  <a:close/>
                  <a:moveTo>
                    <a:pt x="78526" y="142794"/>
                  </a:moveTo>
                  <a:cubicBezTo>
                    <a:pt x="52753" y="142794"/>
                    <a:pt x="21442" y="123437"/>
                    <a:pt x="21442" y="75046"/>
                  </a:cubicBezTo>
                  <a:cubicBezTo>
                    <a:pt x="21442" y="26655"/>
                    <a:pt x="52114" y="5857"/>
                    <a:pt x="78526" y="5857"/>
                  </a:cubicBezTo>
                  <a:cubicBezTo>
                    <a:pt x="104938" y="5857"/>
                    <a:pt x="135609" y="26655"/>
                    <a:pt x="135609" y="75046"/>
                  </a:cubicBezTo>
                  <a:cubicBezTo>
                    <a:pt x="135609" y="123643"/>
                    <a:pt x="104086" y="142794"/>
                    <a:pt x="78526" y="142794"/>
                  </a:cubicBezTo>
                  <a:close/>
                  <a:moveTo>
                    <a:pt x="122190" y="58778"/>
                  </a:moveTo>
                  <a:lnTo>
                    <a:pt x="114949" y="58778"/>
                  </a:lnTo>
                  <a:lnTo>
                    <a:pt x="114949" y="65780"/>
                  </a:lnTo>
                  <a:lnTo>
                    <a:pt x="42103" y="65780"/>
                  </a:lnTo>
                  <a:lnTo>
                    <a:pt x="42103" y="58778"/>
                  </a:lnTo>
                  <a:lnTo>
                    <a:pt x="34861" y="58778"/>
                  </a:lnTo>
                  <a:lnTo>
                    <a:pt x="34861" y="89666"/>
                  </a:lnTo>
                  <a:lnTo>
                    <a:pt x="42103" y="89666"/>
                  </a:lnTo>
                  <a:lnTo>
                    <a:pt x="42103" y="82665"/>
                  </a:lnTo>
                  <a:lnTo>
                    <a:pt x="114949" y="82665"/>
                  </a:lnTo>
                  <a:lnTo>
                    <a:pt x="114949" y="89666"/>
                  </a:lnTo>
                  <a:lnTo>
                    <a:pt x="122190" y="89666"/>
                  </a:lnTo>
                  <a:lnTo>
                    <a:pt x="122190" y="58778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64D52B98-7E99-712A-60BC-11029BD322FC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559051" y="4506268"/>
              <a:ext cx="405001" cy="411840"/>
            </a:xfrm>
            <a:custGeom>
              <a:avLst/>
              <a:gdLst>
                <a:gd name="csX0" fmla="*/ 368338 w 405001"/>
                <a:gd name="csY0" fmla="*/ 411916 h 411840"/>
                <a:gd name="csX1" fmla="*/ 405157 w 405001"/>
                <a:gd name="csY1" fmla="*/ 317781 h 411840"/>
                <a:gd name="csX2" fmla="*/ 397550 w 405001"/>
                <a:gd name="csY2" fmla="*/ 317781 h 411840"/>
                <a:gd name="csX3" fmla="*/ 318436 w 405001"/>
                <a:gd name="csY3" fmla="*/ 377204 h 411840"/>
                <a:gd name="csX4" fmla="*/ 223804 w 405001"/>
                <a:gd name="csY4" fmla="*/ 386323 h 411840"/>
                <a:gd name="csX5" fmla="*/ 40321 w 405001"/>
                <a:gd name="csY5" fmla="*/ 386323 h 411840"/>
                <a:gd name="csX6" fmla="*/ 195201 w 405001"/>
                <a:gd name="csY6" fmla="*/ 210702 h 411840"/>
                <a:gd name="csX7" fmla="*/ 197940 w 405001"/>
                <a:gd name="csY7" fmla="*/ 205996 h 411840"/>
                <a:gd name="csX8" fmla="*/ 195810 w 405001"/>
                <a:gd name="csY8" fmla="*/ 201583 h 411840"/>
                <a:gd name="csX9" fmla="*/ 54014 w 405001"/>
                <a:gd name="csY9" fmla="*/ 14195 h 411840"/>
                <a:gd name="csX10" fmla="*/ 220761 w 405001"/>
                <a:gd name="csY10" fmla="*/ 14195 h 411840"/>
                <a:gd name="csX11" fmla="*/ 291963 w 405001"/>
                <a:gd name="csY11" fmla="*/ 18902 h 411840"/>
                <a:gd name="csX12" fmla="*/ 358906 w 405001"/>
                <a:gd name="csY12" fmla="*/ 40965 h 411840"/>
                <a:gd name="csX13" fmla="*/ 397550 w 405001"/>
                <a:gd name="csY13" fmla="*/ 82738 h 411840"/>
                <a:gd name="csX14" fmla="*/ 405157 w 405001"/>
                <a:gd name="csY14" fmla="*/ 82738 h 411840"/>
                <a:gd name="csX15" fmla="*/ 368338 w 405001"/>
                <a:gd name="csY15" fmla="*/ 75 h 411840"/>
                <a:gd name="csX16" fmla="*/ 8675 w 405001"/>
                <a:gd name="csY16" fmla="*/ 75 h 411840"/>
                <a:gd name="csX17" fmla="*/ 460 w 405001"/>
                <a:gd name="csY17" fmla="*/ 2134 h 411840"/>
                <a:gd name="csX18" fmla="*/ 155 w 405001"/>
                <a:gd name="csY18" fmla="*/ 11842 h 411840"/>
                <a:gd name="csX19" fmla="*/ 161121 w 405001"/>
                <a:gd name="csY19" fmla="*/ 224823 h 411840"/>
                <a:gd name="csX20" fmla="*/ 3503 w 405001"/>
                <a:gd name="csY20" fmla="*/ 403385 h 411840"/>
                <a:gd name="csX21" fmla="*/ 460 w 405001"/>
                <a:gd name="csY21" fmla="*/ 408680 h 411840"/>
                <a:gd name="csX22" fmla="*/ 8675 w 405001"/>
                <a:gd name="csY22" fmla="*/ 411916 h 411840"/>
                <a:gd name="csX23" fmla="*/ 368338 w 405001"/>
                <a:gd name="csY23" fmla="*/ 411916 h 411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5001" h="411840">
                  <a:moveTo>
                    <a:pt x="368338" y="411916"/>
                  </a:moveTo>
                  <a:lnTo>
                    <a:pt x="405157" y="317781"/>
                  </a:lnTo>
                  <a:lnTo>
                    <a:pt x="397550" y="317781"/>
                  </a:lnTo>
                  <a:cubicBezTo>
                    <a:pt x="385683" y="348375"/>
                    <a:pt x="353428" y="368378"/>
                    <a:pt x="318436" y="377204"/>
                  </a:cubicBezTo>
                  <a:cubicBezTo>
                    <a:pt x="312046" y="378674"/>
                    <a:pt x="282226" y="386323"/>
                    <a:pt x="223804" y="386323"/>
                  </a:cubicBezTo>
                  <a:lnTo>
                    <a:pt x="40321" y="386323"/>
                  </a:lnTo>
                  <a:lnTo>
                    <a:pt x="195201" y="210702"/>
                  </a:lnTo>
                  <a:cubicBezTo>
                    <a:pt x="197331" y="208349"/>
                    <a:pt x="197940" y="207466"/>
                    <a:pt x="197940" y="205996"/>
                  </a:cubicBezTo>
                  <a:cubicBezTo>
                    <a:pt x="197940" y="205407"/>
                    <a:pt x="197940" y="204525"/>
                    <a:pt x="195810" y="201583"/>
                  </a:cubicBezTo>
                  <a:lnTo>
                    <a:pt x="54014" y="14195"/>
                  </a:lnTo>
                  <a:lnTo>
                    <a:pt x="220761" y="14195"/>
                  </a:lnTo>
                  <a:cubicBezTo>
                    <a:pt x="261535" y="14195"/>
                    <a:pt x="289225" y="18314"/>
                    <a:pt x="291963" y="18902"/>
                  </a:cubicBezTo>
                  <a:cubicBezTo>
                    <a:pt x="308395" y="21256"/>
                    <a:pt x="334867" y="26257"/>
                    <a:pt x="358906" y="40965"/>
                  </a:cubicBezTo>
                  <a:cubicBezTo>
                    <a:pt x="366513" y="45672"/>
                    <a:pt x="387204" y="58910"/>
                    <a:pt x="397550" y="82738"/>
                  </a:cubicBezTo>
                  <a:lnTo>
                    <a:pt x="405157" y="82738"/>
                  </a:lnTo>
                  <a:lnTo>
                    <a:pt x="368338" y="75"/>
                  </a:lnTo>
                  <a:lnTo>
                    <a:pt x="8675" y="75"/>
                  </a:lnTo>
                  <a:cubicBezTo>
                    <a:pt x="1677" y="75"/>
                    <a:pt x="1373" y="369"/>
                    <a:pt x="460" y="2134"/>
                  </a:cubicBezTo>
                  <a:cubicBezTo>
                    <a:pt x="155" y="3017"/>
                    <a:pt x="155" y="8606"/>
                    <a:pt x="155" y="11842"/>
                  </a:cubicBezTo>
                  <a:lnTo>
                    <a:pt x="161121" y="224823"/>
                  </a:lnTo>
                  <a:lnTo>
                    <a:pt x="3503" y="403385"/>
                  </a:lnTo>
                  <a:cubicBezTo>
                    <a:pt x="460" y="406915"/>
                    <a:pt x="460" y="408386"/>
                    <a:pt x="460" y="408680"/>
                  </a:cubicBezTo>
                  <a:cubicBezTo>
                    <a:pt x="460" y="411916"/>
                    <a:pt x="3198" y="411916"/>
                    <a:pt x="8675" y="411916"/>
                  </a:cubicBezTo>
                  <a:lnTo>
                    <a:pt x="368338" y="411916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BDEF22C-6BD3-5F8E-A15A-381268C6CE14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728738" y="4996291"/>
              <a:ext cx="64538" cy="138584"/>
            </a:xfrm>
            <a:custGeom>
              <a:avLst/>
              <a:gdLst>
                <a:gd name="csX0" fmla="*/ 59162 w 64538"/>
                <a:gd name="csY0" fmla="*/ 7921 h 138584"/>
                <a:gd name="csX1" fmla="*/ 50642 w 64538"/>
                <a:gd name="csY1" fmla="*/ 96 h 138584"/>
                <a:gd name="csX2" fmla="*/ 38714 w 64538"/>
                <a:gd name="csY2" fmla="*/ 11422 h 138584"/>
                <a:gd name="csX3" fmla="*/ 47234 w 64538"/>
                <a:gd name="csY3" fmla="*/ 19247 h 138584"/>
                <a:gd name="csX4" fmla="*/ 59162 w 64538"/>
                <a:gd name="csY4" fmla="*/ 7921 h 138584"/>
                <a:gd name="csX5" fmla="*/ 15710 w 64538"/>
                <a:gd name="csY5" fmla="*/ 112529 h 138584"/>
                <a:gd name="csX6" fmla="*/ 13793 w 64538"/>
                <a:gd name="csY6" fmla="*/ 121178 h 138584"/>
                <a:gd name="csX7" fmla="*/ 34028 w 64538"/>
                <a:gd name="csY7" fmla="*/ 138681 h 138584"/>
                <a:gd name="csX8" fmla="*/ 64700 w 64538"/>
                <a:gd name="csY8" fmla="*/ 107175 h 138584"/>
                <a:gd name="csX9" fmla="*/ 61292 w 64538"/>
                <a:gd name="csY9" fmla="*/ 104498 h 138584"/>
                <a:gd name="csX10" fmla="*/ 57245 w 64538"/>
                <a:gd name="csY10" fmla="*/ 107999 h 138584"/>
                <a:gd name="csX11" fmla="*/ 34667 w 64538"/>
                <a:gd name="csY11" fmla="*/ 132915 h 138584"/>
                <a:gd name="csX12" fmla="*/ 29342 w 64538"/>
                <a:gd name="csY12" fmla="*/ 125708 h 138584"/>
                <a:gd name="csX13" fmla="*/ 32750 w 64538"/>
                <a:gd name="csY13" fmla="*/ 112529 h 138584"/>
                <a:gd name="csX14" fmla="*/ 39566 w 64538"/>
                <a:gd name="csY14" fmla="*/ 96055 h 138584"/>
                <a:gd name="csX15" fmla="*/ 50003 w 64538"/>
                <a:gd name="csY15" fmla="*/ 69903 h 138584"/>
                <a:gd name="csX16" fmla="*/ 51281 w 64538"/>
                <a:gd name="csY16" fmla="*/ 63314 h 138584"/>
                <a:gd name="csX17" fmla="*/ 31046 w 64538"/>
                <a:gd name="csY17" fmla="*/ 45811 h 138584"/>
                <a:gd name="csX18" fmla="*/ 161 w 64538"/>
                <a:gd name="csY18" fmla="*/ 77317 h 138584"/>
                <a:gd name="csX19" fmla="*/ 3782 w 64538"/>
                <a:gd name="csY19" fmla="*/ 79994 h 138584"/>
                <a:gd name="csX20" fmla="*/ 7616 w 64538"/>
                <a:gd name="csY20" fmla="*/ 76699 h 138584"/>
                <a:gd name="csX21" fmla="*/ 30407 w 64538"/>
                <a:gd name="csY21" fmla="*/ 51577 h 138584"/>
                <a:gd name="csX22" fmla="*/ 35732 w 64538"/>
                <a:gd name="csY22" fmla="*/ 58784 h 138584"/>
                <a:gd name="csX23" fmla="*/ 29129 w 64538"/>
                <a:gd name="csY23" fmla="*/ 79376 h 138584"/>
                <a:gd name="csX24" fmla="*/ 15710 w 64538"/>
                <a:gd name="csY24" fmla="*/ 112529 h 138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538" h="138584">
                  <a:moveTo>
                    <a:pt x="59162" y="7921"/>
                  </a:moveTo>
                  <a:cubicBezTo>
                    <a:pt x="59162" y="4627"/>
                    <a:pt x="56606" y="96"/>
                    <a:pt x="50642" y="96"/>
                  </a:cubicBezTo>
                  <a:cubicBezTo>
                    <a:pt x="44891" y="96"/>
                    <a:pt x="38714" y="5450"/>
                    <a:pt x="38714" y="11422"/>
                  </a:cubicBezTo>
                  <a:cubicBezTo>
                    <a:pt x="38714" y="14923"/>
                    <a:pt x="41483" y="19247"/>
                    <a:pt x="47234" y="19247"/>
                  </a:cubicBezTo>
                  <a:cubicBezTo>
                    <a:pt x="53411" y="19247"/>
                    <a:pt x="59162" y="13481"/>
                    <a:pt x="59162" y="7921"/>
                  </a:cubicBezTo>
                  <a:close/>
                  <a:moveTo>
                    <a:pt x="15710" y="112529"/>
                  </a:moveTo>
                  <a:cubicBezTo>
                    <a:pt x="14858" y="115206"/>
                    <a:pt x="13793" y="117677"/>
                    <a:pt x="13793" y="121178"/>
                  </a:cubicBezTo>
                  <a:cubicBezTo>
                    <a:pt x="13793" y="130856"/>
                    <a:pt x="22313" y="138681"/>
                    <a:pt x="34028" y="138681"/>
                  </a:cubicBezTo>
                  <a:cubicBezTo>
                    <a:pt x="55328" y="138681"/>
                    <a:pt x="64700" y="110264"/>
                    <a:pt x="64700" y="107175"/>
                  </a:cubicBezTo>
                  <a:cubicBezTo>
                    <a:pt x="64700" y="104498"/>
                    <a:pt x="61931" y="104498"/>
                    <a:pt x="61292" y="104498"/>
                  </a:cubicBezTo>
                  <a:cubicBezTo>
                    <a:pt x="58310" y="104498"/>
                    <a:pt x="58097" y="105734"/>
                    <a:pt x="57245" y="107999"/>
                  </a:cubicBezTo>
                  <a:cubicBezTo>
                    <a:pt x="52346" y="124472"/>
                    <a:pt x="42974" y="132915"/>
                    <a:pt x="34667" y="132915"/>
                  </a:cubicBezTo>
                  <a:cubicBezTo>
                    <a:pt x="30407" y="132915"/>
                    <a:pt x="29342" y="130238"/>
                    <a:pt x="29342" y="125708"/>
                  </a:cubicBezTo>
                  <a:cubicBezTo>
                    <a:pt x="29342" y="120972"/>
                    <a:pt x="30833" y="117059"/>
                    <a:pt x="32750" y="112529"/>
                  </a:cubicBezTo>
                  <a:cubicBezTo>
                    <a:pt x="34880" y="106969"/>
                    <a:pt x="37223" y="101409"/>
                    <a:pt x="39566" y="96055"/>
                  </a:cubicBezTo>
                  <a:cubicBezTo>
                    <a:pt x="41483" y="91113"/>
                    <a:pt x="49151" y="72374"/>
                    <a:pt x="50003" y="69903"/>
                  </a:cubicBezTo>
                  <a:cubicBezTo>
                    <a:pt x="50642" y="67844"/>
                    <a:pt x="51281" y="65373"/>
                    <a:pt x="51281" y="63314"/>
                  </a:cubicBezTo>
                  <a:cubicBezTo>
                    <a:pt x="51281" y="53636"/>
                    <a:pt x="42761" y="45811"/>
                    <a:pt x="31046" y="45811"/>
                  </a:cubicBezTo>
                  <a:cubicBezTo>
                    <a:pt x="9959" y="45811"/>
                    <a:pt x="161" y="73816"/>
                    <a:pt x="161" y="77317"/>
                  </a:cubicBezTo>
                  <a:cubicBezTo>
                    <a:pt x="161" y="79994"/>
                    <a:pt x="3143" y="79994"/>
                    <a:pt x="3782" y="79994"/>
                  </a:cubicBezTo>
                  <a:cubicBezTo>
                    <a:pt x="6764" y="79994"/>
                    <a:pt x="6977" y="78964"/>
                    <a:pt x="7616" y="76699"/>
                  </a:cubicBezTo>
                  <a:cubicBezTo>
                    <a:pt x="13154" y="58990"/>
                    <a:pt x="22526" y="51577"/>
                    <a:pt x="30407" y="51577"/>
                  </a:cubicBezTo>
                  <a:cubicBezTo>
                    <a:pt x="33815" y="51577"/>
                    <a:pt x="35732" y="53224"/>
                    <a:pt x="35732" y="58784"/>
                  </a:cubicBezTo>
                  <a:cubicBezTo>
                    <a:pt x="35732" y="63520"/>
                    <a:pt x="34454" y="66609"/>
                    <a:pt x="29129" y="79376"/>
                  </a:cubicBezTo>
                  <a:lnTo>
                    <a:pt x="15710" y="112529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642E922E-F7AE-71E0-1FD3-2DFE1169106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049285" y="4506268"/>
              <a:ext cx="405001" cy="411840"/>
            </a:xfrm>
            <a:custGeom>
              <a:avLst/>
              <a:gdLst>
                <a:gd name="csX0" fmla="*/ 368354 w 405001"/>
                <a:gd name="csY0" fmla="*/ 411916 h 411840"/>
                <a:gd name="csX1" fmla="*/ 405173 w 405001"/>
                <a:gd name="csY1" fmla="*/ 317781 h 411840"/>
                <a:gd name="csX2" fmla="*/ 397566 w 405001"/>
                <a:gd name="csY2" fmla="*/ 317781 h 411840"/>
                <a:gd name="csX3" fmla="*/ 318452 w 405001"/>
                <a:gd name="csY3" fmla="*/ 377204 h 411840"/>
                <a:gd name="csX4" fmla="*/ 223820 w 405001"/>
                <a:gd name="csY4" fmla="*/ 386323 h 411840"/>
                <a:gd name="csX5" fmla="*/ 40337 w 405001"/>
                <a:gd name="csY5" fmla="*/ 386323 h 411840"/>
                <a:gd name="csX6" fmla="*/ 195217 w 405001"/>
                <a:gd name="csY6" fmla="*/ 210702 h 411840"/>
                <a:gd name="csX7" fmla="*/ 197956 w 405001"/>
                <a:gd name="csY7" fmla="*/ 205996 h 411840"/>
                <a:gd name="csX8" fmla="*/ 195826 w 405001"/>
                <a:gd name="csY8" fmla="*/ 201583 h 411840"/>
                <a:gd name="csX9" fmla="*/ 54030 w 405001"/>
                <a:gd name="csY9" fmla="*/ 14195 h 411840"/>
                <a:gd name="csX10" fmla="*/ 220777 w 405001"/>
                <a:gd name="csY10" fmla="*/ 14195 h 411840"/>
                <a:gd name="csX11" fmla="*/ 291979 w 405001"/>
                <a:gd name="csY11" fmla="*/ 18902 h 411840"/>
                <a:gd name="csX12" fmla="*/ 358922 w 405001"/>
                <a:gd name="csY12" fmla="*/ 40965 h 411840"/>
                <a:gd name="csX13" fmla="*/ 397566 w 405001"/>
                <a:gd name="csY13" fmla="*/ 82738 h 411840"/>
                <a:gd name="csX14" fmla="*/ 405173 w 405001"/>
                <a:gd name="csY14" fmla="*/ 82738 h 411840"/>
                <a:gd name="csX15" fmla="*/ 368354 w 405001"/>
                <a:gd name="csY15" fmla="*/ 75 h 411840"/>
                <a:gd name="csX16" fmla="*/ 8691 w 405001"/>
                <a:gd name="csY16" fmla="*/ 75 h 411840"/>
                <a:gd name="csX17" fmla="*/ 476 w 405001"/>
                <a:gd name="csY17" fmla="*/ 2134 h 411840"/>
                <a:gd name="csX18" fmla="*/ 171 w 405001"/>
                <a:gd name="csY18" fmla="*/ 11842 h 411840"/>
                <a:gd name="csX19" fmla="*/ 161137 w 405001"/>
                <a:gd name="csY19" fmla="*/ 224823 h 411840"/>
                <a:gd name="csX20" fmla="*/ 3519 w 405001"/>
                <a:gd name="csY20" fmla="*/ 403385 h 411840"/>
                <a:gd name="csX21" fmla="*/ 476 w 405001"/>
                <a:gd name="csY21" fmla="*/ 408680 h 411840"/>
                <a:gd name="csX22" fmla="*/ 8691 w 405001"/>
                <a:gd name="csY22" fmla="*/ 411916 h 411840"/>
                <a:gd name="csX23" fmla="*/ 368354 w 405001"/>
                <a:gd name="csY23" fmla="*/ 411916 h 411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5001" h="411840">
                  <a:moveTo>
                    <a:pt x="368354" y="411916"/>
                  </a:moveTo>
                  <a:lnTo>
                    <a:pt x="405173" y="317781"/>
                  </a:lnTo>
                  <a:lnTo>
                    <a:pt x="397566" y="317781"/>
                  </a:lnTo>
                  <a:cubicBezTo>
                    <a:pt x="385699" y="348375"/>
                    <a:pt x="353445" y="368378"/>
                    <a:pt x="318452" y="377204"/>
                  </a:cubicBezTo>
                  <a:cubicBezTo>
                    <a:pt x="312062" y="378674"/>
                    <a:pt x="282242" y="386323"/>
                    <a:pt x="223820" y="386323"/>
                  </a:cubicBezTo>
                  <a:lnTo>
                    <a:pt x="40337" y="386323"/>
                  </a:lnTo>
                  <a:lnTo>
                    <a:pt x="195217" y="210702"/>
                  </a:lnTo>
                  <a:cubicBezTo>
                    <a:pt x="197347" y="208349"/>
                    <a:pt x="197956" y="207466"/>
                    <a:pt x="197956" y="205996"/>
                  </a:cubicBezTo>
                  <a:cubicBezTo>
                    <a:pt x="197956" y="205407"/>
                    <a:pt x="197956" y="204525"/>
                    <a:pt x="195826" y="201583"/>
                  </a:cubicBezTo>
                  <a:lnTo>
                    <a:pt x="54030" y="14195"/>
                  </a:lnTo>
                  <a:lnTo>
                    <a:pt x="220777" y="14195"/>
                  </a:lnTo>
                  <a:cubicBezTo>
                    <a:pt x="261551" y="14195"/>
                    <a:pt x="289241" y="18314"/>
                    <a:pt x="291979" y="18902"/>
                  </a:cubicBezTo>
                  <a:cubicBezTo>
                    <a:pt x="308411" y="21256"/>
                    <a:pt x="334883" y="26257"/>
                    <a:pt x="358922" y="40965"/>
                  </a:cubicBezTo>
                  <a:cubicBezTo>
                    <a:pt x="366529" y="45672"/>
                    <a:pt x="387220" y="58910"/>
                    <a:pt x="397566" y="82738"/>
                  </a:cubicBezTo>
                  <a:lnTo>
                    <a:pt x="405173" y="82738"/>
                  </a:lnTo>
                  <a:lnTo>
                    <a:pt x="368354" y="75"/>
                  </a:lnTo>
                  <a:lnTo>
                    <a:pt x="8691" y="75"/>
                  </a:lnTo>
                  <a:cubicBezTo>
                    <a:pt x="1693" y="75"/>
                    <a:pt x="1389" y="369"/>
                    <a:pt x="476" y="2134"/>
                  </a:cubicBezTo>
                  <a:cubicBezTo>
                    <a:pt x="171" y="3017"/>
                    <a:pt x="171" y="8606"/>
                    <a:pt x="171" y="11842"/>
                  </a:cubicBezTo>
                  <a:lnTo>
                    <a:pt x="161137" y="224823"/>
                  </a:lnTo>
                  <a:lnTo>
                    <a:pt x="3519" y="403385"/>
                  </a:lnTo>
                  <a:cubicBezTo>
                    <a:pt x="476" y="406915"/>
                    <a:pt x="476" y="408386"/>
                    <a:pt x="476" y="408680"/>
                  </a:cubicBezTo>
                  <a:cubicBezTo>
                    <a:pt x="476" y="411916"/>
                    <a:pt x="3214" y="411916"/>
                    <a:pt x="8691" y="411916"/>
                  </a:cubicBezTo>
                  <a:lnTo>
                    <a:pt x="368354" y="411916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8DF0D3BF-C92F-D373-4058-759078CEBD79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195508" y="4996291"/>
              <a:ext cx="93506" cy="178532"/>
            </a:xfrm>
            <a:custGeom>
              <a:avLst/>
              <a:gdLst>
                <a:gd name="csX0" fmla="*/ 93683 w 93506"/>
                <a:gd name="csY0" fmla="*/ 7921 h 178532"/>
                <a:gd name="csX1" fmla="*/ 85163 w 93506"/>
                <a:gd name="csY1" fmla="*/ 96 h 178532"/>
                <a:gd name="csX2" fmla="*/ 73235 w 93506"/>
                <a:gd name="csY2" fmla="*/ 11422 h 178532"/>
                <a:gd name="csX3" fmla="*/ 81755 w 93506"/>
                <a:gd name="csY3" fmla="*/ 19247 h 178532"/>
                <a:gd name="csX4" fmla="*/ 93683 w 93506"/>
                <a:gd name="csY4" fmla="*/ 7921 h 178532"/>
                <a:gd name="csX5" fmla="*/ 48527 w 93506"/>
                <a:gd name="csY5" fmla="*/ 146712 h 178532"/>
                <a:gd name="csX6" fmla="*/ 21051 w 93506"/>
                <a:gd name="csY6" fmla="*/ 172864 h 178532"/>
                <a:gd name="csX7" fmla="*/ 13383 w 93506"/>
                <a:gd name="csY7" fmla="*/ 171628 h 178532"/>
                <a:gd name="csX8" fmla="*/ 20625 w 93506"/>
                <a:gd name="csY8" fmla="*/ 161126 h 178532"/>
                <a:gd name="csX9" fmla="*/ 12318 w 93506"/>
                <a:gd name="csY9" fmla="*/ 153507 h 178532"/>
                <a:gd name="csX10" fmla="*/ 177 w 93506"/>
                <a:gd name="csY10" fmla="*/ 165656 h 178532"/>
                <a:gd name="csX11" fmla="*/ 21264 w 93506"/>
                <a:gd name="csY11" fmla="*/ 178629 h 178532"/>
                <a:gd name="csX12" fmla="*/ 65567 w 93506"/>
                <a:gd name="csY12" fmla="*/ 146094 h 178532"/>
                <a:gd name="csX13" fmla="*/ 84737 w 93506"/>
                <a:gd name="csY13" fmla="*/ 72374 h 178532"/>
                <a:gd name="csX14" fmla="*/ 85802 w 93506"/>
                <a:gd name="csY14" fmla="*/ 65167 h 178532"/>
                <a:gd name="csX15" fmla="*/ 63011 w 93506"/>
                <a:gd name="csY15" fmla="*/ 45811 h 178532"/>
                <a:gd name="csX16" fmla="*/ 25737 w 93506"/>
                <a:gd name="csY16" fmla="*/ 77317 h 178532"/>
                <a:gd name="csX17" fmla="*/ 29358 w 93506"/>
                <a:gd name="csY17" fmla="*/ 79994 h 178532"/>
                <a:gd name="csX18" fmla="*/ 33618 w 93506"/>
                <a:gd name="csY18" fmla="*/ 76287 h 178532"/>
                <a:gd name="csX19" fmla="*/ 62372 w 93506"/>
                <a:gd name="csY19" fmla="*/ 51577 h 178532"/>
                <a:gd name="csX20" fmla="*/ 69614 w 93506"/>
                <a:gd name="csY20" fmla="*/ 61667 h 178532"/>
                <a:gd name="csX21" fmla="*/ 68975 w 93506"/>
                <a:gd name="csY21" fmla="*/ 67844 h 178532"/>
                <a:gd name="csX22" fmla="*/ 48527 w 93506"/>
                <a:gd name="csY22" fmla="*/ 146712 h 178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93506" h="178532">
                  <a:moveTo>
                    <a:pt x="93683" y="7921"/>
                  </a:moveTo>
                  <a:cubicBezTo>
                    <a:pt x="93683" y="4421"/>
                    <a:pt x="90914" y="96"/>
                    <a:pt x="85163" y="96"/>
                  </a:cubicBezTo>
                  <a:cubicBezTo>
                    <a:pt x="78986" y="96"/>
                    <a:pt x="73235" y="5862"/>
                    <a:pt x="73235" y="11422"/>
                  </a:cubicBezTo>
                  <a:cubicBezTo>
                    <a:pt x="73235" y="14717"/>
                    <a:pt x="75791" y="19247"/>
                    <a:pt x="81755" y="19247"/>
                  </a:cubicBezTo>
                  <a:cubicBezTo>
                    <a:pt x="87506" y="19247"/>
                    <a:pt x="93683" y="13893"/>
                    <a:pt x="93683" y="7921"/>
                  </a:cubicBezTo>
                  <a:close/>
                  <a:moveTo>
                    <a:pt x="48527" y="146712"/>
                  </a:moveTo>
                  <a:cubicBezTo>
                    <a:pt x="44906" y="160920"/>
                    <a:pt x="33618" y="172864"/>
                    <a:pt x="21051" y="172864"/>
                  </a:cubicBezTo>
                  <a:cubicBezTo>
                    <a:pt x="18282" y="172864"/>
                    <a:pt x="15726" y="172452"/>
                    <a:pt x="13383" y="171628"/>
                  </a:cubicBezTo>
                  <a:cubicBezTo>
                    <a:pt x="18921" y="169157"/>
                    <a:pt x="20625" y="164215"/>
                    <a:pt x="20625" y="161126"/>
                  </a:cubicBezTo>
                  <a:cubicBezTo>
                    <a:pt x="20625" y="156184"/>
                    <a:pt x="16578" y="153507"/>
                    <a:pt x="12318" y="153507"/>
                  </a:cubicBezTo>
                  <a:cubicBezTo>
                    <a:pt x="5715" y="153507"/>
                    <a:pt x="177" y="159067"/>
                    <a:pt x="177" y="165656"/>
                  </a:cubicBezTo>
                  <a:cubicBezTo>
                    <a:pt x="177" y="173481"/>
                    <a:pt x="8484" y="178629"/>
                    <a:pt x="21264" y="178629"/>
                  </a:cubicBezTo>
                  <a:cubicBezTo>
                    <a:pt x="34044" y="178629"/>
                    <a:pt x="58964" y="171216"/>
                    <a:pt x="65567" y="146094"/>
                  </a:cubicBezTo>
                  <a:lnTo>
                    <a:pt x="84737" y="72374"/>
                  </a:lnTo>
                  <a:cubicBezTo>
                    <a:pt x="85376" y="70109"/>
                    <a:pt x="85802" y="68256"/>
                    <a:pt x="85802" y="65167"/>
                  </a:cubicBezTo>
                  <a:cubicBezTo>
                    <a:pt x="85802" y="53842"/>
                    <a:pt x="75791" y="45811"/>
                    <a:pt x="63011" y="45811"/>
                  </a:cubicBezTo>
                  <a:cubicBezTo>
                    <a:pt x="39369" y="45811"/>
                    <a:pt x="25737" y="74434"/>
                    <a:pt x="25737" y="77317"/>
                  </a:cubicBezTo>
                  <a:cubicBezTo>
                    <a:pt x="25737" y="79994"/>
                    <a:pt x="28719" y="79994"/>
                    <a:pt x="29358" y="79994"/>
                  </a:cubicBezTo>
                  <a:cubicBezTo>
                    <a:pt x="31914" y="79994"/>
                    <a:pt x="32127" y="79376"/>
                    <a:pt x="33618" y="76287"/>
                  </a:cubicBezTo>
                  <a:cubicBezTo>
                    <a:pt x="38943" y="64344"/>
                    <a:pt x="50018" y="51577"/>
                    <a:pt x="62372" y="51577"/>
                  </a:cubicBezTo>
                  <a:cubicBezTo>
                    <a:pt x="67697" y="51577"/>
                    <a:pt x="69614" y="55077"/>
                    <a:pt x="69614" y="61667"/>
                  </a:cubicBezTo>
                  <a:cubicBezTo>
                    <a:pt x="69614" y="63932"/>
                    <a:pt x="69188" y="66815"/>
                    <a:pt x="68975" y="67844"/>
                  </a:cubicBezTo>
                  <a:lnTo>
                    <a:pt x="48527" y="146712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BB3CDDE7-08D2-4714-C402-D58056B93CD4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47735" y="4706307"/>
              <a:ext cx="185917" cy="11766"/>
            </a:xfrm>
            <a:custGeom>
              <a:avLst/>
              <a:gdLst>
                <a:gd name="csX0" fmla="*/ 175455 w 185917"/>
                <a:gd name="csY0" fmla="*/ 11852 h 11766"/>
                <a:gd name="csX1" fmla="*/ 186105 w 185917"/>
                <a:gd name="csY1" fmla="*/ 5968 h 11766"/>
                <a:gd name="csX2" fmla="*/ 175455 w 185917"/>
                <a:gd name="csY2" fmla="*/ 85 h 11766"/>
                <a:gd name="csX3" fmla="*/ 10837 w 185917"/>
                <a:gd name="csY3" fmla="*/ 85 h 11766"/>
                <a:gd name="csX4" fmla="*/ 188 w 185917"/>
                <a:gd name="csY4" fmla="*/ 5968 h 11766"/>
                <a:gd name="csX5" fmla="*/ 10837 w 185917"/>
                <a:gd name="csY5" fmla="*/ 11852 h 11766"/>
                <a:gd name="csX6" fmla="*/ 175455 w 185917"/>
                <a:gd name="csY6" fmla="*/ 11852 h 117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5917" h="11766">
                  <a:moveTo>
                    <a:pt x="175455" y="11852"/>
                  </a:moveTo>
                  <a:cubicBezTo>
                    <a:pt x="180628" y="11852"/>
                    <a:pt x="186105" y="11852"/>
                    <a:pt x="186105" y="5968"/>
                  </a:cubicBezTo>
                  <a:cubicBezTo>
                    <a:pt x="186105" y="85"/>
                    <a:pt x="180628" y="85"/>
                    <a:pt x="175455" y="85"/>
                  </a:cubicBezTo>
                  <a:lnTo>
                    <a:pt x="10837" y="85"/>
                  </a:lnTo>
                  <a:cubicBezTo>
                    <a:pt x="5665" y="85"/>
                    <a:pt x="188" y="85"/>
                    <a:pt x="188" y="5968"/>
                  </a:cubicBezTo>
                  <a:cubicBezTo>
                    <a:pt x="188" y="11852"/>
                    <a:pt x="5665" y="11852"/>
                    <a:pt x="10837" y="11852"/>
                  </a:cubicBezTo>
                  <a:lnTo>
                    <a:pt x="175455" y="11852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A5F9D4B-A24B-64DA-BB40-61B069B132D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8819899" y="4581578"/>
              <a:ext cx="67550" cy="204155"/>
            </a:xfrm>
            <a:custGeom>
              <a:avLst/>
              <a:gdLst>
                <a:gd name="csX0" fmla="*/ 44014 w 67550"/>
                <a:gd name="csY0" fmla="*/ 85 h 204155"/>
                <a:gd name="csX1" fmla="*/ 197 w 67550"/>
                <a:gd name="csY1" fmla="*/ 3321 h 204155"/>
                <a:gd name="csX2" fmla="*/ 197 w 67550"/>
                <a:gd name="csY2" fmla="*/ 12440 h 204155"/>
                <a:gd name="csX3" fmla="*/ 23931 w 67550"/>
                <a:gd name="csY3" fmla="*/ 28914 h 204155"/>
                <a:gd name="csX4" fmla="*/ 23931 w 67550"/>
                <a:gd name="csY4" fmla="*/ 181883 h 204155"/>
                <a:gd name="csX5" fmla="*/ 197 w 67550"/>
                <a:gd name="csY5" fmla="*/ 195121 h 204155"/>
                <a:gd name="csX6" fmla="*/ 197 w 67550"/>
                <a:gd name="csY6" fmla="*/ 204240 h 204155"/>
                <a:gd name="csX7" fmla="*/ 33972 w 67550"/>
                <a:gd name="csY7" fmla="*/ 203357 h 204155"/>
                <a:gd name="csX8" fmla="*/ 67748 w 67550"/>
                <a:gd name="csY8" fmla="*/ 204240 h 204155"/>
                <a:gd name="csX9" fmla="*/ 67748 w 67550"/>
                <a:gd name="csY9" fmla="*/ 195121 h 204155"/>
                <a:gd name="csX10" fmla="*/ 44014 w 67550"/>
                <a:gd name="csY10" fmla="*/ 181883 h 204155"/>
                <a:gd name="csX11" fmla="*/ 44014 w 67550"/>
                <a:gd name="csY11" fmla="*/ 85 h 2041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7550" h="204155">
                  <a:moveTo>
                    <a:pt x="44014" y="85"/>
                  </a:moveTo>
                  <a:lnTo>
                    <a:pt x="197" y="3321"/>
                  </a:lnTo>
                  <a:lnTo>
                    <a:pt x="197" y="12440"/>
                  </a:lnTo>
                  <a:cubicBezTo>
                    <a:pt x="21497" y="12440"/>
                    <a:pt x="23931" y="14499"/>
                    <a:pt x="23931" y="28914"/>
                  </a:cubicBezTo>
                  <a:lnTo>
                    <a:pt x="23931" y="181883"/>
                  </a:lnTo>
                  <a:cubicBezTo>
                    <a:pt x="23931" y="195121"/>
                    <a:pt x="20584" y="195121"/>
                    <a:pt x="197" y="195121"/>
                  </a:cubicBezTo>
                  <a:lnTo>
                    <a:pt x="197" y="204240"/>
                  </a:lnTo>
                  <a:cubicBezTo>
                    <a:pt x="10238" y="203946"/>
                    <a:pt x="26365" y="203357"/>
                    <a:pt x="33972" y="203357"/>
                  </a:cubicBezTo>
                  <a:cubicBezTo>
                    <a:pt x="41579" y="203357"/>
                    <a:pt x="56489" y="203946"/>
                    <a:pt x="67748" y="204240"/>
                  </a:cubicBezTo>
                  <a:lnTo>
                    <a:pt x="67748" y="195121"/>
                  </a:lnTo>
                  <a:cubicBezTo>
                    <a:pt x="47361" y="195121"/>
                    <a:pt x="44014" y="195121"/>
                    <a:pt x="44014" y="181883"/>
                  </a:cubicBezTo>
                  <a:lnTo>
                    <a:pt x="44014" y="85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89C5559-8083-0712-0374-EE461553162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8902901" y="4653944"/>
              <a:ext cx="134797" cy="135024"/>
            </a:xfrm>
            <a:custGeom>
              <a:avLst/>
              <a:gdLst>
                <a:gd name="csX0" fmla="*/ 134997 w 134797"/>
                <a:gd name="csY0" fmla="*/ 68921 h 135024"/>
                <a:gd name="csX1" fmla="*/ 67751 w 134797"/>
                <a:gd name="csY1" fmla="*/ 85 h 135024"/>
                <a:gd name="csX2" fmla="*/ 200 w 134797"/>
                <a:gd name="csY2" fmla="*/ 68921 h 135024"/>
                <a:gd name="csX3" fmla="*/ 67446 w 134797"/>
                <a:gd name="csY3" fmla="*/ 135110 h 135024"/>
                <a:gd name="csX4" fmla="*/ 134997 w 134797"/>
                <a:gd name="csY4" fmla="*/ 68921 h 135024"/>
                <a:gd name="csX5" fmla="*/ 67751 w 134797"/>
                <a:gd name="csY5" fmla="*/ 127755 h 135024"/>
                <a:gd name="csX6" fmla="*/ 33062 w 134797"/>
                <a:gd name="csY6" fmla="*/ 108046 h 135024"/>
                <a:gd name="csX7" fmla="*/ 25455 w 134797"/>
                <a:gd name="csY7" fmla="*/ 66568 h 135024"/>
                <a:gd name="csX8" fmla="*/ 32758 w 134797"/>
                <a:gd name="csY8" fmla="*/ 26266 h 135024"/>
                <a:gd name="csX9" fmla="*/ 67446 w 134797"/>
                <a:gd name="csY9" fmla="*/ 6556 h 135024"/>
                <a:gd name="csX10" fmla="*/ 101830 w 134797"/>
                <a:gd name="csY10" fmla="*/ 25678 h 135024"/>
                <a:gd name="csX11" fmla="*/ 109742 w 134797"/>
                <a:gd name="csY11" fmla="*/ 66568 h 135024"/>
                <a:gd name="csX12" fmla="*/ 103047 w 134797"/>
                <a:gd name="csY12" fmla="*/ 105987 h 135024"/>
                <a:gd name="csX13" fmla="*/ 67751 w 134797"/>
                <a:gd name="csY13" fmla="*/ 127755 h 1350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4797" h="135024">
                  <a:moveTo>
                    <a:pt x="134997" y="68921"/>
                  </a:moveTo>
                  <a:cubicBezTo>
                    <a:pt x="134997" y="31267"/>
                    <a:pt x="104569" y="85"/>
                    <a:pt x="67751" y="85"/>
                  </a:cubicBezTo>
                  <a:cubicBezTo>
                    <a:pt x="29715" y="85"/>
                    <a:pt x="200" y="32149"/>
                    <a:pt x="200" y="68921"/>
                  </a:cubicBezTo>
                  <a:cubicBezTo>
                    <a:pt x="200" y="106869"/>
                    <a:pt x="31845" y="135110"/>
                    <a:pt x="67446" y="135110"/>
                  </a:cubicBezTo>
                  <a:cubicBezTo>
                    <a:pt x="104265" y="135110"/>
                    <a:pt x="134997" y="106281"/>
                    <a:pt x="134997" y="68921"/>
                  </a:cubicBezTo>
                  <a:close/>
                  <a:moveTo>
                    <a:pt x="67751" y="127755"/>
                  </a:moveTo>
                  <a:cubicBezTo>
                    <a:pt x="54666" y="127755"/>
                    <a:pt x="41278" y="121578"/>
                    <a:pt x="33062" y="108046"/>
                  </a:cubicBezTo>
                  <a:cubicBezTo>
                    <a:pt x="25455" y="95102"/>
                    <a:pt x="25455" y="77158"/>
                    <a:pt x="25455" y="66568"/>
                  </a:cubicBezTo>
                  <a:cubicBezTo>
                    <a:pt x="25455" y="55095"/>
                    <a:pt x="25455" y="39210"/>
                    <a:pt x="32758" y="26266"/>
                  </a:cubicBezTo>
                  <a:cubicBezTo>
                    <a:pt x="40974" y="12734"/>
                    <a:pt x="55275" y="6556"/>
                    <a:pt x="67446" y="6556"/>
                  </a:cubicBezTo>
                  <a:cubicBezTo>
                    <a:pt x="80835" y="6556"/>
                    <a:pt x="93919" y="13028"/>
                    <a:pt x="101830" y="25678"/>
                  </a:cubicBezTo>
                  <a:cubicBezTo>
                    <a:pt x="109742" y="38327"/>
                    <a:pt x="109742" y="55389"/>
                    <a:pt x="109742" y="66568"/>
                  </a:cubicBezTo>
                  <a:cubicBezTo>
                    <a:pt x="109742" y="77158"/>
                    <a:pt x="109742" y="93043"/>
                    <a:pt x="103047" y="105987"/>
                  </a:cubicBezTo>
                  <a:cubicBezTo>
                    <a:pt x="96353" y="119224"/>
                    <a:pt x="82965" y="127755"/>
                    <a:pt x="67751" y="127755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1CFE876E-8720-A592-7873-A7E6EB32DE8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055044" y="4652473"/>
              <a:ext cx="139057" cy="193859"/>
            </a:xfrm>
            <a:custGeom>
              <a:avLst/>
              <a:gdLst>
                <a:gd name="csX0" fmla="*/ 59236 w 139057"/>
                <a:gd name="csY0" fmla="*/ 82747 h 193859"/>
                <a:gd name="csX1" fmla="*/ 32763 w 139057"/>
                <a:gd name="csY1" fmla="*/ 46564 h 193859"/>
                <a:gd name="csX2" fmla="*/ 37632 w 139057"/>
                <a:gd name="csY2" fmla="*/ 21853 h 193859"/>
                <a:gd name="csX3" fmla="*/ 59236 w 139057"/>
                <a:gd name="csY3" fmla="*/ 10087 h 193859"/>
                <a:gd name="csX4" fmla="*/ 85708 w 139057"/>
                <a:gd name="csY4" fmla="*/ 46270 h 193859"/>
                <a:gd name="csX5" fmla="*/ 80840 w 139057"/>
                <a:gd name="csY5" fmla="*/ 70980 h 193859"/>
                <a:gd name="csX6" fmla="*/ 59236 w 139057"/>
                <a:gd name="csY6" fmla="*/ 82747 h 193859"/>
                <a:gd name="csX7" fmla="*/ 23939 w 139057"/>
                <a:gd name="csY7" fmla="*/ 94220 h 193859"/>
                <a:gd name="csX8" fmla="*/ 29112 w 139057"/>
                <a:gd name="csY8" fmla="*/ 80394 h 193859"/>
                <a:gd name="csX9" fmla="*/ 59236 w 139057"/>
                <a:gd name="csY9" fmla="*/ 89513 h 193859"/>
                <a:gd name="csX10" fmla="*/ 108530 w 139057"/>
                <a:gd name="csY10" fmla="*/ 46564 h 193859"/>
                <a:gd name="csX11" fmla="*/ 96054 w 139057"/>
                <a:gd name="csY11" fmla="*/ 18029 h 193859"/>
                <a:gd name="csX12" fmla="*/ 123439 w 139057"/>
                <a:gd name="csY12" fmla="*/ 6556 h 193859"/>
                <a:gd name="csX13" fmla="*/ 126482 w 139057"/>
                <a:gd name="csY13" fmla="*/ 6851 h 193859"/>
                <a:gd name="csX14" fmla="*/ 121614 w 139057"/>
                <a:gd name="csY14" fmla="*/ 14793 h 193859"/>
                <a:gd name="csX15" fmla="*/ 130438 w 139057"/>
                <a:gd name="csY15" fmla="*/ 23324 h 193859"/>
                <a:gd name="csX16" fmla="*/ 139262 w 139057"/>
                <a:gd name="csY16" fmla="*/ 14499 h 193859"/>
                <a:gd name="csX17" fmla="*/ 123744 w 139057"/>
                <a:gd name="csY17" fmla="*/ 85 h 193859"/>
                <a:gd name="csX18" fmla="*/ 91490 w 139057"/>
                <a:gd name="csY18" fmla="*/ 13911 h 193859"/>
                <a:gd name="csX19" fmla="*/ 59236 w 139057"/>
                <a:gd name="csY19" fmla="*/ 3321 h 193859"/>
                <a:gd name="csX20" fmla="*/ 9942 w 139057"/>
                <a:gd name="csY20" fmla="*/ 46270 h 193859"/>
                <a:gd name="csX21" fmla="*/ 24243 w 139057"/>
                <a:gd name="csY21" fmla="*/ 76569 h 193859"/>
                <a:gd name="csX22" fmla="*/ 14810 w 139057"/>
                <a:gd name="csY22" fmla="*/ 100986 h 193859"/>
                <a:gd name="csX23" fmla="*/ 28199 w 139057"/>
                <a:gd name="csY23" fmla="*/ 127167 h 193859"/>
                <a:gd name="csX24" fmla="*/ 205 w 139057"/>
                <a:gd name="csY24" fmla="*/ 156584 h 193859"/>
                <a:gd name="csX25" fmla="*/ 67451 w 139057"/>
                <a:gd name="csY25" fmla="*/ 193944 h 193859"/>
                <a:gd name="csX26" fmla="*/ 135002 w 139057"/>
                <a:gd name="csY26" fmla="*/ 155996 h 193859"/>
                <a:gd name="csX27" fmla="*/ 115224 w 139057"/>
                <a:gd name="csY27" fmla="*/ 122460 h 193859"/>
                <a:gd name="csX28" fmla="*/ 62887 w 139057"/>
                <a:gd name="csY28" fmla="*/ 114223 h 193859"/>
                <a:gd name="csX29" fmla="*/ 40066 w 139057"/>
                <a:gd name="csY29" fmla="*/ 113929 h 193859"/>
                <a:gd name="csX30" fmla="*/ 23939 w 139057"/>
                <a:gd name="csY30" fmla="*/ 94220 h 193859"/>
                <a:gd name="csX31" fmla="*/ 67756 w 139057"/>
                <a:gd name="csY31" fmla="*/ 187178 h 193859"/>
                <a:gd name="csX32" fmla="*/ 16027 w 139057"/>
                <a:gd name="csY32" fmla="*/ 156584 h 193859"/>
                <a:gd name="csX33" fmla="*/ 40979 w 139057"/>
                <a:gd name="csY33" fmla="*/ 131285 h 193859"/>
                <a:gd name="csX34" fmla="*/ 58931 w 139057"/>
                <a:gd name="csY34" fmla="*/ 131285 h 193859"/>
                <a:gd name="csX35" fmla="*/ 119179 w 139057"/>
                <a:gd name="csY35" fmla="*/ 156584 h 193859"/>
                <a:gd name="csX36" fmla="*/ 67756 w 139057"/>
                <a:gd name="csY36" fmla="*/ 187178 h 1938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39057" h="193859">
                  <a:moveTo>
                    <a:pt x="59236" y="82747"/>
                  </a:moveTo>
                  <a:cubicBezTo>
                    <a:pt x="32763" y="82747"/>
                    <a:pt x="32763" y="53330"/>
                    <a:pt x="32763" y="46564"/>
                  </a:cubicBezTo>
                  <a:cubicBezTo>
                    <a:pt x="32763" y="38621"/>
                    <a:pt x="33067" y="29208"/>
                    <a:pt x="37632" y="21853"/>
                  </a:cubicBezTo>
                  <a:cubicBezTo>
                    <a:pt x="40066" y="18323"/>
                    <a:pt x="47064" y="10087"/>
                    <a:pt x="59236" y="10087"/>
                  </a:cubicBezTo>
                  <a:cubicBezTo>
                    <a:pt x="85708" y="10087"/>
                    <a:pt x="85708" y="39504"/>
                    <a:pt x="85708" y="46270"/>
                  </a:cubicBezTo>
                  <a:cubicBezTo>
                    <a:pt x="85708" y="54212"/>
                    <a:pt x="85404" y="63626"/>
                    <a:pt x="80840" y="70980"/>
                  </a:cubicBezTo>
                  <a:cubicBezTo>
                    <a:pt x="78406" y="74510"/>
                    <a:pt x="71407" y="82747"/>
                    <a:pt x="59236" y="82747"/>
                  </a:cubicBezTo>
                  <a:close/>
                  <a:moveTo>
                    <a:pt x="23939" y="94220"/>
                  </a:moveTo>
                  <a:cubicBezTo>
                    <a:pt x="23939" y="93043"/>
                    <a:pt x="23939" y="86277"/>
                    <a:pt x="29112" y="80394"/>
                  </a:cubicBezTo>
                  <a:cubicBezTo>
                    <a:pt x="40979" y="88630"/>
                    <a:pt x="53454" y="89513"/>
                    <a:pt x="59236" y="89513"/>
                  </a:cubicBezTo>
                  <a:cubicBezTo>
                    <a:pt x="87534" y="89513"/>
                    <a:pt x="108530" y="69215"/>
                    <a:pt x="108530" y="46564"/>
                  </a:cubicBezTo>
                  <a:cubicBezTo>
                    <a:pt x="108530" y="35679"/>
                    <a:pt x="103661" y="24795"/>
                    <a:pt x="96054" y="18029"/>
                  </a:cubicBezTo>
                  <a:cubicBezTo>
                    <a:pt x="107008" y="8027"/>
                    <a:pt x="117962" y="6556"/>
                    <a:pt x="123439" y="6556"/>
                  </a:cubicBezTo>
                  <a:cubicBezTo>
                    <a:pt x="124048" y="6556"/>
                    <a:pt x="125569" y="6556"/>
                    <a:pt x="126482" y="6851"/>
                  </a:cubicBezTo>
                  <a:cubicBezTo>
                    <a:pt x="123135" y="8027"/>
                    <a:pt x="121614" y="11263"/>
                    <a:pt x="121614" y="14793"/>
                  </a:cubicBezTo>
                  <a:cubicBezTo>
                    <a:pt x="121614" y="19794"/>
                    <a:pt x="125569" y="23324"/>
                    <a:pt x="130438" y="23324"/>
                  </a:cubicBezTo>
                  <a:cubicBezTo>
                    <a:pt x="133481" y="23324"/>
                    <a:pt x="139262" y="21265"/>
                    <a:pt x="139262" y="14499"/>
                  </a:cubicBezTo>
                  <a:cubicBezTo>
                    <a:pt x="139262" y="9498"/>
                    <a:pt x="135611" y="85"/>
                    <a:pt x="123744" y="85"/>
                  </a:cubicBezTo>
                  <a:cubicBezTo>
                    <a:pt x="117658" y="85"/>
                    <a:pt x="104270" y="1850"/>
                    <a:pt x="91490" y="13911"/>
                  </a:cubicBezTo>
                  <a:cubicBezTo>
                    <a:pt x="78710" y="4203"/>
                    <a:pt x="65930" y="3321"/>
                    <a:pt x="59236" y="3321"/>
                  </a:cubicBezTo>
                  <a:cubicBezTo>
                    <a:pt x="30937" y="3321"/>
                    <a:pt x="9942" y="23618"/>
                    <a:pt x="9942" y="46270"/>
                  </a:cubicBezTo>
                  <a:cubicBezTo>
                    <a:pt x="9942" y="59213"/>
                    <a:pt x="16636" y="70392"/>
                    <a:pt x="24243" y="76569"/>
                  </a:cubicBezTo>
                  <a:cubicBezTo>
                    <a:pt x="20287" y="80982"/>
                    <a:pt x="14810" y="90690"/>
                    <a:pt x="14810" y="100986"/>
                  </a:cubicBezTo>
                  <a:cubicBezTo>
                    <a:pt x="14810" y="110105"/>
                    <a:pt x="18766" y="121283"/>
                    <a:pt x="28199" y="127167"/>
                  </a:cubicBezTo>
                  <a:cubicBezTo>
                    <a:pt x="9942" y="132168"/>
                    <a:pt x="205" y="144817"/>
                    <a:pt x="205" y="156584"/>
                  </a:cubicBezTo>
                  <a:cubicBezTo>
                    <a:pt x="205" y="177764"/>
                    <a:pt x="30329" y="193944"/>
                    <a:pt x="67451" y="193944"/>
                  </a:cubicBezTo>
                  <a:cubicBezTo>
                    <a:pt x="103357" y="193944"/>
                    <a:pt x="135002" y="178941"/>
                    <a:pt x="135002" y="155996"/>
                  </a:cubicBezTo>
                  <a:cubicBezTo>
                    <a:pt x="135002" y="145700"/>
                    <a:pt x="130742" y="130697"/>
                    <a:pt x="115224" y="122460"/>
                  </a:cubicBezTo>
                  <a:cubicBezTo>
                    <a:pt x="99097" y="114223"/>
                    <a:pt x="81448" y="114223"/>
                    <a:pt x="62887" y="114223"/>
                  </a:cubicBezTo>
                  <a:cubicBezTo>
                    <a:pt x="55280" y="114223"/>
                    <a:pt x="42196" y="114223"/>
                    <a:pt x="40066" y="113929"/>
                  </a:cubicBezTo>
                  <a:cubicBezTo>
                    <a:pt x="30329" y="112752"/>
                    <a:pt x="23939" y="103633"/>
                    <a:pt x="23939" y="94220"/>
                  </a:cubicBezTo>
                  <a:close/>
                  <a:moveTo>
                    <a:pt x="67756" y="187178"/>
                  </a:moveTo>
                  <a:cubicBezTo>
                    <a:pt x="37023" y="187178"/>
                    <a:pt x="16027" y="172175"/>
                    <a:pt x="16027" y="156584"/>
                  </a:cubicBezTo>
                  <a:cubicBezTo>
                    <a:pt x="16027" y="143052"/>
                    <a:pt x="27590" y="132168"/>
                    <a:pt x="40979" y="131285"/>
                  </a:cubicBezTo>
                  <a:lnTo>
                    <a:pt x="58931" y="131285"/>
                  </a:lnTo>
                  <a:cubicBezTo>
                    <a:pt x="85100" y="131285"/>
                    <a:pt x="119179" y="131285"/>
                    <a:pt x="119179" y="156584"/>
                  </a:cubicBezTo>
                  <a:cubicBezTo>
                    <a:pt x="119179" y="172469"/>
                    <a:pt x="97575" y="187178"/>
                    <a:pt x="67756" y="187178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4FE38C34-AD8A-9B07-DA16-9714C68FA36B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9265775" y="4584814"/>
              <a:ext cx="217258" cy="200919"/>
            </a:xfrm>
            <a:custGeom>
              <a:avLst/>
              <a:gdLst>
                <a:gd name="csX0" fmla="*/ 80238 w 217258"/>
                <a:gd name="csY0" fmla="*/ 108046 h 200919"/>
                <a:gd name="csX1" fmla="*/ 131966 w 217258"/>
                <a:gd name="csY1" fmla="*/ 108046 h 200919"/>
                <a:gd name="csX2" fmla="*/ 217470 w 217258"/>
                <a:gd name="csY2" fmla="*/ 44505 h 200919"/>
                <a:gd name="csX3" fmla="*/ 157526 w 217258"/>
                <a:gd name="csY3" fmla="*/ 85 h 200919"/>
                <a:gd name="csX4" fmla="*/ 58938 w 217258"/>
                <a:gd name="csY4" fmla="*/ 85 h 200919"/>
                <a:gd name="csX5" fmla="*/ 49810 w 217258"/>
                <a:gd name="csY5" fmla="*/ 5674 h 200919"/>
                <a:gd name="csX6" fmla="*/ 58634 w 217258"/>
                <a:gd name="csY6" fmla="*/ 9204 h 200919"/>
                <a:gd name="csX7" fmla="*/ 71718 w 217258"/>
                <a:gd name="csY7" fmla="*/ 9792 h 200919"/>
                <a:gd name="csX8" fmla="*/ 78412 w 217258"/>
                <a:gd name="csY8" fmla="*/ 14499 h 200919"/>
                <a:gd name="csX9" fmla="*/ 77195 w 217258"/>
                <a:gd name="csY9" fmla="*/ 20088 h 200919"/>
                <a:gd name="csX10" fmla="*/ 36421 w 217258"/>
                <a:gd name="csY10" fmla="*/ 178059 h 200919"/>
                <a:gd name="csX11" fmla="*/ 8731 w 217258"/>
                <a:gd name="csY11" fmla="*/ 191885 h 200919"/>
                <a:gd name="csX12" fmla="*/ 211 w 217258"/>
                <a:gd name="csY12" fmla="*/ 197474 h 200919"/>
                <a:gd name="csX13" fmla="*/ 4776 w 217258"/>
                <a:gd name="csY13" fmla="*/ 201004 h 200919"/>
                <a:gd name="csX14" fmla="*/ 43420 w 217258"/>
                <a:gd name="csY14" fmla="*/ 200122 h 200919"/>
                <a:gd name="csX15" fmla="*/ 62894 w 217258"/>
                <a:gd name="csY15" fmla="*/ 200416 h 200919"/>
                <a:gd name="csX16" fmla="*/ 82672 w 217258"/>
                <a:gd name="csY16" fmla="*/ 201004 h 200919"/>
                <a:gd name="csX17" fmla="*/ 88758 w 217258"/>
                <a:gd name="csY17" fmla="*/ 195121 h 200919"/>
                <a:gd name="csX18" fmla="*/ 80238 w 217258"/>
                <a:gd name="csY18" fmla="*/ 191885 h 200919"/>
                <a:gd name="csX19" fmla="*/ 60460 w 217258"/>
                <a:gd name="csY19" fmla="*/ 186590 h 200919"/>
                <a:gd name="csX20" fmla="*/ 61372 w 217258"/>
                <a:gd name="csY20" fmla="*/ 181589 h 200919"/>
                <a:gd name="csX21" fmla="*/ 80238 w 217258"/>
                <a:gd name="csY21" fmla="*/ 108046 h 200919"/>
                <a:gd name="csX22" fmla="*/ 102146 w 217258"/>
                <a:gd name="csY22" fmla="*/ 20383 h 200919"/>
                <a:gd name="csX23" fmla="*/ 118578 w 217258"/>
                <a:gd name="csY23" fmla="*/ 9204 h 200919"/>
                <a:gd name="csX24" fmla="*/ 147789 w 217258"/>
                <a:gd name="csY24" fmla="*/ 9204 h 200919"/>
                <a:gd name="csX25" fmla="*/ 189171 w 217258"/>
                <a:gd name="csY25" fmla="*/ 37445 h 200919"/>
                <a:gd name="csX26" fmla="*/ 171219 w 217258"/>
                <a:gd name="csY26" fmla="*/ 84806 h 200919"/>
                <a:gd name="csX27" fmla="*/ 124359 w 217258"/>
                <a:gd name="csY27" fmla="*/ 100397 h 200919"/>
                <a:gd name="csX28" fmla="*/ 81455 w 217258"/>
                <a:gd name="csY28" fmla="*/ 100397 h 200919"/>
                <a:gd name="csX29" fmla="*/ 102146 w 217258"/>
                <a:gd name="csY29" fmla="*/ 20383 h 2009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7258" h="200919">
                  <a:moveTo>
                    <a:pt x="80238" y="108046"/>
                  </a:moveTo>
                  <a:lnTo>
                    <a:pt x="131966" y="108046"/>
                  </a:lnTo>
                  <a:cubicBezTo>
                    <a:pt x="175174" y="108046"/>
                    <a:pt x="217470" y="77452"/>
                    <a:pt x="217470" y="44505"/>
                  </a:cubicBezTo>
                  <a:cubicBezTo>
                    <a:pt x="217470" y="21853"/>
                    <a:pt x="197387" y="85"/>
                    <a:pt x="157526" y="85"/>
                  </a:cubicBezTo>
                  <a:lnTo>
                    <a:pt x="58938" y="85"/>
                  </a:lnTo>
                  <a:cubicBezTo>
                    <a:pt x="53157" y="85"/>
                    <a:pt x="49810" y="85"/>
                    <a:pt x="49810" y="5674"/>
                  </a:cubicBezTo>
                  <a:cubicBezTo>
                    <a:pt x="49810" y="9204"/>
                    <a:pt x="52548" y="9204"/>
                    <a:pt x="58634" y="9204"/>
                  </a:cubicBezTo>
                  <a:cubicBezTo>
                    <a:pt x="62590" y="9204"/>
                    <a:pt x="68067" y="9498"/>
                    <a:pt x="71718" y="9792"/>
                  </a:cubicBezTo>
                  <a:cubicBezTo>
                    <a:pt x="76587" y="10381"/>
                    <a:pt x="78412" y="11263"/>
                    <a:pt x="78412" y="14499"/>
                  </a:cubicBezTo>
                  <a:cubicBezTo>
                    <a:pt x="78412" y="15676"/>
                    <a:pt x="78108" y="16558"/>
                    <a:pt x="77195" y="20088"/>
                  </a:cubicBezTo>
                  <a:lnTo>
                    <a:pt x="36421" y="178059"/>
                  </a:lnTo>
                  <a:cubicBezTo>
                    <a:pt x="33378" y="189531"/>
                    <a:pt x="32770" y="191885"/>
                    <a:pt x="8731" y="191885"/>
                  </a:cubicBezTo>
                  <a:cubicBezTo>
                    <a:pt x="3559" y="191885"/>
                    <a:pt x="211" y="191885"/>
                    <a:pt x="211" y="197474"/>
                  </a:cubicBezTo>
                  <a:cubicBezTo>
                    <a:pt x="211" y="201004"/>
                    <a:pt x="3863" y="201004"/>
                    <a:pt x="4776" y="201004"/>
                  </a:cubicBezTo>
                  <a:cubicBezTo>
                    <a:pt x="13296" y="201004"/>
                    <a:pt x="34900" y="200122"/>
                    <a:pt x="43420" y="200122"/>
                  </a:cubicBezTo>
                  <a:cubicBezTo>
                    <a:pt x="49810" y="200122"/>
                    <a:pt x="56504" y="200416"/>
                    <a:pt x="62894" y="200416"/>
                  </a:cubicBezTo>
                  <a:cubicBezTo>
                    <a:pt x="69588" y="200416"/>
                    <a:pt x="76282" y="201004"/>
                    <a:pt x="82672" y="201004"/>
                  </a:cubicBezTo>
                  <a:cubicBezTo>
                    <a:pt x="84802" y="201004"/>
                    <a:pt x="88758" y="201004"/>
                    <a:pt x="88758" y="195121"/>
                  </a:cubicBezTo>
                  <a:cubicBezTo>
                    <a:pt x="88758" y="191885"/>
                    <a:pt x="86019" y="191885"/>
                    <a:pt x="80238" y="191885"/>
                  </a:cubicBezTo>
                  <a:cubicBezTo>
                    <a:pt x="68980" y="191885"/>
                    <a:pt x="60460" y="191885"/>
                    <a:pt x="60460" y="186590"/>
                  </a:cubicBezTo>
                  <a:cubicBezTo>
                    <a:pt x="60460" y="184825"/>
                    <a:pt x="61068" y="183354"/>
                    <a:pt x="61372" y="181589"/>
                  </a:cubicBezTo>
                  <a:lnTo>
                    <a:pt x="80238" y="108046"/>
                  </a:lnTo>
                  <a:close/>
                  <a:moveTo>
                    <a:pt x="102146" y="20383"/>
                  </a:moveTo>
                  <a:cubicBezTo>
                    <a:pt x="104885" y="10087"/>
                    <a:pt x="105494" y="9204"/>
                    <a:pt x="118578" y="9204"/>
                  </a:cubicBezTo>
                  <a:lnTo>
                    <a:pt x="147789" y="9204"/>
                  </a:lnTo>
                  <a:cubicBezTo>
                    <a:pt x="173044" y="9204"/>
                    <a:pt x="189171" y="17147"/>
                    <a:pt x="189171" y="37445"/>
                  </a:cubicBezTo>
                  <a:cubicBezTo>
                    <a:pt x="189171" y="48917"/>
                    <a:pt x="183086" y="74216"/>
                    <a:pt x="171219" y="84806"/>
                  </a:cubicBezTo>
                  <a:cubicBezTo>
                    <a:pt x="156005" y="98044"/>
                    <a:pt x="137748" y="100397"/>
                    <a:pt x="124359" y="100397"/>
                  </a:cubicBezTo>
                  <a:lnTo>
                    <a:pt x="81455" y="100397"/>
                  </a:lnTo>
                  <a:lnTo>
                    <a:pt x="102146" y="20383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1D5E633-19FC-D971-3ACB-CC481560DE30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9463868" y="4685097"/>
              <a:ext cx="156766" cy="148880"/>
            </a:xfrm>
            <a:custGeom>
              <a:avLst/>
              <a:gdLst>
                <a:gd name="csX0" fmla="*/ 156985 w 156766"/>
                <a:gd name="csY0" fmla="*/ 75247 h 148880"/>
                <a:gd name="csX1" fmla="*/ 78601 w 156766"/>
                <a:gd name="csY1" fmla="*/ 86 h 148880"/>
                <a:gd name="csX2" fmla="*/ 218 w 156766"/>
                <a:gd name="csY2" fmla="*/ 75247 h 148880"/>
                <a:gd name="csX3" fmla="*/ 78601 w 156766"/>
                <a:gd name="csY3" fmla="*/ 148967 h 148880"/>
                <a:gd name="csX4" fmla="*/ 156985 w 156766"/>
                <a:gd name="csY4" fmla="*/ 75247 h 148880"/>
                <a:gd name="csX5" fmla="*/ 78601 w 156766"/>
                <a:gd name="csY5" fmla="*/ 142789 h 148880"/>
                <a:gd name="csX6" fmla="*/ 21518 w 156766"/>
                <a:gd name="csY6" fmla="*/ 75041 h 148880"/>
                <a:gd name="csX7" fmla="*/ 78601 w 156766"/>
                <a:gd name="csY7" fmla="*/ 5852 h 148880"/>
                <a:gd name="csX8" fmla="*/ 135685 w 156766"/>
                <a:gd name="csY8" fmla="*/ 75041 h 148880"/>
                <a:gd name="csX9" fmla="*/ 78601 w 156766"/>
                <a:gd name="csY9" fmla="*/ 142789 h 148880"/>
                <a:gd name="csX10" fmla="*/ 122266 w 156766"/>
                <a:gd name="csY10" fmla="*/ 58773 h 148880"/>
                <a:gd name="csX11" fmla="*/ 115024 w 156766"/>
                <a:gd name="csY11" fmla="*/ 58773 h 148880"/>
                <a:gd name="csX12" fmla="*/ 115024 w 156766"/>
                <a:gd name="csY12" fmla="*/ 65775 h 148880"/>
                <a:gd name="csX13" fmla="*/ 42179 w 156766"/>
                <a:gd name="csY13" fmla="*/ 65775 h 148880"/>
                <a:gd name="csX14" fmla="*/ 42179 w 156766"/>
                <a:gd name="csY14" fmla="*/ 58773 h 148880"/>
                <a:gd name="csX15" fmla="*/ 34937 w 156766"/>
                <a:gd name="csY15" fmla="*/ 58773 h 148880"/>
                <a:gd name="csX16" fmla="*/ 34937 w 156766"/>
                <a:gd name="csY16" fmla="*/ 89662 h 148880"/>
                <a:gd name="csX17" fmla="*/ 42179 w 156766"/>
                <a:gd name="csY17" fmla="*/ 89662 h 148880"/>
                <a:gd name="csX18" fmla="*/ 42179 w 156766"/>
                <a:gd name="csY18" fmla="*/ 82660 h 148880"/>
                <a:gd name="csX19" fmla="*/ 115024 w 156766"/>
                <a:gd name="csY19" fmla="*/ 82660 h 148880"/>
                <a:gd name="csX20" fmla="*/ 115024 w 156766"/>
                <a:gd name="csY20" fmla="*/ 89662 h 148880"/>
                <a:gd name="csX21" fmla="*/ 122266 w 156766"/>
                <a:gd name="csY21" fmla="*/ 89662 h 148880"/>
                <a:gd name="csX22" fmla="*/ 122266 w 156766"/>
                <a:gd name="csY22" fmla="*/ 58773 h 148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766" h="148880">
                  <a:moveTo>
                    <a:pt x="156985" y="75247"/>
                  </a:moveTo>
                  <a:cubicBezTo>
                    <a:pt x="156985" y="34063"/>
                    <a:pt x="122053" y="86"/>
                    <a:pt x="78601" y="86"/>
                  </a:cubicBezTo>
                  <a:cubicBezTo>
                    <a:pt x="34937" y="86"/>
                    <a:pt x="218" y="34063"/>
                    <a:pt x="218" y="75247"/>
                  </a:cubicBezTo>
                  <a:cubicBezTo>
                    <a:pt x="218" y="115607"/>
                    <a:pt x="34937" y="148967"/>
                    <a:pt x="78601" y="148967"/>
                  </a:cubicBezTo>
                  <a:cubicBezTo>
                    <a:pt x="122266" y="148967"/>
                    <a:pt x="156985" y="115607"/>
                    <a:pt x="156985" y="75247"/>
                  </a:cubicBezTo>
                  <a:close/>
                  <a:moveTo>
                    <a:pt x="78601" y="142789"/>
                  </a:moveTo>
                  <a:cubicBezTo>
                    <a:pt x="52828" y="142789"/>
                    <a:pt x="21518" y="123432"/>
                    <a:pt x="21518" y="75041"/>
                  </a:cubicBezTo>
                  <a:cubicBezTo>
                    <a:pt x="21518" y="26650"/>
                    <a:pt x="52189" y="5852"/>
                    <a:pt x="78601" y="5852"/>
                  </a:cubicBezTo>
                  <a:cubicBezTo>
                    <a:pt x="105013" y="5852"/>
                    <a:pt x="135685" y="26650"/>
                    <a:pt x="135685" y="75041"/>
                  </a:cubicBezTo>
                  <a:cubicBezTo>
                    <a:pt x="135685" y="123638"/>
                    <a:pt x="104161" y="142789"/>
                    <a:pt x="78601" y="142789"/>
                  </a:cubicBezTo>
                  <a:close/>
                  <a:moveTo>
                    <a:pt x="122266" y="58773"/>
                  </a:moveTo>
                  <a:lnTo>
                    <a:pt x="115024" y="58773"/>
                  </a:lnTo>
                  <a:lnTo>
                    <a:pt x="115024" y="65775"/>
                  </a:lnTo>
                  <a:lnTo>
                    <a:pt x="42179" y="65775"/>
                  </a:lnTo>
                  <a:lnTo>
                    <a:pt x="42179" y="58773"/>
                  </a:lnTo>
                  <a:lnTo>
                    <a:pt x="34937" y="58773"/>
                  </a:lnTo>
                  <a:lnTo>
                    <a:pt x="34937" y="89662"/>
                  </a:lnTo>
                  <a:lnTo>
                    <a:pt x="42179" y="89662"/>
                  </a:lnTo>
                  <a:lnTo>
                    <a:pt x="42179" y="82660"/>
                  </a:lnTo>
                  <a:lnTo>
                    <a:pt x="115024" y="82660"/>
                  </a:lnTo>
                  <a:lnTo>
                    <a:pt x="115024" y="89662"/>
                  </a:lnTo>
                  <a:lnTo>
                    <a:pt x="122266" y="89662"/>
                  </a:lnTo>
                  <a:lnTo>
                    <a:pt x="122266" y="58773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5D597C70-ED2D-17D8-0FD4-ED8751F6C352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681093" y="4565104"/>
              <a:ext cx="70593" cy="294171"/>
            </a:xfrm>
            <a:custGeom>
              <a:avLst/>
              <a:gdLst>
                <a:gd name="csX0" fmla="*/ 70818 w 70593"/>
                <a:gd name="csY0" fmla="*/ 291315 h 294171"/>
                <a:gd name="csX1" fmla="*/ 65645 w 70593"/>
                <a:gd name="csY1" fmla="*/ 284843 h 294171"/>
                <a:gd name="csX2" fmla="*/ 17873 w 70593"/>
                <a:gd name="csY2" fmla="*/ 147171 h 294171"/>
                <a:gd name="csX3" fmla="*/ 66863 w 70593"/>
                <a:gd name="csY3" fmla="*/ 8027 h 294171"/>
                <a:gd name="csX4" fmla="*/ 70818 w 70593"/>
                <a:gd name="csY4" fmla="*/ 3026 h 294171"/>
                <a:gd name="csX5" fmla="*/ 67775 w 70593"/>
                <a:gd name="csY5" fmla="*/ 85 h 294171"/>
                <a:gd name="csX6" fmla="*/ 19394 w 70593"/>
                <a:gd name="csY6" fmla="*/ 57448 h 294171"/>
                <a:gd name="csX7" fmla="*/ 224 w 70593"/>
                <a:gd name="csY7" fmla="*/ 147171 h 294171"/>
                <a:gd name="csX8" fmla="*/ 20307 w 70593"/>
                <a:gd name="csY8" fmla="*/ 238952 h 294171"/>
                <a:gd name="csX9" fmla="*/ 67775 w 70593"/>
                <a:gd name="csY9" fmla="*/ 294257 h 294171"/>
                <a:gd name="csX10" fmla="*/ 70818 w 70593"/>
                <a:gd name="csY10" fmla="*/ 291315 h 2941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93" h="294171">
                  <a:moveTo>
                    <a:pt x="70818" y="291315"/>
                  </a:moveTo>
                  <a:cubicBezTo>
                    <a:pt x="70818" y="290432"/>
                    <a:pt x="70818" y="289844"/>
                    <a:pt x="65645" y="284843"/>
                  </a:cubicBezTo>
                  <a:cubicBezTo>
                    <a:pt x="27610" y="247777"/>
                    <a:pt x="17873" y="192179"/>
                    <a:pt x="17873" y="147171"/>
                  </a:cubicBezTo>
                  <a:cubicBezTo>
                    <a:pt x="17873" y="95985"/>
                    <a:pt x="29436" y="44799"/>
                    <a:pt x="66863" y="8027"/>
                  </a:cubicBezTo>
                  <a:cubicBezTo>
                    <a:pt x="70818" y="4497"/>
                    <a:pt x="70818" y="3909"/>
                    <a:pt x="70818" y="3026"/>
                  </a:cubicBezTo>
                  <a:cubicBezTo>
                    <a:pt x="70818" y="967"/>
                    <a:pt x="69601" y="85"/>
                    <a:pt x="67775" y="85"/>
                  </a:cubicBezTo>
                  <a:cubicBezTo>
                    <a:pt x="64733" y="85"/>
                    <a:pt x="37347" y="20088"/>
                    <a:pt x="19394" y="57448"/>
                  </a:cubicBezTo>
                  <a:cubicBezTo>
                    <a:pt x="3876" y="89807"/>
                    <a:pt x="224" y="122460"/>
                    <a:pt x="224" y="147171"/>
                  </a:cubicBezTo>
                  <a:cubicBezTo>
                    <a:pt x="224" y="170116"/>
                    <a:pt x="3572" y="205711"/>
                    <a:pt x="20307" y="238952"/>
                  </a:cubicBezTo>
                  <a:cubicBezTo>
                    <a:pt x="38564" y="275135"/>
                    <a:pt x="64733" y="294257"/>
                    <a:pt x="67775" y="294257"/>
                  </a:cubicBezTo>
                  <a:cubicBezTo>
                    <a:pt x="69601" y="294257"/>
                    <a:pt x="70818" y="293374"/>
                    <a:pt x="70818" y="291315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7B8B51A-D850-BBFD-A63F-FA080B58A68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778126" y="4655709"/>
              <a:ext cx="201435" cy="133259"/>
            </a:xfrm>
            <a:custGeom>
              <a:avLst/>
              <a:gdLst>
                <a:gd name="csX0" fmla="*/ 131983 w 201435"/>
                <a:gd name="csY0" fmla="*/ 30384 h 133259"/>
                <a:gd name="csX1" fmla="*/ 136547 w 201435"/>
                <a:gd name="csY1" fmla="*/ 11263 h 133259"/>
                <a:gd name="csX2" fmla="*/ 127723 w 201435"/>
                <a:gd name="csY2" fmla="*/ 3321 h 133259"/>
                <a:gd name="csX3" fmla="*/ 116465 w 201435"/>
                <a:gd name="csY3" fmla="*/ 11557 h 133259"/>
                <a:gd name="csX4" fmla="*/ 99120 w 201435"/>
                <a:gd name="csY4" fmla="*/ 77452 h 133259"/>
                <a:gd name="csX5" fmla="*/ 96382 w 201435"/>
                <a:gd name="csY5" fmla="*/ 96867 h 133259"/>
                <a:gd name="csX6" fmla="*/ 96686 w 201435"/>
                <a:gd name="csY6" fmla="*/ 102162 h 133259"/>
                <a:gd name="csX7" fmla="*/ 68692 w 201435"/>
                <a:gd name="csY7" fmla="*/ 126873 h 133259"/>
                <a:gd name="csX8" fmla="*/ 44349 w 201435"/>
                <a:gd name="csY8" fmla="*/ 100103 h 133259"/>
                <a:gd name="csX9" fmla="*/ 60172 w 201435"/>
                <a:gd name="csY9" fmla="*/ 43034 h 133259"/>
                <a:gd name="csX10" fmla="*/ 65345 w 201435"/>
                <a:gd name="csY10" fmla="*/ 24207 h 133259"/>
                <a:gd name="csX11" fmla="*/ 40394 w 201435"/>
                <a:gd name="csY11" fmla="*/ 85 h 133259"/>
                <a:gd name="csX12" fmla="*/ 228 w 201435"/>
                <a:gd name="csY12" fmla="*/ 45387 h 133259"/>
                <a:gd name="csX13" fmla="*/ 3880 w 201435"/>
                <a:gd name="csY13" fmla="*/ 48329 h 133259"/>
                <a:gd name="csX14" fmla="*/ 8748 w 201435"/>
                <a:gd name="csY14" fmla="*/ 43034 h 133259"/>
                <a:gd name="csX15" fmla="*/ 39481 w 201435"/>
                <a:gd name="csY15" fmla="*/ 6556 h 133259"/>
                <a:gd name="csX16" fmla="*/ 47088 w 201435"/>
                <a:gd name="csY16" fmla="*/ 16264 h 133259"/>
                <a:gd name="csX17" fmla="*/ 41611 w 201435"/>
                <a:gd name="csY17" fmla="*/ 36856 h 133259"/>
                <a:gd name="csX18" fmla="*/ 24571 w 201435"/>
                <a:gd name="csY18" fmla="*/ 96279 h 133259"/>
                <a:gd name="csX19" fmla="*/ 67779 w 201435"/>
                <a:gd name="csY19" fmla="*/ 133345 h 133259"/>
                <a:gd name="csX20" fmla="*/ 99425 w 201435"/>
                <a:gd name="csY20" fmla="*/ 112753 h 133259"/>
                <a:gd name="csX21" fmla="*/ 137460 w 201435"/>
                <a:gd name="csY21" fmla="*/ 133345 h 133259"/>
                <a:gd name="csX22" fmla="*/ 181581 w 201435"/>
                <a:gd name="csY22" fmla="*/ 97161 h 133259"/>
                <a:gd name="csX23" fmla="*/ 201664 w 201435"/>
                <a:gd name="csY23" fmla="*/ 20677 h 133259"/>
                <a:gd name="csX24" fmla="*/ 188275 w 201435"/>
                <a:gd name="csY24" fmla="*/ 85 h 133259"/>
                <a:gd name="csX25" fmla="*/ 173061 w 201435"/>
                <a:gd name="csY25" fmla="*/ 14205 h 133259"/>
                <a:gd name="csX26" fmla="*/ 177626 w 201435"/>
                <a:gd name="csY26" fmla="*/ 22148 h 133259"/>
                <a:gd name="csX27" fmla="*/ 188580 w 201435"/>
                <a:gd name="csY27" fmla="*/ 47152 h 133259"/>
                <a:gd name="csX28" fmla="*/ 171844 w 201435"/>
                <a:gd name="csY28" fmla="*/ 100986 h 133259"/>
                <a:gd name="csX29" fmla="*/ 138373 w 201435"/>
                <a:gd name="csY29" fmla="*/ 126873 h 133259"/>
                <a:gd name="csX30" fmla="*/ 115856 w 201435"/>
                <a:gd name="csY30" fmla="*/ 101280 h 133259"/>
                <a:gd name="csX31" fmla="*/ 119203 w 201435"/>
                <a:gd name="csY31" fmla="*/ 79805 h 133259"/>
                <a:gd name="csX32" fmla="*/ 131983 w 201435"/>
                <a:gd name="csY32" fmla="*/ 30384 h 1332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201435" h="133259">
                  <a:moveTo>
                    <a:pt x="131983" y="30384"/>
                  </a:moveTo>
                  <a:cubicBezTo>
                    <a:pt x="133504" y="23913"/>
                    <a:pt x="136547" y="13028"/>
                    <a:pt x="136547" y="11263"/>
                  </a:cubicBezTo>
                  <a:cubicBezTo>
                    <a:pt x="136547" y="5968"/>
                    <a:pt x="132287" y="3321"/>
                    <a:pt x="127723" y="3321"/>
                  </a:cubicBezTo>
                  <a:cubicBezTo>
                    <a:pt x="124072" y="3321"/>
                    <a:pt x="118595" y="5674"/>
                    <a:pt x="116465" y="11557"/>
                  </a:cubicBezTo>
                  <a:cubicBezTo>
                    <a:pt x="115552" y="13617"/>
                    <a:pt x="101250" y="69803"/>
                    <a:pt x="99120" y="77452"/>
                  </a:cubicBezTo>
                  <a:cubicBezTo>
                    <a:pt x="96990" y="86277"/>
                    <a:pt x="96382" y="91572"/>
                    <a:pt x="96382" y="96867"/>
                  </a:cubicBezTo>
                  <a:cubicBezTo>
                    <a:pt x="96382" y="100103"/>
                    <a:pt x="96382" y="100691"/>
                    <a:pt x="96686" y="102162"/>
                  </a:cubicBezTo>
                  <a:cubicBezTo>
                    <a:pt x="89688" y="117753"/>
                    <a:pt x="80559" y="126873"/>
                    <a:pt x="68692" y="126873"/>
                  </a:cubicBezTo>
                  <a:cubicBezTo>
                    <a:pt x="44349" y="126873"/>
                    <a:pt x="44349" y="105104"/>
                    <a:pt x="44349" y="100103"/>
                  </a:cubicBezTo>
                  <a:cubicBezTo>
                    <a:pt x="44349" y="90690"/>
                    <a:pt x="45871" y="79217"/>
                    <a:pt x="60172" y="43034"/>
                  </a:cubicBezTo>
                  <a:cubicBezTo>
                    <a:pt x="63519" y="34209"/>
                    <a:pt x="65345" y="30090"/>
                    <a:pt x="65345" y="24207"/>
                  </a:cubicBezTo>
                  <a:cubicBezTo>
                    <a:pt x="65345" y="10969"/>
                    <a:pt x="55304" y="85"/>
                    <a:pt x="40394" y="85"/>
                  </a:cubicBezTo>
                  <a:cubicBezTo>
                    <a:pt x="11487" y="85"/>
                    <a:pt x="228" y="42740"/>
                    <a:pt x="228" y="45387"/>
                  </a:cubicBezTo>
                  <a:cubicBezTo>
                    <a:pt x="228" y="48329"/>
                    <a:pt x="3271" y="48329"/>
                    <a:pt x="3880" y="48329"/>
                  </a:cubicBezTo>
                  <a:cubicBezTo>
                    <a:pt x="6923" y="48329"/>
                    <a:pt x="7227" y="47741"/>
                    <a:pt x="8748" y="43034"/>
                  </a:cubicBezTo>
                  <a:cubicBezTo>
                    <a:pt x="16964" y="15676"/>
                    <a:pt x="28831" y="6556"/>
                    <a:pt x="39481" y="6556"/>
                  </a:cubicBezTo>
                  <a:cubicBezTo>
                    <a:pt x="42219" y="6556"/>
                    <a:pt x="47088" y="6851"/>
                    <a:pt x="47088" y="16264"/>
                  </a:cubicBezTo>
                  <a:cubicBezTo>
                    <a:pt x="47088" y="23618"/>
                    <a:pt x="43741" y="31855"/>
                    <a:pt x="41611" y="36856"/>
                  </a:cubicBezTo>
                  <a:cubicBezTo>
                    <a:pt x="28222" y="71568"/>
                    <a:pt x="24571" y="85100"/>
                    <a:pt x="24571" y="96279"/>
                  </a:cubicBezTo>
                  <a:cubicBezTo>
                    <a:pt x="24571" y="123049"/>
                    <a:pt x="44958" y="133345"/>
                    <a:pt x="67779" y="133345"/>
                  </a:cubicBezTo>
                  <a:cubicBezTo>
                    <a:pt x="72952" y="133345"/>
                    <a:pt x="87253" y="133345"/>
                    <a:pt x="99425" y="112753"/>
                  </a:cubicBezTo>
                  <a:cubicBezTo>
                    <a:pt x="107336" y="131580"/>
                    <a:pt x="128332" y="133345"/>
                    <a:pt x="137460" y="133345"/>
                  </a:cubicBezTo>
                  <a:cubicBezTo>
                    <a:pt x="160281" y="133345"/>
                    <a:pt x="173670" y="114812"/>
                    <a:pt x="181581" y="97161"/>
                  </a:cubicBezTo>
                  <a:cubicBezTo>
                    <a:pt x="191927" y="74216"/>
                    <a:pt x="201664" y="34797"/>
                    <a:pt x="201664" y="20677"/>
                  </a:cubicBezTo>
                  <a:cubicBezTo>
                    <a:pt x="201664" y="4497"/>
                    <a:pt x="193448" y="85"/>
                    <a:pt x="188275" y="85"/>
                  </a:cubicBezTo>
                  <a:cubicBezTo>
                    <a:pt x="180668" y="85"/>
                    <a:pt x="173061" y="7733"/>
                    <a:pt x="173061" y="14205"/>
                  </a:cubicBezTo>
                  <a:cubicBezTo>
                    <a:pt x="173061" y="18029"/>
                    <a:pt x="174887" y="19794"/>
                    <a:pt x="177626" y="22148"/>
                  </a:cubicBezTo>
                  <a:cubicBezTo>
                    <a:pt x="180973" y="25383"/>
                    <a:pt x="188580" y="33032"/>
                    <a:pt x="188580" y="47152"/>
                  </a:cubicBezTo>
                  <a:cubicBezTo>
                    <a:pt x="188580" y="57154"/>
                    <a:pt x="179756" y="85983"/>
                    <a:pt x="171844" y="100986"/>
                  </a:cubicBezTo>
                  <a:cubicBezTo>
                    <a:pt x="163933" y="116577"/>
                    <a:pt x="153283" y="126873"/>
                    <a:pt x="138373" y="126873"/>
                  </a:cubicBezTo>
                  <a:cubicBezTo>
                    <a:pt x="124072" y="126873"/>
                    <a:pt x="115856" y="118048"/>
                    <a:pt x="115856" y="101280"/>
                  </a:cubicBezTo>
                  <a:cubicBezTo>
                    <a:pt x="115856" y="93043"/>
                    <a:pt x="117986" y="83924"/>
                    <a:pt x="119203" y="79805"/>
                  </a:cubicBezTo>
                  <a:lnTo>
                    <a:pt x="131983" y="30384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0200E519-AE41-FD8E-3ADF-EC9B9B1659FC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019827" y="4478488"/>
              <a:ext cx="55379" cy="205714"/>
            </a:xfrm>
            <a:custGeom>
              <a:avLst/>
              <a:gdLst>
                <a:gd name="csX0" fmla="*/ 51355 w 55379"/>
                <a:gd name="csY0" fmla="*/ 80 h 205714"/>
                <a:gd name="csX1" fmla="*/ 236 w 55379"/>
                <a:gd name="csY1" fmla="*/ 102834 h 205714"/>
                <a:gd name="csX2" fmla="*/ 51355 w 55379"/>
                <a:gd name="csY2" fmla="*/ 205794 h 205714"/>
                <a:gd name="csX3" fmla="*/ 55615 w 55379"/>
                <a:gd name="csY3" fmla="*/ 203323 h 205714"/>
                <a:gd name="csX4" fmla="*/ 53485 w 55379"/>
                <a:gd name="csY4" fmla="*/ 200234 h 205714"/>
                <a:gd name="csX5" fmla="*/ 14720 w 55379"/>
                <a:gd name="csY5" fmla="*/ 103040 h 205714"/>
                <a:gd name="csX6" fmla="*/ 54124 w 55379"/>
                <a:gd name="csY6" fmla="*/ 5022 h 205714"/>
                <a:gd name="csX7" fmla="*/ 55615 w 55379"/>
                <a:gd name="csY7" fmla="*/ 2551 h 205714"/>
                <a:gd name="csX8" fmla="*/ 51355 w 55379"/>
                <a:gd name="csY8" fmla="*/ 80 h 205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5379" h="205714">
                  <a:moveTo>
                    <a:pt x="51355" y="80"/>
                  </a:moveTo>
                  <a:cubicBezTo>
                    <a:pt x="10886" y="27673"/>
                    <a:pt x="236" y="71328"/>
                    <a:pt x="236" y="102834"/>
                  </a:cubicBezTo>
                  <a:cubicBezTo>
                    <a:pt x="236" y="131869"/>
                    <a:pt x="9182" y="176965"/>
                    <a:pt x="51355" y="205794"/>
                  </a:cubicBezTo>
                  <a:cubicBezTo>
                    <a:pt x="53059" y="205794"/>
                    <a:pt x="55615" y="205794"/>
                    <a:pt x="55615" y="203323"/>
                  </a:cubicBezTo>
                  <a:cubicBezTo>
                    <a:pt x="55615" y="202087"/>
                    <a:pt x="54976" y="201675"/>
                    <a:pt x="53485" y="200234"/>
                  </a:cubicBezTo>
                  <a:cubicBezTo>
                    <a:pt x="25157" y="175524"/>
                    <a:pt x="14720" y="140517"/>
                    <a:pt x="14720" y="103040"/>
                  </a:cubicBezTo>
                  <a:cubicBezTo>
                    <a:pt x="14720" y="47441"/>
                    <a:pt x="36658" y="20260"/>
                    <a:pt x="54124" y="5022"/>
                  </a:cubicBezTo>
                  <a:cubicBezTo>
                    <a:pt x="54976" y="4198"/>
                    <a:pt x="55615" y="3580"/>
                    <a:pt x="55615" y="2551"/>
                  </a:cubicBezTo>
                  <a:cubicBezTo>
                    <a:pt x="55615" y="80"/>
                    <a:pt x="53059" y="80"/>
                    <a:pt x="51355" y="80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6DFBF852-F268-002F-C769-5B479FD5BB14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0100432" y="4496403"/>
              <a:ext cx="64538" cy="138584"/>
            </a:xfrm>
            <a:custGeom>
              <a:avLst/>
              <a:gdLst>
                <a:gd name="csX0" fmla="*/ 59239 w 64538"/>
                <a:gd name="csY0" fmla="*/ 7904 h 138584"/>
                <a:gd name="csX1" fmla="*/ 50719 w 64538"/>
                <a:gd name="csY1" fmla="*/ 80 h 138584"/>
                <a:gd name="csX2" fmla="*/ 38792 w 64538"/>
                <a:gd name="csY2" fmla="*/ 11405 h 138584"/>
                <a:gd name="csX3" fmla="*/ 47312 w 64538"/>
                <a:gd name="csY3" fmla="*/ 19230 h 138584"/>
                <a:gd name="csX4" fmla="*/ 59239 w 64538"/>
                <a:gd name="csY4" fmla="*/ 7904 h 138584"/>
                <a:gd name="csX5" fmla="*/ 15788 w 64538"/>
                <a:gd name="csY5" fmla="*/ 112512 h 138584"/>
                <a:gd name="csX6" fmla="*/ 13871 w 64538"/>
                <a:gd name="csY6" fmla="*/ 121161 h 138584"/>
                <a:gd name="csX7" fmla="*/ 34106 w 64538"/>
                <a:gd name="csY7" fmla="*/ 138664 h 138584"/>
                <a:gd name="csX8" fmla="*/ 64777 w 64538"/>
                <a:gd name="csY8" fmla="*/ 107158 h 138584"/>
                <a:gd name="csX9" fmla="*/ 61369 w 64538"/>
                <a:gd name="csY9" fmla="*/ 104481 h 138584"/>
                <a:gd name="csX10" fmla="*/ 57322 w 64538"/>
                <a:gd name="csY10" fmla="*/ 107982 h 138584"/>
                <a:gd name="csX11" fmla="*/ 34745 w 64538"/>
                <a:gd name="csY11" fmla="*/ 132898 h 138584"/>
                <a:gd name="csX12" fmla="*/ 29420 w 64538"/>
                <a:gd name="csY12" fmla="*/ 125691 h 138584"/>
                <a:gd name="csX13" fmla="*/ 32828 w 64538"/>
                <a:gd name="csY13" fmla="*/ 112512 h 138584"/>
                <a:gd name="csX14" fmla="*/ 39644 w 64538"/>
                <a:gd name="csY14" fmla="*/ 96038 h 138584"/>
                <a:gd name="csX15" fmla="*/ 50080 w 64538"/>
                <a:gd name="csY15" fmla="*/ 69886 h 138584"/>
                <a:gd name="csX16" fmla="*/ 51358 w 64538"/>
                <a:gd name="csY16" fmla="*/ 63297 h 138584"/>
                <a:gd name="csX17" fmla="*/ 31124 w 64538"/>
                <a:gd name="csY17" fmla="*/ 45794 h 138584"/>
                <a:gd name="csX18" fmla="*/ 239 w 64538"/>
                <a:gd name="csY18" fmla="*/ 77300 h 138584"/>
                <a:gd name="csX19" fmla="*/ 3860 w 64538"/>
                <a:gd name="csY19" fmla="*/ 79977 h 138584"/>
                <a:gd name="csX20" fmla="*/ 7694 w 64538"/>
                <a:gd name="csY20" fmla="*/ 76682 h 138584"/>
                <a:gd name="csX21" fmla="*/ 30485 w 64538"/>
                <a:gd name="csY21" fmla="*/ 51560 h 138584"/>
                <a:gd name="csX22" fmla="*/ 35810 w 64538"/>
                <a:gd name="csY22" fmla="*/ 58767 h 138584"/>
                <a:gd name="csX23" fmla="*/ 29207 w 64538"/>
                <a:gd name="csY23" fmla="*/ 79359 h 138584"/>
                <a:gd name="csX24" fmla="*/ 15788 w 64538"/>
                <a:gd name="csY24" fmla="*/ 112512 h 138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538" h="138584">
                  <a:moveTo>
                    <a:pt x="59239" y="7904"/>
                  </a:moveTo>
                  <a:cubicBezTo>
                    <a:pt x="59239" y="4610"/>
                    <a:pt x="56683" y="80"/>
                    <a:pt x="50719" y="80"/>
                  </a:cubicBezTo>
                  <a:cubicBezTo>
                    <a:pt x="44969" y="80"/>
                    <a:pt x="38792" y="5433"/>
                    <a:pt x="38792" y="11405"/>
                  </a:cubicBezTo>
                  <a:cubicBezTo>
                    <a:pt x="38792" y="14906"/>
                    <a:pt x="41561" y="19230"/>
                    <a:pt x="47312" y="19230"/>
                  </a:cubicBezTo>
                  <a:cubicBezTo>
                    <a:pt x="53488" y="19230"/>
                    <a:pt x="59239" y="13464"/>
                    <a:pt x="59239" y="7904"/>
                  </a:cubicBezTo>
                  <a:close/>
                  <a:moveTo>
                    <a:pt x="15788" y="112512"/>
                  </a:moveTo>
                  <a:cubicBezTo>
                    <a:pt x="14936" y="115189"/>
                    <a:pt x="13871" y="117660"/>
                    <a:pt x="13871" y="121161"/>
                  </a:cubicBezTo>
                  <a:cubicBezTo>
                    <a:pt x="13871" y="130839"/>
                    <a:pt x="22391" y="138664"/>
                    <a:pt x="34106" y="138664"/>
                  </a:cubicBezTo>
                  <a:cubicBezTo>
                    <a:pt x="55405" y="138664"/>
                    <a:pt x="64777" y="110247"/>
                    <a:pt x="64777" y="107158"/>
                  </a:cubicBezTo>
                  <a:cubicBezTo>
                    <a:pt x="64777" y="104481"/>
                    <a:pt x="62008" y="104481"/>
                    <a:pt x="61369" y="104481"/>
                  </a:cubicBezTo>
                  <a:cubicBezTo>
                    <a:pt x="58387" y="104481"/>
                    <a:pt x="58174" y="105717"/>
                    <a:pt x="57322" y="107982"/>
                  </a:cubicBezTo>
                  <a:cubicBezTo>
                    <a:pt x="52423" y="124455"/>
                    <a:pt x="43052" y="132898"/>
                    <a:pt x="34745" y="132898"/>
                  </a:cubicBezTo>
                  <a:cubicBezTo>
                    <a:pt x="30485" y="132898"/>
                    <a:pt x="29420" y="130221"/>
                    <a:pt x="29420" y="125691"/>
                  </a:cubicBezTo>
                  <a:cubicBezTo>
                    <a:pt x="29420" y="120955"/>
                    <a:pt x="30911" y="117042"/>
                    <a:pt x="32828" y="112512"/>
                  </a:cubicBezTo>
                  <a:cubicBezTo>
                    <a:pt x="34958" y="106952"/>
                    <a:pt x="37301" y="101392"/>
                    <a:pt x="39644" y="96038"/>
                  </a:cubicBezTo>
                  <a:cubicBezTo>
                    <a:pt x="41561" y="91096"/>
                    <a:pt x="49228" y="72358"/>
                    <a:pt x="50080" y="69886"/>
                  </a:cubicBezTo>
                  <a:cubicBezTo>
                    <a:pt x="50719" y="67827"/>
                    <a:pt x="51358" y="65356"/>
                    <a:pt x="51358" y="63297"/>
                  </a:cubicBezTo>
                  <a:cubicBezTo>
                    <a:pt x="51358" y="53619"/>
                    <a:pt x="42839" y="45794"/>
                    <a:pt x="31124" y="45794"/>
                  </a:cubicBezTo>
                  <a:cubicBezTo>
                    <a:pt x="10037" y="45794"/>
                    <a:pt x="239" y="73799"/>
                    <a:pt x="239" y="77300"/>
                  </a:cubicBezTo>
                  <a:cubicBezTo>
                    <a:pt x="239" y="79977"/>
                    <a:pt x="3221" y="79977"/>
                    <a:pt x="3860" y="79977"/>
                  </a:cubicBezTo>
                  <a:cubicBezTo>
                    <a:pt x="6842" y="79977"/>
                    <a:pt x="7055" y="78947"/>
                    <a:pt x="7694" y="76682"/>
                  </a:cubicBezTo>
                  <a:cubicBezTo>
                    <a:pt x="13232" y="58973"/>
                    <a:pt x="22604" y="51560"/>
                    <a:pt x="30485" y="51560"/>
                  </a:cubicBezTo>
                  <a:cubicBezTo>
                    <a:pt x="33893" y="51560"/>
                    <a:pt x="35810" y="53207"/>
                    <a:pt x="35810" y="58767"/>
                  </a:cubicBezTo>
                  <a:cubicBezTo>
                    <a:pt x="35810" y="63503"/>
                    <a:pt x="34532" y="66592"/>
                    <a:pt x="29207" y="79359"/>
                  </a:cubicBezTo>
                  <a:lnTo>
                    <a:pt x="15788" y="112512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5ECA7689-1DBF-B86F-181E-8E9FF24278AE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0191635" y="4478488"/>
              <a:ext cx="55166" cy="205714"/>
            </a:xfrm>
            <a:custGeom>
              <a:avLst/>
              <a:gdLst>
                <a:gd name="csX0" fmla="*/ 4289 w 55166"/>
                <a:gd name="csY0" fmla="*/ 80 h 205714"/>
                <a:gd name="csX1" fmla="*/ 242 w 55166"/>
                <a:gd name="csY1" fmla="*/ 2551 h 205714"/>
                <a:gd name="csX2" fmla="*/ 2159 w 55166"/>
                <a:gd name="csY2" fmla="*/ 5639 h 205714"/>
                <a:gd name="csX3" fmla="*/ 40924 w 55166"/>
                <a:gd name="csY3" fmla="*/ 102834 h 205714"/>
                <a:gd name="csX4" fmla="*/ 4076 w 55166"/>
                <a:gd name="csY4" fmla="*/ 198587 h 205714"/>
                <a:gd name="csX5" fmla="*/ 242 w 55166"/>
                <a:gd name="csY5" fmla="*/ 203323 h 205714"/>
                <a:gd name="csX6" fmla="*/ 3011 w 55166"/>
                <a:gd name="csY6" fmla="*/ 205794 h 205714"/>
                <a:gd name="csX7" fmla="*/ 39859 w 55166"/>
                <a:gd name="csY7" fmla="*/ 166463 h 205714"/>
                <a:gd name="csX8" fmla="*/ 55408 w 55166"/>
                <a:gd name="csY8" fmla="*/ 103040 h 205714"/>
                <a:gd name="csX9" fmla="*/ 4289 w 55166"/>
                <a:gd name="csY9" fmla="*/ 80 h 205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5166" h="205714">
                  <a:moveTo>
                    <a:pt x="4289" y="80"/>
                  </a:moveTo>
                  <a:cubicBezTo>
                    <a:pt x="2798" y="80"/>
                    <a:pt x="242" y="80"/>
                    <a:pt x="242" y="2551"/>
                  </a:cubicBezTo>
                  <a:cubicBezTo>
                    <a:pt x="242" y="3580"/>
                    <a:pt x="881" y="4198"/>
                    <a:pt x="2159" y="5639"/>
                  </a:cubicBezTo>
                  <a:cubicBezTo>
                    <a:pt x="20477" y="21907"/>
                    <a:pt x="40924" y="49706"/>
                    <a:pt x="40924" y="102834"/>
                  </a:cubicBezTo>
                  <a:cubicBezTo>
                    <a:pt x="40924" y="145871"/>
                    <a:pt x="27079" y="178406"/>
                    <a:pt x="4076" y="198587"/>
                  </a:cubicBezTo>
                  <a:cubicBezTo>
                    <a:pt x="455" y="202087"/>
                    <a:pt x="242" y="202293"/>
                    <a:pt x="242" y="203323"/>
                  </a:cubicBezTo>
                  <a:cubicBezTo>
                    <a:pt x="242" y="204352"/>
                    <a:pt x="881" y="205794"/>
                    <a:pt x="3011" y="205794"/>
                  </a:cubicBezTo>
                  <a:cubicBezTo>
                    <a:pt x="5567" y="205794"/>
                    <a:pt x="25802" y="192203"/>
                    <a:pt x="39859" y="166463"/>
                  </a:cubicBezTo>
                  <a:cubicBezTo>
                    <a:pt x="49231" y="149372"/>
                    <a:pt x="55408" y="127132"/>
                    <a:pt x="55408" y="103040"/>
                  </a:cubicBezTo>
                  <a:cubicBezTo>
                    <a:pt x="55408" y="74005"/>
                    <a:pt x="46462" y="28908"/>
                    <a:pt x="4289" y="80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D1DA20DB-8600-9E60-C195-50728582B16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9987144" y="4731206"/>
              <a:ext cx="93506" cy="178532"/>
            </a:xfrm>
            <a:custGeom>
              <a:avLst/>
              <a:gdLst>
                <a:gd name="csX0" fmla="*/ 93742 w 93506"/>
                <a:gd name="csY0" fmla="*/ 7912 h 178532"/>
                <a:gd name="csX1" fmla="*/ 85222 w 93506"/>
                <a:gd name="csY1" fmla="*/ 87 h 178532"/>
                <a:gd name="csX2" fmla="*/ 73294 w 93506"/>
                <a:gd name="csY2" fmla="*/ 11413 h 178532"/>
                <a:gd name="csX3" fmla="*/ 81814 w 93506"/>
                <a:gd name="csY3" fmla="*/ 19238 h 178532"/>
                <a:gd name="csX4" fmla="*/ 93742 w 93506"/>
                <a:gd name="csY4" fmla="*/ 7912 h 178532"/>
                <a:gd name="csX5" fmla="*/ 48586 w 93506"/>
                <a:gd name="csY5" fmla="*/ 146703 h 178532"/>
                <a:gd name="csX6" fmla="*/ 21109 w 93506"/>
                <a:gd name="csY6" fmla="*/ 172855 h 178532"/>
                <a:gd name="csX7" fmla="*/ 13441 w 93506"/>
                <a:gd name="csY7" fmla="*/ 171619 h 178532"/>
                <a:gd name="csX8" fmla="*/ 20683 w 93506"/>
                <a:gd name="csY8" fmla="*/ 161117 h 178532"/>
                <a:gd name="csX9" fmla="*/ 12376 w 93506"/>
                <a:gd name="csY9" fmla="*/ 153498 h 178532"/>
                <a:gd name="csX10" fmla="*/ 235 w 93506"/>
                <a:gd name="csY10" fmla="*/ 165647 h 178532"/>
                <a:gd name="csX11" fmla="*/ 21322 w 93506"/>
                <a:gd name="csY11" fmla="*/ 178620 h 178532"/>
                <a:gd name="csX12" fmla="*/ 65626 w 93506"/>
                <a:gd name="csY12" fmla="*/ 146085 h 178532"/>
                <a:gd name="csX13" fmla="*/ 84796 w 93506"/>
                <a:gd name="csY13" fmla="*/ 72365 h 178532"/>
                <a:gd name="csX14" fmla="*/ 85861 w 93506"/>
                <a:gd name="csY14" fmla="*/ 65158 h 178532"/>
                <a:gd name="csX15" fmla="*/ 63070 w 93506"/>
                <a:gd name="csY15" fmla="*/ 45802 h 178532"/>
                <a:gd name="csX16" fmla="*/ 25795 w 93506"/>
                <a:gd name="csY16" fmla="*/ 77308 h 178532"/>
                <a:gd name="csX17" fmla="*/ 29416 w 93506"/>
                <a:gd name="csY17" fmla="*/ 79985 h 178532"/>
                <a:gd name="csX18" fmla="*/ 33676 w 93506"/>
                <a:gd name="csY18" fmla="*/ 76278 h 178532"/>
                <a:gd name="csX19" fmla="*/ 62431 w 93506"/>
                <a:gd name="csY19" fmla="*/ 51568 h 178532"/>
                <a:gd name="csX20" fmla="*/ 69673 w 93506"/>
                <a:gd name="csY20" fmla="*/ 61658 h 178532"/>
                <a:gd name="csX21" fmla="*/ 69034 w 93506"/>
                <a:gd name="csY21" fmla="*/ 67835 h 178532"/>
                <a:gd name="csX22" fmla="*/ 48586 w 93506"/>
                <a:gd name="csY22" fmla="*/ 146703 h 178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93506" h="178532">
                  <a:moveTo>
                    <a:pt x="93742" y="7912"/>
                  </a:moveTo>
                  <a:cubicBezTo>
                    <a:pt x="93742" y="4412"/>
                    <a:pt x="90973" y="87"/>
                    <a:pt x="85222" y="87"/>
                  </a:cubicBezTo>
                  <a:cubicBezTo>
                    <a:pt x="79045" y="87"/>
                    <a:pt x="73294" y="5853"/>
                    <a:pt x="73294" y="11413"/>
                  </a:cubicBezTo>
                  <a:cubicBezTo>
                    <a:pt x="73294" y="14708"/>
                    <a:pt x="75850" y="19238"/>
                    <a:pt x="81814" y="19238"/>
                  </a:cubicBezTo>
                  <a:cubicBezTo>
                    <a:pt x="87565" y="19238"/>
                    <a:pt x="93742" y="13884"/>
                    <a:pt x="93742" y="7912"/>
                  </a:cubicBezTo>
                  <a:close/>
                  <a:moveTo>
                    <a:pt x="48586" y="146703"/>
                  </a:moveTo>
                  <a:cubicBezTo>
                    <a:pt x="44965" y="160911"/>
                    <a:pt x="33676" y="172855"/>
                    <a:pt x="21109" y="172855"/>
                  </a:cubicBezTo>
                  <a:cubicBezTo>
                    <a:pt x="18340" y="172855"/>
                    <a:pt x="15784" y="172443"/>
                    <a:pt x="13441" y="171619"/>
                  </a:cubicBezTo>
                  <a:cubicBezTo>
                    <a:pt x="18979" y="169148"/>
                    <a:pt x="20683" y="164206"/>
                    <a:pt x="20683" y="161117"/>
                  </a:cubicBezTo>
                  <a:cubicBezTo>
                    <a:pt x="20683" y="156175"/>
                    <a:pt x="16636" y="153498"/>
                    <a:pt x="12376" y="153498"/>
                  </a:cubicBezTo>
                  <a:cubicBezTo>
                    <a:pt x="5773" y="153498"/>
                    <a:pt x="235" y="159058"/>
                    <a:pt x="235" y="165647"/>
                  </a:cubicBezTo>
                  <a:cubicBezTo>
                    <a:pt x="235" y="173472"/>
                    <a:pt x="8542" y="178620"/>
                    <a:pt x="21322" y="178620"/>
                  </a:cubicBezTo>
                  <a:cubicBezTo>
                    <a:pt x="34102" y="178620"/>
                    <a:pt x="59023" y="171207"/>
                    <a:pt x="65626" y="146085"/>
                  </a:cubicBezTo>
                  <a:lnTo>
                    <a:pt x="84796" y="72365"/>
                  </a:lnTo>
                  <a:cubicBezTo>
                    <a:pt x="85435" y="70100"/>
                    <a:pt x="85861" y="68247"/>
                    <a:pt x="85861" y="65158"/>
                  </a:cubicBezTo>
                  <a:cubicBezTo>
                    <a:pt x="85861" y="53833"/>
                    <a:pt x="75850" y="45802"/>
                    <a:pt x="63070" y="45802"/>
                  </a:cubicBezTo>
                  <a:cubicBezTo>
                    <a:pt x="39427" y="45802"/>
                    <a:pt x="25795" y="74425"/>
                    <a:pt x="25795" y="77308"/>
                  </a:cubicBezTo>
                  <a:cubicBezTo>
                    <a:pt x="25795" y="79985"/>
                    <a:pt x="28777" y="79985"/>
                    <a:pt x="29416" y="79985"/>
                  </a:cubicBezTo>
                  <a:cubicBezTo>
                    <a:pt x="31972" y="79985"/>
                    <a:pt x="32185" y="79367"/>
                    <a:pt x="33676" y="76278"/>
                  </a:cubicBezTo>
                  <a:cubicBezTo>
                    <a:pt x="39001" y="64335"/>
                    <a:pt x="50077" y="51568"/>
                    <a:pt x="62431" y="51568"/>
                  </a:cubicBezTo>
                  <a:cubicBezTo>
                    <a:pt x="67756" y="51568"/>
                    <a:pt x="69673" y="55068"/>
                    <a:pt x="69673" y="61658"/>
                  </a:cubicBezTo>
                  <a:cubicBezTo>
                    <a:pt x="69673" y="63923"/>
                    <a:pt x="69247" y="66806"/>
                    <a:pt x="69034" y="67835"/>
                  </a:cubicBezTo>
                  <a:lnTo>
                    <a:pt x="48586" y="146703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6068BB52-DD8F-13D1-8A9E-95300AAB7019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0312983" y="4658945"/>
              <a:ext cx="33166" cy="183563"/>
            </a:xfrm>
            <a:custGeom>
              <a:avLst/>
              <a:gdLst>
                <a:gd name="csX0" fmla="*/ 32499 w 33166"/>
                <a:gd name="csY0" fmla="*/ 15676 h 183563"/>
                <a:gd name="csX1" fmla="*/ 16372 w 33166"/>
                <a:gd name="csY1" fmla="*/ 85 h 183563"/>
                <a:gd name="csX2" fmla="*/ 245 w 33166"/>
                <a:gd name="csY2" fmla="*/ 15676 h 183563"/>
                <a:gd name="csX3" fmla="*/ 16372 w 33166"/>
                <a:gd name="csY3" fmla="*/ 31267 h 183563"/>
                <a:gd name="csX4" fmla="*/ 32499 w 33166"/>
                <a:gd name="csY4" fmla="*/ 15676 h 183563"/>
                <a:gd name="csX5" fmla="*/ 26718 w 33166"/>
                <a:gd name="csY5" fmla="*/ 123637 h 183563"/>
                <a:gd name="csX6" fmla="*/ 7244 w 33166"/>
                <a:gd name="csY6" fmla="*/ 176588 h 183563"/>
                <a:gd name="csX7" fmla="*/ 5114 w 33166"/>
                <a:gd name="csY7" fmla="*/ 180412 h 183563"/>
                <a:gd name="csX8" fmla="*/ 8157 w 33166"/>
                <a:gd name="csY8" fmla="*/ 183648 h 183563"/>
                <a:gd name="csX9" fmla="*/ 33412 w 33166"/>
                <a:gd name="csY9" fmla="*/ 125990 h 183563"/>
                <a:gd name="csX10" fmla="*/ 16372 w 33166"/>
                <a:gd name="csY10" fmla="*/ 95691 h 183563"/>
                <a:gd name="csX11" fmla="*/ 245 w 33166"/>
                <a:gd name="csY11" fmla="*/ 111282 h 183563"/>
                <a:gd name="csX12" fmla="*/ 16372 w 33166"/>
                <a:gd name="csY12" fmla="*/ 126873 h 183563"/>
                <a:gd name="csX13" fmla="*/ 18807 w 33166"/>
                <a:gd name="csY13" fmla="*/ 126579 h 183563"/>
                <a:gd name="csX14" fmla="*/ 26718 w 33166"/>
                <a:gd name="csY14" fmla="*/ 123637 h 1835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33166" h="183563">
                  <a:moveTo>
                    <a:pt x="32499" y="15676"/>
                  </a:moveTo>
                  <a:cubicBezTo>
                    <a:pt x="32499" y="7145"/>
                    <a:pt x="25197" y="85"/>
                    <a:pt x="16372" y="85"/>
                  </a:cubicBezTo>
                  <a:cubicBezTo>
                    <a:pt x="7548" y="85"/>
                    <a:pt x="245" y="7145"/>
                    <a:pt x="245" y="15676"/>
                  </a:cubicBezTo>
                  <a:cubicBezTo>
                    <a:pt x="245" y="24207"/>
                    <a:pt x="7548" y="31267"/>
                    <a:pt x="16372" y="31267"/>
                  </a:cubicBezTo>
                  <a:cubicBezTo>
                    <a:pt x="25197" y="31267"/>
                    <a:pt x="32499" y="24207"/>
                    <a:pt x="32499" y="15676"/>
                  </a:cubicBezTo>
                  <a:close/>
                  <a:moveTo>
                    <a:pt x="26718" y="123637"/>
                  </a:moveTo>
                  <a:cubicBezTo>
                    <a:pt x="26718" y="131874"/>
                    <a:pt x="26718" y="154819"/>
                    <a:pt x="7244" y="176588"/>
                  </a:cubicBezTo>
                  <a:cubicBezTo>
                    <a:pt x="5114" y="178941"/>
                    <a:pt x="5114" y="179530"/>
                    <a:pt x="5114" y="180412"/>
                  </a:cubicBezTo>
                  <a:cubicBezTo>
                    <a:pt x="5114" y="182471"/>
                    <a:pt x="6635" y="183648"/>
                    <a:pt x="8157" y="183648"/>
                  </a:cubicBezTo>
                  <a:cubicBezTo>
                    <a:pt x="11504" y="183648"/>
                    <a:pt x="33412" y="160114"/>
                    <a:pt x="33412" y="125990"/>
                  </a:cubicBezTo>
                  <a:cubicBezTo>
                    <a:pt x="33412" y="117459"/>
                    <a:pt x="32804" y="95691"/>
                    <a:pt x="16372" y="95691"/>
                  </a:cubicBezTo>
                  <a:cubicBezTo>
                    <a:pt x="5722" y="95691"/>
                    <a:pt x="245" y="103633"/>
                    <a:pt x="245" y="111282"/>
                  </a:cubicBezTo>
                  <a:cubicBezTo>
                    <a:pt x="245" y="118930"/>
                    <a:pt x="5418" y="126873"/>
                    <a:pt x="16372" y="126873"/>
                  </a:cubicBezTo>
                  <a:cubicBezTo>
                    <a:pt x="17894" y="126873"/>
                    <a:pt x="18502" y="126873"/>
                    <a:pt x="18807" y="126579"/>
                  </a:cubicBezTo>
                  <a:cubicBezTo>
                    <a:pt x="20937" y="126284"/>
                    <a:pt x="24284" y="125696"/>
                    <a:pt x="26718" y="123637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280F2C25-D9A7-E6F5-C270-692A5E3BE341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0448523" y="4576283"/>
              <a:ext cx="24951" cy="211509"/>
            </a:xfrm>
            <a:custGeom>
              <a:avLst/>
              <a:gdLst>
                <a:gd name="csX0" fmla="*/ 12725 w 24951"/>
                <a:gd name="csY0" fmla="*/ 211594 h 211509"/>
                <a:gd name="csX1" fmla="*/ 25201 w 24951"/>
                <a:gd name="csY1" fmla="*/ 198945 h 211509"/>
                <a:gd name="csX2" fmla="*/ 25201 w 24951"/>
                <a:gd name="csY2" fmla="*/ 12734 h 211509"/>
                <a:gd name="csX3" fmla="*/ 12725 w 24951"/>
                <a:gd name="csY3" fmla="*/ 85 h 211509"/>
                <a:gd name="csX4" fmla="*/ 250 w 24951"/>
                <a:gd name="csY4" fmla="*/ 12734 h 211509"/>
                <a:gd name="csX5" fmla="*/ 250 w 24951"/>
                <a:gd name="csY5" fmla="*/ 198945 h 211509"/>
                <a:gd name="csX6" fmla="*/ 12725 w 24951"/>
                <a:gd name="csY6" fmla="*/ 211594 h 2115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4951" h="211509">
                  <a:moveTo>
                    <a:pt x="12725" y="211594"/>
                  </a:moveTo>
                  <a:cubicBezTo>
                    <a:pt x="20941" y="211594"/>
                    <a:pt x="25201" y="207476"/>
                    <a:pt x="25201" y="198945"/>
                  </a:cubicBezTo>
                  <a:lnTo>
                    <a:pt x="25201" y="12734"/>
                  </a:lnTo>
                  <a:cubicBezTo>
                    <a:pt x="25201" y="4497"/>
                    <a:pt x="20941" y="85"/>
                    <a:pt x="12725" y="85"/>
                  </a:cubicBezTo>
                  <a:cubicBezTo>
                    <a:pt x="4205" y="85"/>
                    <a:pt x="250" y="4497"/>
                    <a:pt x="250" y="12734"/>
                  </a:cubicBezTo>
                  <a:lnTo>
                    <a:pt x="250" y="198945"/>
                  </a:lnTo>
                  <a:cubicBezTo>
                    <a:pt x="250" y="207476"/>
                    <a:pt x="4205" y="211594"/>
                    <a:pt x="12725" y="211594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63CB4C22-7483-987E-F9A5-A6852DCD3376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0523986" y="4640118"/>
              <a:ext cx="213911" cy="147674"/>
            </a:xfrm>
            <a:custGeom>
              <a:avLst/>
              <a:gdLst>
                <a:gd name="csX0" fmla="*/ 12424 w 213911"/>
                <a:gd name="csY0" fmla="*/ 147759 h 147674"/>
                <a:gd name="csX1" fmla="*/ 24899 w 213911"/>
                <a:gd name="csY1" fmla="*/ 135404 h 147674"/>
                <a:gd name="csX2" fmla="*/ 24899 w 213911"/>
                <a:gd name="csY2" fmla="*/ 64802 h 147674"/>
                <a:gd name="csX3" fmla="*/ 35245 w 213911"/>
                <a:gd name="csY3" fmla="*/ 31855 h 147674"/>
                <a:gd name="csX4" fmla="*/ 64152 w 213911"/>
                <a:gd name="csY4" fmla="*/ 19500 h 147674"/>
                <a:gd name="csX5" fmla="*/ 87582 w 213911"/>
                <a:gd name="csY5" fmla="*/ 28914 h 147674"/>
                <a:gd name="csX6" fmla="*/ 94884 w 213911"/>
                <a:gd name="csY6" fmla="*/ 57742 h 147674"/>
                <a:gd name="csX7" fmla="*/ 94884 w 213911"/>
                <a:gd name="csY7" fmla="*/ 135404 h 147674"/>
                <a:gd name="csX8" fmla="*/ 107056 w 213911"/>
                <a:gd name="csY8" fmla="*/ 147759 h 147674"/>
                <a:gd name="csX9" fmla="*/ 119531 w 213911"/>
                <a:gd name="csY9" fmla="*/ 135404 h 147674"/>
                <a:gd name="csX10" fmla="*/ 119531 w 213911"/>
                <a:gd name="csY10" fmla="*/ 64802 h 147674"/>
                <a:gd name="csX11" fmla="*/ 130181 w 213911"/>
                <a:gd name="csY11" fmla="*/ 31855 h 147674"/>
                <a:gd name="csX12" fmla="*/ 158784 w 213911"/>
                <a:gd name="csY12" fmla="*/ 19500 h 147674"/>
                <a:gd name="csX13" fmla="*/ 182214 w 213911"/>
                <a:gd name="csY13" fmla="*/ 28914 h 147674"/>
                <a:gd name="csX14" fmla="*/ 189517 w 213911"/>
                <a:gd name="csY14" fmla="*/ 57742 h 147674"/>
                <a:gd name="csX15" fmla="*/ 189517 w 213911"/>
                <a:gd name="csY15" fmla="*/ 135404 h 147674"/>
                <a:gd name="csX16" fmla="*/ 201688 w 213911"/>
                <a:gd name="csY16" fmla="*/ 147759 h 147674"/>
                <a:gd name="csX17" fmla="*/ 214164 w 213911"/>
                <a:gd name="csY17" fmla="*/ 135404 h 147674"/>
                <a:gd name="csX18" fmla="*/ 214164 w 213911"/>
                <a:gd name="csY18" fmla="*/ 56566 h 147674"/>
                <a:gd name="csX19" fmla="*/ 164870 w 213911"/>
                <a:gd name="csY19" fmla="*/ 85 h 147674"/>
                <a:gd name="csX20" fmla="*/ 134746 w 213911"/>
                <a:gd name="csY20" fmla="*/ 8027 h 147674"/>
                <a:gd name="csX21" fmla="*/ 114967 w 213911"/>
                <a:gd name="csY21" fmla="*/ 29208 h 147674"/>
                <a:gd name="csX22" fmla="*/ 70542 w 213911"/>
                <a:gd name="csY22" fmla="*/ 85 h 147674"/>
                <a:gd name="csX23" fmla="*/ 42852 w 213911"/>
                <a:gd name="csY23" fmla="*/ 7145 h 147674"/>
                <a:gd name="csX24" fmla="*/ 24291 w 213911"/>
                <a:gd name="csY24" fmla="*/ 26854 h 147674"/>
                <a:gd name="csX25" fmla="*/ 24291 w 213911"/>
                <a:gd name="csY25" fmla="*/ 12734 h 147674"/>
                <a:gd name="csX26" fmla="*/ 12119 w 213911"/>
                <a:gd name="csY26" fmla="*/ 673 h 147674"/>
                <a:gd name="csX27" fmla="*/ 252 w 213911"/>
                <a:gd name="csY27" fmla="*/ 12734 h 147674"/>
                <a:gd name="csX28" fmla="*/ 252 w 213911"/>
                <a:gd name="csY28" fmla="*/ 135404 h 147674"/>
                <a:gd name="csX29" fmla="*/ 12424 w 213911"/>
                <a:gd name="csY29" fmla="*/ 147759 h 147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3911" h="147674">
                  <a:moveTo>
                    <a:pt x="12424" y="147759"/>
                  </a:moveTo>
                  <a:cubicBezTo>
                    <a:pt x="20639" y="147759"/>
                    <a:pt x="24899" y="143641"/>
                    <a:pt x="24899" y="135404"/>
                  </a:cubicBezTo>
                  <a:lnTo>
                    <a:pt x="24899" y="64802"/>
                  </a:lnTo>
                  <a:cubicBezTo>
                    <a:pt x="24899" y="51271"/>
                    <a:pt x="28246" y="40092"/>
                    <a:pt x="35245" y="31855"/>
                  </a:cubicBezTo>
                  <a:cubicBezTo>
                    <a:pt x="42243" y="23618"/>
                    <a:pt x="51980" y="19500"/>
                    <a:pt x="64152" y="19500"/>
                  </a:cubicBezTo>
                  <a:cubicBezTo>
                    <a:pt x="75106" y="19500"/>
                    <a:pt x="82713" y="22736"/>
                    <a:pt x="87582" y="28914"/>
                  </a:cubicBezTo>
                  <a:cubicBezTo>
                    <a:pt x="92450" y="35091"/>
                    <a:pt x="94884" y="44799"/>
                    <a:pt x="94884" y="57742"/>
                  </a:cubicBezTo>
                  <a:lnTo>
                    <a:pt x="94884" y="135404"/>
                  </a:lnTo>
                  <a:cubicBezTo>
                    <a:pt x="94884" y="143641"/>
                    <a:pt x="98840" y="147759"/>
                    <a:pt x="107056" y="147759"/>
                  </a:cubicBezTo>
                  <a:cubicBezTo>
                    <a:pt x="115271" y="147759"/>
                    <a:pt x="119531" y="143641"/>
                    <a:pt x="119531" y="135404"/>
                  </a:cubicBezTo>
                  <a:lnTo>
                    <a:pt x="119531" y="64802"/>
                  </a:lnTo>
                  <a:cubicBezTo>
                    <a:pt x="119531" y="51271"/>
                    <a:pt x="122879" y="40092"/>
                    <a:pt x="130181" y="31855"/>
                  </a:cubicBezTo>
                  <a:cubicBezTo>
                    <a:pt x="137180" y="23618"/>
                    <a:pt x="146613" y="19500"/>
                    <a:pt x="158784" y="19500"/>
                  </a:cubicBezTo>
                  <a:cubicBezTo>
                    <a:pt x="169738" y="19500"/>
                    <a:pt x="177345" y="22736"/>
                    <a:pt x="182214" y="28914"/>
                  </a:cubicBezTo>
                  <a:cubicBezTo>
                    <a:pt x="187082" y="35091"/>
                    <a:pt x="189517" y="44799"/>
                    <a:pt x="189517" y="57742"/>
                  </a:cubicBezTo>
                  <a:lnTo>
                    <a:pt x="189517" y="135404"/>
                  </a:lnTo>
                  <a:cubicBezTo>
                    <a:pt x="189517" y="143641"/>
                    <a:pt x="193472" y="147759"/>
                    <a:pt x="201688" y="147759"/>
                  </a:cubicBezTo>
                  <a:cubicBezTo>
                    <a:pt x="209904" y="147759"/>
                    <a:pt x="214164" y="143641"/>
                    <a:pt x="214164" y="135404"/>
                  </a:cubicBezTo>
                  <a:lnTo>
                    <a:pt x="214164" y="56566"/>
                  </a:lnTo>
                  <a:cubicBezTo>
                    <a:pt x="214164" y="18912"/>
                    <a:pt x="197732" y="85"/>
                    <a:pt x="164870" y="85"/>
                  </a:cubicBezTo>
                  <a:cubicBezTo>
                    <a:pt x="153307" y="85"/>
                    <a:pt x="143266" y="2732"/>
                    <a:pt x="134746" y="8027"/>
                  </a:cubicBezTo>
                  <a:cubicBezTo>
                    <a:pt x="125921" y="13322"/>
                    <a:pt x="119227" y="20383"/>
                    <a:pt x="114967" y="29208"/>
                  </a:cubicBezTo>
                  <a:cubicBezTo>
                    <a:pt x="108273" y="9792"/>
                    <a:pt x="93667" y="85"/>
                    <a:pt x="70542" y="85"/>
                  </a:cubicBezTo>
                  <a:cubicBezTo>
                    <a:pt x="59892" y="85"/>
                    <a:pt x="50763" y="2438"/>
                    <a:pt x="42852" y="7145"/>
                  </a:cubicBezTo>
                  <a:cubicBezTo>
                    <a:pt x="34941" y="11852"/>
                    <a:pt x="28551" y="18323"/>
                    <a:pt x="24291" y="26854"/>
                  </a:cubicBezTo>
                  <a:lnTo>
                    <a:pt x="24291" y="12734"/>
                  </a:lnTo>
                  <a:cubicBezTo>
                    <a:pt x="24291" y="4791"/>
                    <a:pt x="20031" y="673"/>
                    <a:pt x="12119" y="673"/>
                  </a:cubicBezTo>
                  <a:cubicBezTo>
                    <a:pt x="4208" y="673"/>
                    <a:pt x="252" y="4791"/>
                    <a:pt x="252" y="12734"/>
                  </a:cubicBezTo>
                  <a:lnTo>
                    <a:pt x="252" y="135404"/>
                  </a:lnTo>
                  <a:cubicBezTo>
                    <a:pt x="252" y="143641"/>
                    <a:pt x="4208" y="147759"/>
                    <a:pt x="12424" y="147759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8759CD04-16C7-2377-AFAF-D23B99B348A3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0777149" y="4640118"/>
              <a:ext cx="122321" cy="148262"/>
            </a:xfrm>
            <a:custGeom>
              <a:avLst/>
              <a:gdLst>
                <a:gd name="csX0" fmla="*/ 53510 w 122321"/>
                <a:gd name="csY0" fmla="*/ 148347 h 148262"/>
                <a:gd name="csX1" fmla="*/ 81504 w 122321"/>
                <a:gd name="csY1" fmla="*/ 140993 h 148262"/>
                <a:gd name="csX2" fmla="*/ 99457 w 122321"/>
                <a:gd name="csY2" fmla="*/ 120989 h 148262"/>
                <a:gd name="csX3" fmla="*/ 99457 w 122321"/>
                <a:gd name="csY3" fmla="*/ 135404 h 148262"/>
                <a:gd name="csX4" fmla="*/ 111324 w 122321"/>
                <a:gd name="csY4" fmla="*/ 147759 h 148262"/>
                <a:gd name="csX5" fmla="*/ 122583 w 122321"/>
                <a:gd name="csY5" fmla="*/ 135404 h 148262"/>
                <a:gd name="csX6" fmla="*/ 122583 w 122321"/>
                <a:gd name="csY6" fmla="*/ 55683 h 148262"/>
                <a:gd name="csX7" fmla="*/ 108586 w 122321"/>
                <a:gd name="csY7" fmla="*/ 13617 h 148262"/>
                <a:gd name="csX8" fmla="*/ 66290 w 122321"/>
                <a:gd name="csY8" fmla="*/ 85 h 148262"/>
                <a:gd name="csX9" fmla="*/ 41035 w 122321"/>
                <a:gd name="csY9" fmla="*/ 3026 h 148262"/>
                <a:gd name="csX10" fmla="*/ 14866 w 122321"/>
                <a:gd name="csY10" fmla="*/ 12440 h 148262"/>
                <a:gd name="csX11" fmla="*/ 8781 w 122321"/>
                <a:gd name="csY11" fmla="*/ 18617 h 148262"/>
                <a:gd name="csX12" fmla="*/ 8781 w 122321"/>
                <a:gd name="csY12" fmla="*/ 26266 h 148262"/>
                <a:gd name="csX13" fmla="*/ 13649 w 122321"/>
                <a:gd name="csY13" fmla="*/ 31561 h 148262"/>
                <a:gd name="csX14" fmla="*/ 22473 w 122321"/>
                <a:gd name="csY14" fmla="*/ 30384 h 148262"/>
                <a:gd name="csX15" fmla="*/ 44686 w 122321"/>
                <a:gd name="csY15" fmla="*/ 21853 h 148262"/>
                <a:gd name="csX16" fmla="*/ 66290 w 122321"/>
                <a:gd name="csY16" fmla="*/ 19206 h 148262"/>
                <a:gd name="csX17" fmla="*/ 90937 w 122321"/>
                <a:gd name="csY17" fmla="*/ 27443 h 148262"/>
                <a:gd name="csX18" fmla="*/ 98849 w 122321"/>
                <a:gd name="csY18" fmla="*/ 53624 h 148262"/>
                <a:gd name="csX19" fmla="*/ 98849 w 122321"/>
                <a:gd name="csY19" fmla="*/ 62743 h 148262"/>
                <a:gd name="csX20" fmla="*/ 89112 w 122321"/>
                <a:gd name="csY20" fmla="*/ 62743 h 148262"/>
                <a:gd name="csX21" fmla="*/ 36166 w 122321"/>
                <a:gd name="csY21" fmla="*/ 66862 h 148262"/>
                <a:gd name="csX22" fmla="*/ 8476 w 122321"/>
                <a:gd name="csY22" fmla="*/ 79805 h 148262"/>
                <a:gd name="csX23" fmla="*/ 261 w 122321"/>
                <a:gd name="csY23" fmla="*/ 104516 h 148262"/>
                <a:gd name="csX24" fmla="*/ 7259 w 122321"/>
                <a:gd name="csY24" fmla="*/ 126873 h 148262"/>
                <a:gd name="csX25" fmla="*/ 26125 w 122321"/>
                <a:gd name="csY25" fmla="*/ 142758 h 148262"/>
                <a:gd name="csX26" fmla="*/ 53510 w 122321"/>
                <a:gd name="csY26" fmla="*/ 148347 h 148262"/>
                <a:gd name="csX27" fmla="*/ 57466 w 122321"/>
                <a:gd name="csY27" fmla="*/ 130403 h 148262"/>
                <a:gd name="csX28" fmla="*/ 33732 w 122321"/>
                <a:gd name="csY28" fmla="*/ 122754 h 148262"/>
                <a:gd name="csX29" fmla="*/ 25212 w 122321"/>
                <a:gd name="csY29" fmla="*/ 103045 h 148262"/>
                <a:gd name="csX30" fmla="*/ 30689 w 122321"/>
                <a:gd name="csY30" fmla="*/ 88336 h 148262"/>
                <a:gd name="csX31" fmla="*/ 50468 w 122321"/>
                <a:gd name="csY31" fmla="*/ 80688 h 148262"/>
                <a:gd name="csX32" fmla="*/ 89416 w 122321"/>
                <a:gd name="csY32" fmla="*/ 78334 h 148262"/>
                <a:gd name="csX33" fmla="*/ 98849 w 122321"/>
                <a:gd name="csY33" fmla="*/ 78334 h 148262"/>
                <a:gd name="csX34" fmla="*/ 98849 w 122321"/>
                <a:gd name="csY34" fmla="*/ 87160 h 148262"/>
                <a:gd name="csX35" fmla="*/ 87286 w 122321"/>
                <a:gd name="csY35" fmla="*/ 118342 h 148262"/>
                <a:gd name="csX36" fmla="*/ 57466 w 122321"/>
                <a:gd name="csY36" fmla="*/ 130403 h 148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22321" h="148262">
                  <a:moveTo>
                    <a:pt x="53510" y="148347"/>
                  </a:moveTo>
                  <a:cubicBezTo>
                    <a:pt x="64160" y="148347"/>
                    <a:pt x="73593" y="145994"/>
                    <a:pt x="81504" y="140993"/>
                  </a:cubicBezTo>
                  <a:cubicBezTo>
                    <a:pt x="89416" y="136286"/>
                    <a:pt x="95502" y="129520"/>
                    <a:pt x="99457" y="120989"/>
                  </a:cubicBezTo>
                  <a:lnTo>
                    <a:pt x="99457" y="135404"/>
                  </a:lnTo>
                  <a:cubicBezTo>
                    <a:pt x="99457" y="143641"/>
                    <a:pt x="103413" y="147759"/>
                    <a:pt x="111324" y="147759"/>
                  </a:cubicBezTo>
                  <a:cubicBezTo>
                    <a:pt x="118627" y="147759"/>
                    <a:pt x="122583" y="143641"/>
                    <a:pt x="122583" y="135404"/>
                  </a:cubicBezTo>
                  <a:lnTo>
                    <a:pt x="122583" y="55683"/>
                  </a:lnTo>
                  <a:cubicBezTo>
                    <a:pt x="122583" y="36856"/>
                    <a:pt x="117714" y="22736"/>
                    <a:pt x="108586" y="13617"/>
                  </a:cubicBezTo>
                  <a:cubicBezTo>
                    <a:pt x="99457" y="4791"/>
                    <a:pt x="85156" y="85"/>
                    <a:pt x="66290" y="85"/>
                  </a:cubicBezTo>
                  <a:cubicBezTo>
                    <a:pt x="58379" y="85"/>
                    <a:pt x="49859" y="1261"/>
                    <a:pt x="41035" y="3026"/>
                  </a:cubicBezTo>
                  <a:cubicBezTo>
                    <a:pt x="32211" y="5086"/>
                    <a:pt x="23386" y="8321"/>
                    <a:pt x="14866" y="12440"/>
                  </a:cubicBezTo>
                  <a:cubicBezTo>
                    <a:pt x="11824" y="13911"/>
                    <a:pt x="9694" y="15970"/>
                    <a:pt x="8781" y="18617"/>
                  </a:cubicBezTo>
                  <a:cubicBezTo>
                    <a:pt x="7868" y="21265"/>
                    <a:pt x="7868" y="23913"/>
                    <a:pt x="8781" y="26266"/>
                  </a:cubicBezTo>
                  <a:cubicBezTo>
                    <a:pt x="9694" y="28619"/>
                    <a:pt x="11215" y="30384"/>
                    <a:pt x="13649" y="31561"/>
                  </a:cubicBezTo>
                  <a:cubicBezTo>
                    <a:pt x="16084" y="32738"/>
                    <a:pt x="18822" y="32149"/>
                    <a:pt x="22473" y="30384"/>
                  </a:cubicBezTo>
                  <a:cubicBezTo>
                    <a:pt x="30081" y="26560"/>
                    <a:pt x="37383" y="23618"/>
                    <a:pt x="44686" y="21853"/>
                  </a:cubicBezTo>
                  <a:cubicBezTo>
                    <a:pt x="51989" y="20088"/>
                    <a:pt x="58988" y="19206"/>
                    <a:pt x="66290" y="19206"/>
                  </a:cubicBezTo>
                  <a:cubicBezTo>
                    <a:pt x="77549" y="19206"/>
                    <a:pt x="85764" y="22148"/>
                    <a:pt x="90937" y="27443"/>
                  </a:cubicBezTo>
                  <a:cubicBezTo>
                    <a:pt x="96110" y="32738"/>
                    <a:pt x="98849" y="41563"/>
                    <a:pt x="98849" y="53624"/>
                  </a:cubicBezTo>
                  <a:lnTo>
                    <a:pt x="98849" y="62743"/>
                  </a:lnTo>
                  <a:lnTo>
                    <a:pt x="89112" y="62743"/>
                  </a:lnTo>
                  <a:cubicBezTo>
                    <a:pt x="66595" y="62743"/>
                    <a:pt x="48946" y="64214"/>
                    <a:pt x="36166" y="66862"/>
                  </a:cubicBezTo>
                  <a:cubicBezTo>
                    <a:pt x="23386" y="69509"/>
                    <a:pt x="13954" y="73922"/>
                    <a:pt x="8476" y="79805"/>
                  </a:cubicBezTo>
                  <a:cubicBezTo>
                    <a:pt x="2999" y="85983"/>
                    <a:pt x="261" y="94220"/>
                    <a:pt x="261" y="104516"/>
                  </a:cubicBezTo>
                  <a:cubicBezTo>
                    <a:pt x="261" y="112753"/>
                    <a:pt x="2391" y="120401"/>
                    <a:pt x="7259" y="126873"/>
                  </a:cubicBezTo>
                  <a:cubicBezTo>
                    <a:pt x="11824" y="133639"/>
                    <a:pt x="18214" y="138934"/>
                    <a:pt x="26125" y="142758"/>
                  </a:cubicBezTo>
                  <a:cubicBezTo>
                    <a:pt x="34036" y="146582"/>
                    <a:pt x="43165" y="148347"/>
                    <a:pt x="53510" y="148347"/>
                  </a:cubicBezTo>
                  <a:close/>
                  <a:moveTo>
                    <a:pt x="57466" y="130403"/>
                  </a:moveTo>
                  <a:cubicBezTo>
                    <a:pt x="47425" y="130403"/>
                    <a:pt x="39513" y="128049"/>
                    <a:pt x="33732" y="122754"/>
                  </a:cubicBezTo>
                  <a:cubicBezTo>
                    <a:pt x="27951" y="117753"/>
                    <a:pt x="25212" y="111282"/>
                    <a:pt x="25212" y="103045"/>
                  </a:cubicBezTo>
                  <a:cubicBezTo>
                    <a:pt x="25212" y="96867"/>
                    <a:pt x="27038" y="91866"/>
                    <a:pt x="30689" y="88336"/>
                  </a:cubicBezTo>
                  <a:cubicBezTo>
                    <a:pt x="34341" y="84806"/>
                    <a:pt x="41035" y="82159"/>
                    <a:pt x="50468" y="80688"/>
                  </a:cubicBezTo>
                  <a:cubicBezTo>
                    <a:pt x="59900" y="79217"/>
                    <a:pt x="72985" y="78334"/>
                    <a:pt x="89416" y="78334"/>
                  </a:cubicBezTo>
                  <a:lnTo>
                    <a:pt x="98849" y="78334"/>
                  </a:lnTo>
                  <a:lnTo>
                    <a:pt x="98849" y="87160"/>
                  </a:lnTo>
                  <a:cubicBezTo>
                    <a:pt x="98849" y="99809"/>
                    <a:pt x="94893" y="110105"/>
                    <a:pt x="87286" y="118342"/>
                  </a:cubicBezTo>
                  <a:cubicBezTo>
                    <a:pt x="79374" y="126579"/>
                    <a:pt x="69637" y="130403"/>
                    <a:pt x="57466" y="130403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62814244-3825-F45B-8235-8FC01AF9FB53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0935985" y="4640118"/>
              <a:ext cx="141187" cy="201213"/>
            </a:xfrm>
            <a:custGeom>
              <a:avLst/>
              <a:gdLst>
                <a:gd name="csX0" fmla="*/ 74816 w 141187"/>
                <a:gd name="csY0" fmla="*/ 201298 h 201213"/>
                <a:gd name="csX1" fmla="*/ 124414 w 141187"/>
                <a:gd name="csY1" fmla="*/ 184825 h 201213"/>
                <a:gd name="csX2" fmla="*/ 141454 w 141187"/>
                <a:gd name="csY2" fmla="*/ 135404 h 201213"/>
                <a:gd name="csX3" fmla="*/ 141454 w 141187"/>
                <a:gd name="csY3" fmla="*/ 12734 h 201213"/>
                <a:gd name="csX4" fmla="*/ 129282 w 141187"/>
                <a:gd name="csY4" fmla="*/ 673 h 201213"/>
                <a:gd name="csX5" fmla="*/ 117111 w 141187"/>
                <a:gd name="csY5" fmla="*/ 12734 h 201213"/>
                <a:gd name="csX6" fmla="*/ 117111 w 141187"/>
                <a:gd name="csY6" fmla="*/ 28031 h 201213"/>
                <a:gd name="csX7" fmla="*/ 97333 w 141187"/>
                <a:gd name="csY7" fmla="*/ 7439 h 201213"/>
                <a:gd name="csX8" fmla="*/ 66600 w 141187"/>
                <a:gd name="csY8" fmla="*/ 85 h 201213"/>
                <a:gd name="csX9" fmla="*/ 31303 w 141187"/>
                <a:gd name="csY9" fmla="*/ 8910 h 201213"/>
                <a:gd name="csX10" fmla="*/ 8177 w 141187"/>
                <a:gd name="csY10" fmla="*/ 33914 h 201213"/>
                <a:gd name="csX11" fmla="*/ 266 w 141187"/>
                <a:gd name="csY11" fmla="*/ 70980 h 201213"/>
                <a:gd name="csX12" fmla="*/ 8177 w 141187"/>
                <a:gd name="csY12" fmla="*/ 108340 h 201213"/>
                <a:gd name="csX13" fmla="*/ 31303 w 141187"/>
                <a:gd name="csY13" fmla="*/ 133345 h 201213"/>
                <a:gd name="csX14" fmla="*/ 66600 w 141187"/>
                <a:gd name="csY14" fmla="*/ 142464 h 201213"/>
                <a:gd name="csX15" fmla="*/ 97333 w 141187"/>
                <a:gd name="csY15" fmla="*/ 134815 h 201213"/>
                <a:gd name="csX16" fmla="*/ 117415 w 141187"/>
                <a:gd name="csY16" fmla="*/ 113341 h 201213"/>
                <a:gd name="csX17" fmla="*/ 117415 w 141187"/>
                <a:gd name="csY17" fmla="*/ 138640 h 201213"/>
                <a:gd name="csX18" fmla="*/ 73598 w 141187"/>
                <a:gd name="csY18" fmla="*/ 182177 h 201213"/>
                <a:gd name="csX19" fmla="*/ 49560 w 141187"/>
                <a:gd name="csY19" fmla="*/ 179235 h 201213"/>
                <a:gd name="csX20" fmla="*/ 24000 w 141187"/>
                <a:gd name="csY20" fmla="*/ 168351 h 201213"/>
                <a:gd name="csX21" fmla="*/ 16393 w 141187"/>
                <a:gd name="csY21" fmla="*/ 167763 h 201213"/>
                <a:gd name="csX22" fmla="*/ 11220 w 141187"/>
                <a:gd name="csY22" fmla="*/ 172764 h 201213"/>
                <a:gd name="csX23" fmla="*/ 10003 w 141187"/>
                <a:gd name="csY23" fmla="*/ 179824 h 201213"/>
                <a:gd name="csX24" fmla="*/ 15480 w 141187"/>
                <a:gd name="csY24" fmla="*/ 186001 h 201213"/>
                <a:gd name="csX25" fmla="*/ 43170 w 141187"/>
                <a:gd name="csY25" fmla="*/ 197768 h 201213"/>
                <a:gd name="csX26" fmla="*/ 74816 w 141187"/>
                <a:gd name="csY26" fmla="*/ 201298 h 201213"/>
                <a:gd name="csX27" fmla="*/ 71164 w 141187"/>
                <a:gd name="csY27" fmla="*/ 123049 h 201213"/>
                <a:gd name="csX28" fmla="*/ 37693 w 141187"/>
                <a:gd name="csY28" fmla="*/ 108928 h 201213"/>
                <a:gd name="csX29" fmla="*/ 25217 w 141187"/>
                <a:gd name="csY29" fmla="*/ 70980 h 201213"/>
                <a:gd name="csX30" fmla="*/ 37693 w 141187"/>
                <a:gd name="csY30" fmla="*/ 33326 h 201213"/>
                <a:gd name="csX31" fmla="*/ 71164 w 141187"/>
                <a:gd name="csY31" fmla="*/ 19206 h 201213"/>
                <a:gd name="csX32" fmla="*/ 104940 w 141187"/>
                <a:gd name="csY32" fmla="*/ 33326 h 201213"/>
                <a:gd name="csX33" fmla="*/ 117415 w 141187"/>
                <a:gd name="csY33" fmla="*/ 70980 h 201213"/>
                <a:gd name="csX34" fmla="*/ 104940 w 141187"/>
                <a:gd name="csY34" fmla="*/ 108928 h 201213"/>
                <a:gd name="csX35" fmla="*/ 71164 w 141187"/>
                <a:gd name="csY35" fmla="*/ 123049 h 2012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41187" h="201213">
                  <a:moveTo>
                    <a:pt x="74816" y="201298"/>
                  </a:moveTo>
                  <a:cubicBezTo>
                    <a:pt x="96724" y="201298"/>
                    <a:pt x="113155" y="196003"/>
                    <a:pt x="124414" y="184825"/>
                  </a:cubicBezTo>
                  <a:cubicBezTo>
                    <a:pt x="135672" y="173940"/>
                    <a:pt x="141454" y="157467"/>
                    <a:pt x="141454" y="135404"/>
                  </a:cubicBezTo>
                  <a:lnTo>
                    <a:pt x="141454" y="12734"/>
                  </a:lnTo>
                  <a:cubicBezTo>
                    <a:pt x="141454" y="4791"/>
                    <a:pt x="137194" y="673"/>
                    <a:pt x="129282" y="673"/>
                  </a:cubicBezTo>
                  <a:cubicBezTo>
                    <a:pt x="121067" y="673"/>
                    <a:pt x="117111" y="4791"/>
                    <a:pt x="117111" y="12734"/>
                  </a:cubicBezTo>
                  <a:lnTo>
                    <a:pt x="117111" y="28031"/>
                  </a:lnTo>
                  <a:cubicBezTo>
                    <a:pt x="112851" y="19206"/>
                    <a:pt x="106157" y="12440"/>
                    <a:pt x="97333" y="7439"/>
                  </a:cubicBezTo>
                  <a:cubicBezTo>
                    <a:pt x="88204" y="2732"/>
                    <a:pt x="78163" y="85"/>
                    <a:pt x="66600" y="85"/>
                  </a:cubicBezTo>
                  <a:cubicBezTo>
                    <a:pt x="52907" y="85"/>
                    <a:pt x="41040" y="3026"/>
                    <a:pt x="31303" y="8910"/>
                  </a:cubicBezTo>
                  <a:cubicBezTo>
                    <a:pt x="21262" y="14793"/>
                    <a:pt x="13655" y="23324"/>
                    <a:pt x="8177" y="33914"/>
                  </a:cubicBezTo>
                  <a:cubicBezTo>
                    <a:pt x="2700" y="44505"/>
                    <a:pt x="266" y="56860"/>
                    <a:pt x="266" y="70980"/>
                  </a:cubicBezTo>
                  <a:cubicBezTo>
                    <a:pt x="266" y="85100"/>
                    <a:pt x="2700" y="97750"/>
                    <a:pt x="8177" y="108340"/>
                  </a:cubicBezTo>
                  <a:cubicBezTo>
                    <a:pt x="13655" y="118930"/>
                    <a:pt x="21262" y="127461"/>
                    <a:pt x="31303" y="133345"/>
                  </a:cubicBezTo>
                  <a:cubicBezTo>
                    <a:pt x="41040" y="139522"/>
                    <a:pt x="52907" y="142464"/>
                    <a:pt x="66600" y="142464"/>
                  </a:cubicBezTo>
                  <a:cubicBezTo>
                    <a:pt x="78163" y="142464"/>
                    <a:pt x="88204" y="140111"/>
                    <a:pt x="97333" y="134815"/>
                  </a:cubicBezTo>
                  <a:cubicBezTo>
                    <a:pt x="106461" y="129520"/>
                    <a:pt x="113155" y="122460"/>
                    <a:pt x="117415" y="113341"/>
                  </a:cubicBezTo>
                  <a:lnTo>
                    <a:pt x="117415" y="138640"/>
                  </a:lnTo>
                  <a:cubicBezTo>
                    <a:pt x="117415" y="167763"/>
                    <a:pt x="102810" y="182177"/>
                    <a:pt x="73598" y="182177"/>
                  </a:cubicBezTo>
                  <a:cubicBezTo>
                    <a:pt x="65687" y="182177"/>
                    <a:pt x="57471" y="181295"/>
                    <a:pt x="49560" y="179235"/>
                  </a:cubicBezTo>
                  <a:cubicBezTo>
                    <a:pt x="41344" y="177470"/>
                    <a:pt x="32824" y="173646"/>
                    <a:pt x="24000" y="168351"/>
                  </a:cubicBezTo>
                  <a:cubicBezTo>
                    <a:pt x="21262" y="167174"/>
                    <a:pt x="18827" y="166880"/>
                    <a:pt x="16393" y="167763"/>
                  </a:cubicBezTo>
                  <a:cubicBezTo>
                    <a:pt x="13959" y="168939"/>
                    <a:pt x="12437" y="170410"/>
                    <a:pt x="11220" y="172764"/>
                  </a:cubicBezTo>
                  <a:cubicBezTo>
                    <a:pt x="10003" y="175117"/>
                    <a:pt x="9395" y="177470"/>
                    <a:pt x="10003" y="179824"/>
                  </a:cubicBezTo>
                  <a:cubicBezTo>
                    <a:pt x="10612" y="182177"/>
                    <a:pt x="12437" y="184236"/>
                    <a:pt x="15480" y="186001"/>
                  </a:cubicBezTo>
                  <a:cubicBezTo>
                    <a:pt x="23696" y="191296"/>
                    <a:pt x="32824" y="195415"/>
                    <a:pt x="43170" y="197768"/>
                  </a:cubicBezTo>
                  <a:cubicBezTo>
                    <a:pt x="53516" y="200122"/>
                    <a:pt x="63861" y="201298"/>
                    <a:pt x="74816" y="201298"/>
                  </a:cubicBezTo>
                  <a:close/>
                  <a:moveTo>
                    <a:pt x="71164" y="123049"/>
                  </a:moveTo>
                  <a:cubicBezTo>
                    <a:pt x="57167" y="123049"/>
                    <a:pt x="45909" y="118342"/>
                    <a:pt x="37693" y="108928"/>
                  </a:cubicBezTo>
                  <a:cubicBezTo>
                    <a:pt x="29173" y="99515"/>
                    <a:pt x="25217" y="86865"/>
                    <a:pt x="25217" y="70980"/>
                  </a:cubicBezTo>
                  <a:cubicBezTo>
                    <a:pt x="25217" y="55095"/>
                    <a:pt x="29173" y="42740"/>
                    <a:pt x="37693" y="33326"/>
                  </a:cubicBezTo>
                  <a:cubicBezTo>
                    <a:pt x="45909" y="23913"/>
                    <a:pt x="57167" y="19206"/>
                    <a:pt x="71164" y="19206"/>
                  </a:cubicBezTo>
                  <a:cubicBezTo>
                    <a:pt x="85161" y="19206"/>
                    <a:pt x="96420" y="23913"/>
                    <a:pt x="104940" y="33326"/>
                  </a:cubicBezTo>
                  <a:cubicBezTo>
                    <a:pt x="113155" y="42740"/>
                    <a:pt x="117415" y="55095"/>
                    <a:pt x="117415" y="70980"/>
                  </a:cubicBezTo>
                  <a:cubicBezTo>
                    <a:pt x="117415" y="86865"/>
                    <a:pt x="113155" y="99515"/>
                    <a:pt x="104940" y="108928"/>
                  </a:cubicBezTo>
                  <a:cubicBezTo>
                    <a:pt x="96420" y="118342"/>
                    <a:pt x="85161" y="123049"/>
                    <a:pt x="71164" y="123049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6E21ADAC-CB7D-188E-2F22-72B436F82B5D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1114295" y="4640118"/>
              <a:ext cx="135406" cy="148262"/>
            </a:xfrm>
            <a:custGeom>
              <a:avLst/>
              <a:gdLst>
                <a:gd name="csX0" fmla="*/ 76039 w 135406"/>
                <a:gd name="csY0" fmla="*/ 148347 h 148262"/>
                <a:gd name="csX1" fmla="*/ 102815 w 135406"/>
                <a:gd name="csY1" fmla="*/ 144523 h 148262"/>
                <a:gd name="csX2" fmla="*/ 126854 w 135406"/>
                <a:gd name="csY2" fmla="*/ 133639 h 148262"/>
                <a:gd name="csX3" fmla="*/ 132940 w 135406"/>
                <a:gd name="csY3" fmla="*/ 124225 h 148262"/>
                <a:gd name="csX4" fmla="*/ 128071 w 135406"/>
                <a:gd name="csY4" fmla="*/ 115988 h 148262"/>
                <a:gd name="csX5" fmla="*/ 116508 w 135406"/>
                <a:gd name="csY5" fmla="*/ 117753 h 148262"/>
                <a:gd name="csX6" fmla="*/ 96426 w 135406"/>
                <a:gd name="csY6" fmla="*/ 126873 h 148262"/>
                <a:gd name="csX7" fmla="*/ 76039 w 135406"/>
                <a:gd name="csY7" fmla="*/ 129226 h 148262"/>
                <a:gd name="csX8" fmla="*/ 38916 w 135406"/>
                <a:gd name="csY8" fmla="*/ 116577 h 148262"/>
                <a:gd name="csX9" fmla="*/ 24310 w 135406"/>
                <a:gd name="csY9" fmla="*/ 79217 h 148262"/>
                <a:gd name="csX10" fmla="*/ 125028 w 135406"/>
                <a:gd name="csY10" fmla="*/ 79217 h 148262"/>
                <a:gd name="csX11" fmla="*/ 135678 w 135406"/>
                <a:gd name="csY11" fmla="*/ 70098 h 148262"/>
                <a:gd name="csX12" fmla="*/ 118638 w 135406"/>
                <a:gd name="csY12" fmla="*/ 18912 h 148262"/>
                <a:gd name="csX13" fmla="*/ 71474 w 135406"/>
                <a:gd name="csY13" fmla="*/ 85 h 148262"/>
                <a:gd name="csX14" fmla="*/ 34352 w 135406"/>
                <a:gd name="csY14" fmla="*/ 9498 h 148262"/>
                <a:gd name="csX15" fmla="*/ 9400 w 135406"/>
                <a:gd name="csY15" fmla="*/ 35679 h 148262"/>
                <a:gd name="csX16" fmla="*/ 272 w 135406"/>
                <a:gd name="csY16" fmla="*/ 74510 h 148262"/>
                <a:gd name="csX17" fmla="*/ 20659 w 135406"/>
                <a:gd name="csY17" fmla="*/ 128638 h 148262"/>
                <a:gd name="csX18" fmla="*/ 76039 w 135406"/>
                <a:gd name="csY18" fmla="*/ 148347 h 148262"/>
                <a:gd name="csX19" fmla="*/ 72083 w 135406"/>
                <a:gd name="csY19" fmla="*/ 17735 h 148262"/>
                <a:gd name="csX20" fmla="*/ 102511 w 135406"/>
                <a:gd name="csY20" fmla="*/ 29796 h 148262"/>
                <a:gd name="csX21" fmla="*/ 114378 w 135406"/>
                <a:gd name="csY21" fmla="*/ 63626 h 148262"/>
                <a:gd name="csX22" fmla="*/ 24615 w 135406"/>
                <a:gd name="csY22" fmla="*/ 63626 h 148262"/>
                <a:gd name="csX23" fmla="*/ 38916 w 135406"/>
                <a:gd name="csY23" fmla="*/ 30384 h 148262"/>
                <a:gd name="csX24" fmla="*/ 72083 w 135406"/>
                <a:gd name="csY24" fmla="*/ 17735 h 148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35406" h="148262">
                  <a:moveTo>
                    <a:pt x="76039" y="148347"/>
                  </a:moveTo>
                  <a:cubicBezTo>
                    <a:pt x="84558" y="148347"/>
                    <a:pt x="93687" y="147171"/>
                    <a:pt x="102815" y="144523"/>
                  </a:cubicBezTo>
                  <a:cubicBezTo>
                    <a:pt x="111944" y="142170"/>
                    <a:pt x="120160" y="138345"/>
                    <a:pt x="126854" y="133639"/>
                  </a:cubicBezTo>
                  <a:cubicBezTo>
                    <a:pt x="131114" y="130991"/>
                    <a:pt x="132940" y="127755"/>
                    <a:pt x="132940" y="124225"/>
                  </a:cubicBezTo>
                  <a:cubicBezTo>
                    <a:pt x="132940" y="120695"/>
                    <a:pt x="131114" y="117753"/>
                    <a:pt x="128071" y="115988"/>
                  </a:cubicBezTo>
                  <a:cubicBezTo>
                    <a:pt x="125028" y="114223"/>
                    <a:pt x="121072" y="114812"/>
                    <a:pt x="116508" y="117753"/>
                  </a:cubicBezTo>
                  <a:cubicBezTo>
                    <a:pt x="109814" y="122166"/>
                    <a:pt x="103120" y="125108"/>
                    <a:pt x="96426" y="126873"/>
                  </a:cubicBezTo>
                  <a:cubicBezTo>
                    <a:pt x="89427" y="128638"/>
                    <a:pt x="82733" y="129226"/>
                    <a:pt x="76039" y="129226"/>
                  </a:cubicBezTo>
                  <a:cubicBezTo>
                    <a:pt x="60216" y="129226"/>
                    <a:pt x="47740" y="125108"/>
                    <a:pt x="38916" y="116577"/>
                  </a:cubicBezTo>
                  <a:cubicBezTo>
                    <a:pt x="29787" y="108046"/>
                    <a:pt x="24919" y="95691"/>
                    <a:pt x="24310" y="79217"/>
                  </a:cubicBezTo>
                  <a:lnTo>
                    <a:pt x="125028" y="79217"/>
                  </a:lnTo>
                  <a:cubicBezTo>
                    <a:pt x="132027" y="79217"/>
                    <a:pt x="135678" y="76275"/>
                    <a:pt x="135678" y="70098"/>
                  </a:cubicBezTo>
                  <a:cubicBezTo>
                    <a:pt x="135678" y="48329"/>
                    <a:pt x="129897" y="31267"/>
                    <a:pt x="118638" y="18912"/>
                  </a:cubicBezTo>
                  <a:cubicBezTo>
                    <a:pt x="107075" y="6556"/>
                    <a:pt x="91557" y="85"/>
                    <a:pt x="71474" y="85"/>
                  </a:cubicBezTo>
                  <a:cubicBezTo>
                    <a:pt x="57477" y="85"/>
                    <a:pt x="45002" y="3321"/>
                    <a:pt x="34352" y="9498"/>
                  </a:cubicBezTo>
                  <a:cubicBezTo>
                    <a:pt x="23702" y="15676"/>
                    <a:pt x="15486" y="24501"/>
                    <a:pt x="9400" y="35679"/>
                  </a:cubicBezTo>
                  <a:cubicBezTo>
                    <a:pt x="3315" y="46858"/>
                    <a:pt x="272" y="59802"/>
                    <a:pt x="272" y="74510"/>
                  </a:cubicBezTo>
                  <a:cubicBezTo>
                    <a:pt x="272" y="97456"/>
                    <a:pt x="6966" y="115400"/>
                    <a:pt x="20659" y="128638"/>
                  </a:cubicBezTo>
                  <a:cubicBezTo>
                    <a:pt x="34047" y="141876"/>
                    <a:pt x="52609" y="148347"/>
                    <a:pt x="76039" y="148347"/>
                  </a:cubicBezTo>
                  <a:close/>
                  <a:moveTo>
                    <a:pt x="72083" y="17735"/>
                  </a:moveTo>
                  <a:cubicBezTo>
                    <a:pt x="85167" y="17735"/>
                    <a:pt x="95208" y="21853"/>
                    <a:pt x="102511" y="29796"/>
                  </a:cubicBezTo>
                  <a:cubicBezTo>
                    <a:pt x="109814" y="38033"/>
                    <a:pt x="113770" y="49211"/>
                    <a:pt x="114378" y="63626"/>
                  </a:cubicBezTo>
                  <a:lnTo>
                    <a:pt x="24615" y="63626"/>
                  </a:lnTo>
                  <a:cubicBezTo>
                    <a:pt x="25832" y="50094"/>
                    <a:pt x="30700" y="38915"/>
                    <a:pt x="38916" y="30384"/>
                  </a:cubicBezTo>
                  <a:cubicBezTo>
                    <a:pt x="46827" y="22148"/>
                    <a:pt x="58086" y="17735"/>
                    <a:pt x="72083" y="17735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F00CDA59-2CED-75AD-5294-5BA171242C7B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1286671" y="4494568"/>
              <a:ext cx="55379" cy="205714"/>
            </a:xfrm>
            <a:custGeom>
              <a:avLst/>
              <a:gdLst>
                <a:gd name="csX0" fmla="*/ 51397 w 55379"/>
                <a:gd name="csY0" fmla="*/ 80 h 205714"/>
                <a:gd name="csX1" fmla="*/ 277 w 55379"/>
                <a:gd name="csY1" fmla="*/ 102834 h 205714"/>
                <a:gd name="csX2" fmla="*/ 51397 w 55379"/>
                <a:gd name="csY2" fmla="*/ 205794 h 205714"/>
                <a:gd name="csX3" fmla="*/ 55657 w 55379"/>
                <a:gd name="csY3" fmla="*/ 203323 h 205714"/>
                <a:gd name="csX4" fmla="*/ 53527 w 55379"/>
                <a:gd name="csY4" fmla="*/ 200235 h 205714"/>
                <a:gd name="csX5" fmla="*/ 14761 w 55379"/>
                <a:gd name="csY5" fmla="*/ 103040 h 205714"/>
                <a:gd name="csX6" fmla="*/ 54166 w 55379"/>
                <a:gd name="csY6" fmla="*/ 5022 h 205714"/>
                <a:gd name="csX7" fmla="*/ 55657 w 55379"/>
                <a:gd name="csY7" fmla="*/ 2551 h 205714"/>
                <a:gd name="csX8" fmla="*/ 51397 w 55379"/>
                <a:gd name="csY8" fmla="*/ 80 h 205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5379" h="205714">
                  <a:moveTo>
                    <a:pt x="51397" y="80"/>
                  </a:moveTo>
                  <a:cubicBezTo>
                    <a:pt x="10927" y="27673"/>
                    <a:pt x="277" y="71328"/>
                    <a:pt x="277" y="102834"/>
                  </a:cubicBezTo>
                  <a:cubicBezTo>
                    <a:pt x="277" y="131869"/>
                    <a:pt x="9223" y="176966"/>
                    <a:pt x="51397" y="205794"/>
                  </a:cubicBezTo>
                  <a:cubicBezTo>
                    <a:pt x="53101" y="205794"/>
                    <a:pt x="55657" y="205794"/>
                    <a:pt x="55657" y="203323"/>
                  </a:cubicBezTo>
                  <a:cubicBezTo>
                    <a:pt x="55657" y="202088"/>
                    <a:pt x="55018" y="201676"/>
                    <a:pt x="53527" y="200235"/>
                  </a:cubicBezTo>
                  <a:cubicBezTo>
                    <a:pt x="25198" y="175524"/>
                    <a:pt x="14761" y="140518"/>
                    <a:pt x="14761" y="103040"/>
                  </a:cubicBezTo>
                  <a:cubicBezTo>
                    <a:pt x="14761" y="47442"/>
                    <a:pt x="36700" y="20260"/>
                    <a:pt x="54166" y="5022"/>
                  </a:cubicBezTo>
                  <a:cubicBezTo>
                    <a:pt x="55018" y="4198"/>
                    <a:pt x="55657" y="3581"/>
                    <a:pt x="55657" y="2551"/>
                  </a:cubicBezTo>
                  <a:cubicBezTo>
                    <a:pt x="55657" y="80"/>
                    <a:pt x="53101" y="80"/>
                    <a:pt x="51397" y="80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E89D607-0268-AEDB-A7EA-F7D275C99214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1367276" y="4512483"/>
              <a:ext cx="64538" cy="138584"/>
            </a:xfrm>
            <a:custGeom>
              <a:avLst/>
              <a:gdLst>
                <a:gd name="csX0" fmla="*/ 59281 w 64538"/>
                <a:gd name="csY0" fmla="*/ 7905 h 138584"/>
                <a:gd name="csX1" fmla="*/ 50761 w 64538"/>
                <a:gd name="csY1" fmla="*/ 80 h 138584"/>
                <a:gd name="csX2" fmla="*/ 38833 w 64538"/>
                <a:gd name="csY2" fmla="*/ 11406 h 138584"/>
                <a:gd name="csX3" fmla="*/ 47353 w 64538"/>
                <a:gd name="csY3" fmla="*/ 19231 h 138584"/>
                <a:gd name="csX4" fmla="*/ 59281 w 64538"/>
                <a:gd name="csY4" fmla="*/ 7905 h 138584"/>
                <a:gd name="csX5" fmla="*/ 15829 w 64538"/>
                <a:gd name="csY5" fmla="*/ 112513 h 138584"/>
                <a:gd name="csX6" fmla="*/ 13912 w 64538"/>
                <a:gd name="csY6" fmla="*/ 121161 h 138584"/>
                <a:gd name="csX7" fmla="*/ 34147 w 64538"/>
                <a:gd name="csY7" fmla="*/ 138664 h 138584"/>
                <a:gd name="csX8" fmla="*/ 64819 w 64538"/>
                <a:gd name="csY8" fmla="*/ 107159 h 138584"/>
                <a:gd name="csX9" fmla="*/ 61411 w 64538"/>
                <a:gd name="csY9" fmla="*/ 104482 h 138584"/>
                <a:gd name="csX10" fmla="*/ 57364 w 64538"/>
                <a:gd name="csY10" fmla="*/ 107982 h 138584"/>
                <a:gd name="csX11" fmla="*/ 34786 w 64538"/>
                <a:gd name="csY11" fmla="*/ 132899 h 138584"/>
                <a:gd name="csX12" fmla="*/ 29461 w 64538"/>
                <a:gd name="csY12" fmla="*/ 125691 h 138584"/>
                <a:gd name="csX13" fmla="*/ 32869 w 64538"/>
                <a:gd name="csY13" fmla="*/ 112513 h 138584"/>
                <a:gd name="csX14" fmla="*/ 39685 w 64538"/>
                <a:gd name="csY14" fmla="*/ 96039 h 138584"/>
                <a:gd name="csX15" fmla="*/ 50122 w 64538"/>
                <a:gd name="csY15" fmla="*/ 69887 h 138584"/>
                <a:gd name="csX16" fmla="*/ 51400 w 64538"/>
                <a:gd name="csY16" fmla="*/ 63298 h 138584"/>
                <a:gd name="csX17" fmla="*/ 31165 w 64538"/>
                <a:gd name="csY17" fmla="*/ 45794 h 138584"/>
                <a:gd name="csX18" fmla="*/ 280 w 64538"/>
                <a:gd name="csY18" fmla="*/ 77300 h 138584"/>
                <a:gd name="csX19" fmla="*/ 3901 w 64538"/>
                <a:gd name="csY19" fmla="*/ 79977 h 138584"/>
                <a:gd name="csX20" fmla="*/ 7735 w 64538"/>
                <a:gd name="csY20" fmla="*/ 76682 h 138584"/>
                <a:gd name="csX21" fmla="*/ 30526 w 64538"/>
                <a:gd name="csY21" fmla="*/ 51560 h 138584"/>
                <a:gd name="csX22" fmla="*/ 35851 w 64538"/>
                <a:gd name="csY22" fmla="*/ 58767 h 138584"/>
                <a:gd name="csX23" fmla="*/ 29248 w 64538"/>
                <a:gd name="csY23" fmla="*/ 79359 h 138584"/>
                <a:gd name="csX24" fmla="*/ 15829 w 64538"/>
                <a:gd name="csY24" fmla="*/ 112513 h 138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538" h="138584">
                  <a:moveTo>
                    <a:pt x="59281" y="7905"/>
                  </a:moveTo>
                  <a:cubicBezTo>
                    <a:pt x="59281" y="4610"/>
                    <a:pt x="56725" y="80"/>
                    <a:pt x="50761" y="80"/>
                  </a:cubicBezTo>
                  <a:cubicBezTo>
                    <a:pt x="45010" y="80"/>
                    <a:pt x="38833" y="5434"/>
                    <a:pt x="38833" y="11406"/>
                  </a:cubicBezTo>
                  <a:cubicBezTo>
                    <a:pt x="38833" y="14906"/>
                    <a:pt x="41602" y="19231"/>
                    <a:pt x="47353" y="19231"/>
                  </a:cubicBezTo>
                  <a:cubicBezTo>
                    <a:pt x="53530" y="19231"/>
                    <a:pt x="59281" y="13465"/>
                    <a:pt x="59281" y="7905"/>
                  </a:cubicBezTo>
                  <a:close/>
                  <a:moveTo>
                    <a:pt x="15829" y="112513"/>
                  </a:moveTo>
                  <a:cubicBezTo>
                    <a:pt x="14977" y="115190"/>
                    <a:pt x="13912" y="117661"/>
                    <a:pt x="13912" y="121161"/>
                  </a:cubicBezTo>
                  <a:cubicBezTo>
                    <a:pt x="13912" y="130839"/>
                    <a:pt x="22432" y="138664"/>
                    <a:pt x="34147" y="138664"/>
                  </a:cubicBezTo>
                  <a:cubicBezTo>
                    <a:pt x="55447" y="138664"/>
                    <a:pt x="64819" y="110247"/>
                    <a:pt x="64819" y="107159"/>
                  </a:cubicBezTo>
                  <a:cubicBezTo>
                    <a:pt x="64819" y="104482"/>
                    <a:pt x="62050" y="104482"/>
                    <a:pt x="61411" y="104482"/>
                  </a:cubicBezTo>
                  <a:cubicBezTo>
                    <a:pt x="58429" y="104482"/>
                    <a:pt x="58216" y="105717"/>
                    <a:pt x="57364" y="107982"/>
                  </a:cubicBezTo>
                  <a:cubicBezTo>
                    <a:pt x="52465" y="124456"/>
                    <a:pt x="43093" y="132899"/>
                    <a:pt x="34786" y="132899"/>
                  </a:cubicBezTo>
                  <a:cubicBezTo>
                    <a:pt x="30526" y="132899"/>
                    <a:pt x="29461" y="130222"/>
                    <a:pt x="29461" y="125691"/>
                  </a:cubicBezTo>
                  <a:cubicBezTo>
                    <a:pt x="29461" y="120955"/>
                    <a:pt x="30952" y="117043"/>
                    <a:pt x="32869" y="112513"/>
                  </a:cubicBezTo>
                  <a:cubicBezTo>
                    <a:pt x="34999" y="106953"/>
                    <a:pt x="37342" y="101393"/>
                    <a:pt x="39685" y="96039"/>
                  </a:cubicBezTo>
                  <a:cubicBezTo>
                    <a:pt x="41602" y="91097"/>
                    <a:pt x="49270" y="72358"/>
                    <a:pt x="50122" y="69887"/>
                  </a:cubicBezTo>
                  <a:cubicBezTo>
                    <a:pt x="50761" y="67828"/>
                    <a:pt x="51400" y="65357"/>
                    <a:pt x="51400" y="63298"/>
                  </a:cubicBezTo>
                  <a:cubicBezTo>
                    <a:pt x="51400" y="53619"/>
                    <a:pt x="42880" y="45794"/>
                    <a:pt x="31165" y="45794"/>
                  </a:cubicBezTo>
                  <a:cubicBezTo>
                    <a:pt x="10078" y="45794"/>
                    <a:pt x="280" y="73800"/>
                    <a:pt x="280" y="77300"/>
                  </a:cubicBezTo>
                  <a:cubicBezTo>
                    <a:pt x="280" y="79977"/>
                    <a:pt x="3262" y="79977"/>
                    <a:pt x="3901" y="79977"/>
                  </a:cubicBezTo>
                  <a:cubicBezTo>
                    <a:pt x="6883" y="79977"/>
                    <a:pt x="7096" y="78948"/>
                    <a:pt x="7735" y="76682"/>
                  </a:cubicBezTo>
                  <a:cubicBezTo>
                    <a:pt x="13273" y="58973"/>
                    <a:pt x="22645" y="51560"/>
                    <a:pt x="30526" y="51560"/>
                  </a:cubicBezTo>
                  <a:cubicBezTo>
                    <a:pt x="33934" y="51560"/>
                    <a:pt x="35851" y="53207"/>
                    <a:pt x="35851" y="58767"/>
                  </a:cubicBezTo>
                  <a:cubicBezTo>
                    <a:pt x="35851" y="63503"/>
                    <a:pt x="34573" y="66592"/>
                    <a:pt x="29248" y="79359"/>
                  </a:cubicBezTo>
                  <a:lnTo>
                    <a:pt x="15829" y="112513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CAF12DB-72D2-9826-B59D-441FE8A0BA79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1458479" y="4494568"/>
              <a:ext cx="55166" cy="205714"/>
            </a:xfrm>
            <a:custGeom>
              <a:avLst/>
              <a:gdLst>
                <a:gd name="csX0" fmla="*/ 4330 w 55166"/>
                <a:gd name="csY0" fmla="*/ 80 h 205714"/>
                <a:gd name="csX1" fmla="*/ 283 w 55166"/>
                <a:gd name="csY1" fmla="*/ 2551 h 205714"/>
                <a:gd name="csX2" fmla="*/ 2200 w 55166"/>
                <a:gd name="csY2" fmla="*/ 5640 h 205714"/>
                <a:gd name="csX3" fmla="*/ 40966 w 55166"/>
                <a:gd name="csY3" fmla="*/ 102834 h 205714"/>
                <a:gd name="csX4" fmla="*/ 4117 w 55166"/>
                <a:gd name="csY4" fmla="*/ 198587 h 205714"/>
                <a:gd name="csX5" fmla="*/ 283 w 55166"/>
                <a:gd name="csY5" fmla="*/ 203323 h 205714"/>
                <a:gd name="csX6" fmla="*/ 3052 w 55166"/>
                <a:gd name="csY6" fmla="*/ 205794 h 205714"/>
                <a:gd name="csX7" fmla="*/ 39901 w 55166"/>
                <a:gd name="csY7" fmla="*/ 166464 h 205714"/>
                <a:gd name="csX8" fmla="*/ 55450 w 55166"/>
                <a:gd name="csY8" fmla="*/ 103040 h 205714"/>
                <a:gd name="csX9" fmla="*/ 4330 w 55166"/>
                <a:gd name="csY9" fmla="*/ 80 h 205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5166" h="205714">
                  <a:moveTo>
                    <a:pt x="4330" y="80"/>
                  </a:moveTo>
                  <a:cubicBezTo>
                    <a:pt x="2839" y="80"/>
                    <a:pt x="283" y="80"/>
                    <a:pt x="283" y="2551"/>
                  </a:cubicBezTo>
                  <a:cubicBezTo>
                    <a:pt x="283" y="3581"/>
                    <a:pt x="922" y="4198"/>
                    <a:pt x="2200" y="5640"/>
                  </a:cubicBezTo>
                  <a:cubicBezTo>
                    <a:pt x="20518" y="21908"/>
                    <a:pt x="40966" y="49707"/>
                    <a:pt x="40966" y="102834"/>
                  </a:cubicBezTo>
                  <a:cubicBezTo>
                    <a:pt x="40966" y="145872"/>
                    <a:pt x="27121" y="178407"/>
                    <a:pt x="4117" y="198587"/>
                  </a:cubicBezTo>
                  <a:cubicBezTo>
                    <a:pt x="496" y="202088"/>
                    <a:pt x="283" y="202294"/>
                    <a:pt x="283" y="203323"/>
                  </a:cubicBezTo>
                  <a:cubicBezTo>
                    <a:pt x="283" y="204353"/>
                    <a:pt x="922" y="205794"/>
                    <a:pt x="3052" y="205794"/>
                  </a:cubicBezTo>
                  <a:cubicBezTo>
                    <a:pt x="5608" y="205794"/>
                    <a:pt x="25843" y="192204"/>
                    <a:pt x="39901" y="166464"/>
                  </a:cubicBezTo>
                  <a:cubicBezTo>
                    <a:pt x="49273" y="149372"/>
                    <a:pt x="55450" y="127133"/>
                    <a:pt x="55450" y="103040"/>
                  </a:cubicBezTo>
                  <a:cubicBezTo>
                    <a:pt x="55450" y="74005"/>
                    <a:pt x="46504" y="28909"/>
                    <a:pt x="4330" y="80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9FC0B24-1490-81DD-E802-E8A9D7866C9C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1579827" y="4754551"/>
              <a:ext cx="35601" cy="87957"/>
            </a:xfrm>
            <a:custGeom>
              <a:avLst/>
              <a:gdLst>
                <a:gd name="csX0" fmla="*/ 35888 w 35601"/>
                <a:gd name="csY0" fmla="*/ 30973 h 87957"/>
                <a:gd name="csX1" fmla="*/ 16414 w 35601"/>
                <a:gd name="csY1" fmla="*/ 85 h 87957"/>
                <a:gd name="csX2" fmla="*/ 287 w 35601"/>
                <a:gd name="csY2" fmla="*/ 15676 h 87957"/>
                <a:gd name="csX3" fmla="*/ 16414 w 35601"/>
                <a:gd name="csY3" fmla="*/ 31267 h 87957"/>
                <a:gd name="csX4" fmla="*/ 27064 w 35601"/>
                <a:gd name="csY4" fmla="*/ 27443 h 87957"/>
                <a:gd name="csX5" fmla="*/ 28585 w 35601"/>
                <a:gd name="csY5" fmla="*/ 26560 h 87957"/>
                <a:gd name="csX6" fmla="*/ 29194 w 35601"/>
                <a:gd name="csY6" fmla="*/ 30973 h 87957"/>
                <a:gd name="csX7" fmla="*/ 8502 w 35601"/>
                <a:gd name="csY7" fmla="*/ 80099 h 87957"/>
                <a:gd name="csX8" fmla="*/ 5155 w 35601"/>
                <a:gd name="csY8" fmla="*/ 84806 h 87957"/>
                <a:gd name="csX9" fmla="*/ 8198 w 35601"/>
                <a:gd name="csY9" fmla="*/ 88042 h 87957"/>
                <a:gd name="csX10" fmla="*/ 35888 w 35601"/>
                <a:gd name="csY10" fmla="*/ 30973 h 87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601" h="87957">
                  <a:moveTo>
                    <a:pt x="35888" y="30973"/>
                  </a:moveTo>
                  <a:cubicBezTo>
                    <a:pt x="35888" y="11557"/>
                    <a:pt x="28281" y="85"/>
                    <a:pt x="16414" y="85"/>
                  </a:cubicBezTo>
                  <a:cubicBezTo>
                    <a:pt x="6372" y="85"/>
                    <a:pt x="287" y="7439"/>
                    <a:pt x="287" y="15676"/>
                  </a:cubicBezTo>
                  <a:cubicBezTo>
                    <a:pt x="287" y="23618"/>
                    <a:pt x="6372" y="31267"/>
                    <a:pt x="16414" y="31267"/>
                  </a:cubicBezTo>
                  <a:cubicBezTo>
                    <a:pt x="20065" y="31267"/>
                    <a:pt x="24021" y="30090"/>
                    <a:pt x="27064" y="27443"/>
                  </a:cubicBezTo>
                  <a:cubicBezTo>
                    <a:pt x="27977" y="26854"/>
                    <a:pt x="28281" y="26560"/>
                    <a:pt x="28585" y="26560"/>
                  </a:cubicBezTo>
                  <a:cubicBezTo>
                    <a:pt x="28889" y="26560"/>
                    <a:pt x="29194" y="26854"/>
                    <a:pt x="29194" y="30973"/>
                  </a:cubicBezTo>
                  <a:cubicBezTo>
                    <a:pt x="29194" y="52741"/>
                    <a:pt x="18544" y="70392"/>
                    <a:pt x="8502" y="80099"/>
                  </a:cubicBezTo>
                  <a:cubicBezTo>
                    <a:pt x="5155" y="83335"/>
                    <a:pt x="5155" y="83924"/>
                    <a:pt x="5155" y="84806"/>
                  </a:cubicBezTo>
                  <a:cubicBezTo>
                    <a:pt x="5155" y="86865"/>
                    <a:pt x="6677" y="88042"/>
                    <a:pt x="8198" y="88042"/>
                  </a:cubicBezTo>
                  <a:cubicBezTo>
                    <a:pt x="11545" y="88042"/>
                    <a:pt x="35888" y="65391"/>
                    <a:pt x="35888" y="30973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B4550ABD-F6F1-33CC-A154-602050D528DE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1697719" y="4655709"/>
              <a:ext cx="201435" cy="133259"/>
            </a:xfrm>
            <a:custGeom>
              <a:avLst/>
              <a:gdLst>
                <a:gd name="csX0" fmla="*/ 132046 w 201435"/>
                <a:gd name="csY0" fmla="*/ 30384 h 133259"/>
                <a:gd name="csX1" fmla="*/ 136610 w 201435"/>
                <a:gd name="csY1" fmla="*/ 11263 h 133259"/>
                <a:gd name="csX2" fmla="*/ 127786 w 201435"/>
                <a:gd name="csY2" fmla="*/ 3321 h 133259"/>
                <a:gd name="csX3" fmla="*/ 116527 w 201435"/>
                <a:gd name="csY3" fmla="*/ 11557 h 133259"/>
                <a:gd name="csX4" fmla="*/ 99183 w 201435"/>
                <a:gd name="csY4" fmla="*/ 77452 h 133259"/>
                <a:gd name="csX5" fmla="*/ 96445 w 201435"/>
                <a:gd name="csY5" fmla="*/ 96867 h 133259"/>
                <a:gd name="csX6" fmla="*/ 96749 w 201435"/>
                <a:gd name="csY6" fmla="*/ 102162 h 133259"/>
                <a:gd name="csX7" fmla="*/ 68755 w 201435"/>
                <a:gd name="csY7" fmla="*/ 126873 h 133259"/>
                <a:gd name="csX8" fmla="*/ 44412 w 201435"/>
                <a:gd name="csY8" fmla="*/ 100103 h 133259"/>
                <a:gd name="csX9" fmla="*/ 60235 w 201435"/>
                <a:gd name="csY9" fmla="*/ 43034 h 133259"/>
                <a:gd name="csX10" fmla="*/ 65408 w 201435"/>
                <a:gd name="csY10" fmla="*/ 24207 h 133259"/>
                <a:gd name="csX11" fmla="*/ 40457 w 201435"/>
                <a:gd name="csY11" fmla="*/ 85 h 133259"/>
                <a:gd name="csX12" fmla="*/ 291 w 201435"/>
                <a:gd name="csY12" fmla="*/ 45387 h 133259"/>
                <a:gd name="csX13" fmla="*/ 3943 w 201435"/>
                <a:gd name="csY13" fmla="*/ 48329 h 133259"/>
                <a:gd name="csX14" fmla="*/ 8811 w 201435"/>
                <a:gd name="csY14" fmla="*/ 43034 h 133259"/>
                <a:gd name="csX15" fmla="*/ 39544 w 201435"/>
                <a:gd name="csY15" fmla="*/ 6556 h 133259"/>
                <a:gd name="csX16" fmla="*/ 47151 w 201435"/>
                <a:gd name="csY16" fmla="*/ 16264 h 133259"/>
                <a:gd name="csX17" fmla="*/ 41674 w 201435"/>
                <a:gd name="csY17" fmla="*/ 36856 h 133259"/>
                <a:gd name="csX18" fmla="*/ 24634 w 201435"/>
                <a:gd name="csY18" fmla="*/ 96279 h 133259"/>
                <a:gd name="csX19" fmla="*/ 67842 w 201435"/>
                <a:gd name="csY19" fmla="*/ 133345 h 133259"/>
                <a:gd name="csX20" fmla="*/ 99488 w 201435"/>
                <a:gd name="csY20" fmla="*/ 112753 h 133259"/>
                <a:gd name="csX21" fmla="*/ 137523 w 201435"/>
                <a:gd name="csY21" fmla="*/ 133345 h 133259"/>
                <a:gd name="csX22" fmla="*/ 181644 w 201435"/>
                <a:gd name="csY22" fmla="*/ 97161 h 133259"/>
                <a:gd name="csX23" fmla="*/ 201727 w 201435"/>
                <a:gd name="csY23" fmla="*/ 20677 h 133259"/>
                <a:gd name="csX24" fmla="*/ 188338 w 201435"/>
                <a:gd name="csY24" fmla="*/ 85 h 133259"/>
                <a:gd name="csX25" fmla="*/ 173124 w 201435"/>
                <a:gd name="csY25" fmla="*/ 14205 h 133259"/>
                <a:gd name="csX26" fmla="*/ 177688 w 201435"/>
                <a:gd name="csY26" fmla="*/ 22148 h 133259"/>
                <a:gd name="csX27" fmla="*/ 188643 w 201435"/>
                <a:gd name="csY27" fmla="*/ 47152 h 133259"/>
                <a:gd name="csX28" fmla="*/ 171907 w 201435"/>
                <a:gd name="csY28" fmla="*/ 100986 h 133259"/>
                <a:gd name="csX29" fmla="*/ 138436 w 201435"/>
                <a:gd name="csY29" fmla="*/ 126873 h 133259"/>
                <a:gd name="csX30" fmla="*/ 115919 w 201435"/>
                <a:gd name="csY30" fmla="*/ 101280 h 133259"/>
                <a:gd name="csX31" fmla="*/ 119266 w 201435"/>
                <a:gd name="csY31" fmla="*/ 79805 h 133259"/>
                <a:gd name="csX32" fmla="*/ 132046 w 201435"/>
                <a:gd name="csY32" fmla="*/ 30384 h 1332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201435" h="133259">
                  <a:moveTo>
                    <a:pt x="132046" y="30384"/>
                  </a:moveTo>
                  <a:cubicBezTo>
                    <a:pt x="133567" y="23913"/>
                    <a:pt x="136610" y="13028"/>
                    <a:pt x="136610" y="11263"/>
                  </a:cubicBezTo>
                  <a:cubicBezTo>
                    <a:pt x="136610" y="5968"/>
                    <a:pt x="132350" y="3321"/>
                    <a:pt x="127786" y="3321"/>
                  </a:cubicBezTo>
                  <a:cubicBezTo>
                    <a:pt x="124135" y="3321"/>
                    <a:pt x="118657" y="5674"/>
                    <a:pt x="116527" y="11557"/>
                  </a:cubicBezTo>
                  <a:cubicBezTo>
                    <a:pt x="115615" y="13617"/>
                    <a:pt x="101313" y="69803"/>
                    <a:pt x="99183" y="77452"/>
                  </a:cubicBezTo>
                  <a:cubicBezTo>
                    <a:pt x="97053" y="86277"/>
                    <a:pt x="96445" y="91572"/>
                    <a:pt x="96445" y="96867"/>
                  </a:cubicBezTo>
                  <a:cubicBezTo>
                    <a:pt x="96445" y="100103"/>
                    <a:pt x="96445" y="100691"/>
                    <a:pt x="96749" y="102162"/>
                  </a:cubicBezTo>
                  <a:cubicBezTo>
                    <a:pt x="89751" y="117753"/>
                    <a:pt x="80622" y="126873"/>
                    <a:pt x="68755" y="126873"/>
                  </a:cubicBezTo>
                  <a:cubicBezTo>
                    <a:pt x="44412" y="126873"/>
                    <a:pt x="44412" y="105104"/>
                    <a:pt x="44412" y="100103"/>
                  </a:cubicBezTo>
                  <a:cubicBezTo>
                    <a:pt x="44412" y="90690"/>
                    <a:pt x="45934" y="79217"/>
                    <a:pt x="60235" y="43034"/>
                  </a:cubicBezTo>
                  <a:cubicBezTo>
                    <a:pt x="63582" y="34209"/>
                    <a:pt x="65408" y="30090"/>
                    <a:pt x="65408" y="24207"/>
                  </a:cubicBezTo>
                  <a:cubicBezTo>
                    <a:pt x="65408" y="10969"/>
                    <a:pt x="55366" y="85"/>
                    <a:pt x="40457" y="85"/>
                  </a:cubicBezTo>
                  <a:cubicBezTo>
                    <a:pt x="11550" y="85"/>
                    <a:pt x="291" y="42740"/>
                    <a:pt x="291" y="45387"/>
                  </a:cubicBezTo>
                  <a:cubicBezTo>
                    <a:pt x="291" y="48329"/>
                    <a:pt x="3334" y="48329"/>
                    <a:pt x="3943" y="48329"/>
                  </a:cubicBezTo>
                  <a:cubicBezTo>
                    <a:pt x="6985" y="48329"/>
                    <a:pt x="7290" y="47741"/>
                    <a:pt x="8811" y="43034"/>
                  </a:cubicBezTo>
                  <a:cubicBezTo>
                    <a:pt x="17027" y="15676"/>
                    <a:pt x="28894" y="6556"/>
                    <a:pt x="39544" y="6556"/>
                  </a:cubicBezTo>
                  <a:cubicBezTo>
                    <a:pt x="42282" y="6556"/>
                    <a:pt x="47151" y="6851"/>
                    <a:pt x="47151" y="16264"/>
                  </a:cubicBezTo>
                  <a:cubicBezTo>
                    <a:pt x="47151" y="23618"/>
                    <a:pt x="43804" y="31855"/>
                    <a:pt x="41674" y="36856"/>
                  </a:cubicBezTo>
                  <a:cubicBezTo>
                    <a:pt x="28285" y="71568"/>
                    <a:pt x="24634" y="85100"/>
                    <a:pt x="24634" y="96279"/>
                  </a:cubicBezTo>
                  <a:cubicBezTo>
                    <a:pt x="24634" y="123049"/>
                    <a:pt x="45021" y="133345"/>
                    <a:pt x="67842" y="133345"/>
                  </a:cubicBezTo>
                  <a:cubicBezTo>
                    <a:pt x="73015" y="133345"/>
                    <a:pt x="87316" y="133345"/>
                    <a:pt x="99488" y="112753"/>
                  </a:cubicBezTo>
                  <a:cubicBezTo>
                    <a:pt x="107399" y="131580"/>
                    <a:pt x="128395" y="133345"/>
                    <a:pt x="137523" y="133345"/>
                  </a:cubicBezTo>
                  <a:cubicBezTo>
                    <a:pt x="160344" y="133345"/>
                    <a:pt x="173733" y="114812"/>
                    <a:pt x="181644" y="97161"/>
                  </a:cubicBezTo>
                  <a:cubicBezTo>
                    <a:pt x="191990" y="74216"/>
                    <a:pt x="201727" y="34797"/>
                    <a:pt x="201727" y="20677"/>
                  </a:cubicBezTo>
                  <a:cubicBezTo>
                    <a:pt x="201727" y="4497"/>
                    <a:pt x="193511" y="85"/>
                    <a:pt x="188338" y="85"/>
                  </a:cubicBezTo>
                  <a:cubicBezTo>
                    <a:pt x="180731" y="85"/>
                    <a:pt x="173124" y="7733"/>
                    <a:pt x="173124" y="14205"/>
                  </a:cubicBezTo>
                  <a:cubicBezTo>
                    <a:pt x="173124" y="18029"/>
                    <a:pt x="174950" y="19794"/>
                    <a:pt x="177688" y="22148"/>
                  </a:cubicBezTo>
                  <a:cubicBezTo>
                    <a:pt x="181036" y="25383"/>
                    <a:pt x="188643" y="33032"/>
                    <a:pt x="188643" y="47152"/>
                  </a:cubicBezTo>
                  <a:cubicBezTo>
                    <a:pt x="188643" y="57154"/>
                    <a:pt x="179818" y="85983"/>
                    <a:pt x="171907" y="100986"/>
                  </a:cubicBezTo>
                  <a:cubicBezTo>
                    <a:pt x="163996" y="116577"/>
                    <a:pt x="153346" y="126873"/>
                    <a:pt x="138436" y="126873"/>
                  </a:cubicBezTo>
                  <a:cubicBezTo>
                    <a:pt x="124135" y="126873"/>
                    <a:pt x="115919" y="118048"/>
                    <a:pt x="115919" y="101280"/>
                  </a:cubicBezTo>
                  <a:cubicBezTo>
                    <a:pt x="115919" y="93043"/>
                    <a:pt x="118049" y="83924"/>
                    <a:pt x="119266" y="79805"/>
                  </a:cubicBezTo>
                  <a:lnTo>
                    <a:pt x="132046" y="30384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95D83F95-7912-2070-89D8-86231D3ACFD2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1939420" y="4478488"/>
              <a:ext cx="55379" cy="205714"/>
            </a:xfrm>
            <a:custGeom>
              <a:avLst/>
              <a:gdLst>
                <a:gd name="csX0" fmla="*/ 51418 w 55379"/>
                <a:gd name="csY0" fmla="*/ 80 h 205714"/>
                <a:gd name="csX1" fmla="*/ 299 w 55379"/>
                <a:gd name="csY1" fmla="*/ 102834 h 205714"/>
                <a:gd name="csX2" fmla="*/ 51418 w 55379"/>
                <a:gd name="csY2" fmla="*/ 205794 h 205714"/>
                <a:gd name="csX3" fmla="*/ 55678 w 55379"/>
                <a:gd name="csY3" fmla="*/ 203323 h 205714"/>
                <a:gd name="csX4" fmla="*/ 53548 w 55379"/>
                <a:gd name="csY4" fmla="*/ 200234 h 205714"/>
                <a:gd name="csX5" fmla="*/ 14782 w 55379"/>
                <a:gd name="csY5" fmla="*/ 103040 h 205714"/>
                <a:gd name="csX6" fmla="*/ 54187 w 55379"/>
                <a:gd name="csY6" fmla="*/ 5022 h 205714"/>
                <a:gd name="csX7" fmla="*/ 55678 w 55379"/>
                <a:gd name="csY7" fmla="*/ 2551 h 205714"/>
                <a:gd name="csX8" fmla="*/ 51418 w 55379"/>
                <a:gd name="csY8" fmla="*/ 80 h 205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5379" h="205714">
                  <a:moveTo>
                    <a:pt x="51418" y="80"/>
                  </a:moveTo>
                  <a:cubicBezTo>
                    <a:pt x="10949" y="27673"/>
                    <a:pt x="299" y="71328"/>
                    <a:pt x="299" y="102834"/>
                  </a:cubicBezTo>
                  <a:cubicBezTo>
                    <a:pt x="299" y="131869"/>
                    <a:pt x="9245" y="176965"/>
                    <a:pt x="51418" y="205794"/>
                  </a:cubicBezTo>
                  <a:cubicBezTo>
                    <a:pt x="53122" y="205794"/>
                    <a:pt x="55678" y="205794"/>
                    <a:pt x="55678" y="203323"/>
                  </a:cubicBezTo>
                  <a:cubicBezTo>
                    <a:pt x="55678" y="202087"/>
                    <a:pt x="55039" y="201675"/>
                    <a:pt x="53548" y="200234"/>
                  </a:cubicBezTo>
                  <a:cubicBezTo>
                    <a:pt x="25219" y="175524"/>
                    <a:pt x="14782" y="140517"/>
                    <a:pt x="14782" y="103040"/>
                  </a:cubicBezTo>
                  <a:cubicBezTo>
                    <a:pt x="14782" y="47441"/>
                    <a:pt x="36721" y="20260"/>
                    <a:pt x="54187" y="5022"/>
                  </a:cubicBezTo>
                  <a:cubicBezTo>
                    <a:pt x="55039" y="4198"/>
                    <a:pt x="55678" y="3580"/>
                    <a:pt x="55678" y="2551"/>
                  </a:cubicBezTo>
                  <a:cubicBezTo>
                    <a:pt x="55678" y="80"/>
                    <a:pt x="53122" y="80"/>
                    <a:pt x="51418" y="80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675B02D1-B024-C206-4FE5-46C7A9881D29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2020025" y="4496403"/>
              <a:ext cx="64538" cy="138584"/>
            </a:xfrm>
            <a:custGeom>
              <a:avLst/>
              <a:gdLst>
                <a:gd name="csX0" fmla="*/ 59302 w 64538"/>
                <a:gd name="csY0" fmla="*/ 7904 h 138584"/>
                <a:gd name="csX1" fmla="*/ 50782 w 64538"/>
                <a:gd name="csY1" fmla="*/ 80 h 138584"/>
                <a:gd name="csX2" fmla="*/ 38854 w 64538"/>
                <a:gd name="csY2" fmla="*/ 11405 h 138584"/>
                <a:gd name="csX3" fmla="*/ 47374 w 64538"/>
                <a:gd name="csY3" fmla="*/ 19230 h 138584"/>
                <a:gd name="csX4" fmla="*/ 59302 w 64538"/>
                <a:gd name="csY4" fmla="*/ 7904 h 138584"/>
                <a:gd name="csX5" fmla="*/ 15851 w 64538"/>
                <a:gd name="csY5" fmla="*/ 112512 h 138584"/>
                <a:gd name="csX6" fmla="*/ 13934 w 64538"/>
                <a:gd name="csY6" fmla="*/ 121161 h 138584"/>
                <a:gd name="csX7" fmla="*/ 34168 w 64538"/>
                <a:gd name="csY7" fmla="*/ 138664 h 138584"/>
                <a:gd name="csX8" fmla="*/ 64840 w 64538"/>
                <a:gd name="csY8" fmla="*/ 107158 h 138584"/>
                <a:gd name="csX9" fmla="*/ 61432 w 64538"/>
                <a:gd name="csY9" fmla="*/ 104481 h 138584"/>
                <a:gd name="csX10" fmla="*/ 57385 w 64538"/>
                <a:gd name="csY10" fmla="*/ 107982 h 138584"/>
                <a:gd name="csX11" fmla="*/ 34807 w 64538"/>
                <a:gd name="csY11" fmla="*/ 132898 h 138584"/>
                <a:gd name="csX12" fmla="*/ 29482 w 64538"/>
                <a:gd name="csY12" fmla="*/ 125691 h 138584"/>
                <a:gd name="csX13" fmla="*/ 32890 w 64538"/>
                <a:gd name="csY13" fmla="*/ 112512 h 138584"/>
                <a:gd name="csX14" fmla="*/ 39706 w 64538"/>
                <a:gd name="csY14" fmla="*/ 96038 h 138584"/>
                <a:gd name="csX15" fmla="*/ 50143 w 64538"/>
                <a:gd name="csY15" fmla="*/ 69886 h 138584"/>
                <a:gd name="csX16" fmla="*/ 51421 w 64538"/>
                <a:gd name="csY16" fmla="*/ 63297 h 138584"/>
                <a:gd name="csX17" fmla="*/ 31186 w 64538"/>
                <a:gd name="csY17" fmla="*/ 45794 h 138584"/>
                <a:gd name="csX18" fmla="*/ 302 w 64538"/>
                <a:gd name="csY18" fmla="*/ 77300 h 138584"/>
                <a:gd name="csX19" fmla="*/ 3923 w 64538"/>
                <a:gd name="csY19" fmla="*/ 79977 h 138584"/>
                <a:gd name="csX20" fmla="*/ 7757 w 64538"/>
                <a:gd name="csY20" fmla="*/ 76682 h 138584"/>
                <a:gd name="csX21" fmla="*/ 30547 w 64538"/>
                <a:gd name="csY21" fmla="*/ 51560 h 138584"/>
                <a:gd name="csX22" fmla="*/ 35872 w 64538"/>
                <a:gd name="csY22" fmla="*/ 58767 h 138584"/>
                <a:gd name="csX23" fmla="*/ 29269 w 64538"/>
                <a:gd name="csY23" fmla="*/ 79359 h 138584"/>
                <a:gd name="csX24" fmla="*/ 15851 w 64538"/>
                <a:gd name="csY24" fmla="*/ 112512 h 138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538" h="138584">
                  <a:moveTo>
                    <a:pt x="59302" y="7904"/>
                  </a:moveTo>
                  <a:cubicBezTo>
                    <a:pt x="59302" y="4610"/>
                    <a:pt x="56746" y="80"/>
                    <a:pt x="50782" y="80"/>
                  </a:cubicBezTo>
                  <a:cubicBezTo>
                    <a:pt x="45031" y="80"/>
                    <a:pt x="38854" y="5433"/>
                    <a:pt x="38854" y="11405"/>
                  </a:cubicBezTo>
                  <a:cubicBezTo>
                    <a:pt x="38854" y="14906"/>
                    <a:pt x="41623" y="19230"/>
                    <a:pt x="47374" y="19230"/>
                  </a:cubicBezTo>
                  <a:cubicBezTo>
                    <a:pt x="53551" y="19230"/>
                    <a:pt x="59302" y="13464"/>
                    <a:pt x="59302" y="7904"/>
                  </a:cubicBezTo>
                  <a:close/>
                  <a:moveTo>
                    <a:pt x="15851" y="112512"/>
                  </a:moveTo>
                  <a:cubicBezTo>
                    <a:pt x="14999" y="115189"/>
                    <a:pt x="13934" y="117660"/>
                    <a:pt x="13934" y="121161"/>
                  </a:cubicBezTo>
                  <a:cubicBezTo>
                    <a:pt x="13934" y="130839"/>
                    <a:pt x="22454" y="138664"/>
                    <a:pt x="34168" y="138664"/>
                  </a:cubicBezTo>
                  <a:cubicBezTo>
                    <a:pt x="55468" y="138664"/>
                    <a:pt x="64840" y="110247"/>
                    <a:pt x="64840" y="107158"/>
                  </a:cubicBezTo>
                  <a:cubicBezTo>
                    <a:pt x="64840" y="104481"/>
                    <a:pt x="62071" y="104481"/>
                    <a:pt x="61432" y="104481"/>
                  </a:cubicBezTo>
                  <a:cubicBezTo>
                    <a:pt x="58450" y="104481"/>
                    <a:pt x="58237" y="105717"/>
                    <a:pt x="57385" y="107982"/>
                  </a:cubicBezTo>
                  <a:cubicBezTo>
                    <a:pt x="52486" y="124455"/>
                    <a:pt x="43114" y="132898"/>
                    <a:pt x="34807" y="132898"/>
                  </a:cubicBezTo>
                  <a:cubicBezTo>
                    <a:pt x="30547" y="132898"/>
                    <a:pt x="29482" y="130221"/>
                    <a:pt x="29482" y="125691"/>
                  </a:cubicBezTo>
                  <a:cubicBezTo>
                    <a:pt x="29482" y="120955"/>
                    <a:pt x="30973" y="117042"/>
                    <a:pt x="32890" y="112512"/>
                  </a:cubicBezTo>
                  <a:cubicBezTo>
                    <a:pt x="35020" y="106952"/>
                    <a:pt x="37363" y="101392"/>
                    <a:pt x="39706" y="96038"/>
                  </a:cubicBezTo>
                  <a:cubicBezTo>
                    <a:pt x="41623" y="91096"/>
                    <a:pt x="49291" y="72358"/>
                    <a:pt x="50143" y="69886"/>
                  </a:cubicBezTo>
                  <a:cubicBezTo>
                    <a:pt x="50782" y="67827"/>
                    <a:pt x="51421" y="65356"/>
                    <a:pt x="51421" y="63297"/>
                  </a:cubicBezTo>
                  <a:cubicBezTo>
                    <a:pt x="51421" y="53619"/>
                    <a:pt x="42901" y="45794"/>
                    <a:pt x="31186" y="45794"/>
                  </a:cubicBezTo>
                  <a:cubicBezTo>
                    <a:pt x="10100" y="45794"/>
                    <a:pt x="302" y="73799"/>
                    <a:pt x="302" y="77300"/>
                  </a:cubicBezTo>
                  <a:cubicBezTo>
                    <a:pt x="302" y="79977"/>
                    <a:pt x="3284" y="79977"/>
                    <a:pt x="3923" y="79977"/>
                  </a:cubicBezTo>
                  <a:cubicBezTo>
                    <a:pt x="6905" y="79977"/>
                    <a:pt x="7118" y="78947"/>
                    <a:pt x="7757" y="76682"/>
                  </a:cubicBezTo>
                  <a:cubicBezTo>
                    <a:pt x="13295" y="58973"/>
                    <a:pt x="22667" y="51560"/>
                    <a:pt x="30547" y="51560"/>
                  </a:cubicBezTo>
                  <a:cubicBezTo>
                    <a:pt x="33955" y="51560"/>
                    <a:pt x="35872" y="53207"/>
                    <a:pt x="35872" y="58767"/>
                  </a:cubicBezTo>
                  <a:cubicBezTo>
                    <a:pt x="35872" y="63503"/>
                    <a:pt x="34594" y="66592"/>
                    <a:pt x="29269" y="79359"/>
                  </a:cubicBezTo>
                  <a:lnTo>
                    <a:pt x="15851" y="112512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8E13AE72-DFBC-AF66-550C-B11193F3A722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2111227" y="4478488"/>
              <a:ext cx="55166" cy="205714"/>
            </a:xfrm>
            <a:custGeom>
              <a:avLst/>
              <a:gdLst>
                <a:gd name="csX0" fmla="*/ 4352 w 55166"/>
                <a:gd name="csY0" fmla="*/ 80 h 205714"/>
                <a:gd name="csX1" fmla="*/ 305 w 55166"/>
                <a:gd name="csY1" fmla="*/ 2551 h 205714"/>
                <a:gd name="csX2" fmla="*/ 2222 w 55166"/>
                <a:gd name="csY2" fmla="*/ 5639 h 205714"/>
                <a:gd name="csX3" fmla="*/ 40987 w 55166"/>
                <a:gd name="csY3" fmla="*/ 102834 h 205714"/>
                <a:gd name="csX4" fmla="*/ 4139 w 55166"/>
                <a:gd name="csY4" fmla="*/ 198587 h 205714"/>
                <a:gd name="csX5" fmla="*/ 305 w 55166"/>
                <a:gd name="csY5" fmla="*/ 203323 h 205714"/>
                <a:gd name="csX6" fmla="*/ 3074 w 55166"/>
                <a:gd name="csY6" fmla="*/ 205794 h 205714"/>
                <a:gd name="csX7" fmla="*/ 39922 w 55166"/>
                <a:gd name="csY7" fmla="*/ 166463 h 205714"/>
                <a:gd name="csX8" fmla="*/ 55471 w 55166"/>
                <a:gd name="csY8" fmla="*/ 103040 h 205714"/>
                <a:gd name="csX9" fmla="*/ 4352 w 55166"/>
                <a:gd name="csY9" fmla="*/ 80 h 205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5166" h="205714">
                  <a:moveTo>
                    <a:pt x="4352" y="80"/>
                  </a:moveTo>
                  <a:cubicBezTo>
                    <a:pt x="2861" y="80"/>
                    <a:pt x="305" y="80"/>
                    <a:pt x="305" y="2551"/>
                  </a:cubicBezTo>
                  <a:cubicBezTo>
                    <a:pt x="305" y="3580"/>
                    <a:pt x="944" y="4198"/>
                    <a:pt x="2222" y="5639"/>
                  </a:cubicBezTo>
                  <a:cubicBezTo>
                    <a:pt x="20539" y="21907"/>
                    <a:pt x="40987" y="49706"/>
                    <a:pt x="40987" y="102834"/>
                  </a:cubicBezTo>
                  <a:cubicBezTo>
                    <a:pt x="40987" y="145871"/>
                    <a:pt x="27142" y="178406"/>
                    <a:pt x="4139" y="198587"/>
                  </a:cubicBezTo>
                  <a:cubicBezTo>
                    <a:pt x="518" y="202087"/>
                    <a:pt x="305" y="202293"/>
                    <a:pt x="305" y="203323"/>
                  </a:cubicBezTo>
                  <a:cubicBezTo>
                    <a:pt x="305" y="204352"/>
                    <a:pt x="944" y="205794"/>
                    <a:pt x="3074" y="205794"/>
                  </a:cubicBezTo>
                  <a:cubicBezTo>
                    <a:pt x="5629" y="205794"/>
                    <a:pt x="25864" y="192203"/>
                    <a:pt x="39922" y="166463"/>
                  </a:cubicBezTo>
                  <a:cubicBezTo>
                    <a:pt x="49294" y="149372"/>
                    <a:pt x="55471" y="127132"/>
                    <a:pt x="55471" y="103040"/>
                  </a:cubicBezTo>
                  <a:cubicBezTo>
                    <a:pt x="55471" y="74005"/>
                    <a:pt x="46525" y="28908"/>
                    <a:pt x="4352" y="80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31A575B3-3CB0-2CD6-4AF0-56D6CC7AA427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1906737" y="4731206"/>
              <a:ext cx="93506" cy="178532"/>
            </a:xfrm>
            <a:custGeom>
              <a:avLst/>
              <a:gdLst>
                <a:gd name="csX0" fmla="*/ 93805 w 93506"/>
                <a:gd name="csY0" fmla="*/ 7912 h 178532"/>
                <a:gd name="csX1" fmla="*/ 85285 w 93506"/>
                <a:gd name="csY1" fmla="*/ 87 h 178532"/>
                <a:gd name="csX2" fmla="*/ 73357 w 93506"/>
                <a:gd name="csY2" fmla="*/ 11413 h 178532"/>
                <a:gd name="csX3" fmla="*/ 81877 w 93506"/>
                <a:gd name="csY3" fmla="*/ 19238 h 178532"/>
                <a:gd name="csX4" fmla="*/ 93805 w 93506"/>
                <a:gd name="csY4" fmla="*/ 7912 h 178532"/>
                <a:gd name="csX5" fmla="*/ 48649 w 93506"/>
                <a:gd name="csY5" fmla="*/ 146703 h 178532"/>
                <a:gd name="csX6" fmla="*/ 21172 w 93506"/>
                <a:gd name="csY6" fmla="*/ 172855 h 178532"/>
                <a:gd name="csX7" fmla="*/ 13504 w 93506"/>
                <a:gd name="csY7" fmla="*/ 171619 h 178532"/>
                <a:gd name="csX8" fmla="*/ 20746 w 93506"/>
                <a:gd name="csY8" fmla="*/ 161117 h 178532"/>
                <a:gd name="csX9" fmla="*/ 12439 w 93506"/>
                <a:gd name="csY9" fmla="*/ 153498 h 178532"/>
                <a:gd name="csX10" fmla="*/ 298 w 93506"/>
                <a:gd name="csY10" fmla="*/ 165647 h 178532"/>
                <a:gd name="csX11" fmla="*/ 21385 w 93506"/>
                <a:gd name="csY11" fmla="*/ 178620 h 178532"/>
                <a:gd name="csX12" fmla="*/ 65689 w 93506"/>
                <a:gd name="csY12" fmla="*/ 146085 h 178532"/>
                <a:gd name="csX13" fmla="*/ 84859 w 93506"/>
                <a:gd name="csY13" fmla="*/ 72365 h 178532"/>
                <a:gd name="csX14" fmla="*/ 85924 w 93506"/>
                <a:gd name="csY14" fmla="*/ 65158 h 178532"/>
                <a:gd name="csX15" fmla="*/ 63133 w 93506"/>
                <a:gd name="csY15" fmla="*/ 45802 h 178532"/>
                <a:gd name="csX16" fmla="*/ 25858 w 93506"/>
                <a:gd name="csY16" fmla="*/ 77308 h 178532"/>
                <a:gd name="csX17" fmla="*/ 29479 w 93506"/>
                <a:gd name="csY17" fmla="*/ 79985 h 178532"/>
                <a:gd name="csX18" fmla="*/ 33739 w 93506"/>
                <a:gd name="csY18" fmla="*/ 76278 h 178532"/>
                <a:gd name="csX19" fmla="*/ 62494 w 93506"/>
                <a:gd name="csY19" fmla="*/ 51568 h 178532"/>
                <a:gd name="csX20" fmla="*/ 69736 w 93506"/>
                <a:gd name="csY20" fmla="*/ 61658 h 178532"/>
                <a:gd name="csX21" fmla="*/ 69097 w 93506"/>
                <a:gd name="csY21" fmla="*/ 67835 h 178532"/>
                <a:gd name="csX22" fmla="*/ 48649 w 93506"/>
                <a:gd name="csY22" fmla="*/ 146703 h 178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93506" h="178532">
                  <a:moveTo>
                    <a:pt x="93805" y="7912"/>
                  </a:moveTo>
                  <a:cubicBezTo>
                    <a:pt x="93805" y="4412"/>
                    <a:pt x="91036" y="87"/>
                    <a:pt x="85285" y="87"/>
                  </a:cubicBezTo>
                  <a:cubicBezTo>
                    <a:pt x="79108" y="87"/>
                    <a:pt x="73357" y="5853"/>
                    <a:pt x="73357" y="11413"/>
                  </a:cubicBezTo>
                  <a:cubicBezTo>
                    <a:pt x="73357" y="14708"/>
                    <a:pt x="75913" y="19238"/>
                    <a:pt x="81877" y="19238"/>
                  </a:cubicBezTo>
                  <a:cubicBezTo>
                    <a:pt x="87628" y="19238"/>
                    <a:pt x="93805" y="13884"/>
                    <a:pt x="93805" y="7912"/>
                  </a:cubicBezTo>
                  <a:close/>
                  <a:moveTo>
                    <a:pt x="48649" y="146703"/>
                  </a:moveTo>
                  <a:cubicBezTo>
                    <a:pt x="45028" y="160911"/>
                    <a:pt x="33739" y="172855"/>
                    <a:pt x="21172" y="172855"/>
                  </a:cubicBezTo>
                  <a:cubicBezTo>
                    <a:pt x="18403" y="172855"/>
                    <a:pt x="15847" y="172443"/>
                    <a:pt x="13504" y="171619"/>
                  </a:cubicBezTo>
                  <a:cubicBezTo>
                    <a:pt x="19042" y="169148"/>
                    <a:pt x="20746" y="164206"/>
                    <a:pt x="20746" y="161117"/>
                  </a:cubicBezTo>
                  <a:cubicBezTo>
                    <a:pt x="20746" y="156175"/>
                    <a:pt x="16699" y="153498"/>
                    <a:pt x="12439" y="153498"/>
                  </a:cubicBezTo>
                  <a:cubicBezTo>
                    <a:pt x="5836" y="153498"/>
                    <a:pt x="298" y="159058"/>
                    <a:pt x="298" y="165647"/>
                  </a:cubicBezTo>
                  <a:cubicBezTo>
                    <a:pt x="298" y="173472"/>
                    <a:pt x="8605" y="178620"/>
                    <a:pt x="21385" y="178620"/>
                  </a:cubicBezTo>
                  <a:cubicBezTo>
                    <a:pt x="34165" y="178620"/>
                    <a:pt x="59086" y="171207"/>
                    <a:pt x="65689" y="146085"/>
                  </a:cubicBezTo>
                  <a:lnTo>
                    <a:pt x="84859" y="72365"/>
                  </a:lnTo>
                  <a:cubicBezTo>
                    <a:pt x="85498" y="70100"/>
                    <a:pt x="85924" y="68247"/>
                    <a:pt x="85924" y="65158"/>
                  </a:cubicBezTo>
                  <a:cubicBezTo>
                    <a:pt x="85924" y="53833"/>
                    <a:pt x="75913" y="45802"/>
                    <a:pt x="63133" y="45802"/>
                  </a:cubicBezTo>
                  <a:cubicBezTo>
                    <a:pt x="39490" y="45802"/>
                    <a:pt x="25858" y="74425"/>
                    <a:pt x="25858" y="77308"/>
                  </a:cubicBezTo>
                  <a:cubicBezTo>
                    <a:pt x="25858" y="79985"/>
                    <a:pt x="28840" y="79985"/>
                    <a:pt x="29479" y="79985"/>
                  </a:cubicBezTo>
                  <a:cubicBezTo>
                    <a:pt x="32035" y="79985"/>
                    <a:pt x="32248" y="79367"/>
                    <a:pt x="33739" y="76278"/>
                  </a:cubicBezTo>
                  <a:cubicBezTo>
                    <a:pt x="39064" y="64335"/>
                    <a:pt x="50140" y="51568"/>
                    <a:pt x="62494" y="51568"/>
                  </a:cubicBezTo>
                  <a:cubicBezTo>
                    <a:pt x="67819" y="51568"/>
                    <a:pt x="69736" y="55068"/>
                    <a:pt x="69736" y="61658"/>
                  </a:cubicBezTo>
                  <a:cubicBezTo>
                    <a:pt x="69736" y="63923"/>
                    <a:pt x="69310" y="66806"/>
                    <a:pt x="69097" y="67835"/>
                  </a:cubicBezTo>
                  <a:lnTo>
                    <a:pt x="48649" y="146703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05947126-8D2B-2003-663A-27FC0D0D198E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2232576" y="4754551"/>
              <a:ext cx="35601" cy="87957"/>
            </a:xfrm>
            <a:custGeom>
              <a:avLst/>
              <a:gdLst>
                <a:gd name="csX0" fmla="*/ 35909 w 35601"/>
                <a:gd name="csY0" fmla="*/ 30973 h 87957"/>
                <a:gd name="csX1" fmla="*/ 16435 w 35601"/>
                <a:gd name="csY1" fmla="*/ 85 h 87957"/>
                <a:gd name="csX2" fmla="*/ 308 w 35601"/>
                <a:gd name="csY2" fmla="*/ 15676 h 87957"/>
                <a:gd name="csX3" fmla="*/ 16435 w 35601"/>
                <a:gd name="csY3" fmla="*/ 31267 h 87957"/>
                <a:gd name="csX4" fmla="*/ 27085 w 35601"/>
                <a:gd name="csY4" fmla="*/ 27443 h 87957"/>
                <a:gd name="csX5" fmla="*/ 28607 w 35601"/>
                <a:gd name="csY5" fmla="*/ 26560 h 87957"/>
                <a:gd name="csX6" fmla="*/ 29215 w 35601"/>
                <a:gd name="csY6" fmla="*/ 30973 h 87957"/>
                <a:gd name="csX7" fmla="*/ 8524 w 35601"/>
                <a:gd name="csY7" fmla="*/ 80099 h 87957"/>
                <a:gd name="csX8" fmla="*/ 5177 w 35601"/>
                <a:gd name="csY8" fmla="*/ 84806 h 87957"/>
                <a:gd name="csX9" fmla="*/ 8220 w 35601"/>
                <a:gd name="csY9" fmla="*/ 88042 h 87957"/>
                <a:gd name="csX10" fmla="*/ 35909 w 35601"/>
                <a:gd name="csY10" fmla="*/ 30973 h 87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601" h="87957">
                  <a:moveTo>
                    <a:pt x="35909" y="30973"/>
                  </a:moveTo>
                  <a:cubicBezTo>
                    <a:pt x="35909" y="11557"/>
                    <a:pt x="28302" y="85"/>
                    <a:pt x="16435" y="85"/>
                  </a:cubicBezTo>
                  <a:cubicBezTo>
                    <a:pt x="6394" y="85"/>
                    <a:pt x="308" y="7439"/>
                    <a:pt x="308" y="15676"/>
                  </a:cubicBezTo>
                  <a:cubicBezTo>
                    <a:pt x="308" y="23618"/>
                    <a:pt x="6394" y="31267"/>
                    <a:pt x="16435" y="31267"/>
                  </a:cubicBezTo>
                  <a:cubicBezTo>
                    <a:pt x="20087" y="31267"/>
                    <a:pt x="24042" y="30090"/>
                    <a:pt x="27085" y="27443"/>
                  </a:cubicBezTo>
                  <a:cubicBezTo>
                    <a:pt x="27998" y="26854"/>
                    <a:pt x="28302" y="26560"/>
                    <a:pt x="28607" y="26560"/>
                  </a:cubicBezTo>
                  <a:cubicBezTo>
                    <a:pt x="28911" y="26560"/>
                    <a:pt x="29215" y="26854"/>
                    <a:pt x="29215" y="30973"/>
                  </a:cubicBezTo>
                  <a:cubicBezTo>
                    <a:pt x="29215" y="52741"/>
                    <a:pt x="18565" y="70392"/>
                    <a:pt x="8524" y="80099"/>
                  </a:cubicBezTo>
                  <a:cubicBezTo>
                    <a:pt x="5177" y="83335"/>
                    <a:pt x="5177" y="83924"/>
                    <a:pt x="5177" y="84806"/>
                  </a:cubicBezTo>
                  <a:cubicBezTo>
                    <a:pt x="5177" y="86865"/>
                    <a:pt x="6698" y="88042"/>
                    <a:pt x="8220" y="88042"/>
                  </a:cubicBezTo>
                  <a:cubicBezTo>
                    <a:pt x="11567" y="88042"/>
                    <a:pt x="35909" y="65391"/>
                    <a:pt x="35909" y="30973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50C78AA-F928-4707-0C40-62B7682E893C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2367812" y="4754551"/>
              <a:ext cx="32254" cy="31182"/>
            </a:xfrm>
            <a:custGeom>
              <a:avLst/>
              <a:gdLst>
                <a:gd name="csX0" fmla="*/ 32567 w 32254"/>
                <a:gd name="csY0" fmla="*/ 15676 h 31182"/>
                <a:gd name="csX1" fmla="*/ 16440 w 32254"/>
                <a:gd name="csY1" fmla="*/ 85 h 31182"/>
                <a:gd name="csX2" fmla="*/ 313 w 32254"/>
                <a:gd name="csY2" fmla="*/ 15676 h 31182"/>
                <a:gd name="csX3" fmla="*/ 16440 w 32254"/>
                <a:gd name="csY3" fmla="*/ 31267 h 31182"/>
                <a:gd name="csX4" fmla="*/ 32567 w 32254"/>
                <a:gd name="csY4" fmla="*/ 15676 h 31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54" h="31182">
                  <a:moveTo>
                    <a:pt x="32567" y="15676"/>
                  </a:moveTo>
                  <a:cubicBezTo>
                    <a:pt x="32567" y="7145"/>
                    <a:pt x="25264" y="85"/>
                    <a:pt x="16440" y="85"/>
                  </a:cubicBezTo>
                  <a:cubicBezTo>
                    <a:pt x="7615" y="85"/>
                    <a:pt x="313" y="7145"/>
                    <a:pt x="313" y="15676"/>
                  </a:cubicBezTo>
                  <a:cubicBezTo>
                    <a:pt x="313" y="24207"/>
                    <a:pt x="7615" y="31267"/>
                    <a:pt x="16440" y="31267"/>
                  </a:cubicBezTo>
                  <a:cubicBezTo>
                    <a:pt x="25264" y="31267"/>
                    <a:pt x="32567" y="24207"/>
                    <a:pt x="32567" y="15676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03C6F059-3C3C-B62F-8529-5EC83B8096B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2503048" y="4754551"/>
              <a:ext cx="32254" cy="31182"/>
            </a:xfrm>
            <a:custGeom>
              <a:avLst/>
              <a:gdLst>
                <a:gd name="csX0" fmla="*/ 32571 w 32254"/>
                <a:gd name="csY0" fmla="*/ 15676 h 31182"/>
                <a:gd name="csX1" fmla="*/ 16444 w 32254"/>
                <a:gd name="csY1" fmla="*/ 85 h 31182"/>
                <a:gd name="csX2" fmla="*/ 317 w 32254"/>
                <a:gd name="csY2" fmla="*/ 15676 h 31182"/>
                <a:gd name="csX3" fmla="*/ 16444 w 32254"/>
                <a:gd name="csY3" fmla="*/ 31267 h 31182"/>
                <a:gd name="csX4" fmla="*/ 32571 w 32254"/>
                <a:gd name="csY4" fmla="*/ 15676 h 31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54" h="31182">
                  <a:moveTo>
                    <a:pt x="32571" y="15676"/>
                  </a:moveTo>
                  <a:cubicBezTo>
                    <a:pt x="32571" y="7145"/>
                    <a:pt x="25268" y="85"/>
                    <a:pt x="16444" y="85"/>
                  </a:cubicBezTo>
                  <a:cubicBezTo>
                    <a:pt x="7620" y="85"/>
                    <a:pt x="317" y="7145"/>
                    <a:pt x="317" y="15676"/>
                  </a:cubicBezTo>
                  <a:cubicBezTo>
                    <a:pt x="317" y="24207"/>
                    <a:pt x="7620" y="31267"/>
                    <a:pt x="16444" y="31267"/>
                  </a:cubicBezTo>
                  <a:cubicBezTo>
                    <a:pt x="25268" y="31267"/>
                    <a:pt x="32571" y="24207"/>
                    <a:pt x="32571" y="15676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D5EEF7BC-57F7-77BE-7A9A-1B5B5F95DBA0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2638284" y="4754551"/>
              <a:ext cx="32254" cy="31182"/>
            </a:xfrm>
            <a:custGeom>
              <a:avLst/>
              <a:gdLst>
                <a:gd name="csX0" fmla="*/ 32575 w 32254"/>
                <a:gd name="csY0" fmla="*/ 15676 h 31182"/>
                <a:gd name="csX1" fmla="*/ 16448 w 32254"/>
                <a:gd name="csY1" fmla="*/ 85 h 31182"/>
                <a:gd name="csX2" fmla="*/ 321 w 32254"/>
                <a:gd name="csY2" fmla="*/ 15676 h 31182"/>
                <a:gd name="csX3" fmla="*/ 16448 w 32254"/>
                <a:gd name="csY3" fmla="*/ 31267 h 31182"/>
                <a:gd name="csX4" fmla="*/ 32575 w 32254"/>
                <a:gd name="csY4" fmla="*/ 15676 h 31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54" h="31182">
                  <a:moveTo>
                    <a:pt x="32575" y="15676"/>
                  </a:moveTo>
                  <a:cubicBezTo>
                    <a:pt x="32575" y="7145"/>
                    <a:pt x="25273" y="85"/>
                    <a:pt x="16448" y="85"/>
                  </a:cubicBezTo>
                  <a:cubicBezTo>
                    <a:pt x="7624" y="85"/>
                    <a:pt x="321" y="7145"/>
                    <a:pt x="321" y="15676"/>
                  </a:cubicBezTo>
                  <a:cubicBezTo>
                    <a:pt x="321" y="24207"/>
                    <a:pt x="7624" y="31267"/>
                    <a:pt x="16448" y="31267"/>
                  </a:cubicBezTo>
                  <a:cubicBezTo>
                    <a:pt x="25273" y="31267"/>
                    <a:pt x="32575" y="24207"/>
                    <a:pt x="32575" y="15676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29077A6D-00C1-5EFD-63F4-1582B2FA0C0C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2773520" y="4754551"/>
              <a:ext cx="35601" cy="87957"/>
            </a:xfrm>
            <a:custGeom>
              <a:avLst/>
              <a:gdLst>
                <a:gd name="csX0" fmla="*/ 35927 w 35601"/>
                <a:gd name="csY0" fmla="*/ 30973 h 87957"/>
                <a:gd name="csX1" fmla="*/ 16453 w 35601"/>
                <a:gd name="csY1" fmla="*/ 85 h 87957"/>
                <a:gd name="csX2" fmla="*/ 326 w 35601"/>
                <a:gd name="csY2" fmla="*/ 15676 h 87957"/>
                <a:gd name="csX3" fmla="*/ 16453 w 35601"/>
                <a:gd name="csY3" fmla="*/ 31267 h 87957"/>
                <a:gd name="csX4" fmla="*/ 27103 w 35601"/>
                <a:gd name="csY4" fmla="*/ 27443 h 87957"/>
                <a:gd name="csX5" fmla="*/ 28624 w 35601"/>
                <a:gd name="csY5" fmla="*/ 26560 h 87957"/>
                <a:gd name="csX6" fmla="*/ 29233 w 35601"/>
                <a:gd name="csY6" fmla="*/ 30973 h 87957"/>
                <a:gd name="csX7" fmla="*/ 8542 w 35601"/>
                <a:gd name="csY7" fmla="*/ 80099 h 87957"/>
                <a:gd name="csX8" fmla="*/ 5194 w 35601"/>
                <a:gd name="csY8" fmla="*/ 84806 h 87957"/>
                <a:gd name="csX9" fmla="*/ 8237 w 35601"/>
                <a:gd name="csY9" fmla="*/ 88042 h 87957"/>
                <a:gd name="csX10" fmla="*/ 35927 w 35601"/>
                <a:gd name="csY10" fmla="*/ 30973 h 87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601" h="87957">
                  <a:moveTo>
                    <a:pt x="35927" y="30973"/>
                  </a:moveTo>
                  <a:cubicBezTo>
                    <a:pt x="35927" y="11557"/>
                    <a:pt x="28320" y="85"/>
                    <a:pt x="16453" y="85"/>
                  </a:cubicBezTo>
                  <a:cubicBezTo>
                    <a:pt x="6412" y="85"/>
                    <a:pt x="326" y="7439"/>
                    <a:pt x="326" y="15676"/>
                  </a:cubicBezTo>
                  <a:cubicBezTo>
                    <a:pt x="326" y="23618"/>
                    <a:pt x="6412" y="31267"/>
                    <a:pt x="16453" y="31267"/>
                  </a:cubicBezTo>
                  <a:cubicBezTo>
                    <a:pt x="20104" y="31267"/>
                    <a:pt x="24060" y="30090"/>
                    <a:pt x="27103" y="27443"/>
                  </a:cubicBezTo>
                  <a:cubicBezTo>
                    <a:pt x="28016" y="26854"/>
                    <a:pt x="28320" y="26560"/>
                    <a:pt x="28624" y="26560"/>
                  </a:cubicBezTo>
                  <a:cubicBezTo>
                    <a:pt x="28929" y="26560"/>
                    <a:pt x="29233" y="26854"/>
                    <a:pt x="29233" y="30973"/>
                  </a:cubicBezTo>
                  <a:cubicBezTo>
                    <a:pt x="29233" y="52741"/>
                    <a:pt x="18583" y="70392"/>
                    <a:pt x="8542" y="80099"/>
                  </a:cubicBezTo>
                  <a:cubicBezTo>
                    <a:pt x="5194" y="83335"/>
                    <a:pt x="5194" y="83924"/>
                    <a:pt x="5194" y="84806"/>
                  </a:cubicBezTo>
                  <a:cubicBezTo>
                    <a:pt x="5194" y="86865"/>
                    <a:pt x="6716" y="88042"/>
                    <a:pt x="8237" y="88042"/>
                  </a:cubicBezTo>
                  <a:cubicBezTo>
                    <a:pt x="11584" y="88042"/>
                    <a:pt x="35927" y="65391"/>
                    <a:pt x="35927" y="30973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37B1B28B-8CE2-9778-A95F-281D33F2C947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2891412" y="4655709"/>
              <a:ext cx="201435" cy="133259"/>
            </a:xfrm>
            <a:custGeom>
              <a:avLst/>
              <a:gdLst>
                <a:gd name="csX0" fmla="*/ 132085 w 201435"/>
                <a:gd name="csY0" fmla="*/ 30384 h 133259"/>
                <a:gd name="csX1" fmla="*/ 136649 w 201435"/>
                <a:gd name="csY1" fmla="*/ 11263 h 133259"/>
                <a:gd name="csX2" fmla="*/ 127825 w 201435"/>
                <a:gd name="csY2" fmla="*/ 3321 h 133259"/>
                <a:gd name="csX3" fmla="*/ 116567 w 201435"/>
                <a:gd name="csY3" fmla="*/ 11557 h 133259"/>
                <a:gd name="csX4" fmla="*/ 99222 w 201435"/>
                <a:gd name="csY4" fmla="*/ 77452 h 133259"/>
                <a:gd name="csX5" fmla="*/ 96484 w 201435"/>
                <a:gd name="csY5" fmla="*/ 96867 h 133259"/>
                <a:gd name="csX6" fmla="*/ 96788 w 201435"/>
                <a:gd name="csY6" fmla="*/ 102162 h 133259"/>
                <a:gd name="csX7" fmla="*/ 68794 w 201435"/>
                <a:gd name="csY7" fmla="*/ 126873 h 133259"/>
                <a:gd name="csX8" fmla="*/ 44451 w 201435"/>
                <a:gd name="csY8" fmla="*/ 100103 h 133259"/>
                <a:gd name="csX9" fmla="*/ 60274 w 201435"/>
                <a:gd name="csY9" fmla="*/ 43034 h 133259"/>
                <a:gd name="csX10" fmla="*/ 65447 w 201435"/>
                <a:gd name="csY10" fmla="*/ 24207 h 133259"/>
                <a:gd name="csX11" fmla="*/ 40496 w 201435"/>
                <a:gd name="csY11" fmla="*/ 85 h 133259"/>
                <a:gd name="csX12" fmla="*/ 330 w 201435"/>
                <a:gd name="csY12" fmla="*/ 45387 h 133259"/>
                <a:gd name="csX13" fmla="*/ 3982 w 201435"/>
                <a:gd name="csY13" fmla="*/ 48329 h 133259"/>
                <a:gd name="csX14" fmla="*/ 8850 w 201435"/>
                <a:gd name="csY14" fmla="*/ 43034 h 133259"/>
                <a:gd name="csX15" fmla="*/ 39583 w 201435"/>
                <a:gd name="csY15" fmla="*/ 6556 h 133259"/>
                <a:gd name="csX16" fmla="*/ 47190 w 201435"/>
                <a:gd name="csY16" fmla="*/ 16264 h 133259"/>
                <a:gd name="csX17" fmla="*/ 41713 w 201435"/>
                <a:gd name="csY17" fmla="*/ 36856 h 133259"/>
                <a:gd name="csX18" fmla="*/ 24673 w 201435"/>
                <a:gd name="csY18" fmla="*/ 96279 h 133259"/>
                <a:gd name="csX19" fmla="*/ 67881 w 201435"/>
                <a:gd name="csY19" fmla="*/ 133345 h 133259"/>
                <a:gd name="csX20" fmla="*/ 99527 w 201435"/>
                <a:gd name="csY20" fmla="*/ 112753 h 133259"/>
                <a:gd name="csX21" fmla="*/ 137562 w 201435"/>
                <a:gd name="csY21" fmla="*/ 133345 h 133259"/>
                <a:gd name="csX22" fmla="*/ 181683 w 201435"/>
                <a:gd name="csY22" fmla="*/ 97161 h 133259"/>
                <a:gd name="csX23" fmla="*/ 201766 w 201435"/>
                <a:gd name="csY23" fmla="*/ 20677 h 133259"/>
                <a:gd name="csX24" fmla="*/ 188377 w 201435"/>
                <a:gd name="csY24" fmla="*/ 85 h 133259"/>
                <a:gd name="csX25" fmla="*/ 173163 w 201435"/>
                <a:gd name="csY25" fmla="*/ 14205 h 133259"/>
                <a:gd name="csX26" fmla="*/ 177728 w 201435"/>
                <a:gd name="csY26" fmla="*/ 22148 h 133259"/>
                <a:gd name="csX27" fmla="*/ 188682 w 201435"/>
                <a:gd name="csY27" fmla="*/ 47152 h 133259"/>
                <a:gd name="csX28" fmla="*/ 171946 w 201435"/>
                <a:gd name="csY28" fmla="*/ 100986 h 133259"/>
                <a:gd name="csX29" fmla="*/ 138475 w 201435"/>
                <a:gd name="csY29" fmla="*/ 126873 h 133259"/>
                <a:gd name="csX30" fmla="*/ 115958 w 201435"/>
                <a:gd name="csY30" fmla="*/ 101280 h 133259"/>
                <a:gd name="csX31" fmla="*/ 119305 w 201435"/>
                <a:gd name="csY31" fmla="*/ 79805 h 133259"/>
                <a:gd name="csX32" fmla="*/ 132085 w 201435"/>
                <a:gd name="csY32" fmla="*/ 30384 h 1332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201435" h="133259">
                  <a:moveTo>
                    <a:pt x="132085" y="30384"/>
                  </a:moveTo>
                  <a:cubicBezTo>
                    <a:pt x="133606" y="23913"/>
                    <a:pt x="136649" y="13028"/>
                    <a:pt x="136649" y="11263"/>
                  </a:cubicBezTo>
                  <a:cubicBezTo>
                    <a:pt x="136649" y="5968"/>
                    <a:pt x="132389" y="3321"/>
                    <a:pt x="127825" y="3321"/>
                  </a:cubicBezTo>
                  <a:cubicBezTo>
                    <a:pt x="124174" y="3321"/>
                    <a:pt x="118697" y="5674"/>
                    <a:pt x="116567" y="11557"/>
                  </a:cubicBezTo>
                  <a:cubicBezTo>
                    <a:pt x="115654" y="13617"/>
                    <a:pt x="101352" y="69803"/>
                    <a:pt x="99222" y="77452"/>
                  </a:cubicBezTo>
                  <a:cubicBezTo>
                    <a:pt x="97092" y="86277"/>
                    <a:pt x="96484" y="91572"/>
                    <a:pt x="96484" y="96867"/>
                  </a:cubicBezTo>
                  <a:cubicBezTo>
                    <a:pt x="96484" y="100103"/>
                    <a:pt x="96484" y="100691"/>
                    <a:pt x="96788" y="102162"/>
                  </a:cubicBezTo>
                  <a:cubicBezTo>
                    <a:pt x="89790" y="117753"/>
                    <a:pt x="80661" y="126873"/>
                    <a:pt x="68794" y="126873"/>
                  </a:cubicBezTo>
                  <a:cubicBezTo>
                    <a:pt x="44451" y="126873"/>
                    <a:pt x="44451" y="105104"/>
                    <a:pt x="44451" y="100103"/>
                  </a:cubicBezTo>
                  <a:cubicBezTo>
                    <a:pt x="44451" y="90690"/>
                    <a:pt x="45973" y="79217"/>
                    <a:pt x="60274" y="43034"/>
                  </a:cubicBezTo>
                  <a:cubicBezTo>
                    <a:pt x="63621" y="34209"/>
                    <a:pt x="65447" y="30090"/>
                    <a:pt x="65447" y="24207"/>
                  </a:cubicBezTo>
                  <a:cubicBezTo>
                    <a:pt x="65447" y="10969"/>
                    <a:pt x="55406" y="85"/>
                    <a:pt x="40496" y="85"/>
                  </a:cubicBezTo>
                  <a:cubicBezTo>
                    <a:pt x="11589" y="85"/>
                    <a:pt x="330" y="42740"/>
                    <a:pt x="330" y="45387"/>
                  </a:cubicBezTo>
                  <a:cubicBezTo>
                    <a:pt x="330" y="48329"/>
                    <a:pt x="3373" y="48329"/>
                    <a:pt x="3982" y="48329"/>
                  </a:cubicBezTo>
                  <a:cubicBezTo>
                    <a:pt x="7025" y="48329"/>
                    <a:pt x="7329" y="47741"/>
                    <a:pt x="8850" y="43034"/>
                  </a:cubicBezTo>
                  <a:cubicBezTo>
                    <a:pt x="17066" y="15676"/>
                    <a:pt x="28933" y="6556"/>
                    <a:pt x="39583" y="6556"/>
                  </a:cubicBezTo>
                  <a:cubicBezTo>
                    <a:pt x="42321" y="6556"/>
                    <a:pt x="47190" y="6851"/>
                    <a:pt x="47190" y="16264"/>
                  </a:cubicBezTo>
                  <a:cubicBezTo>
                    <a:pt x="47190" y="23618"/>
                    <a:pt x="43843" y="31855"/>
                    <a:pt x="41713" y="36856"/>
                  </a:cubicBezTo>
                  <a:cubicBezTo>
                    <a:pt x="28324" y="71568"/>
                    <a:pt x="24673" y="85100"/>
                    <a:pt x="24673" y="96279"/>
                  </a:cubicBezTo>
                  <a:cubicBezTo>
                    <a:pt x="24673" y="123049"/>
                    <a:pt x="45060" y="133345"/>
                    <a:pt x="67881" y="133345"/>
                  </a:cubicBezTo>
                  <a:cubicBezTo>
                    <a:pt x="73054" y="133345"/>
                    <a:pt x="87355" y="133345"/>
                    <a:pt x="99527" y="112753"/>
                  </a:cubicBezTo>
                  <a:cubicBezTo>
                    <a:pt x="107438" y="131580"/>
                    <a:pt x="128434" y="133345"/>
                    <a:pt x="137562" y="133345"/>
                  </a:cubicBezTo>
                  <a:cubicBezTo>
                    <a:pt x="160383" y="133345"/>
                    <a:pt x="173772" y="114812"/>
                    <a:pt x="181683" y="97161"/>
                  </a:cubicBezTo>
                  <a:cubicBezTo>
                    <a:pt x="192029" y="74216"/>
                    <a:pt x="201766" y="34797"/>
                    <a:pt x="201766" y="20677"/>
                  </a:cubicBezTo>
                  <a:cubicBezTo>
                    <a:pt x="201766" y="4497"/>
                    <a:pt x="193550" y="85"/>
                    <a:pt x="188377" y="85"/>
                  </a:cubicBezTo>
                  <a:cubicBezTo>
                    <a:pt x="180770" y="85"/>
                    <a:pt x="173163" y="7733"/>
                    <a:pt x="173163" y="14205"/>
                  </a:cubicBezTo>
                  <a:cubicBezTo>
                    <a:pt x="173163" y="18029"/>
                    <a:pt x="174989" y="19794"/>
                    <a:pt x="177728" y="22148"/>
                  </a:cubicBezTo>
                  <a:cubicBezTo>
                    <a:pt x="181075" y="25383"/>
                    <a:pt x="188682" y="33032"/>
                    <a:pt x="188682" y="47152"/>
                  </a:cubicBezTo>
                  <a:cubicBezTo>
                    <a:pt x="188682" y="57154"/>
                    <a:pt x="179857" y="85983"/>
                    <a:pt x="171946" y="100986"/>
                  </a:cubicBezTo>
                  <a:cubicBezTo>
                    <a:pt x="164035" y="116577"/>
                    <a:pt x="153385" y="126873"/>
                    <a:pt x="138475" y="126873"/>
                  </a:cubicBezTo>
                  <a:cubicBezTo>
                    <a:pt x="124174" y="126873"/>
                    <a:pt x="115958" y="118048"/>
                    <a:pt x="115958" y="101280"/>
                  </a:cubicBezTo>
                  <a:cubicBezTo>
                    <a:pt x="115958" y="93043"/>
                    <a:pt x="118088" y="83924"/>
                    <a:pt x="119305" y="79805"/>
                  </a:cubicBezTo>
                  <a:lnTo>
                    <a:pt x="132085" y="30384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6B6B8651-91E6-0268-D307-4BD982695F73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3133112" y="4478488"/>
              <a:ext cx="55379" cy="205714"/>
            </a:xfrm>
            <a:custGeom>
              <a:avLst/>
              <a:gdLst>
                <a:gd name="csX0" fmla="*/ 51457 w 55379"/>
                <a:gd name="csY0" fmla="*/ 80 h 205714"/>
                <a:gd name="csX1" fmla="*/ 338 w 55379"/>
                <a:gd name="csY1" fmla="*/ 102834 h 205714"/>
                <a:gd name="csX2" fmla="*/ 51457 w 55379"/>
                <a:gd name="csY2" fmla="*/ 205794 h 205714"/>
                <a:gd name="csX3" fmla="*/ 55717 w 55379"/>
                <a:gd name="csY3" fmla="*/ 203323 h 205714"/>
                <a:gd name="csX4" fmla="*/ 53587 w 55379"/>
                <a:gd name="csY4" fmla="*/ 200234 h 205714"/>
                <a:gd name="csX5" fmla="*/ 14822 w 55379"/>
                <a:gd name="csY5" fmla="*/ 103040 h 205714"/>
                <a:gd name="csX6" fmla="*/ 54226 w 55379"/>
                <a:gd name="csY6" fmla="*/ 5022 h 205714"/>
                <a:gd name="csX7" fmla="*/ 55717 w 55379"/>
                <a:gd name="csY7" fmla="*/ 2551 h 205714"/>
                <a:gd name="csX8" fmla="*/ 51457 w 55379"/>
                <a:gd name="csY8" fmla="*/ 80 h 205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5379" h="205714">
                  <a:moveTo>
                    <a:pt x="51457" y="80"/>
                  </a:moveTo>
                  <a:cubicBezTo>
                    <a:pt x="10988" y="27673"/>
                    <a:pt x="338" y="71328"/>
                    <a:pt x="338" y="102834"/>
                  </a:cubicBezTo>
                  <a:cubicBezTo>
                    <a:pt x="338" y="131869"/>
                    <a:pt x="9284" y="176965"/>
                    <a:pt x="51457" y="205794"/>
                  </a:cubicBezTo>
                  <a:cubicBezTo>
                    <a:pt x="53161" y="205794"/>
                    <a:pt x="55717" y="205794"/>
                    <a:pt x="55717" y="203323"/>
                  </a:cubicBezTo>
                  <a:cubicBezTo>
                    <a:pt x="55717" y="202087"/>
                    <a:pt x="55078" y="201675"/>
                    <a:pt x="53587" y="200234"/>
                  </a:cubicBezTo>
                  <a:cubicBezTo>
                    <a:pt x="25258" y="175524"/>
                    <a:pt x="14822" y="140517"/>
                    <a:pt x="14822" y="103040"/>
                  </a:cubicBezTo>
                  <a:cubicBezTo>
                    <a:pt x="14822" y="47441"/>
                    <a:pt x="36760" y="20260"/>
                    <a:pt x="54226" y="5022"/>
                  </a:cubicBezTo>
                  <a:cubicBezTo>
                    <a:pt x="55078" y="4198"/>
                    <a:pt x="55717" y="3580"/>
                    <a:pt x="55717" y="2551"/>
                  </a:cubicBezTo>
                  <a:cubicBezTo>
                    <a:pt x="55717" y="80"/>
                    <a:pt x="53161" y="80"/>
                    <a:pt x="51457" y="80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6BBD0A9-896A-C936-25C8-02C9ABEA426F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3213718" y="4496403"/>
              <a:ext cx="64538" cy="138584"/>
            </a:xfrm>
            <a:custGeom>
              <a:avLst/>
              <a:gdLst>
                <a:gd name="csX0" fmla="*/ 59341 w 64538"/>
                <a:gd name="csY0" fmla="*/ 7904 h 138584"/>
                <a:gd name="csX1" fmla="*/ 50821 w 64538"/>
                <a:gd name="csY1" fmla="*/ 80 h 138584"/>
                <a:gd name="csX2" fmla="*/ 38893 w 64538"/>
                <a:gd name="csY2" fmla="*/ 11405 h 138584"/>
                <a:gd name="csX3" fmla="*/ 47413 w 64538"/>
                <a:gd name="csY3" fmla="*/ 19230 h 138584"/>
                <a:gd name="csX4" fmla="*/ 59341 w 64538"/>
                <a:gd name="csY4" fmla="*/ 7904 h 138584"/>
                <a:gd name="csX5" fmla="*/ 15890 w 64538"/>
                <a:gd name="csY5" fmla="*/ 112512 h 138584"/>
                <a:gd name="csX6" fmla="*/ 13973 w 64538"/>
                <a:gd name="csY6" fmla="*/ 121161 h 138584"/>
                <a:gd name="csX7" fmla="*/ 34208 w 64538"/>
                <a:gd name="csY7" fmla="*/ 138664 h 138584"/>
                <a:gd name="csX8" fmla="*/ 64879 w 64538"/>
                <a:gd name="csY8" fmla="*/ 107158 h 138584"/>
                <a:gd name="csX9" fmla="*/ 61471 w 64538"/>
                <a:gd name="csY9" fmla="*/ 104481 h 138584"/>
                <a:gd name="csX10" fmla="*/ 57424 w 64538"/>
                <a:gd name="csY10" fmla="*/ 107982 h 138584"/>
                <a:gd name="csX11" fmla="*/ 34847 w 64538"/>
                <a:gd name="csY11" fmla="*/ 132898 h 138584"/>
                <a:gd name="csX12" fmla="*/ 29522 w 64538"/>
                <a:gd name="csY12" fmla="*/ 125691 h 138584"/>
                <a:gd name="csX13" fmla="*/ 32930 w 64538"/>
                <a:gd name="csY13" fmla="*/ 112512 h 138584"/>
                <a:gd name="csX14" fmla="*/ 39746 w 64538"/>
                <a:gd name="csY14" fmla="*/ 96038 h 138584"/>
                <a:gd name="csX15" fmla="*/ 50182 w 64538"/>
                <a:gd name="csY15" fmla="*/ 69886 h 138584"/>
                <a:gd name="csX16" fmla="*/ 51460 w 64538"/>
                <a:gd name="csY16" fmla="*/ 63297 h 138584"/>
                <a:gd name="csX17" fmla="*/ 31226 w 64538"/>
                <a:gd name="csY17" fmla="*/ 45794 h 138584"/>
                <a:gd name="csX18" fmla="*/ 341 w 64538"/>
                <a:gd name="csY18" fmla="*/ 77300 h 138584"/>
                <a:gd name="csX19" fmla="*/ 3962 w 64538"/>
                <a:gd name="csY19" fmla="*/ 79977 h 138584"/>
                <a:gd name="csX20" fmla="*/ 7796 w 64538"/>
                <a:gd name="csY20" fmla="*/ 76682 h 138584"/>
                <a:gd name="csX21" fmla="*/ 30587 w 64538"/>
                <a:gd name="csY21" fmla="*/ 51560 h 138584"/>
                <a:gd name="csX22" fmla="*/ 35912 w 64538"/>
                <a:gd name="csY22" fmla="*/ 58767 h 138584"/>
                <a:gd name="csX23" fmla="*/ 29309 w 64538"/>
                <a:gd name="csY23" fmla="*/ 79359 h 138584"/>
                <a:gd name="csX24" fmla="*/ 15890 w 64538"/>
                <a:gd name="csY24" fmla="*/ 112512 h 138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538" h="138584">
                  <a:moveTo>
                    <a:pt x="59341" y="7904"/>
                  </a:moveTo>
                  <a:cubicBezTo>
                    <a:pt x="59341" y="4610"/>
                    <a:pt x="56785" y="80"/>
                    <a:pt x="50821" y="80"/>
                  </a:cubicBezTo>
                  <a:cubicBezTo>
                    <a:pt x="45070" y="80"/>
                    <a:pt x="38893" y="5433"/>
                    <a:pt x="38893" y="11405"/>
                  </a:cubicBezTo>
                  <a:cubicBezTo>
                    <a:pt x="38893" y="14906"/>
                    <a:pt x="41662" y="19230"/>
                    <a:pt x="47413" y="19230"/>
                  </a:cubicBezTo>
                  <a:cubicBezTo>
                    <a:pt x="53590" y="19230"/>
                    <a:pt x="59341" y="13464"/>
                    <a:pt x="59341" y="7904"/>
                  </a:cubicBezTo>
                  <a:close/>
                  <a:moveTo>
                    <a:pt x="15890" y="112512"/>
                  </a:moveTo>
                  <a:cubicBezTo>
                    <a:pt x="15038" y="115189"/>
                    <a:pt x="13973" y="117660"/>
                    <a:pt x="13973" y="121161"/>
                  </a:cubicBezTo>
                  <a:cubicBezTo>
                    <a:pt x="13973" y="130839"/>
                    <a:pt x="22493" y="138664"/>
                    <a:pt x="34208" y="138664"/>
                  </a:cubicBezTo>
                  <a:cubicBezTo>
                    <a:pt x="55507" y="138664"/>
                    <a:pt x="64879" y="110247"/>
                    <a:pt x="64879" y="107158"/>
                  </a:cubicBezTo>
                  <a:cubicBezTo>
                    <a:pt x="64879" y="104481"/>
                    <a:pt x="62110" y="104481"/>
                    <a:pt x="61471" y="104481"/>
                  </a:cubicBezTo>
                  <a:cubicBezTo>
                    <a:pt x="58489" y="104481"/>
                    <a:pt x="58276" y="105717"/>
                    <a:pt x="57424" y="107982"/>
                  </a:cubicBezTo>
                  <a:cubicBezTo>
                    <a:pt x="52525" y="124455"/>
                    <a:pt x="43153" y="132898"/>
                    <a:pt x="34847" y="132898"/>
                  </a:cubicBezTo>
                  <a:cubicBezTo>
                    <a:pt x="30587" y="132898"/>
                    <a:pt x="29522" y="130221"/>
                    <a:pt x="29522" y="125691"/>
                  </a:cubicBezTo>
                  <a:cubicBezTo>
                    <a:pt x="29522" y="120955"/>
                    <a:pt x="31013" y="117042"/>
                    <a:pt x="32930" y="112512"/>
                  </a:cubicBezTo>
                  <a:cubicBezTo>
                    <a:pt x="35060" y="106952"/>
                    <a:pt x="37403" y="101392"/>
                    <a:pt x="39746" y="96038"/>
                  </a:cubicBezTo>
                  <a:cubicBezTo>
                    <a:pt x="41662" y="91096"/>
                    <a:pt x="49330" y="72358"/>
                    <a:pt x="50182" y="69886"/>
                  </a:cubicBezTo>
                  <a:cubicBezTo>
                    <a:pt x="50821" y="67827"/>
                    <a:pt x="51460" y="65356"/>
                    <a:pt x="51460" y="63297"/>
                  </a:cubicBezTo>
                  <a:cubicBezTo>
                    <a:pt x="51460" y="53619"/>
                    <a:pt x="42940" y="45794"/>
                    <a:pt x="31226" y="45794"/>
                  </a:cubicBezTo>
                  <a:cubicBezTo>
                    <a:pt x="10139" y="45794"/>
                    <a:pt x="341" y="73799"/>
                    <a:pt x="341" y="77300"/>
                  </a:cubicBezTo>
                  <a:cubicBezTo>
                    <a:pt x="341" y="79977"/>
                    <a:pt x="3323" y="79977"/>
                    <a:pt x="3962" y="79977"/>
                  </a:cubicBezTo>
                  <a:cubicBezTo>
                    <a:pt x="6944" y="79977"/>
                    <a:pt x="7157" y="78947"/>
                    <a:pt x="7796" y="76682"/>
                  </a:cubicBezTo>
                  <a:cubicBezTo>
                    <a:pt x="13334" y="58973"/>
                    <a:pt x="22706" y="51560"/>
                    <a:pt x="30587" y="51560"/>
                  </a:cubicBezTo>
                  <a:cubicBezTo>
                    <a:pt x="33995" y="51560"/>
                    <a:pt x="35912" y="53207"/>
                    <a:pt x="35912" y="58767"/>
                  </a:cubicBezTo>
                  <a:cubicBezTo>
                    <a:pt x="35912" y="63503"/>
                    <a:pt x="34634" y="66592"/>
                    <a:pt x="29309" y="79359"/>
                  </a:cubicBezTo>
                  <a:lnTo>
                    <a:pt x="15890" y="112512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D7A528E-3D27-ACEC-DC8E-490908FA6FD6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3304920" y="4478488"/>
              <a:ext cx="55166" cy="205714"/>
            </a:xfrm>
            <a:custGeom>
              <a:avLst/>
              <a:gdLst>
                <a:gd name="csX0" fmla="*/ 4391 w 55166"/>
                <a:gd name="csY0" fmla="*/ 80 h 205714"/>
                <a:gd name="csX1" fmla="*/ 344 w 55166"/>
                <a:gd name="csY1" fmla="*/ 2551 h 205714"/>
                <a:gd name="csX2" fmla="*/ 2261 w 55166"/>
                <a:gd name="csY2" fmla="*/ 5639 h 205714"/>
                <a:gd name="csX3" fmla="*/ 41026 w 55166"/>
                <a:gd name="csY3" fmla="*/ 102834 h 205714"/>
                <a:gd name="csX4" fmla="*/ 4178 w 55166"/>
                <a:gd name="csY4" fmla="*/ 198587 h 205714"/>
                <a:gd name="csX5" fmla="*/ 344 w 55166"/>
                <a:gd name="csY5" fmla="*/ 203323 h 205714"/>
                <a:gd name="csX6" fmla="*/ 3113 w 55166"/>
                <a:gd name="csY6" fmla="*/ 205794 h 205714"/>
                <a:gd name="csX7" fmla="*/ 39961 w 55166"/>
                <a:gd name="csY7" fmla="*/ 166463 h 205714"/>
                <a:gd name="csX8" fmla="*/ 55510 w 55166"/>
                <a:gd name="csY8" fmla="*/ 103040 h 205714"/>
                <a:gd name="csX9" fmla="*/ 4391 w 55166"/>
                <a:gd name="csY9" fmla="*/ 80 h 205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5166" h="205714">
                  <a:moveTo>
                    <a:pt x="4391" y="80"/>
                  </a:moveTo>
                  <a:cubicBezTo>
                    <a:pt x="2900" y="80"/>
                    <a:pt x="344" y="80"/>
                    <a:pt x="344" y="2551"/>
                  </a:cubicBezTo>
                  <a:cubicBezTo>
                    <a:pt x="344" y="3580"/>
                    <a:pt x="983" y="4198"/>
                    <a:pt x="2261" y="5639"/>
                  </a:cubicBezTo>
                  <a:cubicBezTo>
                    <a:pt x="20578" y="21907"/>
                    <a:pt x="41026" y="49706"/>
                    <a:pt x="41026" y="102834"/>
                  </a:cubicBezTo>
                  <a:cubicBezTo>
                    <a:pt x="41026" y="145871"/>
                    <a:pt x="27181" y="178406"/>
                    <a:pt x="4178" y="198587"/>
                  </a:cubicBezTo>
                  <a:cubicBezTo>
                    <a:pt x="557" y="202087"/>
                    <a:pt x="344" y="202293"/>
                    <a:pt x="344" y="203323"/>
                  </a:cubicBezTo>
                  <a:cubicBezTo>
                    <a:pt x="344" y="204352"/>
                    <a:pt x="983" y="205794"/>
                    <a:pt x="3113" y="205794"/>
                  </a:cubicBezTo>
                  <a:cubicBezTo>
                    <a:pt x="5669" y="205794"/>
                    <a:pt x="25903" y="192203"/>
                    <a:pt x="39961" y="166463"/>
                  </a:cubicBezTo>
                  <a:cubicBezTo>
                    <a:pt x="49333" y="149372"/>
                    <a:pt x="55510" y="127132"/>
                    <a:pt x="55510" y="103040"/>
                  </a:cubicBezTo>
                  <a:cubicBezTo>
                    <a:pt x="55510" y="74005"/>
                    <a:pt x="46564" y="28908"/>
                    <a:pt x="4391" y="80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73763C64-CDF1-4B1C-70BB-60CA0DEDDC69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3100430" y="4731206"/>
              <a:ext cx="93506" cy="178532"/>
            </a:xfrm>
            <a:custGeom>
              <a:avLst/>
              <a:gdLst>
                <a:gd name="csX0" fmla="*/ 93844 w 93506"/>
                <a:gd name="csY0" fmla="*/ 7912 h 178532"/>
                <a:gd name="csX1" fmla="*/ 85324 w 93506"/>
                <a:gd name="csY1" fmla="*/ 87 h 178532"/>
                <a:gd name="csX2" fmla="*/ 73396 w 93506"/>
                <a:gd name="csY2" fmla="*/ 11413 h 178532"/>
                <a:gd name="csX3" fmla="*/ 81916 w 93506"/>
                <a:gd name="csY3" fmla="*/ 19238 h 178532"/>
                <a:gd name="csX4" fmla="*/ 93844 w 93506"/>
                <a:gd name="csY4" fmla="*/ 7912 h 178532"/>
                <a:gd name="csX5" fmla="*/ 48688 w 93506"/>
                <a:gd name="csY5" fmla="*/ 146703 h 178532"/>
                <a:gd name="csX6" fmla="*/ 21211 w 93506"/>
                <a:gd name="csY6" fmla="*/ 172855 h 178532"/>
                <a:gd name="csX7" fmla="*/ 13543 w 93506"/>
                <a:gd name="csY7" fmla="*/ 171619 h 178532"/>
                <a:gd name="csX8" fmla="*/ 20785 w 93506"/>
                <a:gd name="csY8" fmla="*/ 161117 h 178532"/>
                <a:gd name="csX9" fmla="*/ 12478 w 93506"/>
                <a:gd name="csY9" fmla="*/ 153498 h 178532"/>
                <a:gd name="csX10" fmla="*/ 337 w 93506"/>
                <a:gd name="csY10" fmla="*/ 165647 h 178532"/>
                <a:gd name="csX11" fmla="*/ 21424 w 93506"/>
                <a:gd name="csY11" fmla="*/ 178620 h 178532"/>
                <a:gd name="csX12" fmla="*/ 65728 w 93506"/>
                <a:gd name="csY12" fmla="*/ 146085 h 178532"/>
                <a:gd name="csX13" fmla="*/ 84898 w 93506"/>
                <a:gd name="csY13" fmla="*/ 72365 h 178532"/>
                <a:gd name="csX14" fmla="*/ 85963 w 93506"/>
                <a:gd name="csY14" fmla="*/ 65158 h 178532"/>
                <a:gd name="csX15" fmla="*/ 63172 w 93506"/>
                <a:gd name="csY15" fmla="*/ 45802 h 178532"/>
                <a:gd name="csX16" fmla="*/ 25897 w 93506"/>
                <a:gd name="csY16" fmla="*/ 77308 h 178532"/>
                <a:gd name="csX17" fmla="*/ 29518 w 93506"/>
                <a:gd name="csY17" fmla="*/ 79985 h 178532"/>
                <a:gd name="csX18" fmla="*/ 33778 w 93506"/>
                <a:gd name="csY18" fmla="*/ 76278 h 178532"/>
                <a:gd name="csX19" fmla="*/ 62533 w 93506"/>
                <a:gd name="csY19" fmla="*/ 51568 h 178532"/>
                <a:gd name="csX20" fmla="*/ 69775 w 93506"/>
                <a:gd name="csY20" fmla="*/ 61658 h 178532"/>
                <a:gd name="csX21" fmla="*/ 69136 w 93506"/>
                <a:gd name="csY21" fmla="*/ 67835 h 178532"/>
                <a:gd name="csX22" fmla="*/ 48688 w 93506"/>
                <a:gd name="csY22" fmla="*/ 146703 h 178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93506" h="178532">
                  <a:moveTo>
                    <a:pt x="93844" y="7912"/>
                  </a:moveTo>
                  <a:cubicBezTo>
                    <a:pt x="93844" y="4412"/>
                    <a:pt x="91075" y="87"/>
                    <a:pt x="85324" y="87"/>
                  </a:cubicBezTo>
                  <a:cubicBezTo>
                    <a:pt x="79147" y="87"/>
                    <a:pt x="73396" y="5853"/>
                    <a:pt x="73396" y="11413"/>
                  </a:cubicBezTo>
                  <a:cubicBezTo>
                    <a:pt x="73396" y="14708"/>
                    <a:pt x="75952" y="19238"/>
                    <a:pt x="81916" y="19238"/>
                  </a:cubicBezTo>
                  <a:cubicBezTo>
                    <a:pt x="87667" y="19238"/>
                    <a:pt x="93844" y="13884"/>
                    <a:pt x="93844" y="7912"/>
                  </a:cubicBezTo>
                  <a:close/>
                  <a:moveTo>
                    <a:pt x="48688" y="146703"/>
                  </a:moveTo>
                  <a:cubicBezTo>
                    <a:pt x="45067" y="160911"/>
                    <a:pt x="33778" y="172855"/>
                    <a:pt x="21211" y="172855"/>
                  </a:cubicBezTo>
                  <a:cubicBezTo>
                    <a:pt x="18442" y="172855"/>
                    <a:pt x="15886" y="172443"/>
                    <a:pt x="13543" y="171619"/>
                  </a:cubicBezTo>
                  <a:cubicBezTo>
                    <a:pt x="19081" y="169148"/>
                    <a:pt x="20785" y="164206"/>
                    <a:pt x="20785" y="161117"/>
                  </a:cubicBezTo>
                  <a:cubicBezTo>
                    <a:pt x="20785" y="156175"/>
                    <a:pt x="16738" y="153498"/>
                    <a:pt x="12478" y="153498"/>
                  </a:cubicBezTo>
                  <a:cubicBezTo>
                    <a:pt x="5875" y="153498"/>
                    <a:pt x="337" y="159058"/>
                    <a:pt x="337" y="165647"/>
                  </a:cubicBezTo>
                  <a:cubicBezTo>
                    <a:pt x="337" y="173472"/>
                    <a:pt x="8644" y="178620"/>
                    <a:pt x="21424" y="178620"/>
                  </a:cubicBezTo>
                  <a:cubicBezTo>
                    <a:pt x="34204" y="178620"/>
                    <a:pt x="59125" y="171207"/>
                    <a:pt x="65728" y="146085"/>
                  </a:cubicBezTo>
                  <a:lnTo>
                    <a:pt x="84898" y="72365"/>
                  </a:lnTo>
                  <a:cubicBezTo>
                    <a:pt x="85537" y="70100"/>
                    <a:pt x="85963" y="68247"/>
                    <a:pt x="85963" y="65158"/>
                  </a:cubicBezTo>
                  <a:cubicBezTo>
                    <a:pt x="85963" y="53833"/>
                    <a:pt x="75952" y="45802"/>
                    <a:pt x="63172" y="45802"/>
                  </a:cubicBezTo>
                  <a:cubicBezTo>
                    <a:pt x="39529" y="45802"/>
                    <a:pt x="25897" y="74425"/>
                    <a:pt x="25897" y="77308"/>
                  </a:cubicBezTo>
                  <a:cubicBezTo>
                    <a:pt x="25897" y="79985"/>
                    <a:pt x="28879" y="79985"/>
                    <a:pt x="29518" y="79985"/>
                  </a:cubicBezTo>
                  <a:cubicBezTo>
                    <a:pt x="32074" y="79985"/>
                    <a:pt x="32287" y="79367"/>
                    <a:pt x="33778" y="76278"/>
                  </a:cubicBezTo>
                  <a:cubicBezTo>
                    <a:pt x="39103" y="64335"/>
                    <a:pt x="50179" y="51568"/>
                    <a:pt x="62533" y="51568"/>
                  </a:cubicBezTo>
                  <a:cubicBezTo>
                    <a:pt x="67858" y="51568"/>
                    <a:pt x="69775" y="55068"/>
                    <a:pt x="69775" y="61658"/>
                  </a:cubicBezTo>
                  <a:cubicBezTo>
                    <a:pt x="69775" y="63923"/>
                    <a:pt x="69349" y="66806"/>
                    <a:pt x="69136" y="67835"/>
                  </a:cubicBezTo>
                  <a:lnTo>
                    <a:pt x="48688" y="146703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51101FEC-AA1E-859B-4033-582FBACDA94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3236431" y="4811103"/>
              <a:ext cx="143986" cy="10090"/>
            </a:xfrm>
            <a:custGeom>
              <a:avLst/>
              <a:gdLst>
                <a:gd name="csX0" fmla="*/ 135808 w 143986"/>
                <a:gd name="csY0" fmla="*/ 10178 h 10090"/>
                <a:gd name="csX1" fmla="*/ 144328 w 143986"/>
                <a:gd name="csY1" fmla="*/ 5235 h 10090"/>
                <a:gd name="csX2" fmla="*/ 135808 w 143986"/>
                <a:gd name="csY2" fmla="*/ 87 h 10090"/>
                <a:gd name="csX3" fmla="*/ 8861 w 143986"/>
                <a:gd name="csY3" fmla="*/ 87 h 10090"/>
                <a:gd name="csX4" fmla="*/ 341 w 143986"/>
                <a:gd name="csY4" fmla="*/ 5030 h 10090"/>
                <a:gd name="csX5" fmla="*/ 8861 w 143986"/>
                <a:gd name="csY5" fmla="*/ 10178 h 10090"/>
                <a:gd name="csX6" fmla="*/ 135808 w 143986"/>
                <a:gd name="csY6" fmla="*/ 10178 h 100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986" h="10090">
                  <a:moveTo>
                    <a:pt x="135808" y="10178"/>
                  </a:moveTo>
                  <a:cubicBezTo>
                    <a:pt x="139216" y="10178"/>
                    <a:pt x="144328" y="10178"/>
                    <a:pt x="144328" y="5235"/>
                  </a:cubicBezTo>
                  <a:cubicBezTo>
                    <a:pt x="144328" y="87"/>
                    <a:pt x="139429" y="87"/>
                    <a:pt x="135808" y="87"/>
                  </a:cubicBezTo>
                  <a:lnTo>
                    <a:pt x="8861" y="87"/>
                  </a:lnTo>
                  <a:cubicBezTo>
                    <a:pt x="5453" y="87"/>
                    <a:pt x="341" y="87"/>
                    <a:pt x="341" y="5030"/>
                  </a:cubicBezTo>
                  <a:cubicBezTo>
                    <a:pt x="341" y="10178"/>
                    <a:pt x="5240" y="10178"/>
                    <a:pt x="8861" y="10178"/>
                  </a:cubicBezTo>
                  <a:lnTo>
                    <a:pt x="135808" y="10178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7C8F75AD-0E7B-2E6F-DCB6-5D67A5086C57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3426822" y="4731000"/>
              <a:ext cx="77531" cy="136731"/>
            </a:xfrm>
            <a:custGeom>
              <a:avLst/>
              <a:gdLst>
                <a:gd name="csX0" fmla="*/ 48485 w 77531"/>
                <a:gd name="csY0" fmla="*/ 5853 h 136731"/>
                <a:gd name="csX1" fmla="*/ 42095 w 77531"/>
                <a:gd name="csY1" fmla="*/ 87 h 136731"/>
                <a:gd name="csX2" fmla="*/ 347 w 77531"/>
                <a:gd name="csY2" fmla="*/ 13266 h 136731"/>
                <a:gd name="csX3" fmla="*/ 347 w 77531"/>
                <a:gd name="csY3" fmla="*/ 20679 h 136731"/>
                <a:gd name="csX4" fmla="*/ 31232 w 77531"/>
                <a:gd name="csY4" fmla="*/ 14914 h 136731"/>
                <a:gd name="csX5" fmla="*/ 31232 w 77531"/>
                <a:gd name="csY5" fmla="*/ 119933 h 136731"/>
                <a:gd name="csX6" fmla="*/ 9932 w 77531"/>
                <a:gd name="csY6" fmla="*/ 129405 h 136731"/>
                <a:gd name="csX7" fmla="*/ 1838 w 77531"/>
                <a:gd name="csY7" fmla="*/ 129405 h 136731"/>
                <a:gd name="csX8" fmla="*/ 1838 w 77531"/>
                <a:gd name="csY8" fmla="*/ 136819 h 136731"/>
                <a:gd name="csX9" fmla="*/ 39752 w 77531"/>
                <a:gd name="csY9" fmla="*/ 135995 h 136731"/>
                <a:gd name="csX10" fmla="*/ 77879 w 77531"/>
                <a:gd name="csY10" fmla="*/ 136819 h 136731"/>
                <a:gd name="csX11" fmla="*/ 77879 w 77531"/>
                <a:gd name="csY11" fmla="*/ 129405 h 136731"/>
                <a:gd name="csX12" fmla="*/ 69785 w 77531"/>
                <a:gd name="csY12" fmla="*/ 129405 h 136731"/>
                <a:gd name="csX13" fmla="*/ 48485 w 77531"/>
                <a:gd name="csY13" fmla="*/ 119933 h 136731"/>
                <a:gd name="csX14" fmla="*/ 48485 w 77531"/>
                <a:gd name="csY14" fmla="*/ 5853 h 1367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531" h="136731">
                  <a:moveTo>
                    <a:pt x="48485" y="5853"/>
                  </a:moveTo>
                  <a:cubicBezTo>
                    <a:pt x="48485" y="293"/>
                    <a:pt x="48059" y="87"/>
                    <a:pt x="42095" y="87"/>
                  </a:cubicBezTo>
                  <a:cubicBezTo>
                    <a:pt x="28463" y="13060"/>
                    <a:pt x="9080" y="13266"/>
                    <a:pt x="347" y="13266"/>
                  </a:cubicBezTo>
                  <a:lnTo>
                    <a:pt x="347" y="20679"/>
                  </a:lnTo>
                  <a:cubicBezTo>
                    <a:pt x="5459" y="20679"/>
                    <a:pt x="19517" y="20679"/>
                    <a:pt x="31232" y="14914"/>
                  </a:cubicBezTo>
                  <a:lnTo>
                    <a:pt x="31232" y="119933"/>
                  </a:lnTo>
                  <a:cubicBezTo>
                    <a:pt x="31232" y="126728"/>
                    <a:pt x="31232" y="129405"/>
                    <a:pt x="9932" y="129405"/>
                  </a:cubicBezTo>
                  <a:lnTo>
                    <a:pt x="1838" y="129405"/>
                  </a:lnTo>
                  <a:lnTo>
                    <a:pt x="1838" y="136819"/>
                  </a:lnTo>
                  <a:cubicBezTo>
                    <a:pt x="5672" y="136613"/>
                    <a:pt x="31871" y="135995"/>
                    <a:pt x="39752" y="135995"/>
                  </a:cubicBezTo>
                  <a:cubicBezTo>
                    <a:pt x="46355" y="135995"/>
                    <a:pt x="73193" y="136613"/>
                    <a:pt x="77879" y="136819"/>
                  </a:cubicBezTo>
                  <a:lnTo>
                    <a:pt x="77879" y="129405"/>
                  </a:lnTo>
                  <a:lnTo>
                    <a:pt x="69785" y="129405"/>
                  </a:lnTo>
                  <a:cubicBezTo>
                    <a:pt x="48485" y="129405"/>
                    <a:pt x="48485" y="126728"/>
                    <a:pt x="48485" y="119933"/>
                  </a:cubicBezTo>
                  <a:lnTo>
                    <a:pt x="48485" y="5853"/>
                  </a:ln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CA28BD40-7F88-5C3F-15A9-D1A4FBE274EC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3557454" y="4565104"/>
              <a:ext cx="70593" cy="294171"/>
            </a:xfrm>
            <a:custGeom>
              <a:avLst/>
              <a:gdLst>
                <a:gd name="csX0" fmla="*/ 70946 w 70593"/>
                <a:gd name="csY0" fmla="*/ 147171 h 294171"/>
                <a:gd name="csX1" fmla="*/ 50863 w 70593"/>
                <a:gd name="csY1" fmla="*/ 55389 h 294171"/>
                <a:gd name="csX2" fmla="*/ 3395 w 70593"/>
                <a:gd name="csY2" fmla="*/ 85 h 294171"/>
                <a:gd name="csX3" fmla="*/ 352 w 70593"/>
                <a:gd name="csY3" fmla="*/ 3026 h 294171"/>
                <a:gd name="csX4" fmla="*/ 6133 w 70593"/>
                <a:gd name="csY4" fmla="*/ 9792 h 294171"/>
                <a:gd name="csX5" fmla="*/ 53297 w 70593"/>
                <a:gd name="csY5" fmla="*/ 147171 h 294171"/>
                <a:gd name="csX6" fmla="*/ 4308 w 70593"/>
                <a:gd name="csY6" fmla="*/ 286314 h 294171"/>
                <a:gd name="csX7" fmla="*/ 352 w 70593"/>
                <a:gd name="csY7" fmla="*/ 291315 h 294171"/>
                <a:gd name="csX8" fmla="*/ 3395 w 70593"/>
                <a:gd name="csY8" fmla="*/ 294257 h 294171"/>
                <a:gd name="csX9" fmla="*/ 51776 w 70593"/>
                <a:gd name="csY9" fmla="*/ 236893 h 294171"/>
                <a:gd name="csX10" fmla="*/ 70946 w 70593"/>
                <a:gd name="csY10" fmla="*/ 147171 h 2941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93" h="294171">
                  <a:moveTo>
                    <a:pt x="70946" y="147171"/>
                  </a:moveTo>
                  <a:cubicBezTo>
                    <a:pt x="70946" y="124225"/>
                    <a:pt x="67598" y="88630"/>
                    <a:pt x="50863" y="55389"/>
                  </a:cubicBezTo>
                  <a:cubicBezTo>
                    <a:pt x="32606" y="19206"/>
                    <a:pt x="6437" y="85"/>
                    <a:pt x="3395" y="85"/>
                  </a:cubicBezTo>
                  <a:cubicBezTo>
                    <a:pt x="1569" y="85"/>
                    <a:pt x="352" y="1261"/>
                    <a:pt x="352" y="3026"/>
                  </a:cubicBezTo>
                  <a:cubicBezTo>
                    <a:pt x="352" y="3909"/>
                    <a:pt x="352" y="4497"/>
                    <a:pt x="6133" y="9792"/>
                  </a:cubicBezTo>
                  <a:cubicBezTo>
                    <a:pt x="35953" y="38915"/>
                    <a:pt x="53297" y="85689"/>
                    <a:pt x="53297" y="147171"/>
                  </a:cubicBezTo>
                  <a:cubicBezTo>
                    <a:pt x="53297" y="197474"/>
                    <a:pt x="42039" y="249248"/>
                    <a:pt x="4308" y="286314"/>
                  </a:cubicBezTo>
                  <a:cubicBezTo>
                    <a:pt x="352" y="289844"/>
                    <a:pt x="352" y="290432"/>
                    <a:pt x="352" y="291315"/>
                  </a:cubicBezTo>
                  <a:cubicBezTo>
                    <a:pt x="352" y="293080"/>
                    <a:pt x="1569" y="294257"/>
                    <a:pt x="3395" y="294257"/>
                  </a:cubicBezTo>
                  <a:cubicBezTo>
                    <a:pt x="6437" y="294257"/>
                    <a:pt x="33823" y="274253"/>
                    <a:pt x="51776" y="236893"/>
                  </a:cubicBezTo>
                  <a:cubicBezTo>
                    <a:pt x="67294" y="204534"/>
                    <a:pt x="70946" y="171881"/>
                    <a:pt x="70946" y="147171"/>
                  </a:cubicBezTo>
                  <a:close/>
                </a:path>
              </a:pathLst>
            </a:custGeom>
            <a:solidFill>
              <a:srgbClr val="000000"/>
            </a:solidFill>
            <a:ln w="3043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pic>
        <p:nvPicPr>
          <p:cNvPr id="344" name="Picture 343">
            <a:extLst>
              <a:ext uri="{FF2B5EF4-FFF2-40B4-BE49-F238E27FC236}">
                <a16:creationId xmlns:a16="http://schemas.microsoft.com/office/drawing/2014/main" id="{1E33D6C3-0856-C0F8-232D-A44D04E2E2B8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9168091" y="2780563"/>
            <a:ext cx="2473527" cy="186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1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B57B8-C65E-EE39-CF8A-DE4B85EAC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Towards Encoding Everything in the World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B9665-E494-472E-1CBF-48F78DFEA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22</a:t>
            </a:fld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506FF0-DC67-E4A6-794F-5D1B2C36D0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01" y="1396895"/>
            <a:ext cx="11608397" cy="40642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832CA8-3B7A-2BBC-DF68-3C99417D7952}"/>
              </a:ext>
            </a:extLst>
          </p:cNvPr>
          <p:cNvSpPr txBox="1"/>
          <p:nvPr/>
        </p:nvSpPr>
        <p:spPr>
          <a:xfrm>
            <a:off x="404750" y="6250857"/>
            <a:ext cx="111268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Nunito" pitchFamily="2" charset="0"/>
              </a:rPr>
              <a:t>[Lu et al</a:t>
            </a:r>
            <a:r>
              <a:rPr lang="en-US" dirty="0">
                <a:solidFill>
                  <a:srgbClr val="202122"/>
                </a:solidFill>
                <a:latin typeface="Nunito" pitchFamily="2" charset="0"/>
              </a:rPr>
              <a:t>. 2024. </a:t>
            </a:r>
            <a:r>
              <a:rPr lang="en-US" i="1" dirty="0">
                <a:solidFill>
                  <a:srgbClr val="202122"/>
                </a:solidFill>
                <a:latin typeface="Nunito" pitchFamily="2" charset="0"/>
              </a:rPr>
              <a:t>Unified-IO 2: Scaling autoregressive multimodal models with vision, language audio and action. In: </a:t>
            </a:r>
            <a:r>
              <a:rPr lang="en-US" dirty="0">
                <a:solidFill>
                  <a:srgbClr val="202122"/>
                </a:solidFill>
                <a:latin typeface="Nunito" pitchFamily="2" charset="0"/>
              </a:rPr>
              <a:t>CVPR.]</a:t>
            </a:r>
            <a:endParaRPr lang="en-CA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024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71C0A-1E30-ED08-8134-8FE527573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799CF-617B-677D-3298-41BDF3AEB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FB53A-F520-9215-ABC1-16DE7439B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Grounded Semantics</a:t>
            </a:r>
          </a:p>
          <a:p>
            <a:pPr lvl="1"/>
            <a:r>
              <a:rPr lang="en-CA" dirty="0"/>
              <a:t>The symbol grounding problem and what </a:t>
            </a:r>
            <a:r>
              <a:rPr lang="en-CA" i="1" dirty="0"/>
              <a:t>grounding </a:t>
            </a:r>
            <a:r>
              <a:rPr lang="en-CA" dirty="0"/>
              <a:t>is</a:t>
            </a:r>
            <a:endParaRPr lang="en-CA" i="1" dirty="0"/>
          </a:p>
          <a:p>
            <a:r>
              <a:rPr lang="en-CA" b="1" dirty="0"/>
              <a:t>Vision-language models</a:t>
            </a:r>
          </a:p>
          <a:p>
            <a:pPr lvl="1"/>
            <a:r>
              <a:rPr lang="en-CA" dirty="0"/>
              <a:t>Visual-semantic embeddings and CLIP</a:t>
            </a:r>
          </a:p>
          <a:p>
            <a:pPr lvl="1"/>
            <a:r>
              <a:rPr lang="en-CA" b="1" dirty="0"/>
              <a:t>Generative vision-language models</a:t>
            </a:r>
          </a:p>
          <a:p>
            <a:pPr lvl="1"/>
            <a:r>
              <a:rPr lang="en-CA" dirty="0"/>
              <a:t>Tasks and limitations of VLMs</a:t>
            </a:r>
          </a:p>
          <a:p>
            <a:pPr lvl="1"/>
            <a:endParaRPr lang="en-CA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2FB54-90B0-38EF-6203-DAE663EA8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1112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365FC-971A-103A-DE3F-BEB35CF4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Finer-Grained Vision-Language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1D0C8-2CE1-808A-C4DE-5DF3A3B98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Object retrieval </a:t>
            </a:r>
            <a:r>
              <a:rPr lang="en-CA" dirty="0"/>
              <a:t>(assuming all objects’ bounding boxes are given).</a:t>
            </a:r>
          </a:p>
          <a:p>
            <a:pPr lvl="1"/>
            <a:r>
              <a:rPr lang="en-CA" dirty="0"/>
              <a:t>Cognitive plausibility: recognizing objects are very easy for humans (in fact, 5-month-old infants; Baillargeon et al., 1985).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FF316-C8CE-38E9-6F50-E8219A49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24</a:t>
            </a:fld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A9218D-BC82-737F-33D2-B084E5EC2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08" y="2691231"/>
            <a:ext cx="10088383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373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E2C1C-713C-1F4A-1E8F-128DADBC9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EC9D5-FC85-F1C8-2152-50B117ACA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Finer-Grained Vision-Language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89F5D-00DD-8D6D-A0EA-142BC0BD2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Multimodal coreference resolution </a:t>
            </a:r>
            <a:r>
              <a:rPr lang="en-CA" dirty="0"/>
              <a:t>(w/o assuming bounding boxes)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0C3FD-055B-312C-CA99-CA6E5CECD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25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8A74E7-062A-DF57-3221-08F1AE725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14" y="2155226"/>
            <a:ext cx="10012172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9334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03247-2618-7325-FD2A-A0369CEB1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Finer-Grained Vision-Language Tasks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6CE45-4F6E-F3BD-2420-EBC19333E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26</a:t>
            </a:fld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9C9598-CA2A-6364-EA4F-77DBA766C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66" y="2451159"/>
            <a:ext cx="9974067" cy="4267796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E87926C-D9F5-C3C6-EE71-D25292B9D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751" y="1325562"/>
            <a:ext cx="11382498" cy="5030787"/>
          </a:xfrm>
        </p:spPr>
        <p:txBody>
          <a:bodyPr/>
          <a:lstStyle/>
          <a:p>
            <a:r>
              <a:rPr lang="en-CA" b="1" dirty="0"/>
              <a:t>Phrase grounding: </a:t>
            </a:r>
            <a:r>
              <a:rPr lang="en-CA" dirty="0"/>
              <a:t>mapping phrases to objects in the image.</a:t>
            </a:r>
          </a:p>
          <a:p>
            <a:r>
              <a:rPr lang="en-CA" b="1" dirty="0"/>
              <a:t>Dense captioning (reverse):</a:t>
            </a:r>
            <a:r>
              <a:rPr lang="en-CA" dirty="0"/>
              <a:t> write a short description for each detected object.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541964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610F0-BE61-3189-2A50-A18881C6C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Limitations of Current VLMs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6ABCD-271D-02E4-D4EA-D13F5D857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Lack of physical knowledge, and the neural architecture makes it hard to incorporate the knowledge.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11E07-F12F-A02B-B17D-CEBB0C2D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27</a:t>
            </a:fld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02D86E-56CC-A789-7906-787FCEC630BA}"/>
              </a:ext>
            </a:extLst>
          </p:cNvPr>
          <p:cNvSpPr txBox="1"/>
          <p:nvPr/>
        </p:nvSpPr>
        <p:spPr>
          <a:xfrm>
            <a:off x="404750" y="6250857"/>
            <a:ext cx="111268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Nunito" pitchFamily="2" charset="0"/>
              </a:rPr>
              <a:t>[</a:t>
            </a:r>
            <a:r>
              <a:rPr lang="en-US" dirty="0">
                <a:solidFill>
                  <a:srgbClr val="202122"/>
                </a:solidFill>
                <a:latin typeface="Nunito" pitchFamily="2" charset="0"/>
              </a:rPr>
              <a:t>Sarkar et al. 2024. </a:t>
            </a:r>
            <a:r>
              <a:rPr lang="en-US" i="1" dirty="0">
                <a:solidFill>
                  <a:srgbClr val="202122"/>
                </a:solidFill>
                <a:latin typeface="Nunito" pitchFamily="2" charset="0"/>
              </a:rPr>
              <a:t>Shadows don’t lie and lines can’t bend! Generative models don’t know projective geometry… for now. In:</a:t>
            </a:r>
            <a:r>
              <a:rPr lang="en-US" dirty="0">
                <a:solidFill>
                  <a:srgbClr val="202122"/>
                </a:solidFill>
                <a:latin typeface="Nunito" pitchFamily="2" charset="0"/>
              </a:rPr>
              <a:t> CVPR.]</a:t>
            </a:r>
            <a:endParaRPr lang="en-CA" dirty="0">
              <a:latin typeface="Nunito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E3050E-13FA-988A-99B6-7BA172FAD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2349900"/>
            <a:ext cx="7871461" cy="362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3019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CB6FB-470D-8443-B219-B255DEF19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Limitations of Current VLMs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EBA6C-FABE-8645-0B98-323A0CF0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28</a:t>
            </a:fld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9C44B0-35F5-5F10-955E-6AAA50C4E6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751" y="1919923"/>
            <a:ext cx="6301906" cy="47264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F037E3-45BA-7F27-6C2C-AF9110A313BA}"/>
              </a:ext>
            </a:extLst>
          </p:cNvPr>
          <p:cNvSpPr txBox="1"/>
          <p:nvPr/>
        </p:nvSpPr>
        <p:spPr>
          <a:xfrm>
            <a:off x="7024255" y="2557699"/>
            <a:ext cx="4762994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A" sz="2400" i="1" dirty="0">
                <a:latin typeface="Nunito" pitchFamily="2" charset="0"/>
              </a:rPr>
              <a:t>The tree is behind the car.</a:t>
            </a:r>
          </a:p>
          <a:p>
            <a:pPr>
              <a:lnSpc>
                <a:spcPct val="150000"/>
              </a:lnSpc>
            </a:pPr>
            <a:r>
              <a:rPr lang="en-CA" sz="2400" i="1" dirty="0">
                <a:latin typeface="Nunito" pitchFamily="2" charset="0"/>
              </a:rPr>
              <a:t>The tree is to the right of the car.</a:t>
            </a:r>
          </a:p>
          <a:p>
            <a:pPr>
              <a:lnSpc>
                <a:spcPct val="150000"/>
              </a:lnSpc>
            </a:pPr>
            <a:r>
              <a:rPr lang="en-CA" sz="2400" i="1" dirty="0">
                <a:latin typeface="Nunito" pitchFamily="2" charset="0"/>
              </a:rPr>
              <a:t>The tree is in front of the car.</a:t>
            </a:r>
          </a:p>
          <a:p>
            <a:pPr>
              <a:lnSpc>
                <a:spcPct val="150000"/>
              </a:lnSpc>
            </a:pPr>
            <a:r>
              <a:rPr lang="en-CA" sz="2400" i="1" dirty="0">
                <a:latin typeface="Nunito" pitchFamily="2" charset="0"/>
              </a:rPr>
              <a:t>The car is to the left of the tree.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23C17C1-263C-2213-205A-EFDBA62BE07D}"/>
              </a:ext>
            </a:extLst>
          </p:cNvPr>
          <p:cNvSpPr txBox="1">
            <a:spLocks/>
          </p:cNvSpPr>
          <p:nvPr/>
        </p:nvSpPr>
        <p:spPr>
          <a:xfrm>
            <a:off x="404751" y="1325562"/>
            <a:ext cx="11382498" cy="5030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Poor in recognizing spatial relations.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2D268B-20EA-CDBF-3B5A-1FCAFD72A25B}"/>
              </a:ext>
            </a:extLst>
          </p:cNvPr>
          <p:cNvSpPr txBox="1"/>
          <p:nvPr/>
        </p:nvSpPr>
        <p:spPr>
          <a:xfrm>
            <a:off x="404750" y="6250857"/>
            <a:ext cx="111268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Nunito" pitchFamily="2" charset="0"/>
              </a:rPr>
              <a:t>[</a:t>
            </a:r>
            <a:r>
              <a:rPr lang="en-US" dirty="0">
                <a:solidFill>
                  <a:srgbClr val="202122"/>
                </a:solidFill>
                <a:latin typeface="Nunito" pitchFamily="2" charset="0"/>
              </a:rPr>
              <a:t>Zhang et al. 2025. </a:t>
            </a:r>
            <a:r>
              <a:rPr lang="en-US" i="1" dirty="0">
                <a:solidFill>
                  <a:srgbClr val="202122"/>
                </a:solidFill>
                <a:latin typeface="Nunito" pitchFamily="2" charset="0"/>
              </a:rPr>
              <a:t>Do vision-language models represent space and how? Evaluating spatial frame of reference under ambiguities. In: </a:t>
            </a:r>
            <a:r>
              <a:rPr lang="en-US" dirty="0">
                <a:solidFill>
                  <a:srgbClr val="202122"/>
                </a:solidFill>
                <a:latin typeface="Nunito" pitchFamily="2" charset="0"/>
              </a:rPr>
              <a:t>ICLR]</a:t>
            </a:r>
            <a:endParaRPr lang="en-CA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6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0291-E8FB-0E8E-33E5-5EC784B5B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Limitations of Current VLMs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4DB5B-7B7A-0CAD-4B73-6712D99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29</a:t>
            </a:fld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6BA2F0-F825-C5C1-E71A-450232632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1924717"/>
            <a:ext cx="8610600" cy="420303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5E022B-164F-E600-57D2-E8AD451BB083}"/>
              </a:ext>
            </a:extLst>
          </p:cNvPr>
          <p:cNvSpPr txBox="1">
            <a:spLocks/>
          </p:cNvSpPr>
          <p:nvPr/>
        </p:nvSpPr>
        <p:spPr>
          <a:xfrm>
            <a:off x="404751" y="1325562"/>
            <a:ext cx="11382498" cy="5030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dirty="0"/>
              <a:t>Lack of cultural diversity representation.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C6507-1B75-E7C5-5C9B-507B096EDF78}"/>
              </a:ext>
            </a:extLst>
          </p:cNvPr>
          <p:cNvSpPr txBox="1"/>
          <p:nvPr/>
        </p:nvSpPr>
        <p:spPr>
          <a:xfrm>
            <a:off x="404750" y="6250857"/>
            <a:ext cx="111268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Nunito" pitchFamily="2" charset="0"/>
              </a:rPr>
              <a:t>[</a:t>
            </a:r>
            <a:r>
              <a:rPr lang="en-US" dirty="0">
                <a:solidFill>
                  <a:srgbClr val="202122"/>
                </a:solidFill>
                <a:latin typeface="Nunito" pitchFamily="2" charset="0"/>
              </a:rPr>
              <a:t>Bhatia et al. 2024. </a:t>
            </a:r>
            <a:r>
              <a:rPr lang="en-US" i="1" dirty="0">
                <a:solidFill>
                  <a:srgbClr val="202122"/>
                </a:solidFill>
                <a:latin typeface="Nunito" pitchFamily="2" charset="0"/>
              </a:rPr>
              <a:t>From Local Concepts to Universals: Evaluating the Multicultural Understanding of Vision-Language Models. In: </a:t>
            </a:r>
            <a:r>
              <a:rPr lang="en-US" dirty="0">
                <a:solidFill>
                  <a:srgbClr val="202122"/>
                </a:solidFill>
                <a:latin typeface="Nunito" pitchFamily="2" charset="0"/>
              </a:rPr>
              <a:t>EMNLP]</a:t>
            </a:r>
            <a:endParaRPr lang="en-CA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0277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D56B0-7970-3370-782A-3FC5657B4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Internals of VLMs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C30B8-76DD-8F82-A5A6-477CD2DBB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30</a:t>
            </a:fld>
            <a:endParaRPr lang="en-CA"/>
          </a:p>
        </p:txBody>
      </p:sp>
      <p:pic>
        <p:nvPicPr>
          <p:cNvPr id="1026" name="Picture 2" descr="VLM-Lens Teaser">
            <a:extLst>
              <a:ext uri="{FF2B5EF4-FFF2-40B4-BE49-F238E27FC236}">
                <a16:creationId xmlns:a16="http://schemas.microsoft.com/office/drawing/2014/main" id="{5B12BDE2-E1E6-7BA0-53D1-A4D363D3B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51" y="1557113"/>
            <a:ext cx="11382499" cy="374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EC3F38-1029-D88B-1026-8969E4912BBF}"/>
              </a:ext>
            </a:extLst>
          </p:cNvPr>
          <p:cNvSpPr txBox="1"/>
          <p:nvPr/>
        </p:nvSpPr>
        <p:spPr>
          <a:xfrm>
            <a:off x="404750" y="6250857"/>
            <a:ext cx="111268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Nunito" pitchFamily="2" charset="0"/>
              </a:rPr>
              <a:t>[</a:t>
            </a:r>
            <a:r>
              <a:rPr lang="en-US" dirty="0" err="1">
                <a:solidFill>
                  <a:srgbClr val="202122"/>
                </a:solidFill>
                <a:latin typeface="Nunito" pitchFamily="2" charset="0"/>
              </a:rPr>
              <a:t>Sheta</a:t>
            </a:r>
            <a:r>
              <a:rPr lang="en-US" dirty="0">
                <a:solidFill>
                  <a:srgbClr val="202122"/>
                </a:solidFill>
                <a:latin typeface="Nunito" pitchFamily="2" charset="0"/>
              </a:rPr>
              <a:t> et al. 2025. </a:t>
            </a:r>
            <a:r>
              <a:rPr lang="en-US" i="1" dirty="0">
                <a:solidFill>
                  <a:srgbClr val="202122"/>
                </a:solidFill>
                <a:latin typeface="Nunito" pitchFamily="2" charset="0"/>
              </a:rPr>
              <a:t>From Behavioral Performance to Internal Competence: Interpreting Vision-Language Models with VLM-Lens. In: </a:t>
            </a:r>
            <a:r>
              <a:rPr lang="en-US" dirty="0">
                <a:solidFill>
                  <a:srgbClr val="202122"/>
                </a:solidFill>
                <a:latin typeface="Nunito" pitchFamily="2" charset="0"/>
              </a:rPr>
              <a:t>EMNLP Systems </a:t>
            </a:r>
            <a:r>
              <a:rPr lang="en-US" dirty="0" err="1">
                <a:solidFill>
                  <a:srgbClr val="202122"/>
                </a:solidFill>
                <a:latin typeface="Nunito" pitchFamily="2" charset="0"/>
              </a:rPr>
              <a:t>Demonstraton</a:t>
            </a:r>
            <a:r>
              <a:rPr lang="en-US" dirty="0">
                <a:solidFill>
                  <a:srgbClr val="202122"/>
                </a:solidFill>
                <a:latin typeface="Nunito" pitchFamily="2" charset="0"/>
              </a:rPr>
              <a:t>]</a:t>
            </a:r>
            <a:endParaRPr lang="en-CA" dirty="0">
              <a:latin typeface="Nunito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33CFB8-9228-5452-DE87-B3E4E0D0AD0B}"/>
              </a:ext>
            </a:extLst>
          </p:cNvPr>
          <p:cNvSpPr txBox="1"/>
          <p:nvPr/>
        </p:nvSpPr>
        <p:spPr>
          <a:xfrm>
            <a:off x="346363" y="540603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>
                <a:latin typeface="Nunito" pitchFamily="2" charset="0"/>
                <a:hlinkClick r:id="rId3"/>
              </a:rPr>
              <a:t>https://github.com/compling-wat/vlm-lens</a:t>
            </a:r>
            <a:r>
              <a:rPr lang="en-CA" sz="2000" dirty="0">
                <a:latin typeface="Nunito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47093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7B07E-A3D1-3C2B-B017-E96EB120E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F30C2-A671-A559-D900-4A640E03F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Assignment 2 will be released </a:t>
            </a:r>
            <a:r>
              <a:rPr lang="en-CA"/>
              <a:t>on Friday</a:t>
            </a:r>
          </a:p>
          <a:p>
            <a:r>
              <a:rPr lang="en-CA" dirty="0"/>
              <a:t>Victor takes over the lectures on pretraining language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5523B-1334-EAF3-9596-64B802147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65400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43"/>
  <p:tag name="ORIGINALWIDTH" val=" 96.85271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P_\Theta(w_{n+1} \mid w_1, \ldots, w_n)&#10;\end{align*}&#10;&#10;&#10;\end{document}"/>
  <p:tag name="IGUANATEXSIZE" val="20"/>
  <p:tag name="IGUANATEXCURSOR" val="16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43"/>
  <p:tag name="ORIGINALWIDTH" val=" 134.205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P_\Theta(w_{i} \mid w_1, \ldots, w_{i-1}, w_{i+1}, w_n)&#10;\end{align*}&#10;&#10;&#10;\end{document}"/>
  <p:tag name="IGUANATEXSIZE" val="20"/>
  <p:tag name="IGUANATEXCURSOR" val="21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437"/>
  <p:tag name="ORIGINALWIDTH" val=" 7.100235"/>
  <p:tag name="LATEXADDIN" val="\documentclass{article}&#10;\usepackage{nunito}&#10;\usepackage[linguistics]{forest}&#10;\usepackage{amsmath,amssymb}&#10;\pagestyle{empty}&#10;\begin{document}&#10;&#10;\begin{align*}&#10;P_\Theta(w_{i} \mid w_1, \ldots, w_{i-1}, w_{i+1}, w_n)&#10;\end{align*}&#10;&#10;&#10;\end{document}"/>
  <p:tag name="IGUANATEXSIZE" val="20"/>
  <p:tag name="IGUANATEXCURSOR" val="21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16024"/>
  <p:tag name="ORIGINALWIDTH" val=" 5.123307"/>
  <p:tag name="EMFCHILD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43"/>
  <p:tag name="ORIGINALWIDTH" val=" 2.307047"/>
  <p:tag name="EMFCHIL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36"/>
  <p:tag name="ORIGINALWIDTH" val=" 6.583109"/>
  <p:tag name="EMFCHIL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6063"/>
  <p:tag name="ORIGINALWIDTH" val=" 2.109173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43"/>
  <p:tag name="ORIGINALWIDTH" val=" .3977558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36"/>
  <p:tag name="ORIGINALWIDTH" val=" 6.583109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4843"/>
  <p:tag name="ORIGINALWIDTH" val=" 2.533779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1"/>
  <p:tag name="ORIGINALWIDTH" val=" 1.163464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06"/>
  <p:tag name="ORIGINALWIDTH" val=" 1.054094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06"/>
  <p:tag name="ORIGINALWIDTH" val=" 1.054094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06"/>
  <p:tag name="ORIGINALWIDTH" val=" 1.054094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1"/>
  <p:tag name="ORIGINALWIDTH" val=" 1.163464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36"/>
  <p:tag name="ORIGINALWIDTH" val=" 6.583109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6063"/>
  <p:tag name="ORIGINALWIDTH" val=" 2.109173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331496"/>
  <p:tag name="ORIGINALWIDTH" val=" 4.705629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4843"/>
  <p:tag name="ORIGINALWIDTH" val=" 2.533779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1"/>
  <p:tag name="ORIGINALWIDTH" val=" 1.163464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36"/>
  <p:tag name="ORIGINALWIDTH" val=" 6.583109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6063"/>
  <p:tag name="ORIGINALWIDTH" val=" 2.109173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1122"/>
  <p:tag name="ORIGINALWIDTH" val=" 5.123307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4843"/>
  <p:tag name="ORIGINALWIDTH" val=" 2.533779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1"/>
  <p:tag name="ORIGINALWIDTH" val=" 1.163464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36"/>
  <p:tag name="ORIGINALWIDTH" val=" 6.583109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66575"/>
  <p:tag name="ORIGINALWIDTH" val=" 4.253149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43"/>
  <p:tag name="ORIGINALWIDTH" val=" 2.307047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437"/>
  <p:tag name="ORIGINALWIDTH" val=" 7.131457"/>
  <p:tag name="LATEXADDIN" val="\documentclass{article}&#10;\usepackage{nunito}&#10;\usepackage[linguistics]{forest}&#10;\usepackage{amsmath,amssymb}&#10;\pagestyle{empty}&#10;\begin{document}&#10;&#10;\begin{align*}&#10;P_\Theta(w_{n+1} \mid w_1, \ldots, w_n)&#10;\end{align*}&#10;&#10;&#10;\end{document}"/>
  <p:tag name="IGUANATEXSIZE" val="20"/>
  <p:tag name="IGUANATEXCURSOR" val="16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16024"/>
  <p:tag name="ORIGINALWIDTH" val=" 5.145827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43"/>
  <p:tag name="ORIGINALWIDTH" val=" 2.317205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36"/>
  <p:tag name="ORIGINALWIDTH" val=" 6.612087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66575"/>
  <p:tag name="ORIGINALWIDTH" val=" 4.27189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1122"/>
  <p:tag name="ORIGINALWIDTH" val=" 5.145827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4843"/>
  <p:tag name="ORIGINALWIDTH" val=" 2.544921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43"/>
  <p:tag name="ORIGINALWIDTH" val=" .3994882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36"/>
  <p:tag name="ORIGINALWIDTH" val=" 6.612087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4843"/>
  <p:tag name="ORIGINALWIDTH" val=" 2.544921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1"/>
  <p:tag name="ORIGINALWIDTH" val=" 1.168583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06"/>
  <p:tag name="ORIGINALWIDTH" val=" 1.058701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06"/>
  <p:tag name="ORIGINALWIDTH" val=" 1.058701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06"/>
  <p:tag name="ORIGINALWIDTH" val=" 1.058701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1"/>
  <p:tag name="ORIGINALWIDTH" val=" 1.168583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36"/>
  <p:tag name="ORIGINALWIDTH" val=" 6.612087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66575"/>
  <p:tag name="ORIGINALWIDTH" val=" 4.27189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43"/>
  <p:tag name="ORIGINALWIDTH" val=" 2.317205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3.2934"/>
  <p:tag name="ORIGINALWIDTH" val=" 282.2923"/>
  <p:tag name="OUTPUTTYPE" val="SVG"/>
  <p:tag name="IGUANATEXVERSION" val="162"/>
  <p:tag name="LATEXADDIN" val="\documentclass{article}&#10;\usepackage{nunito}&#10;\usepackage[linguistics]{forest}&#10;\usepackage{amsmath,amssymb,xcolor}&#10;\pagestyle{empty}&#10;\begin{document}&#10;\definecolor{midgreen}{RGB}{0,150,0}&#10;&#10;\begin{align*}&#10;            \Theta^* = \text{argmin}_\Theta &amp; \sum_{(\textcolor{midgreen}{I^+}, \textcolor{midgreen}{T^+}, \textcolor{red}{T^-})} \text{max}\left(0, \delta - \text{cos}(\textcolor{midgreen}{I^+_\Theta}, \textcolor{midgreen}{T^+_\Theta}) + \text{cos}(\textcolor{midgreen}{I^+_\Theta}, \textcolor{red}{T^-_\Theta})\right) \\&#10;            +                          &amp; \sum_{(\textcolor{midgreen}{T^+}, \textcolor{midgreen}{I^+}, \textcolor{red}{I^-})} \text{max}\left(0, \delta - \text{cos}(\textcolor{midgreen}{T^+_\Theta}, \textcolor{midgreen}{I^+_\Theta}) + \text{cos}(\textcolor{midgreen}{T^+_\Theta}, \textcolor{red}{I^-_\Theta})\right)&#10;        \end{align*}&#10;&#10;&#10;\end{document}"/>
  <p:tag name="IGUANATEXSIZE" val="24"/>
  <p:tag name="IGUANATEXCURSOR" val="87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42815"/>
  <p:tag name="ORIGINALWIDTH" val=" 6.630971"/>
  <p:tag name="LATEXADDIN" val="\documentclass{article}&#10;\usepackage{nunito}&#10;\usepackage[linguistics]{forest}&#10;\usepackage{amsmath,amssymb,xcolor}&#10;\pagestyle{empty}&#10;\begin{document}&#10;\definecolor{midgreen}{RGB}{0,150,0}&#10;&#10;\begin{align*}&#10;            \Theta^* = \text{argmin}_\Theta &amp; \sum_{(\textcolor{midgreen}{I^+}, \textcolor{midgreen}{T^+}, \textcolor{red}{T^-})} \text{max}\left(0, \delta - \text{cos}(\textcolor{midgreen}{I^+_\Theta}, \textcolor{midgreen}{T^+_\Theta}) + \text{cos}(\textcolor{midgreen}{I^+_\Theta}, \textcolor{red}{T^-_\Theta})\right) \\&#10;            +                          &amp; \sum_{(\textcolor{midgreen}{T^+}, \textcolor{midgreen}{I^+}, \textcolor{red}{I^-})} \text{max}\left(0, \delta - \text{cos}(\textcolor{midgreen}{T^+_\Theta}, \textcolor{midgreen}{I^+_\Theta}) + \text{cos}(\textcolor{midgreen}{T^+_\Theta}, \textcolor{red}{I^-_\Theta})\right)&#10;        \end{align*}&#10;&#10;&#10;\end{document}"/>
  <p:tag name="IGUANATEXSIZE" val="24"/>
  <p:tag name="IGUANATEXCURSOR" val="87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05708"/>
  <p:tag name="ORIGINALWIDTH" val=" 2.833858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34"/>
  <p:tag name="ORIGINALWIDTH" val=" 6.630971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008497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13484"/>
  <p:tag name="ORIGINALWIDTH" val=" 2.744258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14435"/>
  <p:tag name="ORIGINALWIDTH" val=" 4.626706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01214"/>
  <p:tag name="ORIGINALWIDTH" val=" 7.009875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4357"/>
  <p:tag name="ORIGINALWIDTH" val=" 1.056955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01214"/>
  <p:tag name="ORIGINALWIDTH" val=" 4.178019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6"/>
  <p:tag name="ORIGINALWIDTH" val=" 5.13727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94767"/>
  <p:tag name="ORIGINALWIDTH" val=" 13.27192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66863"/>
  <p:tag name="ORIGINALWIDTH" val=" 1.814764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63123"/>
  <p:tag name="ORIGINALWIDTH" val=" 3.294554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54396"/>
  <p:tag name="ORIGINALWIDTH" val=" 4.153084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47933"/>
  <p:tag name="ORIGINALWIDTH" val=" .8864501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14304"/>
  <p:tag name="ORIGINALWIDTH" val=" 5.214042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54396"/>
  <p:tag name="ORIGINALWIDTH" val=" 4.153084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47933"/>
  <p:tag name="ORIGINALWIDTH" val=" .8864501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14304"/>
  <p:tag name="ORIGINALWIDTH" val=" 5.214042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278937"/>
  <p:tag name="ORIGINALWIDTH" val=" 3.804068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66863"/>
  <p:tag name="ORIGINALWIDTH" val=" 1.807808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01214"/>
  <p:tag name="ORIGINALWIDTH" val=" 7.009875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008497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71325"/>
  <p:tag name="ORIGINALWIDTH" val=" 4.357021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1.94518"/>
  <p:tag name="ORIGINALWIDTH" val=" 2.602526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54264"/>
  <p:tag name="ORIGINALWIDTH" val=" 4.197933"/>
  <p:tag name="EMFCHILD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6634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02985"/>
  <p:tag name="ORIGINALWIDTH" val=" 4.088254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84908"/>
  <p:tag name="ORIGINALWIDTH" val=" 6.092519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952952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626706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858924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353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2"/>
  <p:tag name="ORIGINALWIDTH" val=" 4.616732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139698"/>
  <p:tag name="ORIGINALWIDTH" val=" 5.13727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6"/>
  <p:tag name="ORIGINALWIDTH" val=" 5.13727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6634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4685"/>
  <p:tag name="ORIGINALWIDTH" val=" 6.780545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139698"/>
  <p:tag name="ORIGINALWIDTH" val=" 5.13727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6"/>
  <p:tag name="ORIGINALWIDTH" val=" 5.13727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353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5105"/>
  <p:tag name="ORIGINALWIDTH" val=" 6.630971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952952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626706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858924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353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2"/>
  <p:tag name="ORIGINALWIDTH" val=" 4.616732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139698"/>
  <p:tag name="ORIGINALWIDTH" val=" 5.13727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6"/>
  <p:tag name="ORIGINALWIDTH" val=" 5.13727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6634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4685"/>
  <p:tag name="ORIGINALWIDTH" val=" 6.780545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416995"/>
  <p:tag name="ORIGINALWIDTH" val=" 4.718438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6"/>
  <p:tag name="ORIGINALWIDTH" val=" 5.13727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353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1.94518"/>
  <p:tag name="ORIGINALWIDTH" val=" 2.602526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5105"/>
  <p:tag name="ORIGINALWIDTH" val=" 6.630971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94767"/>
  <p:tag name="ORIGINALWIDTH" val=" 13.27192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66863"/>
  <p:tag name="ORIGINALWIDTH" val=" 1.814764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14304"/>
  <p:tag name="ORIGINALWIDTH" val=" 5.214042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54396"/>
  <p:tag name="ORIGINALWIDTH" val=" 4.153084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47933"/>
  <p:tag name="ORIGINALWIDTH" val=" .8864501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63123"/>
  <p:tag name="ORIGINALWIDTH" val=" 3.294554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54396"/>
  <p:tag name="ORIGINALWIDTH" val=" 4.153084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47933"/>
  <p:tag name="ORIGINALWIDTH" val=" .8864501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63123"/>
  <p:tag name="ORIGINALWIDTH" val=" 3.294554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278937"/>
  <p:tag name="ORIGINALWIDTH" val=" 3.804068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66863"/>
  <p:tag name="ORIGINALWIDTH" val=" 1.807808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01214"/>
  <p:tag name="ORIGINALWIDTH" val=" 7.009875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008497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71325"/>
  <p:tag name="ORIGINALWIDTH" val=" 4.357021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1.94518"/>
  <p:tag name="ORIGINALWIDTH" val=" 2.602526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54264"/>
  <p:tag name="ORIGINALWIDTH" val=" 4.197933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6634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02985"/>
  <p:tag name="ORIGINALWIDTH" val=" 4.088254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84908"/>
  <p:tag name="ORIGINALWIDTH" val=" 6.092519"/>
  <p:tag name="EMFCHILD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952952"/>
  <p:tag name="EMFCHILD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626706"/>
  <p:tag name="EMFCHILD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858924"/>
  <p:tag name="EMFCHIL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353"/>
  <p:tag name="EMFCHILD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4685"/>
  <p:tag name="ORIGINALWIDTH" val=" 6.780545"/>
  <p:tag name="EMFCHILD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139698"/>
  <p:tag name="ORIGINALWIDTH" val=" 5.13727"/>
  <p:tag name="EMFCHILD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6"/>
  <p:tag name="ORIGINALWIDTH" val=" 5.13727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6634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2"/>
  <p:tag name="ORIGINALWIDTH" val=" 4.616732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139698"/>
  <p:tag name="ORIGINALWIDTH" val=" 5.13727"/>
  <p:tag name="EMFCHILD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6"/>
  <p:tag name="ORIGINALWIDTH" val=" 5.13727"/>
  <p:tag name="EMFCHILD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353"/>
  <p:tag name="EMFCHILD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5105"/>
  <p:tag name="ORIGINALWIDTH" val=" 6.630971"/>
  <p:tag name="EMFCHILD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952952"/>
  <p:tag name="EMFCHILD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626706"/>
  <p:tag name="EMFCHILD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858924"/>
  <p:tag name="EMFCHILD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353"/>
  <p:tag name="EMFCHILD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4685"/>
  <p:tag name="ORIGINALWIDTH" val=" 6.780545"/>
  <p:tag name="EMFCHILD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139698"/>
  <p:tag name="ORIGINALWIDTH" val=" 5.13727"/>
  <p:tag name="EMFCHILD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6"/>
  <p:tag name="ORIGINALWIDTH" val=" 5.13727"/>
  <p:tag name="EMFCHILD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6634"/>
  <p:tag name="EMFCHILD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2"/>
  <p:tag name="ORIGINALWIDTH" val=" 4.616732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416995"/>
  <p:tag name="ORIGINALWIDTH" val=" 4.718438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6"/>
  <p:tag name="ORIGINALWIDTH" val=" 5.13727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353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1.94518"/>
  <p:tag name="ORIGINALWIDTH" val=" 2.602526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3.2934"/>
  <p:tag name="ORIGINALWIDTH" val=" 282.2923"/>
  <p:tag name="OUTPUTTYPE" val="SVG"/>
  <p:tag name="IGUANATEXVERSION" val="162"/>
  <p:tag name="LATEXADDIN" val="\documentclass{article}&#10;\usepackage{nunito}&#10;\usepackage[linguistics]{forest}&#10;\usepackage{amsmath,amssymb,xcolor}&#10;\pagestyle{empty}&#10;\begin{document}&#10;\definecolor{midgreen}{RGB}{0,150,0}&#10;&#10;\begin{align*}&#10;            \Theta^* = \text{argmin}_\Theta &amp; \sum_{(\textcolor{midgreen}{I^+}, \textcolor{midgreen}{T^+}, \textcolor{red}{T^-})} \text{max}\left(0, \delta - \text{cos}(\textcolor{midgreen}{I^+_\Theta}, \textcolor{midgreen}{T^+_\Theta}) + \text{cos}(\textcolor{midgreen}{I^+_\Theta}, \textcolor{red}{T^-_\Theta})\right) \\&#10;            +                          &amp; \sum_{(\textcolor{midgreen}{T^+}, \textcolor{midgreen}{I^+}, \textcolor{red}{I^-})} \text{max}\left(0, \delta - \text{cos}(\textcolor{midgreen}{T^+_\Theta}, \textcolor{midgreen}{I^+_\Theta}) + \text{cos}(\textcolor{midgreen}{T^+_\Theta}, \textcolor{red}{I^-_\Theta})\right)&#10;        \end{align*}&#10;&#10;&#10;\end{document}"/>
  <p:tag name="IGUANATEXSIZE" val="24"/>
  <p:tag name="IGUANATEXCURSOR" val="87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42815"/>
  <p:tag name="ORIGINALWIDTH" val=" 6.630971"/>
  <p:tag name="LATEXADDIN" val="\documentclass{article}&#10;\usepackage{nunito}&#10;\usepackage[linguistics]{forest}&#10;\usepackage{amsmath,amssymb,xcolor}&#10;\pagestyle{empty}&#10;\begin{document}&#10;\definecolor{midgreen}{RGB}{0,150,0}&#10;&#10;\begin{align*}&#10;            \Theta^* = \text{argmin}_\Theta &amp; \sum_{(\textcolor{midgreen}{I^+}, \textcolor{midgreen}{T^+}, \textcolor{red}{T^-})} \text{max}\left(0, \delta - \text{cos}(\textcolor{midgreen}{I^+_\Theta}, \textcolor{midgreen}{T^+_\Theta}) + \text{cos}(\textcolor{midgreen}{I^+_\Theta}, \textcolor{red}{T^-_\Theta})\right) \\&#10;            +                          &amp; \sum_{(\textcolor{midgreen}{T^+}, \textcolor{midgreen}{I^+}, \textcolor{red}{I^-})} \text{max}\left(0, \delta - \text{cos}(\textcolor{midgreen}{T^+_\Theta}, \textcolor{midgreen}{I^+_\Theta}) + \text{cos}(\textcolor{midgreen}{T^+_\Theta}, \textcolor{red}{I^-_\Theta})\right)&#10;        \end{align*}&#10;&#10;&#10;\end{document}"/>
  <p:tag name="IGUANATEXSIZE" val="24"/>
  <p:tag name="IGUANATEXCURSOR" val="87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05708"/>
  <p:tag name="ORIGINALWIDTH" val=" 2.833858"/>
  <p:tag name="EMFCHILD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34"/>
  <p:tag name="ORIGINALWIDTH" val=" 6.630971"/>
  <p:tag name="EMFCHILD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008497"/>
  <p:tag name="EMFCHILD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13484"/>
  <p:tag name="ORIGINALWIDTH" val=" 2.744258"/>
  <p:tag name="EMFCHILD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14435"/>
  <p:tag name="ORIGINALWIDTH" val=" 4.626706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01214"/>
  <p:tag name="ORIGINALWIDTH" val=" 7.009875"/>
  <p:tag name="EMFCHILD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4357"/>
  <p:tag name="ORIGINALWIDTH" val=" 1.056955"/>
  <p:tag name="EMFCHILD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01214"/>
  <p:tag name="ORIGINALWIDTH" val=" 4.178019"/>
  <p:tag name="EMFCHILD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6"/>
  <p:tag name="ORIGINALWIDTH" val=" 5.13727"/>
  <p:tag name="EMFCHILD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94767"/>
  <p:tag name="ORIGINALWIDTH" val=" 13.27192"/>
  <p:tag name="EMFCHILD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66863"/>
  <p:tag name="ORIGINALWIDTH" val=" 1.814764"/>
  <p:tag name="EMFCHILD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63123"/>
  <p:tag name="ORIGINALWIDTH" val=" 3.294554"/>
  <p:tag name="EMFCHILD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54396"/>
  <p:tag name="ORIGINALWIDTH" val=" 4.153084"/>
  <p:tag name="EMFCHILD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47933"/>
  <p:tag name="ORIGINALWIDTH" val=" .8864501"/>
  <p:tag name="EMFCHILD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14304"/>
  <p:tag name="ORIGINALWIDTH" val=" 5.214042"/>
  <p:tag name="EMFCHILD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54396"/>
  <p:tag name="ORIGINALWIDTH" val=" 4.153084"/>
  <p:tag name="EMFCHILD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47933"/>
  <p:tag name="ORIGINALWIDTH" val=" .8864501"/>
  <p:tag name="EMFCHILD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14304"/>
  <p:tag name="ORIGINALWIDTH" val=" 5.214042"/>
  <p:tag name="EMFCHILD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278937"/>
  <p:tag name="ORIGINALWIDTH" val=" 3.804068"/>
  <p:tag name="EMFCHILD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66863"/>
  <p:tag name="ORIGINALWIDTH" val=" 1.807808"/>
  <p:tag name="EMFCHILD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01214"/>
  <p:tag name="ORIGINALWIDTH" val=" 7.009875"/>
  <p:tag name="EMFCHILD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008497"/>
  <p:tag name="EMFCHILD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71325"/>
  <p:tag name="ORIGINALWIDTH" val=" 4.357021"/>
  <p:tag name="EMFCHILD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1.94518"/>
  <p:tag name="ORIGINALWIDTH" val=" 2.602526"/>
  <p:tag name="EMFCHILD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54264"/>
  <p:tag name="ORIGINALWIDTH" val=" 4.197933"/>
  <p:tag name="EMFCHILD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6634"/>
  <p:tag name="EMFCHILD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02985"/>
  <p:tag name="ORIGINALWIDTH" val=" 4.088254"/>
  <p:tag name="EMFCHILD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84908"/>
  <p:tag name="ORIGINALWIDTH" val=" 6.092519"/>
  <p:tag name="EMFCHILD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952952"/>
  <p:tag name="EMFCHILD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626706"/>
  <p:tag name="EMFCHILD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858924"/>
  <p:tag name="EMFCHILD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353"/>
  <p:tag name="EMFCHILD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2"/>
  <p:tag name="ORIGINALWIDTH" val=" 4.616732"/>
  <p:tag name="EMFCHILD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139698"/>
  <p:tag name="ORIGINALWIDTH" val=" 5.13727"/>
  <p:tag name="EMFCHILD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6"/>
  <p:tag name="ORIGINALWIDTH" val=" 5.13727"/>
  <p:tag name="EMFCHILD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6634"/>
  <p:tag name="EMFCHILD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4685"/>
  <p:tag name="ORIGINALWIDTH" val=" 6.780545"/>
  <p:tag name="EMFCHILD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139698"/>
  <p:tag name="ORIGINALWIDTH" val=" 5.13727"/>
  <p:tag name="EMFCHILD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6"/>
  <p:tag name="ORIGINALWIDTH" val=" 5.13727"/>
  <p:tag name="EMFCHILD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353"/>
  <p:tag name="EMFCHILD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5105"/>
  <p:tag name="ORIGINALWIDTH" val=" 6.630971"/>
  <p:tag name="EMFCHILD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952952"/>
  <p:tag name="EMFCHILD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626706"/>
  <p:tag name="EMFCHILD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858924"/>
  <p:tag name="EMFCHILD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353"/>
  <p:tag name="EMFCHILD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2"/>
  <p:tag name="ORIGINALWIDTH" val=" 4.616732"/>
  <p:tag name="EMFCHILD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139698"/>
  <p:tag name="ORIGINALWIDTH" val=" 5.13727"/>
  <p:tag name="EMFCHILD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6"/>
  <p:tag name="ORIGINALWIDTH" val=" 5.13727"/>
  <p:tag name="EMFCHILD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6634"/>
  <p:tag name="EMFCHILD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4685"/>
  <p:tag name="ORIGINALWIDTH" val=" 6.780545"/>
  <p:tag name="EMFCHILD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416995"/>
  <p:tag name="ORIGINALWIDTH" val=" 4.718438"/>
  <p:tag name="EMFCHILD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6"/>
  <p:tag name="ORIGINALWIDTH" val=" 5.13727"/>
  <p:tag name="EMFCHILD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353"/>
  <p:tag name="EMFCHILD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1.94518"/>
  <p:tag name="ORIGINALWIDTH" val=" 2.602526"/>
  <p:tag name="EMFCHILD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5105"/>
  <p:tag name="ORIGINALWIDTH" val=" 6.630971"/>
  <p:tag name="EMFCHILD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94767"/>
  <p:tag name="ORIGINALWIDTH" val=" 13.27192"/>
  <p:tag name="EMFCHILD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66863"/>
  <p:tag name="ORIGINALWIDTH" val=" 1.814764"/>
  <p:tag name="EMFCHILD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14304"/>
  <p:tag name="ORIGINALWIDTH" val=" 5.214042"/>
  <p:tag name="EMFCHILD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54396"/>
  <p:tag name="ORIGINALWIDTH" val=" 4.153084"/>
  <p:tag name="EMFCHILD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47933"/>
  <p:tag name="ORIGINALWIDTH" val=" .8864501"/>
  <p:tag name="EMFCHILD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63123"/>
  <p:tag name="ORIGINALWIDTH" val=" 3.294554"/>
  <p:tag name="EMFCHILD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54396"/>
  <p:tag name="ORIGINALWIDTH" val=" 4.153084"/>
  <p:tag name="EMFCHILD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47933"/>
  <p:tag name="ORIGINALWIDTH" val=" .8864501"/>
  <p:tag name="EMFCHILD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63123"/>
  <p:tag name="ORIGINALWIDTH" val=" 3.294554"/>
  <p:tag name="EMFCHILD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278937"/>
  <p:tag name="ORIGINALWIDTH" val=" 3.804068"/>
  <p:tag name="EMFCHILD" val="Tru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66863"/>
  <p:tag name="ORIGINALWIDTH" val=" 1.807808"/>
  <p:tag name="EMFCHILD" val="Tru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01214"/>
  <p:tag name="ORIGINALWIDTH" val=" 7.009875"/>
  <p:tag name="EMFCHILD" val="Tru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008497"/>
  <p:tag name="EMFCHILD" val="Tru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71325"/>
  <p:tag name="ORIGINALWIDTH" val=" 4.357021"/>
  <p:tag name="EMFCHILD" val="Tru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1.94518"/>
  <p:tag name="ORIGINALWIDTH" val=" 2.602526"/>
  <p:tag name="EMFCHILD" val="Tru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54264"/>
  <p:tag name="ORIGINALWIDTH" val=" 4.197933"/>
  <p:tag name="EMFCHILD" val="Tru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6634"/>
  <p:tag name="EMFCHILD" val="Tru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02985"/>
  <p:tag name="ORIGINALWIDTH" val=" 4.088254"/>
  <p:tag name="EMFCHILD" val="Tru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84908"/>
  <p:tag name="ORIGINALWIDTH" val=" 6.092519"/>
  <p:tag name="EMFCHILD" val="Tru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952952"/>
  <p:tag name="EMFCHILD" val="Tru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626706"/>
  <p:tag name="EMFCHILD" val="Tru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858924"/>
  <p:tag name="EMFCHILD" val="Tru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353"/>
  <p:tag name="EMFCHILD" val="Tru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4685"/>
  <p:tag name="ORIGINALWIDTH" val=" 6.780545"/>
  <p:tag name="EMFCHILD" val="Tru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139698"/>
  <p:tag name="ORIGINALWIDTH" val=" 5.13727"/>
  <p:tag name="EMFCHILD" val="Tru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6"/>
  <p:tag name="ORIGINALWIDTH" val=" 5.13727"/>
  <p:tag name="EMFCHILD" val="Tru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6634"/>
  <p:tag name="EMFCHILD" val="Tru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2"/>
  <p:tag name="ORIGINALWIDTH" val=" 4.616732"/>
  <p:tag name="EMFCHILD" val="Tru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139698"/>
  <p:tag name="ORIGINALWIDTH" val=" 5.13727"/>
  <p:tag name="EMFCHILD" val="Tru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6"/>
  <p:tag name="ORIGINALWIDTH" val=" 5.13727"/>
  <p:tag name="EMFCHILD" val="Tru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353"/>
  <p:tag name="EMFCHILD" val="Tru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5105"/>
  <p:tag name="ORIGINALWIDTH" val=" 6.630971"/>
  <p:tag name="EMFCHILD" val="Tru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952952"/>
  <p:tag name="EMFCHILD" val="Tru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626706"/>
  <p:tag name="EMFCHILD" val="Tru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858924"/>
  <p:tag name="EMFCHILD" val="Tru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353"/>
  <p:tag name="EMFCHILD" val="Tru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4685"/>
  <p:tag name="ORIGINALWIDTH" val=" 6.780545"/>
  <p:tag name="EMFCHILD" val="Tru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139698"/>
  <p:tag name="ORIGINALWIDTH" val=" 5.13727"/>
  <p:tag name="EMFCHILD" val="Tru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6"/>
  <p:tag name="ORIGINALWIDTH" val=" 5.13727"/>
  <p:tag name="EMFCHILD" val="Tru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6634"/>
  <p:tag name="EMFCHILD" val="Tru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2"/>
  <p:tag name="ORIGINALWIDTH" val=" 4.616732"/>
  <p:tag name="EMFCHILD" val="Tru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416995"/>
  <p:tag name="ORIGINALWIDTH" val=" 4.718438"/>
  <p:tag name="EMFCHILD" val="Tru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6"/>
  <p:tag name="ORIGINALWIDTH" val=" 5.13727"/>
  <p:tag name="EMFCHILD" val="Tru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13353"/>
  <p:tag name="EMFCHILD" val="Tru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1.94518"/>
  <p:tag name="ORIGINALWIDTH" val=" 2.602526"/>
  <p:tag name="EMFCHILD" val="Tru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9.87795"/>
  <p:tag name="ORIGINALWIDTH" val=" 362.0205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\begin{align*}&#10;        \Theta^* = \arg\min_\Theta &amp; \mathbb{E}_{\left[(I_1, T_1), \ldots (I_n, T_n)\right]}                                                               \left[ \sum_i -\log P_\Theta(T_i \mid I_i; [T_{1\ldots n}])  - \log P_\Theta(I_i \mid T_i; [I_{1\ldots n}]) \right]&#10;    \end{align*}&#10;&#10;\end{document}"/>
  <p:tag name="IGUANATEXSIZE" val="24"/>
  <p:tag name="IGUANATEXCURSOR" val="31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4.18608"/>
  <p:tag name="ORIGINALWIDTH" val=" 276.0615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P_\Theta\left(T_j\mid I_i;[T_{1..n}]\right) = \text{softmax}\left( [T_{1..n}]\cdot I_i\right)_j = \frac{\exp(\langle I_i, T_j\rangle)}{\sum_{k=1}^n \exp(\langle I_i, T_k \rangle)}&#10;\end{align*}&#10;&#10;&#10;\end{document}"/>
  <p:tag name="IGUANATEXSIZE" val="24"/>
  <p:tag name="IGUANATEXCURSOR" val="32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1"/>
  <p:tag name="ORIGINALWIDTH" val=" 7.10689"/>
  <p:tag name="LATEXADDIN" val="\documentclass{article}&#10;\usepackage{nunito}&#10;\usepackage[linguistics]{forest}&#10;\usepackage{amsmath,amssymb}&#10;\pagestyle{empty}&#10;\begin{document}&#10;&#10;\begin{align*}&#10;P_\Theta\left(T_j\mid I_i;[T_{1..n}]\right) = \text{softmax}\left( [T_{1..n}]\cdot I_i\right)_j = \frac{\exp(\langle I_i, T_j\rangle)}{\sum_{k=1}^n \exp(\langle I_i, T_k \rangle)}&#10;\end{align*}&#10;&#10;&#10;\end{document}"/>
  <p:tag name="IGUANATEXSIZE" val="24"/>
  <p:tag name="IGUANATEXCURSOR" val="32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59"/>
  <p:tag name="ORIGINALWIDTH" val=" 5.128117"/>
  <p:tag name="EMFCHILD" val="Tru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2.309219"/>
  <p:tag name="EMFCHILD" val="Tru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4684"/>
  <p:tag name="ORIGINALWIDTH" val=" 6.768471"/>
  <p:tag name="EMFCHILD" val="Tru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46324"/>
  <p:tag name="ORIGINALWIDTH" val=" 3.058727"/>
  <p:tag name="EMFCHILD" val="Tru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.3981299"/>
  <p:tag name="EMFCHILD" val="Tru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1"/>
  <p:tag name="ORIGINALWIDTH" val=" 4.60853"/>
  <p:tag name="EMFCHILD" val="Tru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1"/>
  <p:tag name="ORIGINALWIDTH" val=" 2.111155"/>
  <p:tag name="EMFCHILD" val="Tru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16665"/>
  <p:tag name="ORIGINALWIDTH" val=" 1.084941"/>
  <p:tag name="EMFCHILD" val="Tru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1.363648"/>
  <p:tag name="EMFCHILD" val="Tru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4684"/>
  <p:tag name="ORIGINALWIDTH" val=" 6.768471"/>
  <p:tag name="EMFCHILD" val="Tru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09"/>
  <p:tag name="ORIGINALWIDTH" val=" 2.536187"/>
  <p:tag name="EMFCHILD" val="Tru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8019683"/>
  <p:tag name="ORIGINALWIDTH" val=" .8012467"/>
  <p:tag name="EMFCHILD" val="Tru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8019683"/>
  <p:tag name="ORIGINALWIDTH" val=" .8012467"/>
  <p:tag name="EMFCHILD" val="Tru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6"/>
  <p:tag name="ORIGINALWIDTH" val=" 4.257152"/>
  <p:tag name="EMFCHILD" val="Tru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1.363648"/>
  <p:tag name="EMFCHILD" val="Tru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2.309219"/>
  <p:tag name="EMFCHILD" val="Tru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33"/>
  <p:tag name="ORIGINALWIDTH" val=" 6.61916"/>
  <p:tag name="EMFCHILD" val="Tru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"/>
  <p:tag name="ORIGINALWIDTH" val=" 3.852034"/>
  <p:tag name="EMFCHILD" val="Tru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"/>
  <p:tag name="ORIGINALWIDTH" val=" 4.618471"/>
  <p:tag name="EMFCHILD" val="Tru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133234"/>
  <p:tag name="ORIGINALWIDTH" val=" 3.43399"/>
  <p:tag name="EMFCHILD" val="Tru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485662"/>
  <p:tag name="ORIGINALWIDTH" val=" 3.593241"/>
  <p:tag name="EMFCHILD" val="Tru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01213"/>
  <p:tag name="ORIGINALWIDTH" val=" 6.997408"/>
  <p:tag name="EMFCHILD" val="Tru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"/>
  <p:tag name="ORIGINALWIDTH" val=" 4.001345"/>
  <p:tag name="EMFCHILD" val="Tru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71324"/>
  <p:tag name="ORIGINALWIDTH" val=" 4.349245"/>
  <p:tag name="EMFCHILD" val="Tru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2.309219"/>
  <p:tag name="EMFCHILD" val="Tru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1.363648"/>
  <p:tag name="EMFCHILD" val="Tru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4684"/>
  <p:tag name="ORIGINALWIDTH" val=" 6.768471"/>
  <p:tag name="EMFCHILD" val="Tru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09"/>
  <p:tag name="ORIGINALWIDTH" val=" 2.536187"/>
  <p:tag name="EMFCHILD" val="Tru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8019683"/>
  <p:tag name="ORIGINALWIDTH" val=" .8012467"/>
  <p:tag name="EMFCHILD" val="Tru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8019683"/>
  <p:tag name="ORIGINALWIDTH" val=" .8012467"/>
  <p:tag name="EMFCHILD" val="Tru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6"/>
  <p:tag name="ORIGINALWIDTH" val=" 4.257152"/>
  <p:tag name="EMFCHILD" val="Tru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1.363648"/>
  <p:tag name="EMFCHILD" val="Tru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6"/>
  <p:tag name="ORIGINALWIDTH" val=" 1.055085"/>
  <p:tag name="EMFCHILD" val="Tru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1"/>
  <p:tag name="ORIGINALWIDTH" val=" 4.60853"/>
  <p:tag name="EMFCHILD" val="Tru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1"/>
  <p:tag name="ORIGINALWIDTH" val=" 2.111155"/>
  <p:tag name="EMFCHILD" val="Tru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2.309219"/>
  <p:tag name="EMFCHILD" val="Tru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46324"/>
  <p:tag name="ORIGINALWIDTH" val=" 3.058727"/>
  <p:tag name="EMFCHILD" val="Tru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33"/>
  <p:tag name="ORIGINALWIDTH" val=" 6.61916"/>
  <p:tag name="EMFCHILD" val="Tru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2034"/>
  <p:tag name="EMFCHILD" val="Tru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97"/>
  <p:tag name="ORIGINALWIDTH" val=" 5.016634"/>
  <p:tag name="EMFCHILD" val="Tru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19"/>
  <p:tag name="ORIGINALWIDTH" val=" 4.907119"/>
  <p:tag name="EMFCHILD" val="Tru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2.309219"/>
  <p:tag name="EMFCHILD" val="Tru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2.219652"/>
  <p:tag name="EMFCHILD" val="Tru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1"/>
  <p:tag name="ORIGINALWIDTH" val=" 4.60853"/>
  <p:tag name="EMFCHILD" val="Tru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1"/>
  <p:tag name="ORIGINALWIDTH" val=" 2.111155"/>
  <p:tag name="EMFCHILD" val="Tru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5"/>
  <p:tag name="ORIGINALWIDTH" val=" 1.164567"/>
  <p:tag name="EMFCHILD" val="Tru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4684"/>
  <p:tag name="ORIGINALWIDTH" val=" 6.768471"/>
  <p:tag name="EMFCHILD" val="Tru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46324"/>
  <p:tag name="ORIGINALWIDTH" val=" 3.058727"/>
  <p:tag name="EMFCHILD" val="Tru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2.219652"/>
  <p:tag name="EMFCHILD" val="Tru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2.309219"/>
  <p:tag name="EMFCHILD" val="Tru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84579"/>
  <p:tag name="ORIGINALWIDTH" val=" 80.65869"/>
  <p:tag name="EMFCHILD" val="Tru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9.386286"/>
  <p:tag name="EMFCHILD" val="Tru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6"/>
  <p:tag name="ORIGINALWIDTH" val=" 4.257152"/>
  <p:tag name="EMFCHILD" val="Tru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09579"/>
  <p:tag name="ORIGINALWIDTH" val=" 3.428018"/>
  <p:tag name="EMFCHILD" val="Tru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875951"/>
  <p:tag name="ORIGINALWIDTH" val=" 5.128117"/>
  <p:tag name="EMFCHILD" val="Tru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09"/>
  <p:tag name="ORIGINALWIDTH" val=" 2.536187"/>
  <p:tag name="EMFCHILD" val="Tru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52034"/>
  <p:tag name="EMFCHILD" val="Tru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97"/>
  <p:tag name="ORIGINALWIDTH" val=" 5.016634"/>
  <p:tag name="EMFCHILD" val="Tru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19"/>
  <p:tag name="ORIGINALWIDTH" val=" 4.907119"/>
  <p:tag name="EMFCHILD" val="Tru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2.309219"/>
  <p:tag name="EMFCHILD" val="Tru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2.219652"/>
  <p:tag name="EMFCHILD" val="Tru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1"/>
  <p:tag name="ORIGINALWIDTH" val=" 4.60853"/>
  <p:tag name="EMFCHILD" val="Tru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1"/>
  <p:tag name="ORIGINALWIDTH" val=" 2.111155"/>
  <p:tag name="EMFCHILD" val="Tru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5"/>
  <p:tag name="ORIGINALWIDTH" val=" 1.164567"/>
  <p:tag name="EMFCHILD" val="Tru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4684"/>
  <p:tag name="ORIGINALWIDTH" val=" 6.768471"/>
  <p:tag name="EMFCHILD" val="Tru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09579"/>
  <p:tag name="ORIGINALWIDTH" val=" 3.428018"/>
  <p:tag name="EMFCHILD" val="Tru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2.219652"/>
  <p:tag name="EMFCHILD" val="Tru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8"/>
  <p:tag name="ORIGINALWIDTH" val=" 2.309219"/>
  <p:tag name="EMFCHILD" val="Tru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42814"/>
  <p:tag name="ORIGINALWIDTH" val=" 6.629692"/>
  <p:tag name="LATEXADDIN" val="\documentclass{article}&#10;\usepackage{nunito}&#10;\usepackage[linguistics]{forest}&#10;\usepackage{amsmath,amssymb}&#10;\pagestyle{empty}&#10;\begin{document}&#10;\begin{align*}&#10;        \Theta^* = \arg\min_\Theta &amp; \mathbb{E}_{\left[(I_1, T_1), \ldots (I_n, T_n)\right]}                                                               \left[ \sum_i -\log P_\Theta(T_i \mid I_i; [T_{1\ldots n}])  - \log P_\Theta(I_i \mid T_i; [I_{1\ldots n}]) \right]&#10;    \end{align*}&#10;&#10;\end{document}"/>
  <p:tag name="IGUANATEXSIZE" val="24"/>
  <p:tag name="IGUANATEXCURSOR" val="31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05708"/>
  <p:tag name="ORIGINALWIDTH" val=" 2.833301"/>
  <p:tag name="EMFCHILD" val="Tru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33"/>
  <p:tag name="ORIGINALWIDTH" val=" 6.629692"/>
  <p:tag name="EMFCHILD" val="Tru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96227"/>
  <p:tag name="EMFCHILD" val="Tru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77"/>
  <p:tag name="ORIGINALWIDTH" val=" 3.349738"/>
  <p:tag name="EMFCHILD" val="Tru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5353"/>
  <p:tag name="ORIGINALWIDTH" val=" 4.556037"/>
  <p:tag name="EMFCHILD" val="Tru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77"/>
  <p:tag name="ORIGINALWIDTH" val=" 7.786123"/>
  <p:tag name="EMFCHILD" val="Tru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92"/>
  <p:tag name="ORIGINALWIDTH" val=" 2.133465"/>
  <p:tag name="EMFCHILD" val="Tru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77"/>
  <p:tag name="ORIGINALWIDTH" val=" 5.014633"/>
  <p:tag name="EMFCHILD" val="Tru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59"/>
  <p:tag name="ORIGINALWIDTH" val=" 5.136254"/>
  <p:tag name="EMFCHILD" val="Tru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24376"/>
  <p:tag name="ORIGINALWIDTH" val=" 6.230906"/>
  <p:tag name="EMFCHILD" val="Tru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73818"/>
  <p:tag name="ORIGINALWIDTH" val=" 1.074705"/>
  <p:tag name="EMFCHILD" val="Tru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66863"/>
  <p:tag name="ORIGINALWIDTH" val=" 1.814436"/>
  <p:tag name="EMFCHILD" val="Tru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63123"/>
  <p:tag name="ORIGINALWIDTH" val=" 3.293898"/>
  <p:tag name="EMFCHILD" val="Tru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317552"/>
  <p:tag name="ORIGINALWIDTH" val=" 2.048721"/>
  <p:tag name="EMFCHILD" val="True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47933"/>
  <p:tag name="ORIGINALWIDTH" val=" .8862534"/>
  <p:tag name="EMFCHILD" val="Tru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14304"/>
  <p:tag name="ORIGINALWIDTH" val=" 5.213025"/>
  <p:tag name="EMFCHILD" val="Tru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317552"/>
  <p:tag name="ORIGINALWIDTH" val=" 2.048721"/>
  <p:tag name="EMFCHILD" val="Tru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66863"/>
  <p:tag name="ORIGINALWIDTH" val=" 1.807448"/>
  <p:tag name="EMFCHILD" val="Tru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47933"/>
  <p:tag name="ORIGINALWIDTH" val=" .8862534"/>
  <p:tag name="EMFCHILD" val="Tru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8019684"/>
  <p:tag name="ORIGINALWIDTH" val=" .8025263"/>
  <p:tag name="EMFCHILD" val="Tru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8019684"/>
  <p:tag name="ORIGINALWIDTH" val=" .8025263"/>
  <p:tag name="EMFCHILD" val="Tru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8019684"/>
  <p:tag name="ORIGINALWIDTH" val=" .8025263"/>
  <p:tag name="EMFCHILD" val="Tru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66863"/>
  <p:tag name="ORIGINALWIDTH" val=" 1.814436"/>
  <p:tag name="EMFCHILD" val="Tru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63123"/>
  <p:tag name="ORIGINALWIDTH" val=" 3.293898"/>
  <p:tag name="EMFCHILD" val="Tru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56529"/>
  <p:tag name="ORIGINALWIDTH" val=" 3.489305"/>
  <p:tag name="EMFCHILD" val="Tru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47933"/>
  <p:tag name="ORIGINALWIDTH" val=" .8862534"/>
  <p:tag name="EMFCHILD" val="Tru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14304"/>
  <p:tag name="ORIGINALWIDTH" val=" 5.213025"/>
  <p:tag name="EMFCHILD" val="Tru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56529"/>
  <p:tag name="ORIGINALWIDTH" val=" 3.489305"/>
  <p:tag name="EMFCHILD" val="Tru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66863"/>
  <p:tag name="ORIGINALWIDTH" val=" 1.807448"/>
  <p:tag name="EMFCHILD" val="Tru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73818"/>
  <p:tag name="ORIGINALWIDTH" val=" 1.074705"/>
  <p:tag name="EMFCHILD" val="Tru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9.87795"/>
  <p:tag name="ORIGINALWIDTH" val=" 2.950952"/>
  <p:tag name="EMFCHILD" val="Tru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94767"/>
  <p:tag name="ORIGINALWIDTH" val=" 13.26933"/>
  <p:tag name="EMFCHILD" val="Tru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2"/>
  <p:tag name="ORIGINALWIDTH" val=" 2.114501"/>
  <p:tag name="EMFCHILD" val="Tru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84908"/>
  <p:tag name="ORIGINALWIDTH" val=" 6.091339"/>
  <p:tag name="EMFCHILD" val="Tru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41"/>
  <p:tag name="ORIGINALWIDTH" val=" 2.213189"/>
  <p:tag name="EMFCHILD" val="Tru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1647"/>
  <p:tag name="EMFCHILD" val="Tru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5353"/>
  <p:tag name="ORIGINALWIDTH" val=" 4.556037"/>
  <p:tag name="EMFCHILD" val="Tru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1"/>
  <p:tag name="ORIGINALWIDTH" val=" 7.118176"/>
  <p:tag name="EMFCHILD" val="Tru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59"/>
  <p:tag name="ORIGINALWIDTH" val=" 5.136254"/>
  <p:tag name="EMFCHILD" val="Tru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312894"/>
  <p:tag name="EMFCHILD" val="Tru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4684"/>
  <p:tag name="ORIGINALWIDTH" val=" 6.779233"/>
  <p:tag name="EMFCHILD" val="Tru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2"/>
  <p:tag name="ORIGINALWIDTH" val=" 2.114501"/>
  <p:tag name="EMFCHILD" val="Tru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.3987533"/>
  <p:tag name="EMFCHILD" val="True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1"/>
  <p:tag name="ORIGINALWIDTH" val=" 4.615847"/>
  <p:tag name="EMFCHILD" val="Tru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2"/>
  <p:tag name="ORIGINALWIDTH" val=" 2.114501"/>
  <p:tag name="EMFCHILD" val="Tru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16666"/>
  <p:tag name="ORIGINALWIDTH" val=" 1.086647"/>
  <p:tag name="EMFCHILD" val="Tru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1.365814"/>
  <p:tag name="EMFCHILD" val="Tru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4684"/>
  <p:tag name="ORIGINALWIDTH" val=" 6.779233"/>
  <p:tag name="EMFCHILD" val="Tru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4019"/>
  <p:tag name="EMFCHILD" val="True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8019684"/>
  <p:tag name="ORIGINALWIDTH" val=" .8025263"/>
  <p:tag name="EMFCHILD" val="Tru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8019684"/>
  <p:tag name="ORIGINALWIDTH" val=" .8025263"/>
  <p:tag name="EMFCHILD" val="Tru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8019684"/>
  <p:tag name="ORIGINALWIDTH" val=" .8025263"/>
  <p:tag name="EMFCHILD" val="Tru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7"/>
  <p:tag name="ORIGINALWIDTH" val=" 4.263911"/>
  <p:tag name="EMFCHILD" val="Tru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1.365814"/>
  <p:tag name="EMFCHILD" val="Tru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312894"/>
  <p:tag name="EMFCHILD" val="Tru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84908"/>
  <p:tag name="ORIGINALWIDTH" val=" 6.091339"/>
  <p:tag name="EMFCHILD" val="Tru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41"/>
  <p:tag name="ORIGINALWIDTH" val=" 2.213189"/>
  <p:tag name="EMFCHILD" val="Tru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1647"/>
  <p:tag name="EMFCHILD" val="Tru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5353"/>
  <p:tag name="ORIGINALWIDTH" val=" 4.556037"/>
  <p:tag name="EMFCHILD" val="Tru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1"/>
  <p:tag name="ORIGINALWIDTH" val=" 7.118176"/>
  <p:tag name="EMFCHILD" val="Tru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59"/>
  <p:tag name="ORIGINALWIDTH" val=" 5.136254"/>
  <p:tag name="EMFCHILD" val="Tru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312894"/>
  <p:tag name="EMFCHILD" val="Tru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1"/>
  <p:tag name="ORIGINALWIDTH" val=" 4.615847"/>
  <p:tag name="EMFCHILD" val="Tru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2"/>
  <p:tag name="ORIGINALWIDTH" val=" 2.114501"/>
  <p:tag name="EMFCHILD" val="Tru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.3987533"/>
  <p:tag name="EMFCHILD" val="Tru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4684"/>
  <p:tag name="ORIGINALWIDTH" val=" 6.779233"/>
  <p:tag name="EMFCHILD" val="Tru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2"/>
  <p:tag name="ORIGINALWIDTH" val=" 2.114501"/>
  <p:tag name="EMFCHILD" val="Tru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16666"/>
  <p:tag name="ORIGINALWIDTH" val=" 1.086647"/>
  <p:tag name="EMFCHILD" val="Tru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1.365814"/>
  <p:tag name="EMFCHILD" val="Tru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1"/>
  <p:tag name="ORIGINALWIDTH" val=" 4.615847"/>
  <p:tag name="EMFCHILD" val="Tru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4019"/>
  <p:tag name="EMFCHILD" val="Tru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8019684"/>
  <p:tag name="ORIGINALWIDTH" val=" .8025263"/>
  <p:tag name="EMFCHILD" val="Tru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8019684"/>
  <p:tag name="ORIGINALWIDTH" val=" .8025263"/>
  <p:tag name="EMFCHILD" val="Tru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8019684"/>
  <p:tag name="ORIGINALWIDTH" val=" .8025263"/>
  <p:tag name="EMFCHILD" val="True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7"/>
  <p:tag name="ORIGINALWIDTH" val=" 4.263911"/>
  <p:tag name="EMFCHILD" val="True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1.365814"/>
  <p:tag name="EMFCHILD" val="True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312894"/>
  <p:tag name="EMFCHILD" val="True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9.87795"/>
  <p:tag name="ORIGINALWIDTH" val=" 2.950952"/>
  <p:tag name="EMFCHILD" val="True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2.84563"/>
  <p:tag name="ORIGINALWIDTH" val=" 243.0811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\Theta^*=\min_{\Theta} \sum_i \sum_j -\log P_\Theta(w_j^{(i)}; \text{Image}^{(i)}, w_j^{(i)},\ldots, w_{j-1}^{(i)})&#10;\end{align*}&#10;&#10;&#10;\end{document}"/>
  <p:tag name="IGUANATEXSIZE" val="24"/>
  <p:tag name="IGUANATEXCURSOR" val="27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16467"/>
  <p:tag name="ORIGINALWIDTH" val=" 6.638716"/>
  <p:tag name="LATEXADDIN" val="\documentclass{article}&#10;\usepackage{nunito}&#10;\usepackage[linguistics]{forest}&#10;\usepackage{amsmath,amssymb}&#10;\pagestyle{empty}&#10;\begin{document}&#10;&#10;\begin{align*}&#10;\Theta^*=\min_{\Theta} \sum_i \sum_j -\log P_\Theta(w_j^{(i)}; \text{Image}^{(i)}, w_j^{(i)},\ldots, w_{j-1}^{(i)})&#10;\end{align*}&#10;&#10;&#10;\end{document}"/>
  <p:tag name="IGUANATEXSIZE" val="24"/>
  <p:tag name="IGUANATEXCURSOR" val="27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11777"/>
  <p:tag name="ORIGINALWIDTH" val=" 2.837173"/>
  <p:tag name="EMFCHILD" val="Tru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58398"/>
  <p:tag name="ORIGINALWIDTH" val=" 6.638716"/>
  <p:tag name="EMFCHILD" val="Tru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65845"/>
  <p:tag name="ORIGINALWIDTH" val=" 7.796754"/>
  <p:tag name="EMFCHILD" val="Tru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456691"/>
  <p:tag name="ORIGINALWIDTH" val=" 2.136353"/>
  <p:tag name="EMFCHILD" val="True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65845"/>
  <p:tag name="ORIGINALWIDTH" val=" 5.021459"/>
  <p:tag name="EMFCHILD" val="Tru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84513"/>
  <p:tag name="ORIGINALWIDTH" val=" 5.143243"/>
  <p:tag name="EMFCHILD" val="Tru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51181"/>
  <p:tag name="ORIGINALWIDTH" val=" 13.28744"/>
  <p:tag name="EMFCHILD" val="Tru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46718"/>
  <p:tag name="ORIGINALWIDTH" val=" 2.117389"/>
  <p:tag name="EMFCHILD" val="Tru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51181"/>
  <p:tag name="ORIGINALWIDTH" val=" 13.28744"/>
  <p:tag name="EMFCHILD" val="True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857347"/>
  <p:tag name="ORIGINALWIDTH" val=" 3.067783"/>
  <p:tag name="EMFCHILD" val="True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860235"/>
  <p:tag name="ORIGINALWIDTH" val=" 6.099641"/>
  <p:tag name="EMFCHILD" val="Tru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97997"/>
  <p:tag name="ORIGINALWIDTH" val=" 2.216208"/>
  <p:tag name="EMFCHILD" val="True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2992"/>
  <p:tag name="ORIGINALWIDTH" val=" 4.422475"/>
  <p:tag name="EMFCHILD" val="True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60201"/>
  <p:tag name="ORIGINALWIDTH" val=" 4.562239"/>
  <p:tag name="EMFCHILD" val="True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91828"/>
  <p:tag name="ORIGINALWIDTH" val=" 7.12789"/>
  <p:tag name="EMFCHILD" val="Tru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84513"/>
  <p:tag name="ORIGINALWIDTH" val=" 5.143243"/>
  <p:tag name="EMFCHILD" val="True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651277"/>
  <p:tag name="ORIGINALWIDTH" val=" 2.316044"/>
  <p:tag name="EMFCHILD" val="Tru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72013"/>
  <p:tag name="ORIGINALWIDTH" val=" 6.608762"/>
  <p:tag name="EMFCHILD" val="Tru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9145"/>
  <p:tag name="ORIGINALWIDTH" val=" 1.816897"/>
  <p:tag name="EMFCHILD" val="True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46718"/>
  <p:tag name="ORIGINALWIDTH" val=" 2.117389"/>
  <p:tag name="EMFCHILD" val="True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9145"/>
  <p:tag name="ORIGINALWIDTH" val=" 1.809909"/>
  <p:tag name="EMFCHILD" val="True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857347"/>
  <p:tag name="ORIGINALWIDTH" val=" 3.067783"/>
  <p:tag name="EMFCHILD" val="True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22406"/>
  <p:tag name="ORIGINALWIDTH" val=" 1.088124"/>
  <p:tag name="EMFCHILD" val="True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39269"/>
  <p:tag name="ORIGINALWIDTH" val=" .8186026"/>
  <p:tag name="EMFCHILD" val="True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44946"/>
  <p:tag name="ORIGINALWIDTH" val=" 7.01808"/>
  <p:tag name="EMFCHILD" val="Tru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64237"/>
  <p:tag name="ORIGINALWIDTH" val=" 4.013157"/>
  <p:tag name="EMFCHILD" val="True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01474"/>
  <p:tag name="ORIGINALWIDTH" val=" 4.632121"/>
  <p:tag name="EMFCHILD" val="Tru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64237"/>
  <p:tag name="ORIGINALWIDTH" val=" 4.442456"/>
  <p:tag name="EMFCHILD" val="Tru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9145"/>
  <p:tag name="ORIGINALWIDTH" val=" 1.816897"/>
  <p:tag name="EMFCHILD" val="Tru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46718"/>
  <p:tag name="ORIGINALWIDTH" val=" 2.117389"/>
  <p:tag name="EMFCHILD" val="True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9145"/>
  <p:tag name="ORIGINALWIDTH" val=" 1.809909"/>
  <p:tag name="EMFCHILD" val="True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85727"/>
  <p:tag name="ORIGINALWIDTH" val=" 1.168012"/>
  <p:tag name="EMFCHILD" val="True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72013"/>
  <p:tag name="ORIGINALWIDTH" val=" 6.608762"/>
  <p:tag name="EMFCHILD" val="True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9145"/>
  <p:tag name="ORIGINALWIDTH" val=" 1.816897"/>
  <p:tag name="EMFCHILD" val="True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46718"/>
  <p:tag name="ORIGINALWIDTH" val=" 2.117389"/>
  <p:tag name="EMFCHILD" val="Tru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9145"/>
  <p:tag name="ORIGINALWIDTH" val=" 1.809909"/>
  <p:tag name="EMFCHILD" val="Tru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857347"/>
  <p:tag name="ORIGINALWIDTH" val=" 3.067783"/>
  <p:tag name="EMFCHILD" val="True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85727"/>
  <p:tag name="ORIGINALWIDTH" val=" 1.168012"/>
  <p:tag name="EMFCHILD" val="True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3031"/>
  <p:tag name="ORIGINALWIDTH" val=" 1.058203"/>
  <p:tag name="EMFCHILD" val="True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3031"/>
  <p:tag name="ORIGINALWIDTH" val=" 1.058203"/>
  <p:tag name="EMFCHILD" val="True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3031"/>
  <p:tag name="ORIGINALWIDTH" val=" 1.058203"/>
  <p:tag name="EMFCHILD" val="True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85727"/>
  <p:tag name="ORIGINALWIDTH" val=" 1.168012"/>
  <p:tag name="EMFCHILD" val="Tru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72013"/>
  <p:tag name="ORIGINALWIDTH" val=" 6.608762"/>
  <p:tag name="EMFCHILD" val="True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9145"/>
  <p:tag name="ORIGINALWIDTH" val=" 1.816897"/>
  <p:tag name="EMFCHILD" val="True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46718"/>
  <p:tag name="ORIGINALWIDTH" val=" 2.117389"/>
  <p:tag name="EMFCHILD" val="Tru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9145"/>
  <p:tag name="ORIGINALWIDTH" val=" 1.809909"/>
  <p:tag name="EMFCHILD" val="True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857347"/>
  <p:tag name="ORIGINALWIDTH" val=" 3.067783"/>
  <p:tag name="EMFCHILD" val="True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310366"/>
  <p:tag name="ORIGINALWIDTH" val=" 4.723952"/>
  <p:tag name="EMFCHILD" val="True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85923"/>
  <p:tag name="ORIGINALWIDTH" val=" 2.543669"/>
  <p:tag name="EMFCHILD" val="True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651277"/>
  <p:tag name="ORIGINALWIDTH" val=" 2.316044"/>
  <p:tag name="EMFCHILD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1880</TotalTime>
  <Words>1435</Words>
  <Application>Microsoft Office PowerPoint</Application>
  <PresentationFormat>Widescreen</PresentationFormat>
  <Paragraphs>234</Paragraphs>
  <Slides>31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Arial</vt:lpstr>
      <vt:lpstr>Cambria Math</vt:lpstr>
      <vt:lpstr>Nunito</vt:lpstr>
      <vt:lpstr>Times New Roman</vt:lpstr>
      <vt:lpstr>Office Theme</vt:lpstr>
      <vt:lpstr>CS 489/698: Introduction to Natural Language Processing  Lecture 8: Grounded Semantics &amp; Multimodal Language Models</vt:lpstr>
      <vt:lpstr>Outline</vt:lpstr>
      <vt:lpstr>Meaning in the Real World</vt:lpstr>
      <vt:lpstr>Experience Grounds Language</vt:lpstr>
      <vt:lpstr>Grounded Semantics</vt:lpstr>
      <vt:lpstr>The Symbol Grounding Problem (Harnad, 1990)</vt:lpstr>
      <vt:lpstr>Taxonomy of Grounding</vt:lpstr>
      <vt:lpstr>Recap: Text-Only Language Models</vt:lpstr>
      <vt:lpstr>Outline</vt:lpstr>
      <vt:lpstr>Joint Visual-Semantic Embedding Space</vt:lpstr>
      <vt:lpstr>Joint Visual-Semantic Embedding Space: Dataset</vt:lpstr>
      <vt:lpstr>Visual Encoders</vt:lpstr>
      <vt:lpstr>Joint Visual-Semantic Embedding Space: Objective</vt:lpstr>
      <vt:lpstr>“Hinge” Loss</vt:lpstr>
      <vt:lpstr>Properties of the Joint Space</vt:lpstr>
      <vt:lpstr>Contrastive Language-Image Pretraining (CLIP)</vt:lpstr>
      <vt:lpstr>CLIP Objective: “Classifying for the True Label”</vt:lpstr>
      <vt:lpstr>Outline</vt:lpstr>
      <vt:lpstr>Recap: Generative Autoregressive Language Models</vt:lpstr>
      <vt:lpstr>Extending to Vision-Language Models (VLMs)</vt:lpstr>
      <vt:lpstr>Generative VLM: Training Objective</vt:lpstr>
      <vt:lpstr>Towards Encoding Everything in the World</vt:lpstr>
      <vt:lpstr>Outline</vt:lpstr>
      <vt:lpstr>Finer-Grained Vision-Language Tasks</vt:lpstr>
      <vt:lpstr>Finer-Grained Vision-Language Tasks</vt:lpstr>
      <vt:lpstr>Finer-Grained Vision-Language Tasks</vt:lpstr>
      <vt:lpstr>Limitations of Current VLMs</vt:lpstr>
      <vt:lpstr>Limitations of Current VLMs</vt:lpstr>
      <vt:lpstr>Limitations of Current VLMs</vt:lpstr>
      <vt:lpstr>Analyzing Internals of VLMs</vt:lpstr>
      <vt:lpstr>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Freda Shi</dc:creator>
  <cp:lastModifiedBy>Freda Shi</cp:lastModifiedBy>
  <cp:revision>1</cp:revision>
  <dcterms:created xsi:type="dcterms:W3CDTF">2025-07-25T21:38:11Z</dcterms:created>
  <dcterms:modified xsi:type="dcterms:W3CDTF">2026-02-11T15:40:01Z</dcterms:modified>
</cp:coreProperties>
</file>