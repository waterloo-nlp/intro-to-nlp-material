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1"/>
  </p:notesMasterIdLst>
  <p:handoutMasterIdLst>
    <p:handoutMasterId r:id="rId52"/>
  </p:handoutMasterIdLst>
  <p:sldIdLst>
    <p:sldId id="256" r:id="rId2"/>
    <p:sldId id="258" r:id="rId3"/>
    <p:sldId id="259" r:id="rId4"/>
    <p:sldId id="260" r:id="rId5"/>
    <p:sldId id="261" r:id="rId6"/>
    <p:sldId id="262" r:id="rId7"/>
    <p:sldId id="263" r:id="rId8"/>
    <p:sldId id="268" r:id="rId9"/>
    <p:sldId id="269" r:id="rId10"/>
    <p:sldId id="264"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320" r:id="rId33"/>
    <p:sldId id="321" r:id="rId34"/>
    <p:sldId id="322" r:id="rId35"/>
    <p:sldId id="323" r:id="rId36"/>
    <p:sldId id="324" r:id="rId37"/>
    <p:sldId id="325" r:id="rId38"/>
    <p:sldId id="326" r:id="rId39"/>
    <p:sldId id="327" r:id="rId40"/>
    <p:sldId id="328" r:id="rId41"/>
    <p:sldId id="329" r:id="rId42"/>
    <p:sldId id="331" r:id="rId43"/>
    <p:sldId id="330" r:id="rId44"/>
    <p:sldId id="332" r:id="rId45"/>
    <p:sldId id="333" r:id="rId46"/>
    <p:sldId id="334" r:id="rId47"/>
    <p:sldId id="335" r:id="rId48"/>
    <p:sldId id="336" r:id="rId49"/>
    <p:sldId id="33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191D1B-0957-4C49-81BF-174B576D6580}">
          <p14:sldIdLst>
            <p14:sldId id="256"/>
          </p14:sldIdLst>
        </p14:section>
        <p14:section name="morphology" id="{5E957223-14DF-4A64-88DE-3D94FE81F315}">
          <p14:sldIdLst>
            <p14:sldId id="258"/>
            <p14:sldId id="259"/>
            <p14:sldId id="260"/>
            <p14:sldId id="261"/>
            <p14:sldId id="262"/>
            <p14:sldId id="263"/>
            <p14:sldId id="268"/>
            <p14:sldId id="269"/>
            <p14:sldId id="264"/>
            <p14:sldId id="270"/>
            <p14:sldId id="271"/>
            <p14:sldId id="272"/>
            <p14:sldId id="273"/>
            <p14:sldId id="274"/>
          </p14:sldIdLst>
        </p14:section>
        <p14:section name="lexical semantics" id="{9ED41FCA-B7C1-48A3-BFC8-99D6EF19D4A9}">
          <p14:sldIdLst>
            <p14:sldId id="275"/>
            <p14:sldId id="276"/>
            <p14:sldId id="277"/>
            <p14:sldId id="278"/>
            <p14:sldId id="279"/>
            <p14:sldId id="280"/>
            <p14:sldId id="281"/>
            <p14:sldId id="282"/>
          </p14:sldIdLst>
        </p14:section>
        <p14:section name="tokenization" id="{41E352E6-8648-404F-AE08-C088105F5D67}">
          <p14:sldIdLst>
            <p14:sldId id="283"/>
            <p14:sldId id="284"/>
            <p14:sldId id="285"/>
            <p14:sldId id="286"/>
            <p14:sldId id="287"/>
            <p14:sldId id="288"/>
            <p14:sldId id="289"/>
            <p14:sldId id="290"/>
            <p14:sldId id="320"/>
            <p14:sldId id="321"/>
            <p14:sldId id="322"/>
            <p14:sldId id="323"/>
            <p14:sldId id="324"/>
            <p14:sldId id="325"/>
            <p14:sldId id="326"/>
            <p14:sldId id="327"/>
            <p14:sldId id="328"/>
            <p14:sldId id="329"/>
            <p14:sldId id="331"/>
            <p14:sldId id="330"/>
            <p14:sldId id="332"/>
            <p14:sldId id="333"/>
            <p14:sldId id="334"/>
            <p14:sldId id="335"/>
            <p14:sldId id="336"/>
            <p14:sldId id="33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EDAA93-CCF2-59E0-757F-EC741AC82C89}" name="Freda Shi" initials="FS" userId="e68c2e0bbb2f64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2F2"/>
    <a:srgbClr val="7A9E68"/>
    <a:srgbClr val="0070C0"/>
    <a:srgbClr val="E6935D"/>
    <a:srgbClr val="B78E73"/>
    <a:srgbClr val="64523F"/>
    <a:srgbClr val="3F5A1A"/>
    <a:srgbClr val="3E4A3C"/>
    <a:srgbClr val="465C1B"/>
    <a:srgbClr val="CDA8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FBCF4-8EDB-4B5F-B003-1DCFD06CA3CA}" v="2074" dt="2026-01-07T03:49:20.8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166" autoAdjust="0"/>
  </p:normalViewPr>
  <p:slideViewPr>
    <p:cSldViewPr snapToGrid="0">
      <p:cViewPr varScale="1">
        <p:scale>
          <a:sx n="123" d="100"/>
          <a:sy n="123" d="100"/>
        </p:scale>
        <p:origin x="1134" y="11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5" d="100"/>
          <a:sy n="125" d="100"/>
        </p:scale>
        <p:origin x="493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da Shi" userId="e3bafef1-15f2-4eeb-acbe-fa674bab7991" providerId="ADAL" clId="{9555FC65-5A8C-4EE8-9D5B-8283D7A0923C}"/>
    <pc:docChg chg="undo custSel addSld delSld modSld sldOrd modMainMaster addSection delSection modSection">
      <pc:chgData name="Freda Shi" userId="e3bafef1-15f2-4eeb-acbe-fa674bab7991" providerId="ADAL" clId="{9555FC65-5A8C-4EE8-9D5B-8283D7A0923C}" dt="2026-01-07T03:49:20.821" v="18763"/>
      <pc:docMkLst>
        <pc:docMk/>
      </pc:docMkLst>
      <pc:sldChg chg="delSp modSp mod">
        <pc:chgData name="Freda Shi" userId="e3bafef1-15f2-4eeb-acbe-fa674bab7991" providerId="ADAL" clId="{9555FC65-5A8C-4EE8-9D5B-8283D7A0923C}" dt="2026-01-02T22:51:04.499" v="7592" actId="20577"/>
        <pc:sldMkLst>
          <pc:docMk/>
          <pc:sldMk cId="228913878" sldId="256"/>
        </pc:sldMkLst>
        <pc:spChg chg="mod">
          <ac:chgData name="Freda Shi" userId="e3bafef1-15f2-4eeb-acbe-fa674bab7991" providerId="ADAL" clId="{9555FC65-5A8C-4EE8-9D5B-8283D7A0923C}" dt="2026-01-02T22:51:01.894" v="7590" actId="20577"/>
          <ac:spMkLst>
            <pc:docMk/>
            <pc:sldMk cId="228913878" sldId="256"/>
            <ac:spMk id="4" creationId="{DA47CF05-BE52-90FA-5147-DA56FCE560BA}"/>
          </ac:spMkLst>
        </pc:spChg>
        <pc:spChg chg="mod">
          <ac:chgData name="Freda Shi" userId="e3bafef1-15f2-4eeb-acbe-fa674bab7991" providerId="ADAL" clId="{9555FC65-5A8C-4EE8-9D5B-8283D7A0923C}" dt="2026-01-02T22:51:04.499" v="7592" actId="20577"/>
          <ac:spMkLst>
            <pc:docMk/>
            <pc:sldMk cId="228913878" sldId="256"/>
            <ac:spMk id="9" creationId="{28B5EE4A-907F-5295-FED3-0CC20CF8B67E}"/>
          </ac:spMkLst>
        </pc:spChg>
        <pc:picChg chg="mod topLvl">
          <ac:chgData name="Freda Shi" userId="e3bafef1-15f2-4eeb-acbe-fa674bab7991" providerId="ADAL" clId="{9555FC65-5A8C-4EE8-9D5B-8283D7A0923C}" dt="2025-12-17T05:09:26.653" v="0" actId="165"/>
          <ac:picMkLst>
            <pc:docMk/>
            <pc:sldMk cId="228913878" sldId="256"/>
            <ac:picMk id="6" creationId="{B9D75A6F-5017-1386-DB7C-FF6230794E65}"/>
          </ac:picMkLst>
        </pc:picChg>
      </pc:sldChg>
      <pc:sldChg chg="addSp delSp modSp new mod modAnim">
        <pc:chgData name="Freda Shi" userId="e3bafef1-15f2-4eeb-acbe-fa674bab7991" providerId="ADAL" clId="{9555FC65-5A8C-4EE8-9D5B-8283D7A0923C}" dt="2026-01-03T02:47:42.259" v="7713" actId="20577"/>
        <pc:sldMkLst>
          <pc:docMk/>
          <pc:sldMk cId="3049244224" sldId="258"/>
        </pc:sldMkLst>
        <pc:spChg chg="mod">
          <ac:chgData name="Freda Shi" userId="e3bafef1-15f2-4eeb-acbe-fa674bab7991" providerId="ADAL" clId="{9555FC65-5A8C-4EE8-9D5B-8283D7A0923C}" dt="2026-01-02T22:51:53.720" v="7614" actId="20577"/>
          <ac:spMkLst>
            <pc:docMk/>
            <pc:sldMk cId="3049244224" sldId="258"/>
            <ac:spMk id="2" creationId="{FA8923B4-2547-3797-BEBA-0578E6158F09}"/>
          </ac:spMkLst>
        </pc:spChg>
        <pc:spChg chg="mod">
          <ac:chgData name="Freda Shi" userId="e3bafef1-15f2-4eeb-acbe-fa674bab7991" providerId="ADAL" clId="{9555FC65-5A8C-4EE8-9D5B-8283D7A0923C}" dt="2026-01-03T02:47:42.259" v="7713" actId="20577"/>
          <ac:spMkLst>
            <pc:docMk/>
            <pc:sldMk cId="3049244224" sldId="258"/>
            <ac:spMk id="3" creationId="{225669A1-CE1A-FAD8-9FDB-B23EC7A781F1}"/>
          </ac:spMkLst>
        </pc:spChg>
        <pc:spChg chg="add mod">
          <ac:chgData name="Freda Shi" userId="e3bafef1-15f2-4eeb-acbe-fa674bab7991" providerId="ADAL" clId="{9555FC65-5A8C-4EE8-9D5B-8283D7A0923C}" dt="2026-01-02T23:08:12.498" v="7656" actId="1076"/>
          <ac:spMkLst>
            <pc:docMk/>
            <pc:sldMk cId="3049244224" sldId="258"/>
            <ac:spMk id="5" creationId="{CCF5661C-1A57-12C8-5554-BB8CEF572CE5}"/>
          </ac:spMkLst>
        </pc:spChg>
      </pc:sldChg>
      <pc:sldChg chg="delSp modSp add mod modAnim">
        <pc:chgData name="Freda Shi" userId="e3bafef1-15f2-4eeb-acbe-fa674bab7991" providerId="ADAL" clId="{9555FC65-5A8C-4EE8-9D5B-8283D7A0923C}" dt="2026-01-07T03:32:45.833" v="18584"/>
        <pc:sldMkLst>
          <pc:docMk/>
          <pc:sldMk cId="3403559757" sldId="259"/>
        </pc:sldMkLst>
        <pc:spChg chg="mod">
          <ac:chgData name="Freda Shi" userId="e3bafef1-15f2-4eeb-acbe-fa674bab7991" providerId="ADAL" clId="{9555FC65-5A8C-4EE8-9D5B-8283D7A0923C}" dt="2026-01-03T02:49:44.342" v="7778" actId="20577"/>
          <ac:spMkLst>
            <pc:docMk/>
            <pc:sldMk cId="3403559757" sldId="259"/>
            <ac:spMk id="3" creationId="{AA711A87-0748-4FFB-794D-070989CCBBC2}"/>
          </ac:spMkLst>
        </pc:spChg>
      </pc:sldChg>
      <pc:sldChg chg="addSp delSp modSp add mod modAnim">
        <pc:chgData name="Freda Shi" userId="e3bafef1-15f2-4eeb-acbe-fa674bab7991" providerId="ADAL" clId="{9555FC65-5A8C-4EE8-9D5B-8283D7A0923C}" dt="2026-01-03T03:00:49.587" v="8423" actId="20577"/>
        <pc:sldMkLst>
          <pc:docMk/>
          <pc:sldMk cId="3173501571" sldId="260"/>
        </pc:sldMkLst>
        <pc:spChg chg="mod">
          <ac:chgData name="Freda Shi" userId="e3bafef1-15f2-4eeb-acbe-fa674bab7991" providerId="ADAL" clId="{9555FC65-5A8C-4EE8-9D5B-8283D7A0923C}" dt="2026-01-03T02:52:04.322" v="7820" actId="14100"/>
          <ac:spMkLst>
            <pc:docMk/>
            <pc:sldMk cId="3173501571" sldId="260"/>
            <ac:spMk id="3" creationId="{DFDBD366-7F0C-B8AD-774A-931FE7E6A930}"/>
          </ac:spMkLst>
        </pc:spChg>
        <pc:spChg chg="add mod">
          <ac:chgData name="Freda Shi" userId="e3bafef1-15f2-4eeb-acbe-fa674bab7991" providerId="ADAL" clId="{9555FC65-5A8C-4EE8-9D5B-8283D7A0923C}" dt="2026-01-03T02:55:41.199" v="8017" actId="14100"/>
          <ac:spMkLst>
            <pc:docMk/>
            <pc:sldMk cId="3173501571" sldId="260"/>
            <ac:spMk id="6" creationId="{8D833E0A-0703-57F6-435A-AB7304356A68}"/>
          </ac:spMkLst>
        </pc:spChg>
        <pc:spChg chg="add mod">
          <ac:chgData name="Freda Shi" userId="e3bafef1-15f2-4eeb-acbe-fa674bab7991" providerId="ADAL" clId="{9555FC65-5A8C-4EE8-9D5B-8283D7A0923C}" dt="2026-01-03T03:00:49.587" v="8423" actId="20577"/>
          <ac:spMkLst>
            <pc:docMk/>
            <pc:sldMk cId="3173501571" sldId="260"/>
            <ac:spMk id="7" creationId="{CFC8B573-0799-B4AD-F2BA-B5373C712669}"/>
          </ac:spMkLst>
        </pc:spChg>
      </pc:sldChg>
      <pc:sldChg chg="modSp add mod modAnim">
        <pc:chgData name="Freda Shi" userId="e3bafef1-15f2-4eeb-acbe-fa674bab7991" providerId="ADAL" clId="{9555FC65-5A8C-4EE8-9D5B-8283D7A0923C}" dt="2026-01-03T02:58:48.139" v="8312"/>
        <pc:sldMkLst>
          <pc:docMk/>
          <pc:sldMk cId="2718129209" sldId="261"/>
        </pc:sldMkLst>
        <pc:spChg chg="mod">
          <ac:chgData name="Freda Shi" userId="e3bafef1-15f2-4eeb-acbe-fa674bab7991" providerId="ADAL" clId="{9555FC65-5A8C-4EE8-9D5B-8283D7A0923C}" dt="2026-01-03T02:56:44.648" v="8046" actId="20577"/>
          <ac:spMkLst>
            <pc:docMk/>
            <pc:sldMk cId="2718129209" sldId="261"/>
            <ac:spMk id="2" creationId="{53725535-FA00-CC74-46E8-164778BFA3A9}"/>
          </ac:spMkLst>
        </pc:spChg>
        <pc:spChg chg="mod">
          <ac:chgData name="Freda Shi" userId="e3bafef1-15f2-4eeb-acbe-fa674bab7991" providerId="ADAL" clId="{9555FC65-5A8C-4EE8-9D5B-8283D7A0923C}" dt="2026-01-03T02:58:37.470" v="8310" actId="20577"/>
          <ac:spMkLst>
            <pc:docMk/>
            <pc:sldMk cId="2718129209" sldId="261"/>
            <ac:spMk id="3" creationId="{900665D8-7790-50BF-993C-A1DB8B1FA030}"/>
          </ac:spMkLst>
        </pc:spChg>
      </pc:sldChg>
      <pc:sldChg chg="addSp modSp add mod modAnim">
        <pc:chgData name="Freda Shi" userId="e3bafef1-15f2-4eeb-acbe-fa674bab7991" providerId="ADAL" clId="{9555FC65-5A8C-4EE8-9D5B-8283D7A0923C}" dt="2026-01-03T03:01:27.343" v="8563" actId="313"/>
        <pc:sldMkLst>
          <pc:docMk/>
          <pc:sldMk cId="3769571936" sldId="262"/>
        </pc:sldMkLst>
        <pc:spChg chg="mod">
          <ac:chgData name="Freda Shi" userId="e3bafef1-15f2-4eeb-acbe-fa674bab7991" providerId="ADAL" clId="{9555FC65-5A8C-4EE8-9D5B-8283D7A0923C}" dt="2026-01-03T02:59:23.886" v="8409" actId="20577"/>
          <ac:spMkLst>
            <pc:docMk/>
            <pc:sldMk cId="3769571936" sldId="262"/>
            <ac:spMk id="3" creationId="{859BDE71-34BF-A1A2-7D17-DC465880004A}"/>
          </ac:spMkLst>
        </pc:spChg>
        <pc:spChg chg="add mod">
          <ac:chgData name="Freda Shi" userId="e3bafef1-15f2-4eeb-acbe-fa674bab7991" providerId="ADAL" clId="{9555FC65-5A8C-4EE8-9D5B-8283D7A0923C}" dt="2026-01-03T03:00:07.177" v="8413" actId="20577"/>
          <ac:spMkLst>
            <pc:docMk/>
            <pc:sldMk cId="3769571936" sldId="262"/>
            <ac:spMk id="5" creationId="{77E5BCF4-BEFD-BFDD-1CE4-725C281D7F10}"/>
          </ac:spMkLst>
        </pc:spChg>
        <pc:spChg chg="add mod">
          <ac:chgData name="Freda Shi" userId="e3bafef1-15f2-4eeb-acbe-fa674bab7991" providerId="ADAL" clId="{9555FC65-5A8C-4EE8-9D5B-8283D7A0923C}" dt="2026-01-03T03:01:27.343" v="8563" actId="313"/>
          <ac:spMkLst>
            <pc:docMk/>
            <pc:sldMk cId="3769571936" sldId="262"/>
            <ac:spMk id="6" creationId="{CA5475EA-F41F-F1B0-A847-262A38F6F640}"/>
          </ac:spMkLst>
        </pc:spChg>
        <pc:picChg chg="add mod">
          <ac:chgData name="Freda Shi" userId="e3bafef1-15f2-4eeb-acbe-fa674bab7991" providerId="ADAL" clId="{9555FC65-5A8C-4EE8-9D5B-8283D7A0923C}" dt="2026-01-03T03:00:27.800" v="8420" actId="1076"/>
          <ac:picMkLst>
            <pc:docMk/>
            <pc:sldMk cId="3769571936" sldId="262"/>
            <ac:picMk id="1032" creationId="{B4D308AB-9F62-C20C-E171-81E3224B14D1}"/>
          </ac:picMkLst>
        </pc:picChg>
      </pc:sldChg>
      <pc:sldChg chg="delSp modSp add mod">
        <pc:chgData name="Freda Shi" userId="e3bafef1-15f2-4eeb-acbe-fa674bab7991" providerId="ADAL" clId="{9555FC65-5A8C-4EE8-9D5B-8283D7A0923C}" dt="2026-01-06T03:09:44.848" v="10489" actId="255"/>
        <pc:sldMkLst>
          <pc:docMk/>
          <pc:sldMk cId="1532387429" sldId="263"/>
        </pc:sldMkLst>
        <pc:spChg chg="mod">
          <ac:chgData name="Freda Shi" userId="e3bafef1-15f2-4eeb-acbe-fa674bab7991" providerId="ADAL" clId="{9555FC65-5A8C-4EE8-9D5B-8283D7A0923C}" dt="2026-01-03T03:05:44.536" v="8592" actId="20577"/>
          <ac:spMkLst>
            <pc:docMk/>
            <pc:sldMk cId="1532387429" sldId="263"/>
            <ac:spMk id="2" creationId="{AE42CEBC-793E-90B2-C2BB-1687225499E9}"/>
          </ac:spMkLst>
        </pc:spChg>
        <pc:spChg chg="mod">
          <ac:chgData name="Freda Shi" userId="e3bafef1-15f2-4eeb-acbe-fa674bab7991" providerId="ADAL" clId="{9555FC65-5A8C-4EE8-9D5B-8283D7A0923C}" dt="2026-01-06T03:09:44.848" v="10489" actId="255"/>
          <ac:spMkLst>
            <pc:docMk/>
            <pc:sldMk cId="1532387429" sldId="263"/>
            <ac:spMk id="3" creationId="{29F34BBB-1AB9-C6D4-F27C-C102E8F466CC}"/>
          </ac:spMkLst>
        </pc:spChg>
      </pc:sldChg>
      <pc:sldChg chg="addSp delSp modSp add mod">
        <pc:chgData name="Freda Shi" userId="e3bafef1-15f2-4eeb-acbe-fa674bab7991" providerId="ADAL" clId="{9555FC65-5A8C-4EE8-9D5B-8283D7A0923C}" dt="2026-01-06T01:55:54.758" v="9480" actId="404"/>
        <pc:sldMkLst>
          <pc:docMk/>
          <pc:sldMk cId="36278717" sldId="264"/>
        </pc:sldMkLst>
        <pc:spChg chg="mod">
          <ac:chgData name="Freda Shi" userId="e3bafef1-15f2-4eeb-acbe-fa674bab7991" providerId="ADAL" clId="{9555FC65-5A8C-4EE8-9D5B-8283D7A0923C}" dt="2026-01-03T03:16:25.991" v="8839" actId="20577"/>
          <ac:spMkLst>
            <pc:docMk/>
            <pc:sldMk cId="36278717" sldId="264"/>
            <ac:spMk id="2" creationId="{B3D343A3-F6E9-DA5A-6449-E21C9339067A}"/>
          </ac:spMkLst>
        </pc:spChg>
        <pc:spChg chg="mod">
          <ac:chgData name="Freda Shi" userId="e3bafef1-15f2-4eeb-acbe-fa674bab7991" providerId="ADAL" clId="{9555FC65-5A8C-4EE8-9D5B-8283D7A0923C}" dt="2026-01-06T01:55:54.758" v="9480" actId="404"/>
          <ac:spMkLst>
            <pc:docMk/>
            <pc:sldMk cId="36278717" sldId="264"/>
            <ac:spMk id="3" creationId="{1FA71AF0-6BA6-BED3-A4BA-0FAFBF1B508A}"/>
          </ac:spMkLst>
        </pc:spChg>
        <pc:spChg chg="add mod">
          <ac:chgData name="Freda Shi" userId="e3bafef1-15f2-4eeb-acbe-fa674bab7991" providerId="ADAL" clId="{9555FC65-5A8C-4EE8-9D5B-8283D7A0923C}" dt="2026-01-03T06:23:33.330" v="9470" actId="255"/>
          <ac:spMkLst>
            <pc:docMk/>
            <pc:sldMk cId="36278717" sldId="264"/>
            <ac:spMk id="9" creationId="{F2A92DF2-504F-02B3-3CC6-E74C50309088}"/>
          </ac:spMkLst>
        </pc:spChg>
      </pc:sldChg>
      <pc:sldChg chg="add modTransition modNotesTx">
        <pc:chgData name="Freda Shi" userId="e3bafef1-15f2-4eeb-acbe-fa674bab7991" providerId="ADAL" clId="{9555FC65-5A8C-4EE8-9D5B-8283D7A0923C}" dt="2026-01-07T03:33:08.999" v="18585"/>
        <pc:sldMkLst>
          <pc:docMk/>
          <pc:sldMk cId="0" sldId="268"/>
        </pc:sldMkLst>
      </pc:sldChg>
      <pc:sldChg chg="add">
        <pc:chgData name="Freda Shi" userId="e3bafef1-15f2-4eeb-acbe-fa674bab7991" providerId="ADAL" clId="{9555FC65-5A8C-4EE8-9D5B-8283D7A0923C}" dt="2026-01-03T03:15:57.651" v="8829"/>
        <pc:sldMkLst>
          <pc:docMk/>
          <pc:sldMk cId="0" sldId="269"/>
        </pc:sldMkLst>
      </pc:sldChg>
      <pc:sldChg chg="modSp new mod modAnim">
        <pc:chgData name="Freda Shi" userId="e3bafef1-15f2-4eeb-acbe-fa674bab7991" providerId="ADAL" clId="{9555FC65-5A8C-4EE8-9D5B-8283D7A0923C}" dt="2026-01-06T03:10:26.319" v="10491"/>
        <pc:sldMkLst>
          <pc:docMk/>
          <pc:sldMk cId="2007636539" sldId="270"/>
        </pc:sldMkLst>
        <pc:spChg chg="mod">
          <ac:chgData name="Freda Shi" userId="e3bafef1-15f2-4eeb-acbe-fa674bab7991" providerId="ADAL" clId="{9555FC65-5A8C-4EE8-9D5B-8283D7A0923C}" dt="2026-01-06T01:56:26.331" v="9503" actId="20577"/>
          <ac:spMkLst>
            <pc:docMk/>
            <pc:sldMk cId="2007636539" sldId="270"/>
            <ac:spMk id="2" creationId="{535997DC-6747-328D-6D38-F2F76BF033E9}"/>
          </ac:spMkLst>
        </pc:spChg>
        <pc:spChg chg="mod">
          <ac:chgData name="Freda Shi" userId="e3bafef1-15f2-4eeb-acbe-fa674bab7991" providerId="ADAL" clId="{9555FC65-5A8C-4EE8-9D5B-8283D7A0923C}" dt="2026-01-06T03:09:11.323" v="10488" actId="5793"/>
          <ac:spMkLst>
            <pc:docMk/>
            <pc:sldMk cId="2007636539" sldId="270"/>
            <ac:spMk id="3" creationId="{69554FF8-2788-9930-29BD-8D84BA6BCDC8}"/>
          </ac:spMkLst>
        </pc:spChg>
      </pc:sldChg>
      <pc:sldChg chg="addSp modSp new mod addAnim delAnim modAnim modNotesTx">
        <pc:chgData name="Freda Shi" userId="e3bafef1-15f2-4eeb-acbe-fa674bab7991" providerId="ADAL" clId="{9555FC65-5A8C-4EE8-9D5B-8283D7A0923C}" dt="2026-01-06T03:08:57.650" v="10485" actId="403"/>
        <pc:sldMkLst>
          <pc:docMk/>
          <pc:sldMk cId="1373511944" sldId="271"/>
        </pc:sldMkLst>
        <pc:spChg chg="mod">
          <ac:chgData name="Freda Shi" userId="e3bafef1-15f2-4eeb-acbe-fa674bab7991" providerId="ADAL" clId="{9555FC65-5A8C-4EE8-9D5B-8283D7A0923C}" dt="2026-01-06T02:05:46.805" v="9910" actId="20577"/>
          <ac:spMkLst>
            <pc:docMk/>
            <pc:sldMk cId="1373511944" sldId="271"/>
            <ac:spMk id="2" creationId="{B425EF30-7E4A-12EF-E388-5831D7B57F10}"/>
          </ac:spMkLst>
        </pc:spChg>
        <pc:spChg chg="mod">
          <ac:chgData name="Freda Shi" userId="e3bafef1-15f2-4eeb-acbe-fa674bab7991" providerId="ADAL" clId="{9555FC65-5A8C-4EE8-9D5B-8283D7A0923C}" dt="2026-01-06T02:08:33.387" v="10093" actId="5793"/>
          <ac:spMkLst>
            <pc:docMk/>
            <pc:sldMk cId="1373511944" sldId="271"/>
            <ac:spMk id="3" creationId="{111A1405-7564-9266-D79F-3F9DD7735C42}"/>
          </ac:spMkLst>
        </pc:spChg>
        <pc:spChg chg="add mod">
          <ac:chgData name="Freda Shi" userId="e3bafef1-15f2-4eeb-acbe-fa674bab7991" providerId="ADAL" clId="{9555FC65-5A8C-4EE8-9D5B-8283D7A0923C}" dt="2026-01-06T03:08:54.199" v="10484" actId="403"/>
          <ac:spMkLst>
            <pc:docMk/>
            <pc:sldMk cId="1373511944" sldId="271"/>
            <ac:spMk id="6" creationId="{405C30BC-00B7-8466-BC23-12CBF6C51BF3}"/>
          </ac:spMkLst>
        </pc:spChg>
        <pc:spChg chg="add mod">
          <ac:chgData name="Freda Shi" userId="e3bafef1-15f2-4eeb-acbe-fa674bab7991" providerId="ADAL" clId="{9555FC65-5A8C-4EE8-9D5B-8283D7A0923C}" dt="2026-01-06T03:08:57.650" v="10485" actId="403"/>
          <ac:spMkLst>
            <pc:docMk/>
            <pc:sldMk cId="1373511944" sldId="271"/>
            <ac:spMk id="7" creationId="{F48B54B2-C232-116E-6D86-1474A319C065}"/>
          </ac:spMkLst>
        </pc:spChg>
        <pc:spChg chg="add mod">
          <ac:chgData name="Freda Shi" userId="e3bafef1-15f2-4eeb-acbe-fa674bab7991" providerId="ADAL" clId="{9555FC65-5A8C-4EE8-9D5B-8283D7A0923C}" dt="2026-01-06T02:12:19.245" v="10257" actId="1076"/>
          <ac:spMkLst>
            <pc:docMk/>
            <pc:sldMk cId="1373511944" sldId="271"/>
            <ac:spMk id="8" creationId="{6A6D17B5-44E4-1C90-7033-D9B644EA48A5}"/>
          </ac:spMkLst>
        </pc:spChg>
        <pc:picChg chg="add mod">
          <ac:chgData name="Freda Shi" userId="e3bafef1-15f2-4eeb-acbe-fa674bab7991" providerId="ADAL" clId="{9555FC65-5A8C-4EE8-9D5B-8283D7A0923C}" dt="2026-01-06T02:11:35.762" v="10227" actId="1038"/>
          <ac:picMkLst>
            <pc:docMk/>
            <pc:sldMk cId="1373511944" sldId="271"/>
            <ac:picMk id="5" creationId="{600B6A0B-7C76-EDA4-8875-539AB5CB9ED2}"/>
          </ac:picMkLst>
        </pc:picChg>
      </pc:sldChg>
      <pc:sldChg chg="modSp new mod modAnim">
        <pc:chgData name="Freda Shi" userId="e3bafef1-15f2-4eeb-acbe-fa674bab7991" providerId="ADAL" clId="{9555FC65-5A8C-4EE8-9D5B-8283D7A0923C}" dt="2026-01-06T03:10:35.884" v="10493"/>
        <pc:sldMkLst>
          <pc:docMk/>
          <pc:sldMk cId="3026061364" sldId="272"/>
        </pc:sldMkLst>
        <pc:spChg chg="mod">
          <ac:chgData name="Freda Shi" userId="e3bafef1-15f2-4eeb-acbe-fa674bab7991" providerId="ADAL" clId="{9555FC65-5A8C-4EE8-9D5B-8283D7A0923C}" dt="2026-01-06T02:27:34.258" v="10319" actId="20577"/>
          <ac:spMkLst>
            <pc:docMk/>
            <pc:sldMk cId="3026061364" sldId="272"/>
            <ac:spMk id="2" creationId="{C2E5CA9D-F34D-EFFE-C6FA-2A3327D0BF41}"/>
          </ac:spMkLst>
        </pc:spChg>
        <pc:spChg chg="mod">
          <ac:chgData name="Freda Shi" userId="e3bafef1-15f2-4eeb-acbe-fa674bab7991" providerId="ADAL" clId="{9555FC65-5A8C-4EE8-9D5B-8283D7A0923C}" dt="2026-01-06T03:08:43.957" v="10483" actId="403"/>
          <ac:spMkLst>
            <pc:docMk/>
            <pc:sldMk cId="3026061364" sldId="272"/>
            <ac:spMk id="3" creationId="{B9C3B691-0CDB-9062-6563-8EE42A06ED6C}"/>
          </ac:spMkLst>
        </pc:spChg>
      </pc:sldChg>
      <pc:sldChg chg="addSp delSp modSp new mod addAnim delAnim modAnim">
        <pc:chgData name="Freda Shi" userId="e3bafef1-15f2-4eeb-acbe-fa674bab7991" providerId="ADAL" clId="{9555FC65-5A8C-4EE8-9D5B-8283D7A0923C}" dt="2026-01-06T03:51:25.848" v="10672"/>
        <pc:sldMkLst>
          <pc:docMk/>
          <pc:sldMk cId="1954605343" sldId="273"/>
        </pc:sldMkLst>
        <pc:spChg chg="mod">
          <ac:chgData name="Freda Shi" userId="e3bafef1-15f2-4eeb-acbe-fa674bab7991" providerId="ADAL" clId="{9555FC65-5A8C-4EE8-9D5B-8283D7A0923C}" dt="2026-01-06T03:49:01.818" v="10522" actId="20577"/>
          <ac:spMkLst>
            <pc:docMk/>
            <pc:sldMk cId="1954605343" sldId="273"/>
            <ac:spMk id="2" creationId="{A6DC6DB1-7FC3-CFA2-BCEA-B963F18FE936}"/>
          </ac:spMkLst>
        </pc:spChg>
        <pc:spChg chg="mod">
          <ac:chgData name="Freda Shi" userId="e3bafef1-15f2-4eeb-acbe-fa674bab7991" providerId="ADAL" clId="{9555FC65-5A8C-4EE8-9D5B-8283D7A0923C}" dt="2026-01-06T03:50:20.730" v="10659" actId="207"/>
          <ac:spMkLst>
            <pc:docMk/>
            <pc:sldMk cId="1954605343" sldId="273"/>
            <ac:spMk id="3" creationId="{CFFE5362-1215-F165-DD2E-B37071B11091}"/>
          </ac:spMkLst>
        </pc:spChg>
        <pc:graphicFrameChg chg="add mod modGraphic">
          <ac:chgData name="Freda Shi" userId="e3bafef1-15f2-4eeb-acbe-fa674bab7991" providerId="ADAL" clId="{9555FC65-5A8C-4EE8-9D5B-8283D7A0923C}" dt="2026-01-06T03:51:04.874" v="10668" actId="1076"/>
          <ac:graphicFrameMkLst>
            <pc:docMk/>
            <pc:sldMk cId="1954605343" sldId="273"/>
            <ac:graphicFrameMk id="6" creationId="{21F29B20-7B94-B018-89A7-44E27B907076}"/>
          </ac:graphicFrameMkLst>
        </pc:graphicFrameChg>
        <pc:graphicFrameChg chg="add mod">
          <ac:chgData name="Freda Shi" userId="e3bafef1-15f2-4eeb-acbe-fa674bab7991" providerId="ADAL" clId="{9555FC65-5A8C-4EE8-9D5B-8283D7A0923C}" dt="2026-01-06T03:51:24.894" v="10671"/>
          <ac:graphicFrameMkLst>
            <pc:docMk/>
            <pc:sldMk cId="1954605343" sldId="273"/>
            <ac:graphicFrameMk id="7" creationId="{B9EF7F7C-70DA-FE86-B226-4C4511EE9919}"/>
          </ac:graphicFrameMkLst>
        </pc:graphicFrameChg>
        <pc:picChg chg="add del mod">
          <ac:chgData name="Freda Shi" userId="e3bafef1-15f2-4eeb-acbe-fa674bab7991" providerId="ADAL" clId="{9555FC65-5A8C-4EE8-9D5B-8283D7A0923C}" dt="2026-01-06T03:50:47.960" v="10661" actId="478"/>
          <ac:picMkLst>
            <pc:docMk/>
            <pc:sldMk cId="1954605343" sldId="273"/>
            <ac:picMk id="5" creationId="{A765E25F-B22B-0537-8510-E50A1E27237D}"/>
          </ac:picMkLst>
        </pc:picChg>
      </pc:sldChg>
      <pc:sldChg chg="addSp modSp new mod modAnim">
        <pc:chgData name="Freda Shi" userId="e3bafef1-15f2-4eeb-acbe-fa674bab7991" providerId="ADAL" clId="{9555FC65-5A8C-4EE8-9D5B-8283D7A0923C}" dt="2026-01-06T03:53:38.209" v="10894"/>
        <pc:sldMkLst>
          <pc:docMk/>
          <pc:sldMk cId="3684289256" sldId="274"/>
        </pc:sldMkLst>
        <pc:spChg chg="mod">
          <ac:chgData name="Freda Shi" userId="e3bafef1-15f2-4eeb-acbe-fa674bab7991" providerId="ADAL" clId="{9555FC65-5A8C-4EE8-9D5B-8283D7A0923C}" dt="2026-01-06T03:51:34.368" v="10674"/>
          <ac:spMkLst>
            <pc:docMk/>
            <pc:sldMk cId="3684289256" sldId="274"/>
            <ac:spMk id="2" creationId="{C967EC15-1EE0-F2AC-38FE-60AE0B6F7733}"/>
          </ac:spMkLst>
        </pc:spChg>
        <pc:spChg chg="mod">
          <ac:chgData name="Freda Shi" userId="e3bafef1-15f2-4eeb-acbe-fa674bab7991" providerId="ADAL" clId="{9555FC65-5A8C-4EE8-9D5B-8283D7A0923C}" dt="2026-01-06T03:52:24.967" v="10875" actId="20577"/>
          <ac:spMkLst>
            <pc:docMk/>
            <pc:sldMk cId="3684289256" sldId="274"/>
            <ac:spMk id="3" creationId="{6256C210-16B6-F944-8F0C-E917267D8986}"/>
          </ac:spMkLst>
        </pc:spChg>
        <pc:spChg chg="add mod">
          <ac:chgData name="Freda Shi" userId="e3bafef1-15f2-4eeb-acbe-fa674bab7991" providerId="ADAL" clId="{9555FC65-5A8C-4EE8-9D5B-8283D7A0923C}" dt="2026-01-06T03:53:33.374" v="10893" actId="12788"/>
          <ac:spMkLst>
            <pc:docMk/>
            <pc:sldMk cId="3684289256" sldId="274"/>
            <ac:spMk id="6" creationId="{6FA68DCA-C2F6-F5FB-E7AB-4BE0A94BA488}"/>
          </ac:spMkLst>
        </pc:spChg>
      </pc:sldChg>
      <pc:sldChg chg="addSp delSp modSp new mod modAnim">
        <pc:chgData name="Freda Shi" userId="e3bafef1-15f2-4eeb-acbe-fa674bab7991" providerId="ADAL" clId="{9555FC65-5A8C-4EE8-9D5B-8283D7A0923C}" dt="2026-01-06T03:55:11.711" v="10931" actId="1036"/>
        <pc:sldMkLst>
          <pc:docMk/>
          <pc:sldMk cId="1453903088" sldId="275"/>
        </pc:sldMkLst>
        <pc:spChg chg="mod">
          <ac:chgData name="Freda Shi" userId="e3bafef1-15f2-4eeb-acbe-fa674bab7991" providerId="ADAL" clId="{9555FC65-5A8C-4EE8-9D5B-8283D7A0923C}" dt="2026-01-06T03:54:53.650" v="10916" actId="20577"/>
          <ac:spMkLst>
            <pc:docMk/>
            <pc:sldMk cId="1453903088" sldId="275"/>
            <ac:spMk id="2" creationId="{F165C3B6-397D-F490-82CD-EDB4E048737E}"/>
          </ac:spMkLst>
        </pc:spChg>
        <pc:spChg chg="del">
          <ac:chgData name="Freda Shi" userId="e3bafef1-15f2-4eeb-acbe-fa674bab7991" providerId="ADAL" clId="{9555FC65-5A8C-4EE8-9D5B-8283D7A0923C}" dt="2026-01-06T03:54:57.348" v="10917" actId="478"/>
          <ac:spMkLst>
            <pc:docMk/>
            <pc:sldMk cId="1453903088" sldId="275"/>
            <ac:spMk id="3" creationId="{7B3D9605-D7D7-5958-7908-AA7B14FE11C5}"/>
          </ac:spMkLst>
        </pc:spChg>
        <pc:spChg chg="mod">
          <ac:chgData name="Freda Shi" userId="e3bafef1-15f2-4eeb-acbe-fa674bab7991" providerId="ADAL" clId="{9555FC65-5A8C-4EE8-9D5B-8283D7A0923C}" dt="2026-01-06T03:55:09.236" v="10918"/>
          <ac:spMkLst>
            <pc:docMk/>
            <pc:sldMk cId="1453903088" sldId="275"/>
            <ac:spMk id="8" creationId="{3201EFD8-2EE7-268C-C71C-D19FB52A515D}"/>
          </ac:spMkLst>
        </pc:spChg>
        <pc:spChg chg="mod">
          <ac:chgData name="Freda Shi" userId="e3bafef1-15f2-4eeb-acbe-fa674bab7991" providerId="ADAL" clId="{9555FC65-5A8C-4EE8-9D5B-8283D7A0923C}" dt="2026-01-06T03:55:09.236" v="10918"/>
          <ac:spMkLst>
            <pc:docMk/>
            <pc:sldMk cId="1453903088" sldId="275"/>
            <ac:spMk id="9" creationId="{C0118E41-303E-0A4D-0C83-F60F0AA6BDC8}"/>
          </ac:spMkLst>
        </pc:spChg>
        <pc:spChg chg="mod">
          <ac:chgData name="Freda Shi" userId="e3bafef1-15f2-4eeb-acbe-fa674bab7991" providerId="ADAL" clId="{9555FC65-5A8C-4EE8-9D5B-8283D7A0923C}" dt="2026-01-06T03:55:09.236" v="10918"/>
          <ac:spMkLst>
            <pc:docMk/>
            <pc:sldMk cId="1453903088" sldId="275"/>
            <ac:spMk id="10" creationId="{1F933500-D6F6-B51A-D2BE-5A7F265CB191}"/>
          </ac:spMkLst>
        </pc:spChg>
        <pc:spChg chg="mod">
          <ac:chgData name="Freda Shi" userId="e3bafef1-15f2-4eeb-acbe-fa674bab7991" providerId="ADAL" clId="{9555FC65-5A8C-4EE8-9D5B-8283D7A0923C}" dt="2026-01-06T03:55:09.236" v="10918"/>
          <ac:spMkLst>
            <pc:docMk/>
            <pc:sldMk cId="1453903088" sldId="275"/>
            <ac:spMk id="13" creationId="{AB669E05-6799-13DA-94B5-BC119EA9B285}"/>
          </ac:spMkLst>
        </pc:spChg>
        <pc:spChg chg="mod">
          <ac:chgData name="Freda Shi" userId="e3bafef1-15f2-4eeb-acbe-fa674bab7991" providerId="ADAL" clId="{9555FC65-5A8C-4EE8-9D5B-8283D7A0923C}" dt="2026-01-06T03:55:09.236" v="10918"/>
          <ac:spMkLst>
            <pc:docMk/>
            <pc:sldMk cId="1453903088" sldId="275"/>
            <ac:spMk id="14" creationId="{11D5C680-C142-1157-511C-B0A6AE74B18F}"/>
          </ac:spMkLst>
        </pc:spChg>
        <pc:spChg chg="mod">
          <ac:chgData name="Freda Shi" userId="e3bafef1-15f2-4eeb-acbe-fa674bab7991" providerId="ADAL" clId="{9555FC65-5A8C-4EE8-9D5B-8283D7A0923C}" dt="2026-01-06T03:55:09.236" v="10918"/>
          <ac:spMkLst>
            <pc:docMk/>
            <pc:sldMk cId="1453903088" sldId="275"/>
            <ac:spMk id="16" creationId="{03EBA4FB-A033-6824-A389-B88857D3E86A}"/>
          </ac:spMkLst>
        </pc:spChg>
        <pc:spChg chg="mod">
          <ac:chgData name="Freda Shi" userId="e3bafef1-15f2-4eeb-acbe-fa674bab7991" providerId="ADAL" clId="{9555FC65-5A8C-4EE8-9D5B-8283D7A0923C}" dt="2026-01-06T03:55:09.236" v="10918"/>
          <ac:spMkLst>
            <pc:docMk/>
            <pc:sldMk cId="1453903088" sldId="275"/>
            <ac:spMk id="17" creationId="{0D7F842E-4B40-22A0-7C7C-0CEDE9C08650}"/>
          </ac:spMkLst>
        </pc:spChg>
        <pc:spChg chg="mod">
          <ac:chgData name="Freda Shi" userId="e3bafef1-15f2-4eeb-acbe-fa674bab7991" providerId="ADAL" clId="{9555FC65-5A8C-4EE8-9D5B-8283D7A0923C}" dt="2026-01-06T03:55:09.236" v="10918"/>
          <ac:spMkLst>
            <pc:docMk/>
            <pc:sldMk cId="1453903088" sldId="275"/>
            <ac:spMk id="18" creationId="{CB6B742D-38D8-1D93-DC80-F53DBB792914}"/>
          </ac:spMkLst>
        </pc:spChg>
        <pc:spChg chg="mod">
          <ac:chgData name="Freda Shi" userId="e3bafef1-15f2-4eeb-acbe-fa674bab7991" providerId="ADAL" clId="{9555FC65-5A8C-4EE8-9D5B-8283D7A0923C}" dt="2026-01-06T03:55:09.236" v="10918"/>
          <ac:spMkLst>
            <pc:docMk/>
            <pc:sldMk cId="1453903088" sldId="275"/>
            <ac:spMk id="20" creationId="{4AFEFD5F-54B5-991E-AA8C-388E9E30EF5A}"/>
          </ac:spMkLst>
        </pc:spChg>
        <pc:spChg chg="add mod">
          <ac:chgData name="Freda Shi" userId="e3bafef1-15f2-4eeb-acbe-fa674bab7991" providerId="ADAL" clId="{9555FC65-5A8C-4EE8-9D5B-8283D7A0923C}" dt="2026-01-06T03:55:11.711" v="10931" actId="1036"/>
          <ac:spMkLst>
            <pc:docMk/>
            <pc:sldMk cId="1453903088" sldId="275"/>
            <ac:spMk id="23" creationId="{0D75BB1F-3F77-D150-2FC4-0B139260247A}"/>
          </ac:spMkLst>
        </pc:spChg>
        <pc:grpChg chg="mod">
          <ac:chgData name="Freda Shi" userId="e3bafef1-15f2-4eeb-acbe-fa674bab7991" providerId="ADAL" clId="{9555FC65-5A8C-4EE8-9D5B-8283D7A0923C}" dt="2026-01-06T03:55:11.711" v="10931" actId="1036"/>
          <ac:grpSpMkLst>
            <pc:docMk/>
            <pc:sldMk cId="1453903088" sldId="275"/>
            <ac:grpSpMk id="7" creationId="{EAD9C80A-E4EF-F274-756C-71B8CA30EFC1}"/>
          </ac:grpSpMkLst>
        </pc:grpChg>
        <pc:grpChg chg="mod">
          <ac:chgData name="Freda Shi" userId="e3bafef1-15f2-4eeb-acbe-fa674bab7991" providerId="ADAL" clId="{9555FC65-5A8C-4EE8-9D5B-8283D7A0923C}" dt="2026-01-06T03:55:11.711" v="10931" actId="1036"/>
          <ac:grpSpMkLst>
            <pc:docMk/>
            <pc:sldMk cId="1453903088" sldId="275"/>
            <ac:grpSpMk id="11" creationId="{8434D0DC-4662-B809-43C7-B1CFAE50C0FC}"/>
          </ac:grpSpMkLst>
        </pc:grpChg>
        <pc:grpChg chg="mod">
          <ac:chgData name="Freda Shi" userId="e3bafef1-15f2-4eeb-acbe-fa674bab7991" providerId="ADAL" clId="{9555FC65-5A8C-4EE8-9D5B-8283D7A0923C}" dt="2026-01-06T03:55:11.711" v="10931" actId="1036"/>
          <ac:grpSpMkLst>
            <pc:docMk/>
            <pc:sldMk cId="1453903088" sldId="275"/>
            <ac:grpSpMk id="15" creationId="{EABB1951-C461-EADF-E791-240A30619AF1}"/>
          </ac:grpSpMkLst>
        </pc:grpChg>
        <pc:picChg chg="mod">
          <ac:chgData name="Freda Shi" userId="e3bafef1-15f2-4eeb-acbe-fa674bab7991" providerId="ADAL" clId="{9555FC65-5A8C-4EE8-9D5B-8283D7A0923C}" dt="2026-01-06T03:55:11.711" v="10931" actId="1036"/>
          <ac:picMkLst>
            <pc:docMk/>
            <pc:sldMk cId="1453903088" sldId="275"/>
            <ac:picMk id="5" creationId="{46336C1D-F7F5-4333-AF9E-456BDDD37452}"/>
          </ac:picMkLst>
        </pc:picChg>
        <pc:picChg chg="mod">
          <ac:chgData name="Freda Shi" userId="e3bafef1-15f2-4eeb-acbe-fa674bab7991" providerId="ADAL" clId="{9555FC65-5A8C-4EE8-9D5B-8283D7A0923C}" dt="2026-01-06T03:55:11.711" v="10931" actId="1036"/>
          <ac:picMkLst>
            <pc:docMk/>
            <pc:sldMk cId="1453903088" sldId="275"/>
            <ac:picMk id="6" creationId="{EC469B9A-7EF4-4035-FC25-924F7AAD8EE1}"/>
          </ac:picMkLst>
        </pc:picChg>
        <pc:picChg chg="mod">
          <ac:chgData name="Freda Shi" userId="e3bafef1-15f2-4eeb-acbe-fa674bab7991" providerId="ADAL" clId="{9555FC65-5A8C-4EE8-9D5B-8283D7A0923C}" dt="2026-01-06T03:55:11.711" v="10931" actId="1036"/>
          <ac:picMkLst>
            <pc:docMk/>
            <pc:sldMk cId="1453903088" sldId="275"/>
            <ac:picMk id="21" creationId="{3C7885F6-A2FC-E2F5-0A15-06A7FDCACC51}"/>
          </ac:picMkLst>
        </pc:picChg>
        <pc:picChg chg="mod">
          <ac:chgData name="Freda Shi" userId="e3bafef1-15f2-4eeb-acbe-fa674bab7991" providerId="ADAL" clId="{9555FC65-5A8C-4EE8-9D5B-8283D7A0923C}" dt="2026-01-06T03:55:11.711" v="10931" actId="1036"/>
          <ac:picMkLst>
            <pc:docMk/>
            <pc:sldMk cId="1453903088" sldId="275"/>
            <ac:picMk id="22" creationId="{668C28C5-113D-E51C-D9DA-486B9BB651ED}"/>
          </ac:picMkLst>
        </pc:picChg>
      </pc:sldChg>
      <pc:sldChg chg="addSp modSp new mod modAnim">
        <pc:chgData name="Freda Shi" userId="e3bafef1-15f2-4eeb-acbe-fa674bab7991" providerId="ADAL" clId="{9555FC65-5A8C-4EE8-9D5B-8283D7A0923C}" dt="2026-01-06T03:57:18.499" v="11170"/>
        <pc:sldMkLst>
          <pc:docMk/>
          <pc:sldMk cId="1216796053" sldId="276"/>
        </pc:sldMkLst>
        <pc:spChg chg="mod">
          <ac:chgData name="Freda Shi" userId="e3bafef1-15f2-4eeb-acbe-fa674bab7991" providerId="ADAL" clId="{9555FC65-5A8C-4EE8-9D5B-8283D7A0923C}" dt="2026-01-06T03:55:29.509" v="10967" actId="20577"/>
          <ac:spMkLst>
            <pc:docMk/>
            <pc:sldMk cId="1216796053" sldId="276"/>
            <ac:spMk id="2" creationId="{57D12BEF-5D29-820C-D3D8-AD639A8D4820}"/>
          </ac:spMkLst>
        </pc:spChg>
        <pc:spChg chg="mod">
          <ac:chgData name="Freda Shi" userId="e3bafef1-15f2-4eeb-acbe-fa674bab7991" providerId="ADAL" clId="{9555FC65-5A8C-4EE8-9D5B-8283D7A0923C}" dt="2026-01-06T03:56:10.869" v="11164" actId="20577"/>
          <ac:spMkLst>
            <pc:docMk/>
            <pc:sldMk cId="1216796053" sldId="276"/>
            <ac:spMk id="3" creationId="{636D9CA4-6408-F1CC-9EDD-24510AB84C9A}"/>
          </ac:spMkLst>
        </pc:spChg>
        <pc:picChg chg="add mod">
          <ac:chgData name="Freda Shi" userId="e3bafef1-15f2-4eeb-acbe-fa674bab7991" providerId="ADAL" clId="{9555FC65-5A8C-4EE8-9D5B-8283D7A0923C}" dt="2026-01-06T03:57:09.855" v="11168" actId="12788"/>
          <ac:picMkLst>
            <pc:docMk/>
            <pc:sldMk cId="1216796053" sldId="276"/>
            <ac:picMk id="6" creationId="{D03A088B-60C0-106B-9BF0-98426C66ACBF}"/>
          </ac:picMkLst>
        </pc:picChg>
      </pc:sldChg>
      <pc:sldChg chg="modSp new mod addAnim delAnim modAnim modNotesTx">
        <pc:chgData name="Freda Shi" userId="e3bafef1-15f2-4eeb-acbe-fa674bab7991" providerId="ADAL" clId="{9555FC65-5A8C-4EE8-9D5B-8283D7A0923C}" dt="2026-01-06T04:00:06.478" v="11628" actId="20577"/>
        <pc:sldMkLst>
          <pc:docMk/>
          <pc:sldMk cId="2796477148" sldId="277"/>
        </pc:sldMkLst>
        <pc:spChg chg="mod">
          <ac:chgData name="Freda Shi" userId="e3bafef1-15f2-4eeb-acbe-fa674bab7991" providerId="ADAL" clId="{9555FC65-5A8C-4EE8-9D5B-8283D7A0923C}" dt="2026-01-06T03:57:45.785" v="11193" actId="20577"/>
          <ac:spMkLst>
            <pc:docMk/>
            <pc:sldMk cId="2796477148" sldId="277"/>
            <ac:spMk id="2" creationId="{792BB5F0-668E-4AB6-C199-95A7C1832D78}"/>
          </ac:spMkLst>
        </pc:spChg>
        <pc:spChg chg="mod">
          <ac:chgData name="Freda Shi" userId="e3bafef1-15f2-4eeb-acbe-fa674bab7991" providerId="ADAL" clId="{9555FC65-5A8C-4EE8-9D5B-8283D7A0923C}" dt="2026-01-06T04:00:06.478" v="11628" actId="20577"/>
          <ac:spMkLst>
            <pc:docMk/>
            <pc:sldMk cId="2796477148" sldId="277"/>
            <ac:spMk id="3" creationId="{E57C6E29-7656-CD96-E666-EFD9006AA2CC}"/>
          </ac:spMkLst>
        </pc:spChg>
      </pc:sldChg>
      <pc:sldChg chg="addSp modSp new mod modAnim">
        <pc:chgData name="Freda Shi" userId="e3bafef1-15f2-4eeb-acbe-fa674bab7991" providerId="ADAL" clId="{9555FC65-5A8C-4EE8-9D5B-8283D7A0923C}" dt="2026-01-07T03:34:18.284" v="18593" actId="20577"/>
        <pc:sldMkLst>
          <pc:docMk/>
          <pc:sldMk cId="510412042" sldId="278"/>
        </pc:sldMkLst>
        <pc:spChg chg="mod">
          <ac:chgData name="Freda Shi" userId="e3bafef1-15f2-4eeb-acbe-fa674bab7991" providerId="ADAL" clId="{9555FC65-5A8C-4EE8-9D5B-8283D7A0923C}" dt="2026-01-06T04:00:19.948" v="11641" actId="20577"/>
          <ac:spMkLst>
            <pc:docMk/>
            <pc:sldMk cId="510412042" sldId="278"/>
            <ac:spMk id="2" creationId="{1282FD5E-DCE7-8955-FA08-ADB9CDFA0C03}"/>
          </ac:spMkLst>
        </pc:spChg>
        <pc:spChg chg="mod">
          <ac:chgData name="Freda Shi" userId="e3bafef1-15f2-4eeb-acbe-fa674bab7991" providerId="ADAL" clId="{9555FC65-5A8C-4EE8-9D5B-8283D7A0923C}" dt="2026-01-07T03:34:18.284" v="18593" actId="20577"/>
          <ac:spMkLst>
            <pc:docMk/>
            <pc:sldMk cId="510412042" sldId="278"/>
            <ac:spMk id="3" creationId="{05C58431-305B-532A-0D37-4E1B94FC6919}"/>
          </ac:spMkLst>
        </pc:spChg>
        <pc:spChg chg="add mod">
          <ac:chgData name="Freda Shi" userId="e3bafef1-15f2-4eeb-acbe-fa674bab7991" providerId="ADAL" clId="{9555FC65-5A8C-4EE8-9D5B-8283D7A0923C}" dt="2026-01-06T04:04:20.646" v="12083" actId="14100"/>
          <ac:spMkLst>
            <pc:docMk/>
            <pc:sldMk cId="510412042" sldId="278"/>
            <ac:spMk id="5" creationId="{E8097AF9-CC91-177B-3AEF-865EE88153D8}"/>
          </ac:spMkLst>
        </pc:spChg>
        <pc:spChg chg="add mod">
          <ac:chgData name="Freda Shi" userId="e3bafef1-15f2-4eeb-acbe-fa674bab7991" providerId="ADAL" clId="{9555FC65-5A8C-4EE8-9D5B-8283D7A0923C}" dt="2026-01-06T04:04:20.646" v="12083" actId="14100"/>
          <ac:spMkLst>
            <pc:docMk/>
            <pc:sldMk cId="510412042" sldId="278"/>
            <ac:spMk id="6" creationId="{0C06D324-5531-3B1B-A22D-35C53625D872}"/>
          </ac:spMkLst>
        </pc:spChg>
      </pc:sldChg>
      <pc:sldChg chg="modSp new mod">
        <pc:chgData name="Freda Shi" userId="e3bafef1-15f2-4eeb-acbe-fa674bab7991" providerId="ADAL" clId="{9555FC65-5A8C-4EE8-9D5B-8283D7A0923C}" dt="2026-01-06T04:07:18.518" v="12290" actId="20577"/>
        <pc:sldMkLst>
          <pc:docMk/>
          <pc:sldMk cId="3451830949" sldId="279"/>
        </pc:sldMkLst>
        <pc:spChg chg="mod">
          <ac:chgData name="Freda Shi" userId="e3bafef1-15f2-4eeb-acbe-fa674bab7991" providerId="ADAL" clId="{9555FC65-5A8C-4EE8-9D5B-8283D7A0923C}" dt="2026-01-06T04:06:16.452" v="12099" actId="20577"/>
          <ac:spMkLst>
            <pc:docMk/>
            <pc:sldMk cId="3451830949" sldId="279"/>
            <ac:spMk id="2" creationId="{39E8FB9A-3ED5-7E0F-A215-CA90E6E80416}"/>
          </ac:spMkLst>
        </pc:spChg>
        <pc:spChg chg="mod">
          <ac:chgData name="Freda Shi" userId="e3bafef1-15f2-4eeb-acbe-fa674bab7991" providerId="ADAL" clId="{9555FC65-5A8C-4EE8-9D5B-8283D7A0923C}" dt="2026-01-06T04:07:18.518" v="12290" actId="20577"/>
          <ac:spMkLst>
            <pc:docMk/>
            <pc:sldMk cId="3451830949" sldId="279"/>
            <ac:spMk id="3" creationId="{57065179-BE1F-3DB1-DDA4-93F366C03CF5}"/>
          </ac:spMkLst>
        </pc:spChg>
      </pc:sldChg>
      <pc:sldChg chg="modSp new del mod">
        <pc:chgData name="Freda Shi" userId="e3bafef1-15f2-4eeb-acbe-fa674bab7991" providerId="ADAL" clId="{9555FC65-5A8C-4EE8-9D5B-8283D7A0923C}" dt="2026-01-06T04:04:44.366" v="12089" actId="47"/>
        <pc:sldMkLst>
          <pc:docMk/>
          <pc:sldMk cId="3468016967" sldId="279"/>
        </pc:sldMkLst>
        <pc:spChg chg="mod">
          <ac:chgData name="Freda Shi" userId="e3bafef1-15f2-4eeb-acbe-fa674bab7991" providerId="ADAL" clId="{9555FC65-5A8C-4EE8-9D5B-8283D7A0923C}" dt="2026-01-06T04:03:32.332" v="12007" actId="114"/>
          <ac:spMkLst>
            <pc:docMk/>
            <pc:sldMk cId="3468016967" sldId="279"/>
            <ac:spMk id="3" creationId="{CD8AA0F2-4249-BB7D-1443-FB246F8FE5EE}"/>
          </ac:spMkLst>
        </pc:spChg>
        <pc:spChg chg="mod">
          <ac:chgData name="Freda Shi" userId="e3bafef1-15f2-4eeb-acbe-fa674bab7991" providerId="ADAL" clId="{9555FC65-5A8C-4EE8-9D5B-8283D7A0923C}" dt="2026-01-06T04:04:11.120" v="12081" actId="114"/>
          <ac:spMkLst>
            <pc:docMk/>
            <pc:sldMk cId="3468016967" sldId="279"/>
            <ac:spMk id="4" creationId="{43EF8830-A102-CBBF-C880-5F3EA2FD2010}"/>
          </ac:spMkLst>
        </pc:spChg>
      </pc:sldChg>
      <pc:sldChg chg="modSp new mod addAnim delAnim modAnim">
        <pc:chgData name="Freda Shi" userId="e3bafef1-15f2-4eeb-acbe-fa674bab7991" providerId="ADAL" clId="{9555FC65-5A8C-4EE8-9D5B-8283D7A0923C}" dt="2026-01-06T04:11:40.484" v="12778" actId="20577"/>
        <pc:sldMkLst>
          <pc:docMk/>
          <pc:sldMk cId="444118954" sldId="280"/>
        </pc:sldMkLst>
        <pc:spChg chg="mod">
          <ac:chgData name="Freda Shi" userId="e3bafef1-15f2-4eeb-acbe-fa674bab7991" providerId="ADAL" clId="{9555FC65-5A8C-4EE8-9D5B-8283D7A0923C}" dt="2026-01-06T04:07:47.424" v="12334" actId="20577"/>
          <ac:spMkLst>
            <pc:docMk/>
            <pc:sldMk cId="444118954" sldId="280"/>
            <ac:spMk id="2" creationId="{78B850EE-AB76-76E8-88DE-CF8A22044543}"/>
          </ac:spMkLst>
        </pc:spChg>
        <pc:spChg chg="mod">
          <ac:chgData name="Freda Shi" userId="e3bafef1-15f2-4eeb-acbe-fa674bab7991" providerId="ADAL" clId="{9555FC65-5A8C-4EE8-9D5B-8283D7A0923C}" dt="2026-01-06T04:11:40.484" v="12778" actId="20577"/>
          <ac:spMkLst>
            <pc:docMk/>
            <pc:sldMk cId="444118954" sldId="280"/>
            <ac:spMk id="3" creationId="{654DF984-B84F-6F79-9338-6945FEB17EAA}"/>
          </ac:spMkLst>
        </pc:spChg>
      </pc:sldChg>
      <pc:sldChg chg="modSp new mod modAnim">
        <pc:chgData name="Freda Shi" userId="e3bafef1-15f2-4eeb-acbe-fa674bab7991" providerId="ADAL" clId="{9555FC65-5A8C-4EE8-9D5B-8283D7A0923C}" dt="2026-01-06T04:17:42.831" v="13296"/>
        <pc:sldMkLst>
          <pc:docMk/>
          <pc:sldMk cId="4280435505" sldId="281"/>
        </pc:sldMkLst>
        <pc:spChg chg="mod">
          <ac:chgData name="Freda Shi" userId="e3bafef1-15f2-4eeb-acbe-fa674bab7991" providerId="ADAL" clId="{9555FC65-5A8C-4EE8-9D5B-8283D7A0923C}" dt="2026-01-06T04:15:54.028" v="12803" actId="20577"/>
          <ac:spMkLst>
            <pc:docMk/>
            <pc:sldMk cId="4280435505" sldId="281"/>
            <ac:spMk id="2" creationId="{D893C8A8-2FF5-7EDB-C5C8-047B8BD3E53A}"/>
          </ac:spMkLst>
        </pc:spChg>
        <pc:spChg chg="mod">
          <ac:chgData name="Freda Shi" userId="e3bafef1-15f2-4eeb-acbe-fa674bab7991" providerId="ADAL" clId="{9555FC65-5A8C-4EE8-9D5B-8283D7A0923C}" dt="2026-01-06T04:17:33.427" v="13294" actId="20577"/>
          <ac:spMkLst>
            <pc:docMk/>
            <pc:sldMk cId="4280435505" sldId="281"/>
            <ac:spMk id="3" creationId="{D0D76A98-09E6-1322-B65E-35F43EB4165E}"/>
          </ac:spMkLst>
        </pc:spChg>
      </pc:sldChg>
      <pc:sldChg chg="modSp new mod modAnim">
        <pc:chgData name="Freda Shi" userId="e3bafef1-15f2-4eeb-acbe-fa674bab7991" providerId="ADAL" clId="{9555FC65-5A8C-4EE8-9D5B-8283D7A0923C}" dt="2026-01-06T04:19:47.047" v="13688"/>
        <pc:sldMkLst>
          <pc:docMk/>
          <pc:sldMk cId="1383002253" sldId="282"/>
        </pc:sldMkLst>
        <pc:spChg chg="mod">
          <ac:chgData name="Freda Shi" userId="e3bafef1-15f2-4eeb-acbe-fa674bab7991" providerId="ADAL" clId="{9555FC65-5A8C-4EE8-9D5B-8283D7A0923C}" dt="2026-01-06T04:18:00.040" v="13321" actId="20577"/>
          <ac:spMkLst>
            <pc:docMk/>
            <pc:sldMk cId="1383002253" sldId="282"/>
            <ac:spMk id="2" creationId="{FE820235-1ED7-F3AB-3BF1-24AED6BA2685}"/>
          </ac:spMkLst>
        </pc:spChg>
        <pc:spChg chg="mod">
          <ac:chgData name="Freda Shi" userId="e3bafef1-15f2-4eeb-acbe-fa674bab7991" providerId="ADAL" clId="{9555FC65-5A8C-4EE8-9D5B-8283D7A0923C}" dt="2026-01-06T04:19:38.652" v="13686" actId="20577"/>
          <ac:spMkLst>
            <pc:docMk/>
            <pc:sldMk cId="1383002253" sldId="282"/>
            <ac:spMk id="3" creationId="{BD5F4FE1-AB16-A74F-6B6C-A6DA51C6CDB7}"/>
          </ac:spMkLst>
        </pc:spChg>
      </pc:sldChg>
      <pc:sldChg chg="addSp modSp new mod addAnim delAnim modAnim">
        <pc:chgData name="Freda Shi" userId="e3bafef1-15f2-4eeb-acbe-fa674bab7991" providerId="ADAL" clId="{9555FC65-5A8C-4EE8-9D5B-8283D7A0923C}" dt="2026-01-07T03:35:46.119" v="18604"/>
        <pc:sldMkLst>
          <pc:docMk/>
          <pc:sldMk cId="3767989340" sldId="283"/>
        </pc:sldMkLst>
        <pc:spChg chg="mod">
          <ac:chgData name="Freda Shi" userId="e3bafef1-15f2-4eeb-acbe-fa674bab7991" providerId="ADAL" clId="{9555FC65-5A8C-4EE8-9D5B-8283D7A0923C}" dt="2026-01-06T04:35:40.381" v="13825" actId="2711"/>
          <ac:spMkLst>
            <pc:docMk/>
            <pc:sldMk cId="3767989340" sldId="283"/>
            <ac:spMk id="2" creationId="{266EB759-C649-68C4-B6CE-86EF09FDD39D}"/>
          </ac:spMkLst>
        </pc:spChg>
        <pc:spChg chg="mod">
          <ac:chgData name="Freda Shi" userId="e3bafef1-15f2-4eeb-acbe-fa674bab7991" providerId="ADAL" clId="{9555FC65-5A8C-4EE8-9D5B-8283D7A0923C}" dt="2026-01-06T04:35:40.381" v="13825" actId="2711"/>
          <ac:spMkLst>
            <pc:docMk/>
            <pc:sldMk cId="3767989340" sldId="283"/>
            <ac:spMk id="3" creationId="{C0391DE1-4FBD-FFE7-6A9C-2100624E78D4}"/>
          </ac:spMkLst>
        </pc:spChg>
        <pc:spChg chg="mod">
          <ac:chgData name="Freda Shi" userId="e3bafef1-15f2-4eeb-acbe-fa674bab7991" providerId="ADAL" clId="{9555FC65-5A8C-4EE8-9D5B-8283D7A0923C}" dt="2026-01-06T04:35:40.381" v="13825" actId="2711"/>
          <ac:spMkLst>
            <pc:docMk/>
            <pc:sldMk cId="3767989340" sldId="283"/>
            <ac:spMk id="4" creationId="{27CC82E6-A2ED-0FA3-3E72-CEA254AB82B3}"/>
          </ac:spMkLst>
        </pc:spChg>
        <pc:spChg chg="add mod">
          <ac:chgData name="Freda Shi" userId="e3bafef1-15f2-4eeb-acbe-fa674bab7991" providerId="ADAL" clId="{9555FC65-5A8C-4EE8-9D5B-8283D7A0923C}" dt="2026-01-06T05:21:57.666" v="14376" actId="12788"/>
          <ac:spMkLst>
            <pc:docMk/>
            <pc:sldMk cId="3767989340" sldId="283"/>
            <ac:spMk id="5" creationId="{57C1F62D-B29A-A934-1FE2-E2BEF7503C27}"/>
          </ac:spMkLst>
        </pc:spChg>
        <pc:spChg chg="add mod">
          <ac:chgData name="Freda Shi" userId="e3bafef1-15f2-4eeb-acbe-fa674bab7991" providerId="ADAL" clId="{9555FC65-5A8C-4EE8-9D5B-8283D7A0923C}" dt="2026-01-06T05:22:04.349" v="14378" actId="12788"/>
          <ac:spMkLst>
            <pc:docMk/>
            <pc:sldMk cId="3767989340" sldId="283"/>
            <ac:spMk id="6" creationId="{4918BA03-10DC-F955-1C76-237B08DDE173}"/>
          </ac:spMkLst>
        </pc:spChg>
        <pc:spChg chg="add mod">
          <ac:chgData name="Freda Shi" userId="e3bafef1-15f2-4eeb-acbe-fa674bab7991" providerId="ADAL" clId="{9555FC65-5A8C-4EE8-9D5B-8283D7A0923C}" dt="2026-01-06T05:22:02.323" v="14377" actId="12788"/>
          <ac:spMkLst>
            <pc:docMk/>
            <pc:sldMk cId="3767989340" sldId="283"/>
            <ac:spMk id="7" creationId="{B9971B2E-FF52-12DF-511E-112EBD199ABB}"/>
          </ac:spMkLst>
        </pc:spChg>
        <pc:cxnChg chg="add mod">
          <ac:chgData name="Freda Shi" userId="e3bafef1-15f2-4eeb-acbe-fa674bab7991" providerId="ADAL" clId="{9555FC65-5A8C-4EE8-9D5B-8283D7A0923C}" dt="2026-01-06T05:22:02.323" v="14377" actId="12788"/>
          <ac:cxnSpMkLst>
            <pc:docMk/>
            <pc:sldMk cId="3767989340" sldId="283"/>
            <ac:cxnSpMk id="8" creationId="{FCB46B01-BEC4-BB59-F743-BB3603AF96F0}"/>
          </ac:cxnSpMkLst>
        </pc:cxnChg>
        <pc:cxnChg chg="add mod">
          <ac:chgData name="Freda Shi" userId="e3bafef1-15f2-4eeb-acbe-fa674bab7991" providerId="ADAL" clId="{9555FC65-5A8C-4EE8-9D5B-8283D7A0923C}" dt="2026-01-06T05:22:04.349" v="14378" actId="12788"/>
          <ac:cxnSpMkLst>
            <pc:docMk/>
            <pc:sldMk cId="3767989340" sldId="283"/>
            <ac:cxnSpMk id="9" creationId="{7F6FD69E-43B9-BB6F-4605-ED1B29E562CB}"/>
          </ac:cxnSpMkLst>
        </pc:cxnChg>
      </pc:sldChg>
      <pc:sldChg chg="addSp delSp modSp new mod addAnim delAnim modAnim">
        <pc:chgData name="Freda Shi" userId="e3bafef1-15f2-4eeb-acbe-fa674bab7991" providerId="ADAL" clId="{9555FC65-5A8C-4EE8-9D5B-8283D7A0923C}" dt="2026-01-07T03:37:13.961" v="18621" actId="20577"/>
        <pc:sldMkLst>
          <pc:docMk/>
          <pc:sldMk cId="808694771" sldId="284"/>
        </pc:sldMkLst>
        <pc:spChg chg="mod">
          <ac:chgData name="Freda Shi" userId="e3bafef1-15f2-4eeb-acbe-fa674bab7991" providerId="ADAL" clId="{9555FC65-5A8C-4EE8-9D5B-8283D7A0923C}" dt="2026-01-06T04:49:25.173" v="13875" actId="20577"/>
          <ac:spMkLst>
            <pc:docMk/>
            <pc:sldMk cId="808694771" sldId="284"/>
            <ac:spMk id="2" creationId="{3867FFBE-FA9C-FA11-8137-BBE38AE4588B}"/>
          </ac:spMkLst>
        </pc:spChg>
        <pc:spChg chg="mod">
          <ac:chgData name="Freda Shi" userId="e3bafef1-15f2-4eeb-acbe-fa674bab7991" providerId="ADAL" clId="{9555FC65-5A8C-4EE8-9D5B-8283D7A0923C}" dt="2026-01-07T03:37:13.961" v="18621" actId="20577"/>
          <ac:spMkLst>
            <pc:docMk/>
            <pc:sldMk cId="808694771" sldId="284"/>
            <ac:spMk id="3" creationId="{F7F6B5F6-2071-191D-98AE-3B4842AF0975}"/>
          </ac:spMkLst>
        </pc:spChg>
        <pc:spChg chg="add mod">
          <ac:chgData name="Freda Shi" userId="e3bafef1-15f2-4eeb-acbe-fa674bab7991" providerId="ADAL" clId="{9555FC65-5A8C-4EE8-9D5B-8283D7A0923C}" dt="2026-01-06T05:15:28.196" v="14019" actId="1036"/>
          <ac:spMkLst>
            <pc:docMk/>
            <pc:sldMk cId="808694771" sldId="284"/>
            <ac:spMk id="5" creationId="{C653AD83-43E1-6B15-5D74-F73BAE720285}"/>
          </ac:spMkLst>
        </pc:spChg>
        <pc:spChg chg="add mod">
          <ac:chgData name="Freda Shi" userId="e3bafef1-15f2-4eeb-acbe-fa674bab7991" providerId="ADAL" clId="{9555FC65-5A8C-4EE8-9D5B-8283D7A0923C}" dt="2026-01-06T05:15:28.196" v="14019" actId="1036"/>
          <ac:spMkLst>
            <pc:docMk/>
            <pc:sldMk cId="808694771" sldId="284"/>
            <ac:spMk id="9" creationId="{5021FB5E-9831-A001-9DF9-08C39DAEC1A4}"/>
          </ac:spMkLst>
        </pc:spChg>
        <pc:spChg chg="add mod">
          <ac:chgData name="Freda Shi" userId="e3bafef1-15f2-4eeb-acbe-fa674bab7991" providerId="ADAL" clId="{9555FC65-5A8C-4EE8-9D5B-8283D7A0923C}" dt="2026-01-06T05:15:28.196" v="14019" actId="1036"/>
          <ac:spMkLst>
            <pc:docMk/>
            <pc:sldMk cId="808694771" sldId="284"/>
            <ac:spMk id="10" creationId="{D2E2E6CE-0711-AE18-2923-20590AFC37FF}"/>
          </ac:spMkLst>
        </pc:spChg>
        <pc:spChg chg="add mod">
          <ac:chgData name="Freda Shi" userId="e3bafef1-15f2-4eeb-acbe-fa674bab7991" providerId="ADAL" clId="{9555FC65-5A8C-4EE8-9D5B-8283D7A0923C}" dt="2026-01-06T05:15:28.196" v="14019" actId="1036"/>
          <ac:spMkLst>
            <pc:docMk/>
            <pc:sldMk cId="808694771" sldId="284"/>
            <ac:spMk id="11" creationId="{954277B2-344F-C39F-0EBA-9A29AFD6422B}"/>
          </ac:spMkLst>
        </pc:spChg>
        <pc:spChg chg="add mod">
          <ac:chgData name="Freda Shi" userId="e3bafef1-15f2-4eeb-acbe-fa674bab7991" providerId="ADAL" clId="{9555FC65-5A8C-4EE8-9D5B-8283D7A0923C}" dt="2026-01-06T05:15:28.196" v="14019" actId="1036"/>
          <ac:spMkLst>
            <pc:docMk/>
            <pc:sldMk cId="808694771" sldId="284"/>
            <ac:spMk id="12" creationId="{1F9C00DE-EBB1-BBDD-065F-8AC7A9365915}"/>
          </ac:spMkLst>
        </pc:spChg>
        <pc:spChg chg="add del">
          <ac:chgData name="Freda Shi" userId="e3bafef1-15f2-4eeb-acbe-fa674bab7991" providerId="ADAL" clId="{9555FC65-5A8C-4EE8-9D5B-8283D7A0923C}" dt="2026-01-07T03:36:38.387" v="18608" actId="22"/>
          <ac:spMkLst>
            <pc:docMk/>
            <pc:sldMk cId="808694771" sldId="284"/>
            <ac:spMk id="14" creationId="{1E9E9E3B-F0D6-6804-FC57-5F38CEEEA1E3}"/>
          </ac:spMkLst>
        </pc:spChg>
        <pc:spChg chg="add mod">
          <ac:chgData name="Freda Shi" userId="e3bafef1-15f2-4eeb-acbe-fa674bab7991" providerId="ADAL" clId="{9555FC65-5A8C-4EE8-9D5B-8283D7A0923C}" dt="2026-01-07T03:37:01.913" v="18617" actId="1076"/>
          <ac:spMkLst>
            <pc:docMk/>
            <pc:sldMk cId="808694771" sldId="284"/>
            <ac:spMk id="16" creationId="{3F876551-0E95-B944-ED18-D005F65248F1}"/>
          </ac:spMkLst>
        </pc:spChg>
        <pc:cxnChg chg="add mod">
          <ac:chgData name="Freda Shi" userId="e3bafef1-15f2-4eeb-acbe-fa674bab7991" providerId="ADAL" clId="{9555FC65-5A8C-4EE8-9D5B-8283D7A0923C}" dt="2026-01-06T05:15:28.196" v="14019" actId="1036"/>
          <ac:cxnSpMkLst>
            <pc:docMk/>
            <pc:sldMk cId="808694771" sldId="284"/>
            <ac:cxnSpMk id="6" creationId="{0E8511B1-DA89-D197-7516-9468103CD8CD}"/>
          </ac:cxnSpMkLst>
        </pc:cxnChg>
        <pc:cxnChg chg="add mod">
          <ac:chgData name="Freda Shi" userId="e3bafef1-15f2-4eeb-acbe-fa674bab7991" providerId="ADAL" clId="{9555FC65-5A8C-4EE8-9D5B-8283D7A0923C}" dt="2026-01-06T05:15:28.196" v="14019" actId="1036"/>
          <ac:cxnSpMkLst>
            <pc:docMk/>
            <pc:sldMk cId="808694771" sldId="284"/>
            <ac:cxnSpMk id="7" creationId="{800D6807-8F3E-10D6-DCAC-D13878BBAC9E}"/>
          </ac:cxnSpMkLst>
        </pc:cxnChg>
        <pc:cxnChg chg="add mod">
          <ac:chgData name="Freda Shi" userId="e3bafef1-15f2-4eeb-acbe-fa674bab7991" providerId="ADAL" clId="{9555FC65-5A8C-4EE8-9D5B-8283D7A0923C}" dt="2026-01-06T05:15:28.196" v="14019" actId="1036"/>
          <ac:cxnSpMkLst>
            <pc:docMk/>
            <pc:sldMk cId="808694771" sldId="284"/>
            <ac:cxnSpMk id="8" creationId="{96DC1DB7-EA34-C87B-9358-E8B079DE9A02}"/>
          </ac:cxnSpMkLst>
        </pc:cxnChg>
      </pc:sldChg>
      <pc:sldChg chg="addSp delSp modSp new mod modAnim">
        <pc:chgData name="Freda Shi" userId="e3bafef1-15f2-4eeb-acbe-fa674bab7991" providerId="ADAL" clId="{9555FC65-5A8C-4EE8-9D5B-8283D7A0923C}" dt="2026-01-06T05:19:11.708" v="14272" actId="1076"/>
        <pc:sldMkLst>
          <pc:docMk/>
          <pc:sldMk cId="1738205412" sldId="285"/>
        </pc:sldMkLst>
        <pc:spChg chg="mod">
          <ac:chgData name="Freda Shi" userId="e3bafef1-15f2-4eeb-acbe-fa674bab7991" providerId="ADAL" clId="{9555FC65-5A8C-4EE8-9D5B-8283D7A0923C}" dt="2026-01-06T05:17:48.719" v="14124" actId="20577"/>
          <ac:spMkLst>
            <pc:docMk/>
            <pc:sldMk cId="1738205412" sldId="285"/>
            <ac:spMk id="2" creationId="{D6A329F8-137E-BAC4-9615-1751B31AB225}"/>
          </ac:spMkLst>
        </pc:spChg>
        <pc:spChg chg="mod">
          <ac:chgData name="Freda Shi" userId="e3bafef1-15f2-4eeb-acbe-fa674bab7991" providerId="ADAL" clId="{9555FC65-5A8C-4EE8-9D5B-8283D7A0923C}" dt="2026-01-06T05:18:43.048" v="14269"/>
          <ac:spMkLst>
            <pc:docMk/>
            <pc:sldMk cId="1738205412" sldId="285"/>
            <ac:spMk id="3" creationId="{BD787F58-B383-9F55-D913-36D8C333BDE5}"/>
          </ac:spMkLst>
        </pc:spChg>
        <pc:spChg chg="add del mod">
          <ac:chgData name="Freda Shi" userId="e3bafef1-15f2-4eeb-acbe-fa674bab7991" providerId="ADAL" clId="{9555FC65-5A8C-4EE8-9D5B-8283D7A0923C}" dt="2026-01-06T05:18:39.694" v="14266" actId="478"/>
          <ac:spMkLst>
            <pc:docMk/>
            <pc:sldMk cId="1738205412" sldId="285"/>
            <ac:spMk id="5" creationId="{EE573A41-6A04-1332-154E-78ED413B4DA0}"/>
          </ac:spMkLst>
        </pc:spChg>
        <pc:spChg chg="add mod">
          <ac:chgData name="Freda Shi" userId="e3bafef1-15f2-4eeb-acbe-fa674bab7991" providerId="ADAL" clId="{9555FC65-5A8C-4EE8-9D5B-8283D7A0923C}" dt="2026-01-06T05:19:11.708" v="14272" actId="1076"/>
          <ac:spMkLst>
            <pc:docMk/>
            <pc:sldMk cId="1738205412" sldId="285"/>
            <ac:spMk id="6" creationId="{41BEAEEF-3DB3-11D1-CC90-48AB1F5E7997}"/>
          </ac:spMkLst>
        </pc:spChg>
        <pc:spChg chg="add mod">
          <ac:chgData name="Freda Shi" userId="e3bafef1-15f2-4eeb-acbe-fa674bab7991" providerId="ADAL" clId="{9555FC65-5A8C-4EE8-9D5B-8283D7A0923C}" dt="2026-01-06T05:19:11.708" v="14272" actId="1076"/>
          <ac:spMkLst>
            <pc:docMk/>
            <pc:sldMk cId="1738205412" sldId="285"/>
            <ac:spMk id="7" creationId="{31555504-0D27-4DE7-3CCA-F20466E33E68}"/>
          </ac:spMkLst>
        </pc:spChg>
      </pc:sldChg>
      <pc:sldChg chg="addSp delSp modSp new mod delAnim modAnim">
        <pc:chgData name="Freda Shi" userId="e3bafef1-15f2-4eeb-acbe-fa674bab7991" providerId="ADAL" clId="{9555FC65-5A8C-4EE8-9D5B-8283D7A0923C}" dt="2026-01-06T05:20:37.116" v="14348"/>
        <pc:sldMkLst>
          <pc:docMk/>
          <pc:sldMk cId="3790338499" sldId="286"/>
        </pc:sldMkLst>
        <pc:spChg chg="mod">
          <ac:chgData name="Freda Shi" userId="e3bafef1-15f2-4eeb-acbe-fa674bab7991" providerId="ADAL" clId="{9555FC65-5A8C-4EE8-9D5B-8283D7A0923C}" dt="2026-01-06T05:19:27.342" v="14300" actId="20577"/>
          <ac:spMkLst>
            <pc:docMk/>
            <pc:sldMk cId="3790338499" sldId="286"/>
            <ac:spMk id="2" creationId="{0649E5D1-50A7-799E-FCE5-BD019F96AC13}"/>
          </ac:spMkLst>
        </pc:spChg>
        <pc:spChg chg="del">
          <ac:chgData name="Freda Shi" userId="e3bafef1-15f2-4eeb-acbe-fa674bab7991" providerId="ADAL" clId="{9555FC65-5A8C-4EE8-9D5B-8283D7A0923C}" dt="2026-01-06T05:19:42.907" v="14301" actId="478"/>
          <ac:spMkLst>
            <pc:docMk/>
            <pc:sldMk cId="3790338499" sldId="286"/>
            <ac:spMk id="3" creationId="{26B71EE1-D088-7671-CF0D-EC4AF9715063}"/>
          </ac:spMkLst>
        </pc:spChg>
        <pc:spChg chg="add del mod">
          <ac:chgData name="Freda Shi" userId="e3bafef1-15f2-4eeb-acbe-fa674bab7991" providerId="ADAL" clId="{9555FC65-5A8C-4EE8-9D5B-8283D7A0923C}" dt="2026-01-06T05:20:03.407" v="14305" actId="478"/>
          <ac:spMkLst>
            <pc:docMk/>
            <pc:sldMk cId="3790338499" sldId="286"/>
            <ac:spMk id="5" creationId="{82CF098A-EF76-A40B-D404-00FC584C4896}"/>
          </ac:spMkLst>
        </pc:spChg>
        <pc:spChg chg="add del mod">
          <ac:chgData name="Freda Shi" userId="e3bafef1-15f2-4eeb-acbe-fa674bab7991" providerId="ADAL" clId="{9555FC65-5A8C-4EE8-9D5B-8283D7A0923C}" dt="2026-01-06T05:19:59.710" v="14303" actId="478"/>
          <ac:spMkLst>
            <pc:docMk/>
            <pc:sldMk cId="3790338499" sldId="286"/>
            <ac:spMk id="6" creationId="{EE6502F5-8F35-5A14-CFC7-6365E8F410D2}"/>
          </ac:spMkLst>
        </pc:spChg>
        <pc:spChg chg="add mod">
          <ac:chgData name="Freda Shi" userId="e3bafef1-15f2-4eeb-acbe-fa674bab7991" providerId="ADAL" clId="{9555FC65-5A8C-4EE8-9D5B-8283D7A0923C}" dt="2026-01-06T05:20:18.662" v="14341" actId="1035"/>
          <ac:spMkLst>
            <pc:docMk/>
            <pc:sldMk cId="3790338499" sldId="286"/>
            <ac:spMk id="7" creationId="{B274528D-38F3-26F0-065F-428AC2182138}"/>
          </ac:spMkLst>
        </pc:spChg>
        <pc:spChg chg="add mod">
          <ac:chgData name="Freda Shi" userId="e3bafef1-15f2-4eeb-acbe-fa674bab7991" providerId="ADAL" clId="{9555FC65-5A8C-4EE8-9D5B-8283D7A0923C}" dt="2026-01-06T05:20:18.662" v="14341" actId="1035"/>
          <ac:spMkLst>
            <pc:docMk/>
            <pc:sldMk cId="3790338499" sldId="286"/>
            <ac:spMk id="8" creationId="{B43999FC-7897-2D45-2BDD-F60D604E5575}"/>
          </ac:spMkLst>
        </pc:spChg>
        <pc:spChg chg="add mod">
          <ac:chgData name="Freda Shi" userId="e3bafef1-15f2-4eeb-acbe-fa674bab7991" providerId="ADAL" clId="{9555FC65-5A8C-4EE8-9D5B-8283D7A0923C}" dt="2026-01-06T05:20:18.662" v="14341" actId="1035"/>
          <ac:spMkLst>
            <pc:docMk/>
            <pc:sldMk cId="3790338499" sldId="286"/>
            <ac:spMk id="9" creationId="{1AD48DA1-BF43-BDDC-C5EB-03018DEC7249}"/>
          </ac:spMkLst>
        </pc:spChg>
        <pc:spChg chg="add mod">
          <ac:chgData name="Freda Shi" userId="e3bafef1-15f2-4eeb-acbe-fa674bab7991" providerId="ADAL" clId="{9555FC65-5A8C-4EE8-9D5B-8283D7A0923C}" dt="2026-01-06T05:20:18.662" v="14341" actId="1035"/>
          <ac:spMkLst>
            <pc:docMk/>
            <pc:sldMk cId="3790338499" sldId="286"/>
            <ac:spMk id="10" creationId="{B38D75CC-F4F4-AE37-BB8F-521D20615209}"/>
          </ac:spMkLst>
        </pc:spChg>
        <pc:spChg chg="add mod">
          <ac:chgData name="Freda Shi" userId="e3bafef1-15f2-4eeb-acbe-fa674bab7991" providerId="ADAL" clId="{9555FC65-5A8C-4EE8-9D5B-8283D7A0923C}" dt="2026-01-06T05:20:18.662" v="14341" actId="1035"/>
          <ac:spMkLst>
            <pc:docMk/>
            <pc:sldMk cId="3790338499" sldId="286"/>
            <ac:spMk id="11" creationId="{71D49EFC-7F9F-E7C5-2AE4-A807877CA1D3}"/>
          </ac:spMkLst>
        </pc:spChg>
        <pc:spChg chg="add mod">
          <ac:chgData name="Freda Shi" userId="e3bafef1-15f2-4eeb-acbe-fa674bab7991" providerId="ADAL" clId="{9555FC65-5A8C-4EE8-9D5B-8283D7A0923C}" dt="2026-01-06T05:20:35.979" v="14347"/>
          <ac:spMkLst>
            <pc:docMk/>
            <pc:sldMk cId="3790338499" sldId="286"/>
            <ac:spMk id="12" creationId="{A1390567-153A-DC53-C34E-90720943EC86}"/>
          </ac:spMkLst>
        </pc:spChg>
        <pc:spChg chg="add mod">
          <ac:chgData name="Freda Shi" userId="e3bafef1-15f2-4eeb-acbe-fa674bab7991" providerId="ADAL" clId="{9555FC65-5A8C-4EE8-9D5B-8283D7A0923C}" dt="2026-01-06T05:20:35.979" v="14347"/>
          <ac:spMkLst>
            <pc:docMk/>
            <pc:sldMk cId="3790338499" sldId="286"/>
            <ac:spMk id="13" creationId="{3B278AF2-2F41-752E-7DFD-74C8534554F2}"/>
          </ac:spMkLst>
        </pc:spChg>
        <pc:spChg chg="add mod">
          <ac:chgData name="Freda Shi" userId="e3bafef1-15f2-4eeb-acbe-fa674bab7991" providerId="ADAL" clId="{9555FC65-5A8C-4EE8-9D5B-8283D7A0923C}" dt="2026-01-06T05:20:35.979" v="14347"/>
          <ac:spMkLst>
            <pc:docMk/>
            <pc:sldMk cId="3790338499" sldId="286"/>
            <ac:spMk id="14" creationId="{2C37B54D-7B38-A1A7-58EB-355989287235}"/>
          </ac:spMkLst>
        </pc:spChg>
        <pc:spChg chg="add mod">
          <ac:chgData name="Freda Shi" userId="e3bafef1-15f2-4eeb-acbe-fa674bab7991" providerId="ADAL" clId="{9555FC65-5A8C-4EE8-9D5B-8283D7A0923C}" dt="2026-01-06T05:20:35.979" v="14347"/>
          <ac:spMkLst>
            <pc:docMk/>
            <pc:sldMk cId="3790338499" sldId="286"/>
            <ac:spMk id="15" creationId="{D0074D21-B4F7-3300-3B42-6E1E1BC1975B}"/>
          </ac:spMkLst>
        </pc:spChg>
        <pc:spChg chg="add mod">
          <ac:chgData name="Freda Shi" userId="e3bafef1-15f2-4eeb-acbe-fa674bab7991" providerId="ADAL" clId="{9555FC65-5A8C-4EE8-9D5B-8283D7A0923C}" dt="2026-01-06T05:20:35.979" v="14347"/>
          <ac:spMkLst>
            <pc:docMk/>
            <pc:sldMk cId="3790338499" sldId="286"/>
            <ac:spMk id="16" creationId="{09CCD267-F2A8-C8D6-63AB-723E6661296F}"/>
          </ac:spMkLst>
        </pc:spChg>
      </pc:sldChg>
      <pc:sldChg chg="addSp delSp modSp add mod modTransition">
        <pc:chgData name="Freda Shi" userId="e3bafef1-15f2-4eeb-acbe-fa674bab7991" providerId="ADAL" clId="{9555FC65-5A8C-4EE8-9D5B-8283D7A0923C}" dt="2026-01-07T03:38:21.705" v="18674" actId="20577"/>
        <pc:sldMkLst>
          <pc:docMk/>
          <pc:sldMk cId="3848555552" sldId="287"/>
        </pc:sldMkLst>
        <pc:spChg chg="add mod">
          <ac:chgData name="Freda Shi" userId="e3bafef1-15f2-4eeb-acbe-fa674bab7991" providerId="ADAL" clId="{9555FC65-5A8C-4EE8-9D5B-8283D7A0923C}" dt="2026-01-07T03:38:21.705" v="18674" actId="20577"/>
          <ac:spMkLst>
            <pc:docMk/>
            <pc:sldMk cId="3848555552" sldId="287"/>
            <ac:spMk id="3" creationId="{E62AAFE7-1A66-8874-8145-842D0651C77E}"/>
          </ac:spMkLst>
        </pc:spChg>
        <pc:spChg chg="del">
          <ac:chgData name="Freda Shi" userId="e3bafef1-15f2-4eeb-acbe-fa674bab7991" providerId="ADAL" clId="{9555FC65-5A8C-4EE8-9D5B-8283D7A0923C}" dt="2026-01-06T05:20:42.070" v="14350" actId="478"/>
          <ac:spMkLst>
            <pc:docMk/>
            <pc:sldMk cId="3848555552" sldId="287"/>
            <ac:spMk id="7" creationId="{F846FE26-2874-8852-4A8F-9082D243A2C2}"/>
          </ac:spMkLst>
        </pc:spChg>
        <pc:spChg chg="mod">
          <ac:chgData name="Freda Shi" userId="e3bafef1-15f2-4eeb-acbe-fa674bab7991" providerId="ADAL" clId="{9555FC65-5A8C-4EE8-9D5B-8283D7A0923C}" dt="2026-01-06T05:20:49.929" v="14351" actId="1076"/>
          <ac:spMkLst>
            <pc:docMk/>
            <pc:sldMk cId="3848555552" sldId="287"/>
            <ac:spMk id="8" creationId="{FF495259-BB10-AFAA-F546-4DD3A8E8ACA0}"/>
          </ac:spMkLst>
        </pc:spChg>
        <pc:spChg chg="mod">
          <ac:chgData name="Freda Shi" userId="e3bafef1-15f2-4eeb-acbe-fa674bab7991" providerId="ADAL" clId="{9555FC65-5A8C-4EE8-9D5B-8283D7A0923C}" dt="2026-01-06T05:20:49.929" v="14351" actId="1076"/>
          <ac:spMkLst>
            <pc:docMk/>
            <pc:sldMk cId="3848555552" sldId="287"/>
            <ac:spMk id="9" creationId="{DC3E42DB-564C-8DBE-E8E7-5E649E2C93E3}"/>
          </ac:spMkLst>
        </pc:spChg>
        <pc:spChg chg="mod">
          <ac:chgData name="Freda Shi" userId="e3bafef1-15f2-4eeb-acbe-fa674bab7991" providerId="ADAL" clId="{9555FC65-5A8C-4EE8-9D5B-8283D7A0923C}" dt="2026-01-06T05:20:49.929" v="14351" actId="1076"/>
          <ac:spMkLst>
            <pc:docMk/>
            <pc:sldMk cId="3848555552" sldId="287"/>
            <ac:spMk id="10" creationId="{FBFAA6A8-3785-B313-6DD9-1B7989AAABF9}"/>
          </ac:spMkLst>
        </pc:spChg>
        <pc:spChg chg="mod">
          <ac:chgData name="Freda Shi" userId="e3bafef1-15f2-4eeb-acbe-fa674bab7991" providerId="ADAL" clId="{9555FC65-5A8C-4EE8-9D5B-8283D7A0923C}" dt="2026-01-06T05:20:49.929" v="14351" actId="1076"/>
          <ac:spMkLst>
            <pc:docMk/>
            <pc:sldMk cId="3848555552" sldId="287"/>
            <ac:spMk id="11" creationId="{9885811E-FF78-6EC0-DD1E-44A3704CD755}"/>
          </ac:spMkLst>
        </pc:spChg>
      </pc:sldChg>
      <pc:sldChg chg="addSp modSp new mod addAnim delAnim modAnim">
        <pc:chgData name="Freda Shi" userId="e3bafef1-15f2-4eeb-acbe-fa674bab7991" providerId="ADAL" clId="{9555FC65-5A8C-4EE8-9D5B-8283D7A0923C}" dt="2026-01-07T03:38:44.718" v="18676"/>
        <pc:sldMkLst>
          <pc:docMk/>
          <pc:sldMk cId="3184634003" sldId="288"/>
        </pc:sldMkLst>
        <pc:spChg chg="mod">
          <ac:chgData name="Freda Shi" userId="e3bafef1-15f2-4eeb-acbe-fa674bab7991" providerId="ADAL" clId="{9555FC65-5A8C-4EE8-9D5B-8283D7A0923C}" dt="2026-01-06T05:23:25.610" v="14544" actId="20577"/>
          <ac:spMkLst>
            <pc:docMk/>
            <pc:sldMk cId="3184634003" sldId="288"/>
            <ac:spMk id="2" creationId="{3889E08A-92AE-A233-965F-D2F6A8718D91}"/>
          </ac:spMkLst>
        </pc:spChg>
        <pc:spChg chg="mod">
          <ac:chgData name="Freda Shi" userId="e3bafef1-15f2-4eeb-acbe-fa674bab7991" providerId="ADAL" clId="{9555FC65-5A8C-4EE8-9D5B-8283D7A0923C}" dt="2026-01-06T05:23:33.226" v="14580" actId="20577"/>
          <ac:spMkLst>
            <pc:docMk/>
            <pc:sldMk cId="3184634003" sldId="288"/>
            <ac:spMk id="3" creationId="{883E11CE-E623-AFA9-0433-5AA2FEFEFC10}"/>
          </ac:spMkLst>
        </pc:spChg>
        <pc:spChg chg="add mod">
          <ac:chgData name="Freda Shi" userId="e3bafef1-15f2-4eeb-acbe-fa674bab7991" providerId="ADAL" clId="{9555FC65-5A8C-4EE8-9D5B-8283D7A0923C}" dt="2026-01-06T05:24:07.500" v="14581"/>
          <ac:spMkLst>
            <pc:docMk/>
            <pc:sldMk cId="3184634003" sldId="288"/>
            <ac:spMk id="6" creationId="{E30FDBA1-1DA3-C4BC-235A-EB87E06A985B}"/>
          </ac:spMkLst>
        </pc:spChg>
        <pc:spChg chg="add mod">
          <ac:chgData name="Freda Shi" userId="e3bafef1-15f2-4eeb-acbe-fa674bab7991" providerId="ADAL" clId="{9555FC65-5A8C-4EE8-9D5B-8283D7A0923C}" dt="2026-01-06T05:24:07.500" v="14581"/>
          <ac:spMkLst>
            <pc:docMk/>
            <pc:sldMk cId="3184634003" sldId="288"/>
            <ac:spMk id="7" creationId="{89EDD4CC-A43C-852C-CD2A-8325E07B5ECF}"/>
          </ac:spMkLst>
        </pc:spChg>
        <pc:spChg chg="add mod">
          <ac:chgData name="Freda Shi" userId="e3bafef1-15f2-4eeb-acbe-fa674bab7991" providerId="ADAL" clId="{9555FC65-5A8C-4EE8-9D5B-8283D7A0923C}" dt="2026-01-06T05:25:01.394" v="14589" actId="255"/>
          <ac:spMkLst>
            <pc:docMk/>
            <pc:sldMk cId="3184634003" sldId="288"/>
            <ac:spMk id="701" creationId="{00000000-0000-0000-0000-000000000000}"/>
          </ac:spMkLst>
        </pc:spChg>
        <pc:spChg chg="add mod">
          <ac:chgData name="Freda Shi" userId="e3bafef1-15f2-4eeb-acbe-fa674bab7991" providerId="ADAL" clId="{9555FC65-5A8C-4EE8-9D5B-8283D7A0923C}" dt="2026-01-06T05:25:01.394" v="14589" actId="255"/>
          <ac:spMkLst>
            <pc:docMk/>
            <pc:sldMk cId="3184634003" sldId="288"/>
            <ac:spMk id="702" creationId="{00000000-0000-0000-0000-000000000000}"/>
          </ac:spMkLst>
        </pc:spChg>
        <pc:graphicFrameChg chg="add mod">
          <ac:chgData name="Freda Shi" userId="e3bafef1-15f2-4eeb-acbe-fa674bab7991" providerId="ADAL" clId="{9555FC65-5A8C-4EE8-9D5B-8283D7A0923C}" dt="2026-01-06T05:24:07.500" v="14581"/>
          <ac:graphicFrameMkLst>
            <pc:docMk/>
            <pc:sldMk cId="3184634003" sldId="288"/>
            <ac:graphicFrameMk id="5" creationId="{E589ABAE-8297-ECF3-AE69-16511E820CC5}"/>
          </ac:graphicFrameMkLst>
        </pc:graphicFrameChg>
        <pc:graphicFrameChg chg="add mod">
          <ac:chgData name="Freda Shi" userId="e3bafef1-15f2-4eeb-acbe-fa674bab7991" providerId="ADAL" clId="{9555FC65-5A8C-4EE8-9D5B-8283D7A0923C}" dt="2026-01-06T05:24:41.196" v="14586"/>
          <ac:graphicFrameMkLst>
            <pc:docMk/>
            <pc:sldMk cId="3184634003" sldId="288"/>
            <ac:graphicFrameMk id="700" creationId="{00000000-0000-0000-0000-000000000000}"/>
          </ac:graphicFrameMkLst>
        </pc:graphicFrameChg>
        <pc:picChg chg="add mod">
          <ac:chgData name="Freda Shi" userId="e3bafef1-15f2-4eeb-acbe-fa674bab7991" providerId="ADAL" clId="{9555FC65-5A8C-4EE8-9D5B-8283D7A0923C}" dt="2026-01-06T05:24:20.409" v="14583" actId="2711"/>
          <ac:picMkLst>
            <pc:docMk/>
            <pc:sldMk cId="3184634003" sldId="288"/>
            <ac:picMk id="703" creationId="{00000000-0000-0000-0000-000000000000}"/>
          </ac:picMkLst>
        </pc:picChg>
      </pc:sldChg>
      <pc:sldChg chg="addSp modSp new mod modAnim">
        <pc:chgData name="Freda Shi" userId="e3bafef1-15f2-4eeb-acbe-fa674bab7991" providerId="ADAL" clId="{9555FC65-5A8C-4EE8-9D5B-8283D7A0923C}" dt="2026-01-06T05:26:20.654" v="14768"/>
        <pc:sldMkLst>
          <pc:docMk/>
          <pc:sldMk cId="466540271" sldId="289"/>
        </pc:sldMkLst>
        <pc:spChg chg="mod">
          <ac:chgData name="Freda Shi" userId="e3bafef1-15f2-4eeb-acbe-fa674bab7991" providerId="ADAL" clId="{9555FC65-5A8C-4EE8-9D5B-8283D7A0923C}" dt="2026-01-06T05:25:17.347" v="14630" actId="20577"/>
          <ac:spMkLst>
            <pc:docMk/>
            <pc:sldMk cId="466540271" sldId="289"/>
            <ac:spMk id="2" creationId="{C5E0F868-BC48-DEF6-3104-F37962453E8D}"/>
          </ac:spMkLst>
        </pc:spChg>
        <pc:spChg chg="mod">
          <ac:chgData name="Freda Shi" userId="e3bafef1-15f2-4eeb-acbe-fa674bab7991" providerId="ADAL" clId="{9555FC65-5A8C-4EE8-9D5B-8283D7A0923C}" dt="2026-01-06T05:25:37.771" v="14708" actId="20577"/>
          <ac:spMkLst>
            <pc:docMk/>
            <pc:sldMk cId="466540271" sldId="289"/>
            <ac:spMk id="3" creationId="{6B4A123A-E119-8D6F-E266-D3EBC045C8D1}"/>
          </ac:spMkLst>
        </pc:spChg>
        <pc:spChg chg="add mod">
          <ac:chgData name="Freda Shi" userId="e3bafef1-15f2-4eeb-acbe-fa674bab7991" providerId="ADAL" clId="{9555FC65-5A8C-4EE8-9D5B-8283D7A0923C}" dt="2026-01-06T05:26:09.590" v="14762" actId="1035"/>
          <ac:spMkLst>
            <pc:docMk/>
            <pc:sldMk cId="466540271" sldId="289"/>
            <ac:spMk id="6" creationId="{46EED6C9-7C69-91E8-8E50-5C8B1EFA4DA1}"/>
          </ac:spMkLst>
        </pc:spChg>
        <pc:picChg chg="add mod">
          <ac:chgData name="Freda Shi" userId="e3bafef1-15f2-4eeb-acbe-fa674bab7991" providerId="ADAL" clId="{9555FC65-5A8C-4EE8-9D5B-8283D7A0923C}" dt="2026-01-06T05:26:09.590" v="14762" actId="1035"/>
          <ac:picMkLst>
            <pc:docMk/>
            <pc:sldMk cId="466540271" sldId="289"/>
            <ac:picMk id="5" creationId="{2C849D74-4A62-9004-06A0-48170A747063}"/>
          </ac:picMkLst>
        </pc:picChg>
        <pc:picChg chg="add mod">
          <ac:chgData name="Freda Shi" userId="e3bafef1-15f2-4eeb-acbe-fa674bab7991" providerId="ADAL" clId="{9555FC65-5A8C-4EE8-9D5B-8283D7A0923C}" dt="2026-01-06T05:26:09.590" v="14762" actId="1035"/>
          <ac:picMkLst>
            <pc:docMk/>
            <pc:sldMk cId="466540271" sldId="289"/>
            <ac:picMk id="7" creationId="{816C8089-BDB2-A32D-E431-DD95F09DEBC3}"/>
          </ac:picMkLst>
        </pc:picChg>
      </pc:sldChg>
      <pc:sldChg chg="addSp delSp modSp add mod delAnim">
        <pc:chgData name="Freda Shi" userId="e3bafef1-15f2-4eeb-acbe-fa674bab7991" providerId="ADAL" clId="{9555FC65-5A8C-4EE8-9D5B-8283D7A0923C}" dt="2026-01-06T05:28:16.740" v="14806" actId="1076"/>
        <pc:sldMkLst>
          <pc:docMk/>
          <pc:sldMk cId="1635818199" sldId="290"/>
        </pc:sldMkLst>
        <pc:spChg chg="del">
          <ac:chgData name="Freda Shi" userId="e3bafef1-15f2-4eeb-acbe-fa674bab7991" providerId="ADAL" clId="{9555FC65-5A8C-4EE8-9D5B-8283D7A0923C}" dt="2026-01-06T05:26:17.866" v="14765" actId="478"/>
          <ac:spMkLst>
            <pc:docMk/>
            <pc:sldMk cId="1635818199" sldId="290"/>
            <ac:spMk id="6" creationId="{40F7DC2D-1E54-011C-D786-AEC49653E9CA}"/>
          </ac:spMkLst>
        </pc:spChg>
        <pc:spChg chg="add mod">
          <ac:chgData name="Freda Shi" userId="e3bafef1-15f2-4eeb-acbe-fa674bab7991" providerId="ADAL" clId="{9555FC65-5A8C-4EE8-9D5B-8283D7A0923C}" dt="2026-01-06T05:27:44.596" v="14792" actId="1076"/>
          <ac:spMkLst>
            <pc:docMk/>
            <pc:sldMk cId="1635818199" sldId="290"/>
            <ac:spMk id="9" creationId="{569EC3F8-C19A-34BF-AE37-2D9AD6F6BB13}"/>
          </ac:spMkLst>
        </pc:spChg>
        <pc:spChg chg="add mod">
          <ac:chgData name="Freda Shi" userId="e3bafef1-15f2-4eeb-acbe-fa674bab7991" providerId="ADAL" clId="{9555FC65-5A8C-4EE8-9D5B-8283D7A0923C}" dt="2026-01-06T05:27:47.919" v="14793" actId="1076"/>
          <ac:spMkLst>
            <pc:docMk/>
            <pc:sldMk cId="1635818199" sldId="290"/>
            <ac:spMk id="10" creationId="{CF27DCAB-2F8F-BA1C-C6F0-CBBCB4FB74B4}"/>
          </ac:spMkLst>
        </pc:spChg>
        <pc:graphicFrameChg chg="add mod">
          <ac:chgData name="Freda Shi" userId="e3bafef1-15f2-4eeb-acbe-fa674bab7991" providerId="ADAL" clId="{9555FC65-5A8C-4EE8-9D5B-8283D7A0923C}" dt="2026-01-06T05:28:06.678" v="14804"/>
          <ac:graphicFrameMkLst>
            <pc:docMk/>
            <pc:sldMk cId="1635818199" sldId="290"/>
            <ac:graphicFrameMk id="8" creationId="{31E727F1-7F67-2E6E-5B97-F80E25053F1B}"/>
          </ac:graphicFrameMkLst>
        </pc:graphicFrameChg>
        <pc:picChg chg="del">
          <ac:chgData name="Freda Shi" userId="e3bafef1-15f2-4eeb-acbe-fa674bab7991" providerId="ADAL" clId="{9555FC65-5A8C-4EE8-9D5B-8283D7A0923C}" dt="2026-01-06T05:26:15.044" v="14764" actId="478"/>
          <ac:picMkLst>
            <pc:docMk/>
            <pc:sldMk cId="1635818199" sldId="290"/>
            <ac:picMk id="5" creationId="{09C7C683-AEA7-5590-281E-A250378EFD54}"/>
          </ac:picMkLst>
        </pc:picChg>
        <pc:picChg chg="del">
          <ac:chgData name="Freda Shi" userId="e3bafef1-15f2-4eeb-acbe-fa674bab7991" providerId="ADAL" clId="{9555FC65-5A8C-4EE8-9D5B-8283D7A0923C}" dt="2026-01-06T05:26:18.303" v="14766" actId="478"/>
          <ac:picMkLst>
            <pc:docMk/>
            <pc:sldMk cId="1635818199" sldId="290"/>
            <ac:picMk id="7" creationId="{9C9CCEC9-5559-691A-3E0C-5D46EACD2D7F}"/>
          </ac:picMkLst>
        </pc:picChg>
        <pc:picChg chg="add mod">
          <ac:chgData name="Freda Shi" userId="e3bafef1-15f2-4eeb-acbe-fa674bab7991" providerId="ADAL" clId="{9555FC65-5A8C-4EE8-9D5B-8283D7A0923C}" dt="2026-01-06T05:28:16.740" v="14806" actId="1076"/>
          <ac:picMkLst>
            <pc:docMk/>
            <pc:sldMk cId="1635818199" sldId="290"/>
            <ac:picMk id="11" creationId="{5DA00120-12BB-8235-3F8A-E0E95162469D}"/>
          </ac:picMkLst>
        </pc:picChg>
        <pc:picChg chg="add mod">
          <ac:chgData name="Freda Shi" userId="e3bafef1-15f2-4eeb-acbe-fa674bab7991" providerId="ADAL" clId="{9555FC65-5A8C-4EE8-9D5B-8283D7A0923C}" dt="2026-01-06T05:28:14.321" v="14805" actId="1076"/>
          <ac:picMkLst>
            <pc:docMk/>
            <pc:sldMk cId="1635818199" sldId="290"/>
            <ac:picMk id="12" creationId="{69A37381-03EF-2AEA-4AFA-66C55F183208}"/>
          </ac:picMkLst>
        </pc:picChg>
      </pc:sldChg>
      <pc:sldChg chg="add modAnim">
        <pc:chgData name="Freda Shi" userId="e3bafef1-15f2-4eeb-acbe-fa674bab7991" providerId="ADAL" clId="{9555FC65-5A8C-4EE8-9D5B-8283D7A0923C}" dt="2026-01-07T03:39:57.186" v="18678"/>
        <pc:sldMkLst>
          <pc:docMk/>
          <pc:sldMk cId="0" sldId="320"/>
        </pc:sldMkLst>
      </pc:sldChg>
      <pc:sldChg chg="add modAnim">
        <pc:chgData name="Freda Shi" userId="e3bafef1-15f2-4eeb-acbe-fa674bab7991" providerId="ADAL" clId="{9555FC65-5A8C-4EE8-9D5B-8283D7A0923C}" dt="2026-01-07T03:40:24.094" v="18680"/>
        <pc:sldMkLst>
          <pc:docMk/>
          <pc:sldMk cId="0" sldId="321"/>
        </pc:sldMkLst>
      </pc:sldChg>
      <pc:sldChg chg="add modAnim">
        <pc:chgData name="Freda Shi" userId="e3bafef1-15f2-4eeb-acbe-fa674bab7991" providerId="ADAL" clId="{9555FC65-5A8C-4EE8-9D5B-8283D7A0923C}" dt="2026-01-07T03:40:35.866" v="18681"/>
        <pc:sldMkLst>
          <pc:docMk/>
          <pc:sldMk cId="0" sldId="322"/>
        </pc:sldMkLst>
      </pc:sldChg>
      <pc:sldChg chg="add modAnim">
        <pc:chgData name="Freda Shi" userId="e3bafef1-15f2-4eeb-acbe-fa674bab7991" providerId="ADAL" clId="{9555FC65-5A8C-4EE8-9D5B-8283D7A0923C}" dt="2026-01-07T03:40:52.770" v="18682"/>
        <pc:sldMkLst>
          <pc:docMk/>
          <pc:sldMk cId="0" sldId="323"/>
        </pc:sldMkLst>
      </pc:sldChg>
      <pc:sldChg chg="add modAnim">
        <pc:chgData name="Freda Shi" userId="e3bafef1-15f2-4eeb-acbe-fa674bab7991" providerId="ADAL" clId="{9555FC65-5A8C-4EE8-9D5B-8283D7A0923C}" dt="2026-01-07T03:41:02.142" v="18683"/>
        <pc:sldMkLst>
          <pc:docMk/>
          <pc:sldMk cId="0" sldId="324"/>
        </pc:sldMkLst>
      </pc:sldChg>
      <pc:sldChg chg="add modAnim">
        <pc:chgData name="Freda Shi" userId="e3bafef1-15f2-4eeb-acbe-fa674bab7991" providerId="ADAL" clId="{9555FC65-5A8C-4EE8-9D5B-8283D7A0923C}" dt="2026-01-07T03:41:14.659" v="18684"/>
        <pc:sldMkLst>
          <pc:docMk/>
          <pc:sldMk cId="0" sldId="325"/>
        </pc:sldMkLst>
      </pc:sldChg>
      <pc:sldChg chg="addSp delSp modSp new mod modAnim">
        <pc:chgData name="Freda Shi" userId="e3bafef1-15f2-4eeb-acbe-fa674bab7991" providerId="ADAL" clId="{9555FC65-5A8C-4EE8-9D5B-8283D7A0923C}" dt="2026-01-06T05:29:52.292" v="14908" actId="1038"/>
        <pc:sldMkLst>
          <pc:docMk/>
          <pc:sldMk cId="1396017095" sldId="326"/>
        </pc:sldMkLst>
        <pc:spChg chg="mod">
          <ac:chgData name="Freda Shi" userId="e3bafef1-15f2-4eeb-acbe-fa674bab7991" providerId="ADAL" clId="{9555FC65-5A8C-4EE8-9D5B-8283D7A0923C}" dt="2026-01-06T05:29:44.584" v="14853" actId="1036"/>
          <ac:spMkLst>
            <pc:docMk/>
            <pc:sldMk cId="1396017095" sldId="326"/>
            <ac:spMk id="2" creationId="{06DBD237-FBCB-37BA-128D-D0CBC0769EF0}"/>
          </ac:spMkLst>
        </pc:spChg>
        <pc:spChg chg="del">
          <ac:chgData name="Freda Shi" userId="e3bafef1-15f2-4eeb-acbe-fa674bab7991" providerId="ADAL" clId="{9555FC65-5A8C-4EE8-9D5B-8283D7A0923C}" dt="2026-01-06T05:29:31.633" v="14809" actId="478"/>
          <ac:spMkLst>
            <pc:docMk/>
            <pc:sldMk cId="1396017095" sldId="326"/>
            <ac:spMk id="3" creationId="{B49F74CF-EAD4-2A14-A119-537B84624D3C}"/>
          </ac:spMkLst>
        </pc:spChg>
        <pc:spChg chg="add mod">
          <ac:chgData name="Freda Shi" userId="e3bafef1-15f2-4eeb-acbe-fa674bab7991" providerId="ADAL" clId="{9555FC65-5A8C-4EE8-9D5B-8283D7A0923C}" dt="2026-01-06T05:29:52.292" v="14908" actId="1038"/>
          <ac:spMkLst>
            <pc:docMk/>
            <pc:sldMk cId="1396017095" sldId="326"/>
            <ac:spMk id="5" creationId="{8D97A71D-2E90-DA86-019A-2FD8C166BD0B}"/>
          </ac:spMkLst>
        </pc:spChg>
        <pc:spChg chg="add mod">
          <ac:chgData name="Freda Shi" userId="e3bafef1-15f2-4eeb-acbe-fa674bab7991" providerId="ADAL" clId="{9555FC65-5A8C-4EE8-9D5B-8283D7A0923C}" dt="2026-01-06T05:29:52.292" v="14908" actId="1038"/>
          <ac:spMkLst>
            <pc:docMk/>
            <pc:sldMk cId="1396017095" sldId="326"/>
            <ac:spMk id="6" creationId="{BAE57224-A3ED-DAF0-E5DB-C9D722E0BE8B}"/>
          </ac:spMkLst>
        </pc:spChg>
      </pc:sldChg>
      <pc:sldChg chg="addSp modSp new mod modAnim">
        <pc:chgData name="Freda Shi" userId="e3bafef1-15f2-4eeb-acbe-fa674bab7991" providerId="ADAL" clId="{9555FC65-5A8C-4EE8-9D5B-8283D7A0923C}" dt="2026-01-07T03:41:43.454" v="18686"/>
        <pc:sldMkLst>
          <pc:docMk/>
          <pc:sldMk cId="2639907502" sldId="327"/>
        </pc:sldMkLst>
        <pc:spChg chg="mod">
          <ac:chgData name="Freda Shi" userId="e3bafef1-15f2-4eeb-acbe-fa674bab7991" providerId="ADAL" clId="{9555FC65-5A8C-4EE8-9D5B-8283D7A0923C}" dt="2026-01-06T05:30:06.731" v="14920" actId="20577"/>
          <ac:spMkLst>
            <pc:docMk/>
            <pc:sldMk cId="2639907502" sldId="327"/>
            <ac:spMk id="2" creationId="{FE859CA2-47B6-725F-6303-6ECDF4AA065D}"/>
          </ac:spMkLst>
        </pc:spChg>
        <pc:spChg chg="mod">
          <ac:chgData name="Freda Shi" userId="e3bafef1-15f2-4eeb-acbe-fa674bab7991" providerId="ADAL" clId="{9555FC65-5A8C-4EE8-9D5B-8283D7A0923C}" dt="2026-01-06T05:30:26.336" v="14937" actId="20577"/>
          <ac:spMkLst>
            <pc:docMk/>
            <pc:sldMk cId="2639907502" sldId="327"/>
            <ac:spMk id="3" creationId="{C40EF0D4-C92F-4238-5A6D-033F60B2E9B7}"/>
          </ac:spMkLst>
        </pc:spChg>
        <pc:spChg chg="add mod">
          <ac:chgData name="Freda Shi" userId="e3bafef1-15f2-4eeb-acbe-fa674bab7991" providerId="ADAL" clId="{9555FC65-5A8C-4EE8-9D5B-8283D7A0923C}" dt="2026-01-06T05:30:39.730" v="14949" actId="1036"/>
          <ac:spMkLst>
            <pc:docMk/>
            <pc:sldMk cId="2639907502" sldId="327"/>
            <ac:spMk id="6" creationId="{F3D51308-CCF7-FA46-E822-E279E0E04426}"/>
          </ac:spMkLst>
        </pc:spChg>
        <pc:spChg chg="add mod">
          <ac:chgData name="Freda Shi" userId="e3bafef1-15f2-4eeb-acbe-fa674bab7991" providerId="ADAL" clId="{9555FC65-5A8C-4EE8-9D5B-8283D7A0923C}" dt="2026-01-06T05:32:01.641" v="15036" actId="1038"/>
          <ac:spMkLst>
            <pc:docMk/>
            <pc:sldMk cId="2639907502" sldId="327"/>
            <ac:spMk id="7" creationId="{BE00B456-3969-624E-DF37-B444444EBAC3}"/>
          </ac:spMkLst>
        </pc:spChg>
        <pc:spChg chg="add mod">
          <ac:chgData name="Freda Shi" userId="e3bafef1-15f2-4eeb-acbe-fa674bab7991" providerId="ADAL" clId="{9555FC65-5A8C-4EE8-9D5B-8283D7A0923C}" dt="2026-01-06T05:32:07.934" v="15055" actId="1038"/>
          <ac:spMkLst>
            <pc:docMk/>
            <pc:sldMk cId="2639907502" sldId="327"/>
            <ac:spMk id="8" creationId="{FBDF4EC0-3C21-6644-7841-5A0174305F40}"/>
          </ac:spMkLst>
        </pc:spChg>
        <pc:spChg chg="add mod">
          <ac:chgData name="Freda Shi" userId="e3bafef1-15f2-4eeb-acbe-fa674bab7991" providerId="ADAL" clId="{9555FC65-5A8C-4EE8-9D5B-8283D7A0923C}" dt="2026-01-06T05:32:16.531" v="15081" actId="1038"/>
          <ac:spMkLst>
            <pc:docMk/>
            <pc:sldMk cId="2639907502" sldId="327"/>
            <ac:spMk id="9" creationId="{EABADED5-DEA1-8501-2BF8-DCB3F1399643}"/>
          </ac:spMkLst>
        </pc:spChg>
        <pc:spChg chg="add mod">
          <ac:chgData name="Freda Shi" userId="e3bafef1-15f2-4eeb-acbe-fa674bab7991" providerId="ADAL" clId="{9555FC65-5A8C-4EE8-9D5B-8283D7A0923C}" dt="2026-01-06T05:32:25.483" v="15096" actId="1038"/>
          <ac:spMkLst>
            <pc:docMk/>
            <pc:sldMk cId="2639907502" sldId="327"/>
            <ac:spMk id="10" creationId="{C1BFFBD1-85DF-06C8-440E-3D0622D1D95C}"/>
          </ac:spMkLst>
        </pc:spChg>
        <pc:spChg chg="add mod">
          <ac:chgData name="Freda Shi" userId="e3bafef1-15f2-4eeb-acbe-fa674bab7991" providerId="ADAL" clId="{9555FC65-5A8C-4EE8-9D5B-8283D7A0923C}" dt="2026-01-06T05:30:39.730" v="14949" actId="1036"/>
          <ac:spMkLst>
            <pc:docMk/>
            <pc:sldMk cId="2639907502" sldId="327"/>
            <ac:spMk id="13" creationId="{6252E6A9-96FF-E18C-5B8E-C1B0BD945C10}"/>
          </ac:spMkLst>
        </pc:spChg>
        <pc:picChg chg="add mod">
          <ac:chgData name="Freda Shi" userId="e3bafef1-15f2-4eeb-acbe-fa674bab7991" providerId="ADAL" clId="{9555FC65-5A8C-4EE8-9D5B-8283D7A0923C}" dt="2026-01-06T05:31:57.545" v="15020" actId="12788"/>
          <ac:picMkLst>
            <pc:docMk/>
            <pc:sldMk cId="2639907502" sldId="327"/>
            <ac:picMk id="5" creationId="{12B75229-8401-4168-8EC0-CC55EEB172CA}"/>
          </ac:picMkLst>
        </pc:picChg>
        <pc:cxnChg chg="add mod">
          <ac:chgData name="Freda Shi" userId="e3bafef1-15f2-4eeb-acbe-fa674bab7991" providerId="ADAL" clId="{9555FC65-5A8C-4EE8-9D5B-8283D7A0923C}" dt="2026-01-06T05:32:07.934" v="15055" actId="1038"/>
          <ac:cxnSpMkLst>
            <pc:docMk/>
            <pc:sldMk cId="2639907502" sldId="327"/>
            <ac:cxnSpMk id="11" creationId="{1081F264-12BC-A1E1-F348-246BBBD53011}"/>
          </ac:cxnSpMkLst>
        </pc:cxnChg>
        <pc:cxnChg chg="add mod">
          <ac:chgData name="Freda Shi" userId="e3bafef1-15f2-4eeb-acbe-fa674bab7991" providerId="ADAL" clId="{9555FC65-5A8C-4EE8-9D5B-8283D7A0923C}" dt="2026-01-06T05:32:16.531" v="15081" actId="1038"/>
          <ac:cxnSpMkLst>
            <pc:docMk/>
            <pc:sldMk cId="2639907502" sldId="327"/>
            <ac:cxnSpMk id="12" creationId="{3D8B3CBE-B0A8-E823-0445-A16D68C93BFE}"/>
          </ac:cxnSpMkLst>
        </pc:cxnChg>
        <pc:cxnChg chg="add mod">
          <ac:chgData name="Freda Shi" userId="e3bafef1-15f2-4eeb-acbe-fa674bab7991" providerId="ADAL" clId="{9555FC65-5A8C-4EE8-9D5B-8283D7A0923C}" dt="2026-01-06T05:32:25.483" v="15096" actId="1038"/>
          <ac:cxnSpMkLst>
            <pc:docMk/>
            <pc:sldMk cId="2639907502" sldId="327"/>
            <ac:cxnSpMk id="14" creationId="{892CA588-E8C1-DD3A-5C30-7CEB553FD707}"/>
          </ac:cxnSpMkLst>
        </pc:cxnChg>
      </pc:sldChg>
      <pc:sldChg chg="addSp modSp new mod addAnim delAnim modAnim">
        <pc:chgData name="Freda Shi" userId="e3bafef1-15f2-4eeb-acbe-fa674bab7991" providerId="ADAL" clId="{9555FC65-5A8C-4EE8-9D5B-8283D7A0923C}" dt="2026-01-07T03:42:11.710" v="18688"/>
        <pc:sldMkLst>
          <pc:docMk/>
          <pc:sldMk cId="1377964124" sldId="328"/>
        </pc:sldMkLst>
        <pc:spChg chg="mod">
          <ac:chgData name="Freda Shi" userId="e3bafef1-15f2-4eeb-acbe-fa674bab7991" providerId="ADAL" clId="{9555FC65-5A8C-4EE8-9D5B-8283D7A0923C}" dt="2026-01-06T05:32:50.614" v="15138" actId="20577"/>
          <ac:spMkLst>
            <pc:docMk/>
            <pc:sldMk cId="1377964124" sldId="328"/>
            <ac:spMk id="2" creationId="{31681EA2-5EFB-3751-EBD2-228BC9A47348}"/>
          </ac:spMkLst>
        </pc:spChg>
        <pc:spChg chg="mod">
          <ac:chgData name="Freda Shi" userId="e3bafef1-15f2-4eeb-acbe-fa674bab7991" providerId="ADAL" clId="{9555FC65-5A8C-4EE8-9D5B-8283D7A0923C}" dt="2026-01-06T05:34:34.347" v="15443" actId="1076"/>
          <ac:spMkLst>
            <pc:docMk/>
            <pc:sldMk cId="1377964124" sldId="328"/>
            <ac:spMk id="3" creationId="{C3A386B4-81D4-02D3-A325-95EA33B03935}"/>
          </ac:spMkLst>
        </pc:spChg>
        <pc:spChg chg="add mod">
          <ac:chgData name="Freda Shi" userId="e3bafef1-15f2-4eeb-acbe-fa674bab7991" providerId="ADAL" clId="{9555FC65-5A8C-4EE8-9D5B-8283D7A0923C}" dt="2026-01-06T05:34:52.778" v="15476" actId="2711"/>
          <ac:spMkLst>
            <pc:docMk/>
            <pc:sldMk cId="1377964124" sldId="328"/>
            <ac:spMk id="5" creationId="{F3154A32-B51D-12A0-05CA-039BF54EDD45}"/>
          </ac:spMkLst>
        </pc:spChg>
        <pc:spChg chg="add mod">
          <ac:chgData name="Freda Shi" userId="e3bafef1-15f2-4eeb-acbe-fa674bab7991" providerId="ADAL" clId="{9555FC65-5A8C-4EE8-9D5B-8283D7A0923C}" dt="2026-01-06T05:43:56.586" v="15486" actId="20577"/>
          <ac:spMkLst>
            <pc:docMk/>
            <pc:sldMk cId="1377964124" sldId="328"/>
            <ac:spMk id="6" creationId="{551FBEC3-0B86-5029-3CFA-66FB02219E83}"/>
          </ac:spMkLst>
        </pc:spChg>
        <pc:spChg chg="add mod">
          <ac:chgData name="Freda Shi" userId="e3bafef1-15f2-4eeb-acbe-fa674bab7991" providerId="ADAL" clId="{9555FC65-5A8C-4EE8-9D5B-8283D7A0923C}" dt="2026-01-06T05:34:52.778" v="15476" actId="2711"/>
          <ac:spMkLst>
            <pc:docMk/>
            <pc:sldMk cId="1377964124" sldId="328"/>
            <ac:spMk id="7" creationId="{EE2A2707-88F5-7D18-E564-3E03A9DAE4AC}"/>
          </ac:spMkLst>
        </pc:spChg>
        <pc:spChg chg="add mod">
          <ac:chgData name="Freda Shi" userId="e3bafef1-15f2-4eeb-acbe-fa674bab7991" providerId="ADAL" clId="{9555FC65-5A8C-4EE8-9D5B-8283D7A0923C}" dt="2026-01-06T05:34:52.778" v="15476" actId="2711"/>
          <ac:spMkLst>
            <pc:docMk/>
            <pc:sldMk cId="1377964124" sldId="328"/>
            <ac:spMk id="9" creationId="{0C2BD6F0-E459-AE5D-C363-B3E166C16C69}"/>
          </ac:spMkLst>
        </pc:spChg>
        <pc:spChg chg="add mod">
          <ac:chgData name="Freda Shi" userId="e3bafef1-15f2-4eeb-acbe-fa674bab7991" providerId="ADAL" clId="{9555FC65-5A8C-4EE8-9D5B-8283D7A0923C}" dt="2026-01-06T05:34:52.778" v="15476" actId="2711"/>
          <ac:spMkLst>
            <pc:docMk/>
            <pc:sldMk cId="1377964124" sldId="328"/>
            <ac:spMk id="10" creationId="{5FDD1D5C-3BB3-9547-3DAE-63F5FDC009DF}"/>
          </ac:spMkLst>
        </pc:spChg>
        <pc:spChg chg="add mod">
          <ac:chgData name="Freda Shi" userId="e3bafef1-15f2-4eeb-acbe-fa674bab7991" providerId="ADAL" clId="{9555FC65-5A8C-4EE8-9D5B-8283D7A0923C}" dt="2026-01-06T05:34:52.778" v="15476" actId="2711"/>
          <ac:spMkLst>
            <pc:docMk/>
            <pc:sldMk cId="1377964124" sldId="328"/>
            <ac:spMk id="11" creationId="{A98210DC-5405-BF60-D954-1305BF57B56A}"/>
          </ac:spMkLst>
        </pc:spChg>
        <pc:spChg chg="add mod">
          <ac:chgData name="Freda Shi" userId="e3bafef1-15f2-4eeb-acbe-fa674bab7991" providerId="ADAL" clId="{9555FC65-5A8C-4EE8-9D5B-8283D7A0923C}" dt="2026-01-06T05:34:52.778" v="15476" actId="2711"/>
          <ac:spMkLst>
            <pc:docMk/>
            <pc:sldMk cId="1377964124" sldId="328"/>
            <ac:spMk id="12" creationId="{E5A345F5-4AA4-F91A-5EC1-618335D436D4}"/>
          </ac:spMkLst>
        </pc:spChg>
        <pc:spChg chg="add mod">
          <ac:chgData name="Freda Shi" userId="e3bafef1-15f2-4eeb-acbe-fa674bab7991" providerId="ADAL" clId="{9555FC65-5A8C-4EE8-9D5B-8283D7A0923C}" dt="2026-01-06T05:34:52.778" v="15476" actId="2711"/>
          <ac:spMkLst>
            <pc:docMk/>
            <pc:sldMk cId="1377964124" sldId="328"/>
            <ac:spMk id="13" creationId="{E0314B55-AE6D-490A-840A-FB611D53565F}"/>
          </ac:spMkLst>
        </pc:spChg>
        <pc:spChg chg="add mod">
          <ac:chgData name="Freda Shi" userId="e3bafef1-15f2-4eeb-acbe-fa674bab7991" providerId="ADAL" clId="{9555FC65-5A8C-4EE8-9D5B-8283D7A0923C}" dt="2026-01-06T05:34:59.280" v="15477" actId="14100"/>
          <ac:spMkLst>
            <pc:docMk/>
            <pc:sldMk cId="1377964124" sldId="328"/>
            <ac:spMk id="14" creationId="{8198A1B8-B09C-10FA-3C94-E06D1A907BA5}"/>
          </ac:spMkLst>
        </pc:spChg>
        <pc:spChg chg="add mod">
          <ac:chgData name="Freda Shi" userId="e3bafef1-15f2-4eeb-acbe-fa674bab7991" providerId="ADAL" clId="{9555FC65-5A8C-4EE8-9D5B-8283D7A0923C}" dt="2026-01-06T05:34:52.778" v="15476" actId="2711"/>
          <ac:spMkLst>
            <pc:docMk/>
            <pc:sldMk cId="1377964124" sldId="328"/>
            <ac:spMk id="15" creationId="{413994AC-8A2C-6AAB-5C2C-519A1B8C17BA}"/>
          </ac:spMkLst>
        </pc:spChg>
      </pc:sldChg>
      <pc:sldChg chg="addSp modSp new mod addAnim delAnim modAnim">
        <pc:chgData name="Freda Shi" userId="e3bafef1-15f2-4eeb-acbe-fa674bab7991" providerId="ADAL" clId="{9555FC65-5A8C-4EE8-9D5B-8283D7A0923C}" dt="2026-01-07T03:47:03.768" v="18731"/>
        <pc:sldMkLst>
          <pc:docMk/>
          <pc:sldMk cId="2252636278" sldId="329"/>
        </pc:sldMkLst>
        <pc:spChg chg="mod">
          <ac:chgData name="Freda Shi" userId="e3bafef1-15f2-4eeb-acbe-fa674bab7991" providerId="ADAL" clId="{9555FC65-5A8C-4EE8-9D5B-8283D7A0923C}" dt="2026-01-06T05:44:42.137" v="15532" actId="20577"/>
          <ac:spMkLst>
            <pc:docMk/>
            <pc:sldMk cId="2252636278" sldId="329"/>
            <ac:spMk id="2" creationId="{32145923-03AD-908F-E08E-49EED49DB1E6}"/>
          </ac:spMkLst>
        </pc:spChg>
        <pc:spChg chg="mod">
          <ac:chgData name="Freda Shi" userId="e3bafef1-15f2-4eeb-acbe-fa674bab7991" providerId="ADAL" clId="{9555FC65-5A8C-4EE8-9D5B-8283D7A0923C}" dt="2026-01-07T03:43:16.037" v="18691" actId="20577"/>
          <ac:spMkLst>
            <pc:docMk/>
            <pc:sldMk cId="2252636278" sldId="329"/>
            <ac:spMk id="3" creationId="{11C23858-5FE1-0DFB-1AD6-D6076B685A9C}"/>
          </ac:spMkLst>
        </pc:spChg>
        <pc:spChg chg="add mod">
          <ac:chgData name="Freda Shi" userId="e3bafef1-15f2-4eeb-acbe-fa674bab7991" providerId="ADAL" clId="{9555FC65-5A8C-4EE8-9D5B-8283D7A0923C}" dt="2026-01-07T03:46:50.421" v="18729" actId="20577"/>
          <ac:spMkLst>
            <pc:docMk/>
            <pc:sldMk cId="2252636278" sldId="329"/>
            <ac:spMk id="6" creationId="{79E5D76B-165C-F1F5-C3C4-53B408C36189}"/>
          </ac:spMkLst>
        </pc:spChg>
      </pc:sldChg>
      <pc:sldChg chg="addSp delSp modSp new mod modTransition delAnim modAnim">
        <pc:chgData name="Freda Shi" userId="e3bafef1-15f2-4eeb-acbe-fa674bab7991" providerId="ADAL" clId="{9555FC65-5A8C-4EE8-9D5B-8283D7A0923C}" dt="2026-01-06T05:57:38.057" v="16710"/>
        <pc:sldMkLst>
          <pc:docMk/>
          <pc:sldMk cId="3882948618" sldId="330"/>
        </pc:sldMkLst>
        <pc:spChg chg="mod">
          <ac:chgData name="Freda Shi" userId="e3bafef1-15f2-4eeb-acbe-fa674bab7991" providerId="ADAL" clId="{9555FC65-5A8C-4EE8-9D5B-8283D7A0923C}" dt="2026-01-06T05:46:57.566" v="15929" actId="20577"/>
          <ac:spMkLst>
            <pc:docMk/>
            <pc:sldMk cId="3882948618" sldId="330"/>
            <ac:spMk id="2" creationId="{57274BA1-E145-AE17-5E55-31AA4EDE1DAF}"/>
          </ac:spMkLst>
        </pc:spChg>
        <pc:spChg chg="del mod">
          <ac:chgData name="Freda Shi" userId="e3bafef1-15f2-4eeb-acbe-fa674bab7991" providerId="ADAL" clId="{9555FC65-5A8C-4EE8-9D5B-8283D7A0923C}" dt="2026-01-06T05:56:43.762" v="16651" actId="478"/>
          <ac:spMkLst>
            <pc:docMk/>
            <pc:sldMk cId="3882948618" sldId="330"/>
            <ac:spMk id="3" creationId="{FA26BFD6-6151-C4B1-BA2A-97D96A22A778}"/>
          </ac:spMkLst>
        </pc:spChg>
        <pc:spChg chg="add mod">
          <ac:chgData name="Freda Shi" userId="e3bafef1-15f2-4eeb-acbe-fa674bab7991" providerId="ADAL" clId="{9555FC65-5A8C-4EE8-9D5B-8283D7A0923C}" dt="2026-01-06T05:57:00.863" v="16655" actId="1076"/>
          <ac:spMkLst>
            <pc:docMk/>
            <pc:sldMk cId="3882948618" sldId="330"/>
            <ac:spMk id="5" creationId="{0B219A2C-5AF5-F7AD-A6E2-5AFBA87ED518}"/>
          </ac:spMkLst>
        </pc:spChg>
        <pc:spChg chg="add mod">
          <ac:chgData name="Freda Shi" userId="e3bafef1-15f2-4eeb-acbe-fa674bab7991" providerId="ADAL" clId="{9555FC65-5A8C-4EE8-9D5B-8283D7A0923C}" dt="2026-01-06T05:57:17.414" v="16709" actId="1076"/>
          <ac:spMkLst>
            <pc:docMk/>
            <pc:sldMk cId="3882948618" sldId="330"/>
            <ac:spMk id="6" creationId="{163F753C-9D6D-5EA4-C540-3A2C40E4DE99}"/>
          </ac:spMkLst>
        </pc:spChg>
        <pc:spChg chg="add mod">
          <ac:chgData name="Freda Shi" userId="e3bafef1-15f2-4eeb-acbe-fa674bab7991" providerId="ADAL" clId="{9555FC65-5A8C-4EE8-9D5B-8283D7A0923C}" dt="2026-01-06T05:52:25.553" v="16442" actId="1076"/>
          <ac:spMkLst>
            <pc:docMk/>
            <pc:sldMk cId="3882948618" sldId="330"/>
            <ac:spMk id="7" creationId="{83A31335-3468-7C85-FCB8-370D7834DA23}"/>
          </ac:spMkLst>
        </pc:spChg>
        <pc:spChg chg="add mod">
          <ac:chgData name="Freda Shi" userId="e3bafef1-15f2-4eeb-acbe-fa674bab7991" providerId="ADAL" clId="{9555FC65-5A8C-4EE8-9D5B-8283D7A0923C}" dt="2026-01-06T05:57:12.896" v="16708" actId="1036"/>
          <ac:spMkLst>
            <pc:docMk/>
            <pc:sldMk cId="3882948618" sldId="330"/>
            <ac:spMk id="8" creationId="{F2ED9938-E961-BC9A-2FB9-28158923D223}"/>
          </ac:spMkLst>
        </pc:spChg>
        <pc:spChg chg="add mod">
          <ac:chgData name="Freda Shi" userId="e3bafef1-15f2-4eeb-acbe-fa674bab7991" providerId="ADAL" clId="{9555FC65-5A8C-4EE8-9D5B-8283D7A0923C}" dt="2026-01-06T05:57:12.896" v="16708" actId="1036"/>
          <ac:spMkLst>
            <pc:docMk/>
            <pc:sldMk cId="3882948618" sldId="330"/>
            <ac:spMk id="9" creationId="{C108DAC4-89A3-C535-8266-FEEADE6DB485}"/>
          </ac:spMkLst>
        </pc:spChg>
        <pc:spChg chg="add mod">
          <ac:chgData name="Freda Shi" userId="e3bafef1-15f2-4eeb-acbe-fa674bab7991" providerId="ADAL" clId="{9555FC65-5A8C-4EE8-9D5B-8283D7A0923C}" dt="2026-01-06T05:57:12.896" v="16708" actId="1036"/>
          <ac:spMkLst>
            <pc:docMk/>
            <pc:sldMk cId="3882948618" sldId="330"/>
            <ac:spMk id="10" creationId="{B8D7190A-BEB4-72C2-F86C-AA4193B3299A}"/>
          </ac:spMkLst>
        </pc:spChg>
        <pc:spChg chg="add mod">
          <ac:chgData name="Freda Shi" userId="e3bafef1-15f2-4eeb-acbe-fa674bab7991" providerId="ADAL" clId="{9555FC65-5A8C-4EE8-9D5B-8283D7A0923C}" dt="2026-01-06T05:57:12.896" v="16708" actId="1036"/>
          <ac:spMkLst>
            <pc:docMk/>
            <pc:sldMk cId="3882948618" sldId="330"/>
            <ac:spMk id="11" creationId="{216D1B81-3C37-8D20-EA21-52D5B0874E19}"/>
          </ac:spMkLst>
        </pc:spChg>
        <pc:spChg chg="add mod">
          <ac:chgData name="Freda Shi" userId="e3bafef1-15f2-4eeb-acbe-fa674bab7991" providerId="ADAL" clId="{9555FC65-5A8C-4EE8-9D5B-8283D7A0923C}" dt="2026-01-06T05:57:12.896" v="16708" actId="1036"/>
          <ac:spMkLst>
            <pc:docMk/>
            <pc:sldMk cId="3882948618" sldId="330"/>
            <ac:spMk id="12" creationId="{7A8864EF-FAF4-614F-C344-ABA69017A67E}"/>
          </ac:spMkLst>
        </pc:spChg>
        <pc:spChg chg="add mod">
          <ac:chgData name="Freda Shi" userId="e3bafef1-15f2-4eeb-acbe-fa674bab7991" providerId="ADAL" clId="{9555FC65-5A8C-4EE8-9D5B-8283D7A0923C}" dt="2026-01-06T05:57:12.896" v="16708" actId="1036"/>
          <ac:spMkLst>
            <pc:docMk/>
            <pc:sldMk cId="3882948618" sldId="330"/>
            <ac:spMk id="13" creationId="{A9656179-0DFE-6827-830C-F3EEA133CE5E}"/>
          </ac:spMkLst>
        </pc:spChg>
        <pc:spChg chg="add del mod">
          <ac:chgData name="Freda Shi" userId="e3bafef1-15f2-4eeb-acbe-fa674bab7991" providerId="ADAL" clId="{9555FC65-5A8C-4EE8-9D5B-8283D7A0923C}" dt="2026-01-06T05:56:46.345" v="16652" actId="478"/>
          <ac:spMkLst>
            <pc:docMk/>
            <pc:sldMk cId="3882948618" sldId="330"/>
            <ac:spMk id="15" creationId="{80A64217-EC76-F2BA-1AE9-CE0F1C0D9309}"/>
          </ac:spMkLst>
        </pc:spChg>
      </pc:sldChg>
      <pc:sldChg chg="delSp modSp add mod ord delAnim">
        <pc:chgData name="Freda Shi" userId="e3bafef1-15f2-4eeb-acbe-fa674bab7991" providerId="ADAL" clId="{9555FC65-5A8C-4EE8-9D5B-8283D7A0923C}" dt="2026-01-06T05:56:33.650" v="16650"/>
        <pc:sldMkLst>
          <pc:docMk/>
          <pc:sldMk cId="245478639" sldId="331"/>
        </pc:sldMkLst>
        <pc:spChg chg="mod">
          <ac:chgData name="Freda Shi" userId="e3bafef1-15f2-4eeb-acbe-fa674bab7991" providerId="ADAL" clId="{9555FC65-5A8C-4EE8-9D5B-8283D7A0923C}" dt="2026-01-06T05:56:28.827" v="16648" actId="12788"/>
          <ac:spMkLst>
            <pc:docMk/>
            <pc:sldMk cId="245478639" sldId="331"/>
            <ac:spMk id="5" creationId="{0CDF8D12-E238-71CE-2E58-F21EDA356D4B}"/>
          </ac:spMkLst>
        </pc:spChg>
        <pc:spChg chg="mod">
          <ac:chgData name="Freda Shi" userId="e3bafef1-15f2-4eeb-acbe-fa674bab7991" providerId="ADAL" clId="{9555FC65-5A8C-4EE8-9D5B-8283D7A0923C}" dt="2026-01-06T05:56:26.407" v="16647" actId="12788"/>
          <ac:spMkLst>
            <pc:docMk/>
            <pc:sldMk cId="245478639" sldId="331"/>
            <ac:spMk id="6" creationId="{74901301-328A-CE1B-A410-8F95B59FD456}"/>
          </ac:spMkLst>
        </pc:spChg>
        <pc:spChg chg="del">
          <ac:chgData name="Freda Shi" userId="e3bafef1-15f2-4eeb-acbe-fa674bab7991" providerId="ADAL" clId="{9555FC65-5A8C-4EE8-9D5B-8283D7A0923C}" dt="2026-01-06T05:56:11.489" v="16643" actId="478"/>
          <ac:spMkLst>
            <pc:docMk/>
            <pc:sldMk cId="245478639" sldId="331"/>
            <ac:spMk id="8" creationId="{6E5321AD-FED0-25FE-01AF-D35EDCDAB17D}"/>
          </ac:spMkLst>
        </pc:spChg>
        <pc:spChg chg="del">
          <ac:chgData name="Freda Shi" userId="e3bafef1-15f2-4eeb-acbe-fa674bab7991" providerId="ADAL" clId="{9555FC65-5A8C-4EE8-9D5B-8283D7A0923C}" dt="2026-01-06T05:56:11.489" v="16643" actId="478"/>
          <ac:spMkLst>
            <pc:docMk/>
            <pc:sldMk cId="245478639" sldId="331"/>
            <ac:spMk id="9" creationId="{08EB6276-11CA-22A8-82DA-B82D16663F4F}"/>
          </ac:spMkLst>
        </pc:spChg>
        <pc:spChg chg="del">
          <ac:chgData name="Freda Shi" userId="e3bafef1-15f2-4eeb-acbe-fa674bab7991" providerId="ADAL" clId="{9555FC65-5A8C-4EE8-9D5B-8283D7A0923C}" dt="2026-01-06T05:56:13.713" v="16644" actId="478"/>
          <ac:spMkLst>
            <pc:docMk/>
            <pc:sldMk cId="245478639" sldId="331"/>
            <ac:spMk id="10" creationId="{93AE31EF-2F0D-E674-8825-24287BE6A2B9}"/>
          </ac:spMkLst>
        </pc:spChg>
        <pc:spChg chg="del">
          <ac:chgData name="Freda Shi" userId="e3bafef1-15f2-4eeb-acbe-fa674bab7991" providerId="ADAL" clId="{9555FC65-5A8C-4EE8-9D5B-8283D7A0923C}" dt="2026-01-06T05:56:11.489" v="16643" actId="478"/>
          <ac:spMkLst>
            <pc:docMk/>
            <pc:sldMk cId="245478639" sldId="331"/>
            <ac:spMk id="11" creationId="{9E7E04FA-A717-05C7-3E19-A65B92D33F7B}"/>
          </ac:spMkLst>
        </pc:spChg>
        <pc:spChg chg="del">
          <ac:chgData name="Freda Shi" userId="e3bafef1-15f2-4eeb-acbe-fa674bab7991" providerId="ADAL" clId="{9555FC65-5A8C-4EE8-9D5B-8283D7A0923C}" dt="2026-01-06T05:56:11.489" v="16643" actId="478"/>
          <ac:spMkLst>
            <pc:docMk/>
            <pc:sldMk cId="245478639" sldId="331"/>
            <ac:spMk id="12" creationId="{8C078F76-4CC0-0409-41A8-4AFFBA8B4E4E}"/>
          </ac:spMkLst>
        </pc:spChg>
        <pc:spChg chg="del">
          <ac:chgData name="Freda Shi" userId="e3bafef1-15f2-4eeb-acbe-fa674bab7991" providerId="ADAL" clId="{9555FC65-5A8C-4EE8-9D5B-8283D7A0923C}" dt="2026-01-06T05:56:11.489" v="16643" actId="478"/>
          <ac:spMkLst>
            <pc:docMk/>
            <pc:sldMk cId="245478639" sldId="331"/>
            <ac:spMk id="13" creationId="{5AB3498F-0FA6-9691-5381-73CD055612F4}"/>
          </ac:spMkLst>
        </pc:spChg>
      </pc:sldChg>
      <pc:sldChg chg="addSp modSp add mod modTransition modAnim">
        <pc:chgData name="Freda Shi" userId="e3bafef1-15f2-4eeb-acbe-fa674bab7991" providerId="ADAL" clId="{9555FC65-5A8C-4EE8-9D5B-8283D7A0923C}" dt="2026-01-06T05:58:49.338" v="16802"/>
        <pc:sldMkLst>
          <pc:docMk/>
          <pc:sldMk cId="1821479698" sldId="332"/>
        </pc:sldMkLst>
        <pc:spChg chg="add mod">
          <ac:chgData name="Freda Shi" userId="e3bafef1-15f2-4eeb-acbe-fa674bab7991" providerId="ADAL" clId="{9555FC65-5A8C-4EE8-9D5B-8283D7A0923C}" dt="2026-01-06T05:58:46.417" v="16801" actId="20577"/>
          <ac:spMkLst>
            <pc:docMk/>
            <pc:sldMk cId="1821479698" sldId="332"/>
            <ac:spMk id="3" creationId="{E72B5603-4427-BF47-EAFB-72105D034B9A}"/>
          </ac:spMkLst>
        </pc:spChg>
        <pc:spChg chg="mod">
          <ac:chgData name="Freda Shi" userId="e3bafef1-15f2-4eeb-acbe-fa674bab7991" providerId="ADAL" clId="{9555FC65-5A8C-4EE8-9D5B-8283D7A0923C}" dt="2026-01-06T05:57:49.348" v="16722" actId="20577"/>
          <ac:spMkLst>
            <pc:docMk/>
            <pc:sldMk cId="1821479698" sldId="332"/>
            <ac:spMk id="8" creationId="{11C1063F-45BA-6319-B03D-AF949977748A}"/>
          </ac:spMkLst>
        </pc:spChg>
        <pc:spChg chg="mod">
          <ac:chgData name="Freda Shi" userId="e3bafef1-15f2-4eeb-acbe-fa674bab7991" providerId="ADAL" clId="{9555FC65-5A8C-4EE8-9D5B-8283D7A0923C}" dt="2026-01-06T05:58:07.623" v="16727" actId="20577"/>
          <ac:spMkLst>
            <pc:docMk/>
            <pc:sldMk cId="1821479698" sldId="332"/>
            <ac:spMk id="10" creationId="{410E4A77-0F10-6AA3-0CA0-0852D8F649BC}"/>
          </ac:spMkLst>
        </pc:spChg>
        <pc:spChg chg="mod">
          <ac:chgData name="Freda Shi" userId="e3bafef1-15f2-4eeb-acbe-fa674bab7991" providerId="ADAL" clId="{9555FC65-5A8C-4EE8-9D5B-8283D7A0923C}" dt="2026-01-06T05:58:12.110" v="16731" actId="20577"/>
          <ac:spMkLst>
            <pc:docMk/>
            <pc:sldMk cId="1821479698" sldId="332"/>
            <ac:spMk id="12" creationId="{1A6FB097-8D81-2155-E27B-EDB88D8F9A0A}"/>
          </ac:spMkLst>
        </pc:spChg>
      </pc:sldChg>
      <pc:sldChg chg="addSp modSp new mod modAnim modNotesTx">
        <pc:chgData name="Freda Shi" userId="e3bafef1-15f2-4eeb-acbe-fa674bab7991" providerId="ADAL" clId="{9555FC65-5A8C-4EE8-9D5B-8283D7A0923C}" dt="2026-01-07T03:48:38.690" v="18762" actId="20577"/>
        <pc:sldMkLst>
          <pc:docMk/>
          <pc:sldMk cId="2232625630" sldId="333"/>
        </pc:sldMkLst>
        <pc:spChg chg="mod">
          <ac:chgData name="Freda Shi" userId="e3bafef1-15f2-4eeb-acbe-fa674bab7991" providerId="ADAL" clId="{9555FC65-5A8C-4EE8-9D5B-8283D7A0923C}" dt="2026-01-06T05:59:13.935" v="16820" actId="20577"/>
          <ac:spMkLst>
            <pc:docMk/>
            <pc:sldMk cId="2232625630" sldId="333"/>
            <ac:spMk id="2" creationId="{CB6D24E5-4D1A-0C49-E6F9-C8D41A8D7F99}"/>
          </ac:spMkLst>
        </pc:spChg>
        <pc:spChg chg="mod">
          <ac:chgData name="Freda Shi" userId="e3bafef1-15f2-4eeb-acbe-fa674bab7991" providerId="ADAL" clId="{9555FC65-5A8C-4EE8-9D5B-8283D7A0923C}" dt="2026-01-07T03:48:38.690" v="18762" actId="20577"/>
          <ac:spMkLst>
            <pc:docMk/>
            <pc:sldMk cId="2232625630" sldId="333"/>
            <ac:spMk id="3" creationId="{DA0F0E99-B62B-F661-83C3-E4317C45272C}"/>
          </ac:spMkLst>
        </pc:spChg>
        <pc:spChg chg="add mod">
          <ac:chgData name="Freda Shi" userId="e3bafef1-15f2-4eeb-acbe-fa674bab7991" providerId="ADAL" clId="{9555FC65-5A8C-4EE8-9D5B-8283D7A0923C}" dt="2026-01-06T05:59:32.466" v="16879"/>
          <ac:spMkLst>
            <pc:docMk/>
            <pc:sldMk cId="2232625630" sldId="333"/>
            <ac:spMk id="5" creationId="{18D78302-EC25-AC94-AB7B-ABE867BCEE85}"/>
          </ac:spMkLst>
        </pc:spChg>
        <pc:spChg chg="add mod">
          <ac:chgData name="Freda Shi" userId="e3bafef1-15f2-4eeb-acbe-fa674bab7991" providerId="ADAL" clId="{9555FC65-5A8C-4EE8-9D5B-8283D7A0923C}" dt="2026-01-06T05:59:48.644" v="16927" actId="1036"/>
          <ac:spMkLst>
            <pc:docMk/>
            <pc:sldMk cId="2232625630" sldId="333"/>
            <ac:spMk id="6" creationId="{8ECED3DA-77E7-6822-F98D-233A255CA282}"/>
          </ac:spMkLst>
        </pc:spChg>
        <pc:spChg chg="add mod">
          <ac:chgData name="Freda Shi" userId="e3bafef1-15f2-4eeb-acbe-fa674bab7991" providerId="ADAL" clId="{9555FC65-5A8C-4EE8-9D5B-8283D7A0923C}" dt="2026-01-06T05:59:48.644" v="16927" actId="1036"/>
          <ac:spMkLst>
            <pc:docMk/>
            <pc:sldMk cId="2232625630" sldId="333"/>
            <ac:spMk id="7" creationId="{A58B7599-D31F-B0E6-24B4-1E045CF4492B}"/>
          </ac:spMkLst>
        </pc:spChg>
        <pc:spChg chg="add mod">
          <ac:chgData name="Freda Shi" userId="e3bafef1-15f2-4eeb-acbe-fa674bab7991" providerId="ADAL" clId="{9555FC65-5A8C-4EE8-9D5B-8283D7A0923C}" dt="2026-01-06T06:00:31.614" v="16990" actId="1076"/>
          <ac:spMkLst>
            <pc:docMk/>
            <pc:sldMk cId="2232625630" sldId="333"/>
            <ac:spMk id="8" creationId="{0489FFCD-8352-11D2-3328-13174393ADF2}"/>
          </ac:spMkLst>
        </pc:spChg>
        <pc:spChg chg="add mod">
          <ac:chgData name="Freda Shi" userId="e3bafef1-15f2-4eeb-acbe-fa674bab7991" providerId="ADAL" clId="{9555FC65-5A8C-4EE8-9D5B-8283D7A0923C}" dt="2026-01-06T06:00:31.614" v="16990" actId="1076"/>
          <ac:spMkLst>
            <pc:docMk/>
            <pc:sldMk cId="2232625630" sldId="333"/>
            <ac:spMk id="9" creationId="{B830A79D-F1C1-1226-F889-6335BDE67521}"/>
          </ac:spMkLst>
        </pc:spChg>
        <pc:spChg chg="add mod">
          <ac:chgData name="Freda Shi" userId="e3bafef1-15f2-4eeb-acbe-fa674bab7991" providerId="ADAL" clId="{9555FC65-5A8C-4EE8-9D5B-8283D7A0923C}" dt="2026-01-06T06:00:42.859" v="17013" actId="20577"/>
          <ac:spMkLst>
            <pc:docMk/>
            <pc:sldMk cId="2232625630" sldId="333"/>
            <ac:spMk id="10" creationId="{14A61647-356C-B7C1-AF23-DB47D20B0130}"/>
          </ac:spMkLst>
        </pc:spChg>
        <pc:spChg chg="add mod">
          <ac:chgData name="Freda Shi" userId="e3bafef1-15f2-4eeb-acbe-fa674bab7991" providerId="ADAL" clId="{9555FC65-5A8C-4EE8-9D5B-8283D7A0923C}" dt="2026-01-06T06:00:19.891" v="16989" actId="1076"/>
          <ac:spMkLst>
            <pc:docMk/>
            <pc:sldMk cId="2232625630" sldId="333"/>
            <ac:spMk id="11" creationId="{8F871F2F-E4AA-6B1C-A3F6-9222CEC3B23B}"/>
          </ac:spMkLst>
        </pc:spChg>
      </pc:sldChg>
      <pc:sldChg chg="addSp modSp new mod modAnim">
        <pc:chgData name="Freda Shi" userId="e3bafef1-15f2-4eeb-acbe-fa674bab7991" providerId="ADAL" clId="{9555FC65-5A8C-4EE8-9D5B-8283D7A0923C}" dt="2026-01-06T06:18:11.813" v="17828"/>
        <pc:sldMkLst>
          <pc:docMk/>
          <pc:sldMk cId="3261404803" sldId="334"/>
        </pc:sldMkLst>
        <pc:spChg chg="mod">
          <ac:chgData name="Freda Shi" userId="e3bafef1-15f2-4eeb-acbe-fa674bab7991" providerId="ADAL" clId="{9555FC65-5A8C-4EE8-9D5B-8283D7A0923C}" dt="2026-01-06T06:02:11.619" v="17097" actId="20577"/>
          <ac:spMkLst>
            <pc:docMk/>
            <pc:sldMk cId="3261404803" sldId="334"/>
            <ac:spMk id="2" creationId="{3A1B95CF-E283-B724-5B06-0FC258C33B3A}"/>
          </ac:spMkLst>
        </pc:spChg>
        <pc:spChg chg="mod">
          <ac:chgData name="Freda Shi" userId="e3bafef1-15f2-4eeb-acbe-fa674bab7991" providerId="ADAL" clId="{9555FC65-5A8C-4EE8-9D5B-8283D7A0923C}" dt="2026-01-06T06:17:25.593" v="17815" actId="6549"/>
          <ac:spMkLst>
            <pc:docMk/>
            <pc:sldMk cId="3261404803" sldId="334"/>
            <ac:spMk id="3" creationId="{F354B130-1B14-6655-582D-C1108AD96C46}"/>
          </ac:spMkLst>
        </pc:spChg>
        <pc:spChg chg="add mod">
          <ac:chgData name="Freda Shi" userId="e3bafef1-15f2-4eeb-acbe-fa674bab7991" providerId="ADAL" clId="{9555FC65-5A8C-4EE8-9D5B-8283D7A0923C}" dt="2026-01-06T06:15:13.182" v="17647" actId="20577"/>
          <ac:spMkLst>
            <pc:docMk/>
            <pc:sldMk cId="3261404803" sldId="334"/>
            <ac:spMk id="5" creationId="{9E716191-A2F3-3BB6-9C6F-0B15BB1ABD0A}"/>
          </ac:spMkLst>
        </pc:spChg>
        <pc:spChg chg="add mod">
          <ac:chgData name="Freda Shi" userId="e3bafef1-15f2-4eeb-acbe-fa674bab7991" providerId="ADAL" clId="{9555FC65-5A8C-4EE8-9D5B-8283D7A0923C}" dt="2026-01-06T06:15:20.427" v="17648" actId="14100"/>
          <ac:spMkLst>
            <pc:docMk/>
            <pc:sldMk cId="3261404803" sldId="334"/>
            <ac:spMk id="6" creationId="{2B047F0A-4BBA-D163-1A53-B1F4365F9415}"/>
          </ac:spMkLst>
        </pc:spChg>
        <pc:spChg chg="add mod">
          <ac:chgData name="Freda Shi" userId="e3bafef1-15f2-4eeb-acbe-fa674bab7991" providerId="ADAL" clId="{9555FC65-5A8C-4EE8-9D5B-8283D7A0923C}" dt="2026-01-06T06:16:39.259" v="17688" actId="207"/>
          <ac:spMkLst>
            <pc:docMk/>
            <pc:sldMk cId="3261404803" sldId="334"/>
            <ac:spMk id="7" creationId="{6F1A479F-6DAE-846B-A481-F891C558CEEE}"/>
          </ac:spMkLst>
        </pc:spChg>
        <pc:spChg chg="add mod">
          <ac:chgData name="Freda Shi" userId="e3bafef1-15f2-4eeb-acbe-fa674bab7991" providerId="ADAL" clId="{9555FC65-5A8C-4EE8-9D5B-8283D7A0923C}" dt="2026-01-06T06:17:39.175" v="17816" actId="14100"/>
          <ac:spMkLst>
            <pc:docMk/>
            <pc:sldMk cId="3261404803" sldId="334"/>
            <ac:spMk id="8" creationId="{5637A3CC-22D6-C322-5DDB-A1912926D861}"/>
          </ac:spMkLst>
        </pc:spChg>
        <pc:spChg chg="add mod">
          <ac:chgData name="Freda Shi" userId="e3bafef1-15f2-4eeb-acbe-fa674bab7991" providerId="ADAL" clId="{9555FC65-5A8C-4EE8-9D5B-8283D7A0923C}" dt="2026-01-06T06:18:00.660" v="17826" actId="20577"/>
          <ac:spMkLst>
            <pc:docMk/>
            <pc:sldMk cId="3261404803" sldId="334"/>
            <ac:spMk id="9" creationId="{A9965EC4-A8E6-0A7B-86F2-BDA1CDF02F13}"/>
          </ac:spMkLst>
        </pc:spChg>
      </pc:sldChg>
      <pc:sldChg chg="modSp new mod modAnim">
        <pc:chgData name="Freda Shi" userId="e3bafef1-15f2-4eeb-acbe-fa674bab7991" providerId="ADAL" clId="{9555FC65-5A8C-4EE8-9D5B-8283D7A0923C}" dt="2026-01-07T03:49:20.821" v="18763"/>
        <pc:sldMkLst>
          <pc:docMk/>
          <pc:sldMk cId="1903406496" sldId="335"/>
        </pc:sldMkLst>
        <pc:spChg chg="mod">
          <ac:chgData name="Freda Shi" userId="e3bafef1-15f2-4eeb-acbe-fa674bab7991" providerId="ADAL" clId="{9555FC65-5A8C-4EE8-9D5B-8283D7A0923C}" dt="2026-01-06T06:18:57.758" v="17863" actId="20577"/>
          <ac:spMkLst>
            <pc:docMk/>
            <pc:sldMk cId="1903406496" sldId="335"/>
            <ac:spMk id="2" creationId="{09408624-89B3-A7A0-7764-6EE32A6CF9AB}"/>
          </ac:spMkLst>
        </pc:spChg>
        <pc:spChg chg="mod">
          <ac:chgData name="Freda Shi" userId="e3bafef1-15f2-4eeb-acbe-fa674bab7991" providerId="ADAL" clId="{9555FC65-5A8C-4EE8-9D5B-8283D7A0923C}" dt="2026-01-06T06:24:44.007" v="18151" actId="20577"/>
          <ac:spMkLst>
            <pc:docMk/>
            <pc:sldMk cId="1903406496" sldId="335"/>
            <ac:spMk id="3" creationId="{27322424-B946-7F39-A638-B2831A664047}"/>
          </ac:spMkLst>
        </pc:spChg>
        <pc:grpChg chg="mod">
          <ac:chgData name="Freda Shi" userId="e3bafef1-15f2-4eeb-acbe-fa674bab7991" providerId="ADAL" clId="{9555FC65-5A8C-4EE8-9D5B-8283D7A0923C}" dt="2026-01-06T06:23:46.989" v="17997" actId="12788"/>
          <ac:grpSpMkLst>
            <pc:docMk/>
            <pc:sldMk cId="1903406496" sldId="335"/>
            <ac:grpSpMk id="85" creationId="{8ED96D4B-F0CF-A876-FFB4-5AD89EC86124}"/>
          </ac:grpSpMkLst>
        </pc:grpChg>
        <pc:picChg chg="mod">
          <ac:chgData name="Freda Shi" userId="e3bafef1-15f2-4eeb-acbe-fa674bab7991" providerId="ADAL" clId="{9555FC65-5A8C-4EE8-9D5B-8283D7A0923C}" dt="2026-01-06T06:23:37.598" v="17992" actId="14100"/>
          <ac:picMkLst>
            <pc:docMk/>
            <pc:sldMk cId="1903406496" sldId="335"/>
            <ac:picMk id="6" creationId="{A339E265-2A3D-8B89-D551-403B4D65B0A8}"/>
          </ac:picMkLst>
        </pc:picChg>
      </pc:sldChg>
      <pc:sldChg chg="addSp delSp modSp new mod modAnim">
        <pc:chgData name="Freda Shi" userId="e3bafef1-15f2-4eeb-acbe-fa674bab7991" providerId="ADAL" clId="{9555FC65-5A8C-4EE8-9D5B-8283D7A0923C}" dt="2026-01-06T06:30:10.852" v="18583"/>
        <pc:sldMkLst>
          <pc:docMk/>
          <pc:sldMk cId="3911271071" sldId="336"/>
        </pc:sldMkLst>
        <pc:spChg chg="mod">
          <ac:chgData name="Freda Shi" userId="e3bafef1-15f2-4eeb-acbe-fa674bab7991" providerId="ADAL" clId="{9555FC65-5A8C-4EE8-9D5B-8283D7A0923C}" dt="2026-01-06T06:25:00.977" v="18166" actId="20577"/>
          <ac:spMkLst>
            <pc:docMk/>
            <pc:sldMk cId="3911271071" sldId="336"/>
            <ac:spMk id="2" creationId="{CBFE4FC7-31B6-8B95-CCF6-821975F65DF6}"/>
          </ac:spMkLst>
        </pc:spChg>
        <pc:spChg chg="mod">
          <ac:chgData name="Freda Shi" userId="e3bafef1-15f2-4eeb-acbe-fa674bab7991" providerId="ADAL" clId="{9555FC65-5A8C-4EE8-9D5B-8283D7A0923C}" dt="2026-01-06T06:28:55.379" v="18560" actId="20577"/>
          <ac:spMkLst>
            <pc:docMk/>
            <pc:sldMk cId="3911271071" sldId="336"/>
            <ac:spMk id="3" creationId="{3D067D6E-2A51-389C-FE2C-2B36144F75A6}"/>
          </ac:spMkLst>
        </pc:spChg>
        <pc:picChg chg="add del mod">
          <ac:chgData name="Freda Shi" userId="e3bafef1-15f2-4eeb-acbe-fa674bab7991" providerId="ADAL" clId="{9555FC65-5A8C-4EE8-9D5B-8283D7A0923C}" dt="2026-01-06T06:26:33.887" v="18368" actId="478"/>
          <ac:picMkLst>
            <pc:docMk/>
            <pc:sldMk cId="3911271071" sldId="336"/>
            <ac:picMk id="6" creationId="{ABFE66DF-7B96-0168-304D-F69AFF98412A}"/>
          </ac:picMkLst>
        </pc:picChg>
      </pc:sldChg>
      <pc:sldChg chg="modSp new mod">
        <pc:chgData name="Freda Shi" userId="e3bafef1-15f2-4eeb-acbe-fa674bab7991" providerId="ADAL" clId="{9555FC65-5A8C-4EE8-9D5B-8283D7A0923C}" dt="2026-01-06T06:29:47.045" v="18581" actId="20577"/>
        <pc:sldMkLst>
          <pc:docMk/>
          <pc:sldMk cId="3057843762" sldId="337"/>
        </pc:sldMkLst>
        <pc:spChg chg="mod">
          <ac:chgData name="Freda Shi" userId="e3bafef1-15f2-4eeb-acbe-fa674bab7991" providerId="ADAL" clId="{9555FC65-5A8C-4EE8-9D5B-8283D7A0923C}" dt="2026-01-06T06:29:00.475" v="18565" actId="20577"/>
          <ac:spMkLst>
            <pc:docMk/>
            <pc:sldMk cId="3057843762" sldId="337"/>
            <ac:spMk id="2" creationId="{47ED029D-F141-038C-72AF-4FACCD7F598D}"/>
          </ac:spMkLst>
        </pc:spChg>
        <pc:spChg chg="mod">
          <ac:chgData name="Freda Shi" userId="e3bafef1-15f2-4eeb-acbe-fa674bab7991" providerId="ADAL" clId="{9555FC65-5A8C-4EE8-9D5B-8283D7A0923C}" dt="2026-01-06T06:29:47.045" v="18581" actId="20577"/>
          <ac:spMkLst>
            <pc:docMk/>
            <pc:sldMk cId="3057843762" sldId="337"/>
            <ac:spMk id="3" creationId="{B9DD01CE-A73B-8F0C-9DB5-0C9562549703}"/>
          </ac:spMkLst>
        </pc:spChg>
      </pc:sldChg>
      <pc:sldMasterChg chg="modSldLayout">
        <pc:chgData name="Freda Shi" userId="e3bafef1-15f2-4eeb-acbe-fa674bab7991" providerId="ADAL" clId="{9555FC65-5A8C-4EE8-9D5B-8283D7A0923C}" dt="2025-12-21T09:18:38.263" v="4673" actId="14100"/>
        <pc:sldMasterMkLst>
          <pc:docMk/>
          <pc:sldMasterMk cId="1118528081" sldId="2147483648"/>
        </pc:sldMasterMkLst>
        <pc:sldLayoutChg chg="modSp mod">
          <pc:chgData name="Freda Shi" userId="e3bafef1-15f2-4eeb-acbe-fa674bab7991" providerId="ADAL" clId="{9555FC65-5A8C-4EE8-9D5B-8283D7A0923C}" dt="2025-12-21T09:18:26.531" v="4671" actId="14100"/>
          <pc:sldLayoutMkLst>
            <pc:docMk/>
            <pc:sldMasterMk cId="1118528081" sldId="2147483648"/>
            <pc:sldLayoutMk cId="826985054" sldId="2147483650"/>
          </pc:sldLayoutMkLst>
          <pc:spChg chg="mod">
            <ac:chgData name="Freda Shi" userId="e3bafef1-15f2-4eeb-acbe-fa674bab7991" providerId="ADAL" clId="{9555FC65-5A8C-4EE8-9D5B-8283D7A0923C}" dt="2025-12-17T19:22:31.316" v="1598" actId="554"/>
            <ac:spMkLst>
              <pc:docMk/>
              <pc:sldMasterMk cId="1118528081" sldId="2147483648"/>
              <pc:sldLayoutMk cId="826985054" sldId="2147483650"/>
              <ac:spMk id="2" creationId="{05A7E1F2-4C84-385C-A58A-13FDFBF1608E}"/>
            </ac:spMkLst>
          </pc:spChg>
          <pc:spChg chg="mod">
            <ac:chgData name="Freda Shi" userId="e3bafef1-15f2-4eeb-acbe-fa674bab7991" providerId="ADAL" clId="{9555FC65-5A8C-4EE8-9D5B-8283D7A0923C}" dt="2025-12-21T09:18:26.531" v="4671" actId="14100"/>
            <ac:spMkLst>
              <pc:docMk/>
              <pc:sldMasterMk cId="1118528081" sldId="2147483648"/>
              <pc:sldLayoutMk cId="826985054" sldId="2147483650"/>
              <ac:spMk id="3" creationId="{8DD19F1E-8F25-C9E0-1195-1CD303EA5B0B}"/>
            </ac:spMkLst>
          </pc:spChg>
        </pc:sldLayoutChg>
        <pc:sldLayoutChg chg="modSp mod">
          <pc:chgData name="Freda Shi" userId="e3bafef1-15f2-4eeb-acbe-fa674bab7991" providerId="ADAL" clId="{9555FC65-5A8C-4EE8-9D5B-8283D7A0923C}" dt="2025-12-21T09:18:38.263" v="4673" actId="14100"/>
          <pc:sldLayoutMkLst>
            <pc:docMk/>
            <pc:sldMasterMk cId="1118528081" sldId="2147483648"/>
            <pc:sldLayoutMk cId="2489905552" sldId="2147483652"/>
          </pc:sldLayoutMkLst>
          <pc:spChg chg="mod">
            <ac:chgData name="Freda Shi" userId="e3bafef1-15f2-4eeb-acbe-fa674bab7991" providerId="ADAL" clId="{9555FC65-5A8C-4EE8-9D5B-8283D7A0923C}" dt="2025-12-17T19:22:48.804" v="1600" actId="554"/>
            <ac:spMkLst>
              <pc:docMk/>
              <pc:sldMasterMk cId="1118528081" sldId="2147483648"/>
              <pc:sldLayoutMk cId="2489905552" sldId="2147483652"/>
              <ac:spMk id="2" creationId="{D451A536-D24D-052D-890A-E0B5456BBD34}"/>
            </ac:spMkLst>
          </pc:spChg>
          <pc:spChg chg="mod">
            <ac:chgData name="Freda Shi" userId="e3bafef1-15f2-4eeb-acbe-fa674bab7991" providerId="ADAL" clId="{9555FC65-5A8C-4EE8-9D5B-8283D7A0923C}" dt="2025-12-21T09:18:35.877" v="4672" actId="14100"/>
            <ac:spMkLst>
              <pc:docMk/>
              <pc:sldMasterMk cId="1118528081" sldId="2147483648"/>
              <pc:sldLayoutMk cId="2489905552" sldId="2147483652"/>
              <ac:spMk id="3" creationId="{F2521A84-A51B-FB50-9FE9-82902A23163B}"/>
            </ac:spMkLst>
          </pc:spChg>
          <pc:spChg chg="mod">
            <ac:chgData name="Freda Shi" userId="e3bafef1-15f2-4eeb-acbe-fa674bab7991" providerId="ADAL" clId="{9555FC65-5A8C-4EE8-9D5B-8283D7A0923C}" dt="2025-12-21T09:18:38.263" v="4673" actId="14100"/>
            <ac:spMkLst>
              <pc:docMk/>
              <pc:sldMasterMk cId="1118528081" sldId="2147483648"/>
              <pc:sldLayoutMk cId="2489905552" sldId="2147483652"/>
              <ac:spMk id="4" creationId="{0A5A5771-7497-4EA1-71BA-D8EF276E3E25}"/>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18520941924512957"/>
          <c:y val="0.21061889213425727"/>
          <c:w val="0.63013751802151496"/>
          <c:h val="0.6762216918895716"/>
        </c:manualLayout>
      </c:layout>
      <c:lineChart>
        <c:grouping val="standard"/>
        <c:varyColors val="0"/>
        <c:ser>
          <c:idx val="0"/>
          <c:order val="0"/>
          <c:tx>
            <c:strRef>
              <c:f>Sheet1!$B$1</c:f>
              <c:strCache>
                <c:ptCount val="1"/>
                <c:pt idx="0">
                  <c:v>English Wikipedia</c:v>
                </c:pt>
              </c:strCache>
            </c:strRef>
          </c:tx>
          <c:spPr>
            <a:ln w="76200"/>
            <a:effectLst/>
          </c:spPr>
          <c:marker>
            <c:spPr>
              <a:effectLst/>
            </c:spPr>
          </c:marker>
          <c:cat>
            <c:strRef>
              <c:f>Sheet1!$A$2:$A$6</c:f>
              <c:strCache>
                <c:ptCount val="5"/>
                <c:pt idx="0">
                  <c:v>10K</c:v>
                </c:pt>
                <c:pt idx="1">
                  <c:v>100K</c:v>
                </c:pt>
                <c:pt idx="2">
                  <c:v>1M</c:v>
                </c:pt>
                <c:pt idx="3">
                  <c:v>10M</c:v>
                </c:pt>
                <c:pt idx="4">
                  <c:v>100M</c:v>
                </c:pt>
              </c:strCache>
            </c:strRef>
          </c:cat>
          <c:val>
            <c:numRef>
              <c:f>Sheet1!$B$2:$B$6</c:f>
              <c:numCache>
                <c:formatCode>General</c:formatCode>
                <c:ptCount val="5"/>
                <c:pt idx="0">
                  <c:v>0.3599</c:v>
                </c:pt>
                <c:pt idx="1">
                  <c:v>0.17329</c:v>
                </c:pt>
                <c:pt idx="2">
                  <c:v>7.4632000000000004E-2</c:v>
                </c:pt>
                <c:pt idx="3">
                  <c:v>3.2578999999999997E-2</c:v>
                </c:pt>
                <c:pt idx="4">
                  <c:v>1.3988540000000001E-2</c:v>
                </c:pt>
              </c:numCache>
            </c:numRef>
          </c:val>
          <c:smooth val="0"/>
          <c:extLst>
            <c:ext xmlns:c16="http://schemas.microsoft.com/office/drawing/2014/chart" uri="{C3380CC4-5D6E-409C-BE32-E72D297353CC}">
              <c16:uniqueId val="{00000000-1EAD-4E90-9DBD-9B98AF547202}"/>
            </c:ext>
          </c:extLst>
        </c:ser>
        <c:dLbls>
          <c:showLegendKey val="0"/>
          <c:showVal val="0"/>
          <c:showCatName val="0"/>
          <c:showSerName val="0"/>
          <c:showPercent val="0"/>
          <c:showBubbleSize val="0"/>
        </c:dLbls>
        <c:marker val="1"/>
        <c:smooth val="0"/>
        <c:axId val="-2140401928"/>
        <c:axId val="-2140232120"/>
      </c:lineChart>
      <c:catAx>
        <c:axId val="-2140401928"/>
        <c:scaling>
          <c:orientation val="minMax"/>
        </c:scaling>
        <c:delete val="0"/>
        <c:axPos val="b"/>
        <c:numFmt formatCode="General" sourceLinked="0"/>
        <c:majorTickMark val="out"/>
        <c:minorTickMark val="none"/>
        <c:tickLblPos val="nextTo"/>
        <c:crossAx val="-2140232120"/>
        <c:crosses val="autoZero"/>
        <c:auto val="1"/>
        <c:lblAlgn val="ctr"/>
        <c:lblOffset val="100"/>
        <c:noMultiLvlLbl val="0"/>
      </c:catAx>
      <c:valAx>
        <c:axId val="-2140232120"/>
        <c:scaling>
          <c:orientation val="minMax"/>
        </c:scaling>
        <c:delete val="0"/>
        <c:axPos val="l"/>
        <c:majorGridlines>
          <c:spPr>
            <a:ln>
              <a:solidFill>
                <a:schemeClr val="bg1"/>
              </a:solidFill>
            </a:ln>
          </c:spPr>
        </c:majorGridlines>
        <c:numFmt formatCode="General" sourceLinked="1"/>
        <c:majorTickMark val="out"/>
        <c:minorTickMark val="none"/>
        <c:tickLblPos val="nextTo"/>
        <c:crossAx val="-214040192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67603771750753"/>
          <c:y val="0.40008302383198768"/>
          <c:w val="0.72602659744202291"/>
          <c:h val="0.4917841959757473"/>
        </c:manualLayout>
      </c:layout>
      <c:lineChart>
        <c:grouping val="standard"/>
        <c:varyColors val="0"/>
        <c:ser>
          <c:idx val="0"/>
          <c:order val="0"/>
          <c:tx>
            <c:strRef>
              <c:f>Sheet1!$B$1</c:f>
              <c:strCache>
                <c:ptCount val="1"/>
                <c:pt idx="0">
                  <c:v>English Wikipedia</c:v>
                </c:pt>
              </c:strCache>
            </c:strRef>
          </c:tx>
          <c:spPr>
            <a:ln w="63500"/>
          </c:spPr>
          <c:cat>
            <c:strRef>
              <c:f>Sheet1!$A$2:$A$6</c:f>
              <c:strCache>
                <c:ptCount val="5"/>
                <c:pt idx="0">
                  <c:v>10K</c:v>
                </c:pt>
                <c:pt idx="1">
                  <c:v>100K</c:v>
                </c:pt>
                <c:pt idx="2">
                  <c:v>1M</c:v>
                </c:pt>
                <c:pt idx="3">
                  <c:v>10M</c:v>
                </c:pt>
                <c:pt idx="4">
                  <c:v>100M</c:v>
                </c:pt>
              </c:strCache>
            </c:strRef>
          </c:cat>
          <c:val>
            <c:numRef>
              <c:f>Sheet1!$B$2:$B$6</c:f>
              <c:numCache>
                <c:formatCode>General</c:formatCode>
                <c:ptCount val="5"/>
                <c:pt idx="0">
                  <c:v>0.3599</c:v>
                </c:pt>
                <c:pt idx="1">
                  <c:v>0.17329</c:v>
                </c:pt>
                <c:pt idx="2">
                  <c:v>7.4632000000000004E-2</c:v>
                </c:pt>
                <c:pt idx="3">
                  <c:v>3.2578999999999997E-2</c:v>
                </c:pt>
                <c:pt idx="4">
                  <c:v>1.3988540000000001E-2</c:v>
                </c:pt>
              </c:numCache>
            </c:numRef>
          </c:val>
          <c:smooth val="0"/>
          <c:extLst>
            <c:ext xmlns:c16="http://schemas.microsoft.com/office/drawing/2014/chart" uri="{C3380CC4-5D6E-409C-BE32-E72D297353CC}">
              <c16:uniqueId val="{00000000-08B9-402F-AB7E-C1FD477DF937}"/>
            </c:ext>
          </c:extLst>
        </c:ser>
        <c:ser>
          <c:idx val="2"/>
          <c:order val="1"/>
          <c:tx>
            <c:strRef>
              <c:f>Sheet1!$D$1</c:f>
              <c:strCache>
                <c:ptCount val="1"/>
                <c:pt idx="0">
                  <c:v>Tweets</c:v>
                </c:pt>
              </c:strCache>
            </c:strRef>
          </c:tx>
          <c:spPr>
            <a:ln w="63500"/>
          </c:spPr>
          <c:cat>
            <c:strRef>
              <c:f>Sheet1!$A$2:$A$6</c:f>
              <c:strCache>
                <c:ptCount val="5"/>
                <c:pt idx="0">
                  <c:v>10K</c:v>
                </c:pt>
                <c:pt idx="1">
                  <c:v>100K</c:v>
                </c:pt>
                <c:pt idx="2">
                  <c:v>1M</c:v>
                </c:pt>
                <c:pt idx="3">
                  <c:v>10M</c:v>
                </c:pt>
                <c:pt idx="4">
                  <c:v>100M</c:v>
                </c:pt>
              </c:strCache>
            </c:strRef>
          </c:cat>
          <c:val>
            <c:numRef>
              <c:f>Sheet1!$D$2:$D$6</c:f>
              <c:numCache>
                <c:formatCode>General</c:formatCode>
                <c:ptCount val="5"/>
                <c:pt idx="0">
                  <c:v>0.3125</c:v>
                </c:pt>
                <c:pt idx="1">
                  <c:v>0.16439999999999999</c:v>
                </c:pt>
                <c:pt idx="2">
                  <c:v>8.2716999999999999E-2</c:v>
                </c:pt>
                <c:pt idx="3">
                  <c:v>4.4304200000000002E-2</c:v>
                </c:pt>
                <c:pt idx="4">
                  <c:v>2.4604540000000001E-2</c:v>
                </c:pt>
              </c:numCache>
            </c:numRef>
          </c:val>
          <c:smooth val="0"/>
          <c:extLst>
            <c:ext xmlns:c16="http://schemas.microsoft.com/office/drawing/2014/chart" uri="{C3380CC4-5D6E-409C-BE32-E72D297353CC}">
              <c16:uniqueId val="{00000002-08B9-402F-AB7E-C1FD477DF937}"/>
            </c:ext>
          </c:extLst>
        </c:ser>
        <c:dLbls>
          <c:showLegendKey val="0"/>
          <c:showVal val="0"/>
          <c:showCatName val="0"/>
          <c:showSerName val="0"/>
          <c:showPercent val="0"/>
          <c:showBubbleSize val="0"/>
        </c:dLbls>
        <c:marker val="1"/>
        <c:smooth val="0"/>
        <c:axId val="-2138595576"/>
        <c:axId val="-2138592600"/>
      </c:lineChart>
      <c:catAx>
        <c:axId val="-2138595576"/>
        <c:scaling>
          <c:orientation val="minMax"/>
        </c:scaling>
        <c:delete val="0"/>
        <c:axPos val="b"/>
        <c:numFmt formatCode="General" sourceLinked="0"/>
        <c:majorTickMark val="out"/>
        <c:minorTickMark val="none"/>
        <c:tickLblPos val="nextTo"/>
        <c:crossAx val="-2138592600"/>
        <c:crosses val="autoZero"/>
        <c:auto val="1"/>
        <c:lblAlgn val="ctr"/>
        <c:lblOffset val="100"/>
        <c:noMultiLvlLbl val="0"/>
      </c:catAx>
      <c:valAx>
        <c:axId val="-2138592600"/>
        <c:scaling>
          <c:orientation val="minMax"/>
        </c:scaling>
        <c:delete val="0"/>
        <c:axPos val="l"/>
        <c:majorGridlines>
          <c:spPr>
            <a:ln>
              <a:solidFill>
                <a:sysClr val="window" lastClr="FFFFFF"/>
              </a:solidFill>
            </a:ln>
          </c:spPr>
        </c:majorGridlines>
        <c:numFmt formatCode="General" sourceLinked="1"/>
        <c:majorTickMark val="out"/>
        <c:minorTickMark val="none"/>
        <c:tickLblPos val="nextTo"/>
        <c:crossAx val="-2138595576"/>
        <c:crosses val="autoZero"/>
        <c:crossBetween val="between"/>
      </c:valAx>
    </c:plotArea>
    <c:legend>
      <c:legendPos val="r"/>
      <c:legendEntry>
        <c:idx val="0"/>
        <c:txPr>
          <a:bodyPr/>
          <a:lstStyle/>
          <a:p>
            <a:pPr>
              <a:defRPr sz="2200" baseline="0"/>
            </a:pPr>
            <a:endParaRPr lang="en-US"/>
          </a:p>
        </c:txPr>
      </c:legendEntry>
      <c:layout>
        <c:manualLayout>
          <c:xMode val="edge"/>
          <c:yMode val="edge"/>
          <c:x val="0.55759113763572554"/>
          <c:y val="0.31628063767043424"/>
          <c:w val="0.2364942950039241"/>
          <c:h val="0.26444096683531593"/>
        </c:manualLayout>
      </c:layout>
      <c:overlay val="0"/>
      <c:txPr>
        <a:bodyPr/>
        <a:lstStyle/>
        <a:p>
          <a:pPr>
            <a:defRPr sz="2200" baseline="0"/>
          </a:pPr>
          <a:endParaRPr lang="en-US"/>
        </a:p>
      </c:txPr>
    </c:legend>
    <c:plotVisOnly val="1"/>
    <c:dispBlanksAs val="gap"/>
    <c:showDLblsOverMax val="0"/>
  </c:chart>
  <c:txPr>
    <a:bodyPr/>
    <a:lstStyle/>
    <a:p>
      <a:pPr>
        <a:defRPr sz="1800"/>
      </a:pPr>
      <a:endParaRPr lang="en-US"/>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F14591-F67C-BB40-CBEA-594509238A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2AAC0E14-87F2-B254-51B1-B8AC2F64E0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168D9A-29E5-4846-BB23-DBAC39FAAE65}" type="datetimeFigureOut">
              <a:rPr lang="en-CA" smtClean="0"/>
              <a:t>2026-01-06</a:t>
            </a:fld>
            <a:endParaRPr lang="en-CA"/>
          </a:p>
        </p:txBody>
      </p:sp>
      <p:sp>
        <p:nvSpPr>
          <p:cNvPr id="4" name="Footer Placeholder 3">
            <a:extLst>
              <a:ext uri="{FF2B5EF4-FFF2-40B4-BE49-F238E27FC236}">
                <a16:creationId xmlns:a16="http://schemas.microsoft.com/office/drawing/2014/main" id="{72CB69ED-85D8-1CE2-FD53-9AC6B149BC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96525E9E-8D74-A434-CC6A-221BA33515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8EB59-9011-4E29-9A14-88257365A9C5}" type="slidenum">
              <a:rPr lang="en-CA" smtClean="0"/>
              <a:t>‹#›</a:t>
            </a:fld>
            <a:endParaRPr lang="en-CA"/>
          </a:p>
        </p:txBody>
      </p:sp>
    </p:spTree>
    <p:extLst>
      <p:ext uri="{BB962C8B-B14F-4D97-AF65-F5344CB8AC3E}">
        <p14:creationId xmlns:p14="http://schemas.microsoft.com/office/powerpoint/2010/main" val="3593691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A8D97B-9B66-446E-9E81-F5FF4B6B06C9}" type="datetimeFigureOut">
              <a:rPr lang="en-CA" smtClean="0"/>
              <a:t>2026-01-06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8F659-E204-4DAB-9308-784DA0D833B0}" type="slidenum">
              <a:rPr lang="en-CA" smtClean="0"/>
              <a:t>‹#›</a:t>
            </a:fld>
            <a:endParaRPr lang="en-CA"/>
          </a:p>
        </p:txBody>
      </p:sp>
    </p:spTree>
    <p:extLst>
      <p:ext uri="{BB962C8B-B14F-4D97-AF65-F5344CB8AC3E}">
        <p14:creationId xmlns:p14="http://schemas.microsoft.com/office/powerpoint/2010/main" val="3004831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1</a:t>
            </a:fld>
            <a:endParaRPr lang="en-CA"/>
          </a:p>
        </p:txBody>
      </p:sp>
    </p:spTree>
    <p:extLst>
      <p:ext uri="{BB962C8B-B14F-4D97-AF65-F5344CB8AC3E}">
        <p14:creationId xmlns:p14="http://schemas.microsoft.com/office/powerpoint/2010/main" val="362370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2</a:t>
            </a:fld>
            <a:endParaRPr lang="en-CA"/>
          </a:p>
        </p:txBody>
      </p:sp>
    </p:spTree>
    <p:extLst>
      <p:ext uri="{BB962C8B-B14F-4D97-AF65-F5344CB8AC3E}">
        <p14:creationId xmlns:p14="http://schemas.microsoft.com/office/powerpoint/2010/main" val="511585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F8473-BA5C-A0BC-78C8-39719546C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75CE2-0C92-354E-62FF-D8DC935FC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BE351-AF77-D9AB-9C6D-851BC21DE0D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50F8DFC-CF7C-AA93-6E93-DB8AC2182A58}"/>
              </a:ext>
            </a:extLst>
          </p:cNvPr>
          <p:cNvSpPr>
            <a:spLocks noGrp="1"/>
          </p:cNvSpPr>
          <p:nvPr>
            <p:ph type="sldNum" sz="quarter" idx="5"/>
          </p:nvPr>
        </p:nvSpPr>
        <p:spPr/>
        <p:txBody>
          <a:bodyPr/>
          <a:lstStyle/>
          <a:p>
            <a:fld id="{1328F659-E204-4DAB-9308-784DA0D833B0}" type="slidenum">
              <a:rPr lang="en-CA" smtClean="0"/>
              <a:t>3</a:t>
            </a:fld>
            <a:endParaRPr lang="en-CA"/>
          </a:p>
        </p:txBody>
      </p:sp>
    </p:spTree>
    <p:extLst>
      <p:ext uri="{BB962C8B-B14F-4D97-AF65-F5344CB8AC3E}">
        <p14:creationId xmlns:p14="http://schemas.microsoft.com/office/powerpoint/2010/main" val="2193842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C05E6-B587-44AE-3421-C6D5D4557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78FE3-D2D6-56C1-237F-B5696509B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BAC41-9D9C-732B-4188-485C3406D6D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97A0940-071F-B871-DB3C-210067DE9373}"/>
              </a:ext>
            </a:extLst>
          </p:cNvPr>
          <p:cNvSpPr>
            <a:spLocks noGrp="1"/>
          </p:cNvSpPr>
          <p:nvPr>
            <p:ph type="sldNum" sz="quarter" idx="5"/>
          </p:nvPr>
        </p:nvSpPr>
        <p:spPr/>
        <p:txBody>
          <a:bodyPr/>
          <a:lstStyle/>
          <a:p>
            <a:fld id="{1328F659-E204-4DAB-9308-784DA0D833B0}" type="slidenum">
              <a:rPr lang="en-CA" smtClean="0"/>
              <a:t>4</a:t>
            </a:fld>
            <a:endParaRPr lang="en-CA"/>
          </a:p>
        </p:txBody>
      </p:sp>
    </p:spTree>
    <p:extLst>
      <p:ext uri="{BB962C8B-B14F-4D97-AF65-F5344CB8AC3E}">
        <p14:creationId xmlns:p14="http://schemas.microsoft.com/office/powerpoint/2010/main" val="2245134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28A54-1BA6-4F06-C24E-C32D73451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28045-FA24-8945-747B-86E3A9CB0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9C90E-D19E-AB88-796F-0944E3C8DFE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0B26588-9085-B4AA-FEA7-6052302F912D}"/>
              </a:ext>
            </a:extLst>
          </p:cNvPr>
          <p:cNvSpPr>
            <a:spLocks noGrp="1"/>
          </p:cNvSpPr>
          <p:nvPr>
            <p:ph type="sldNum" sz="quarter" idx="5"/>
          </p:nvPr>
        </p:nvSpPr>
        <p:spPr/>
        <p:txBody>
          <a:bodyPr/>
          <a:lstStyle/>
          <a:p>
            <a:fld id="{1328F659-E204-4DAB-9308-784DA0D833B0}" type="slidenum">
              <a:rPr lang="en-CA" smtClean="0"/>
              <a:t>5</a:t>
            </a:fld>
            <a:endParaRPr lang="en-CA"/>
          </a:p>
        </p:txBody>
      </p:sp>
    </p:spTree>
    <p:extLst>
      <p:ext uri="{BB962C8B-B14F-4D97-AF65-F5344CB8AC3E}">
        <p14:creationId xmlns:p14="http://schemas.microsoft.com/office/powerpoint/2010/main" val="1880594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51F18-701A-B21F-B2AA-A724B7E5D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F542C-11F6-5537-6F91-81F88D79D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0C789-7082-CAA4-FFDA-5EEDE1EFFC1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4B7CD82-8937-37D6-22B8-A23954045778}"/>
              </a:ext>
            </a:extLst>
          </p:cNvPr>
          <p:cNvSpPr>
            <a:spLocks noGrp="1"/>
          </p:cNvSpPr>
          <p:nvPr>
            <p:ph type="sldNum" sz="quarter" idx="5"/>
          </p:nvPr>
        </p:nvSpPr>
        <p:spPr/>
        <p:txBody>
          <a:bodyPr/>
          <a:lstStyle/>
          <a:p>
            <a:fld id="{1328F659-E204-4DAB-9308-784DA0D833B0}" type="slidenum">
              <a:rPr lang="en-CA" smtClean="0"/>
              <a:t>6</a:t>
            </a:fld>
            <a:endParaRPr lang="en-CA"/>
          </a:p>
        </p:txBody>
      </p:sp>
    </p:spTree>
    <p:extLst>
      <p:ext uri="{BB962C8B-B14F-4D97-AF65-F5344CB8AC3E}">
        <p14:creationId xmlns:p14="http://schemas.microsoft.com/office/powerpoint/2010/main" val="4107300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9C2A-9DC9-CEA8-68D9-934AAE23C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B0D12-DD61-F191-EDBD-1AE301AC0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D2217-E4D0-2B2F-CD0B-DB77E0EF46D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F03FE90-34CE-9B13-A207-F7B3F0B5F17D}"/>
              </a:ext>
            </a:extLst>
          </p:cNvPr>
          <p:cNvSpPr>
            <a:spLocks noGrp="1"/>
          </p:cNvSpPr>
          <p:nvPr>
            <p:ph type="sldNum" sz="quarter" idx="5"/>
          </p:nvPr>
        </p:nvSpPr>
        <p:spPr/>
        <p:txBody>
          <a:bodyPr/>
          <a:lstStyle/>
          <a:p>
            <a:fld id="{1328F659-E204-4DAB-9308-784DA0D833B0}" type="slidenum">
              <a:rPr lang="en-CA" smtClean="0"/>
              <a:t>7</a:t>
            </a:fld>
            <a:endParaRPr lang="en-CA"/>
          </a:p>
        </p:txBody>
      </p:sp>
    </p:spTree>
    <p:extLst>
      <p:ext uri="{BB962C8B-B14F-4D97-AF65-F5344CB8AC3E}">
        <p14:creationId xmlns:p14="http://schemas.microsoft.com/office/powerpoint/2010/main" val="3831913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Okay. Here are some simple examples of words.</a:t>
            </a:r>
          </a:p>
          <a:p>
            <a:pPr marL="0" lvl="0" indent="0" algn="l" rtl="0">
              <a:spcBef>
                <a:spcPts val="0"/>
              </a:spcBef>
              <a:spcAft>
                <a:spcPts val="0"/>
              </a:spcAft>
              <a:buNone/>
            </a:pPr>
            <a:r>
              <a:rPr lang="en-US" dirty="0"/>
              <a:t>If we are familiar with these words, we can find that many words (word types) have structure, which is often as simple as a concatenation of multiple units that each contribute some syntactic or semantic information, though for some languages the process can be much more complex. </a:t>
            </a:r>
          </a:p>
          <a:p>
            <a:pPr marL="0" lvl="0" indent="0" algn="l" rtl="0">
              <a:spcBef>
                <a:spcPts val="0"/>
              </a:spcBef>
              <a:spcAft>
                <a:spcPts val="0"/>
              </a:spcAft>
              <a:buNone/>
            </a:pPr>
            <a:r>
              <a:rPr lang="en-US" dirty="0"/>
              <a:t>Now let’s talk about that structure, which is called morphology. </a:t>
            </a:r>
          </a:p>
          <a:p>
            <a:pPr marL="0" lvl="0" indent="0" algn="l" rtl="0">
              <a:spcBef>
                <a:spcPts val="0"/>
              </a:spcBef>
              <a:spcAft>
                <a:spcPts val="0"/>
              </a:spcAft>
              <a:buNone/>
            </a:pPr>
            <a:endParaRPr dirty="0"/>
          </a:p>
        </p:txBody>
      </p:sp>
      <p:sp>
        <p:nvSpPr>
          <p:cNvPr id="202" name="Google Shape;20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Now let’s talk about that structure, which is called morphology. </a:t>
            </a:r>
            <a:endParaRPr dirty="0"/>
          </a:p>
          <a:p>
            <a:pPr marL="0" lvl="0" indent="0" algn="l" rtl="0">
              <a:spcBef>
                <a:spcPts val="0"/>
              </a:spcBef>
              <a:spcAft>
                <a:spcPts val="0"/>
              </a:spcAft>
              <a:buNone/>
            </a:pPr>
            <a:endParaRPr dirty="0"/>
          </a:p>
        </p:txBody>
      </p:sp>
      <p:sp>
        <p:nvSpPr>
          <p:cNvPr id="219" name="Google Shape;21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7F893-FF88-439A-793E-D3D1B4ACB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7A9F2-280B-9481-FDF2-2DDF4050F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BECE8-A42D-24F1-F9F9-696794E904D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BD056E9-2527-3FE2-87E1-7B947CE9086C}"/>
              </a:ext>
            </a:extLst>
          </p:cNvPr>
          <p:cNvSpPr>
            <a:spLocks noGrp="1"/>
          </p:cNvSpPr>
          <p:nvPr>
            <p:ph type="sldNum" sz="quarter" idx="5"/>
          </p:nvPr>
        </p:nvSpPr>
        <p:spPr/>
        <p:txBody>
          <a:bodyPr/>
          <a:lstStyle/>
          <a:p>
            <a:fld id="{1328F659-E204-4DAB-9308-784DA0D833B0}" type="slidenum">
              <a:rPr lang="en-CA" smtClean="0"/>
              <a:t>10</a:t>
            </a:fld>
            <a:endParaRPr lang="en-CA"/>
          </a:p>
        </p:txBody>
      </p:sp>
    </p:spTree>
    <p:extLst>
      <p:ext uri="{BB962C8B-B14F-4D97-AF65-F5344CB8AC3E}">
        <p14:creationId xmlns:p14="http://schemas.microsoft.com/office/powerpoint/2010/main" val="3222434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Chinese: up to 80% of Chinese words are compounds</a:t>
            </a:r>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12</a:t>
            </a:fld>
            <a:endParaRPr lang="en-CA"/>
          </a:p>
        </p:txBody>
      </p:sp>
    </p:spTree>
    <p:extLst>
      <p:ext uri="{BB962C8B-B14F-4D97-AF65-F5344CB8AC3E}">
        <p14:creationId xmlns:p14="http://schemas.microsoft.com/office/powerpoint/2010/main" val="985678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Answer: polysemy – the machine looks like the bird. </a:t>
            </a:r>
          </a:p>
        </p:txBody>
      </p:sp>
      <p:sp>
        <p:nvSpPr>
          <p:cNvPr id="4" name="Slide Number Placeholder 3"/>
          <p:cNvSpPr>
            <a:spLocks noGrp="1"/>
          </p:cNvSpPr>
          <p:nvPr>
            <p:ph type="sldNum" sz="quarter" idx="5"/>
          </p:nvPr>
        </p:nvSpPr>
        <p:spPr/>
        <p:txBody>
          <a:bodyPr/>
          <a:lstStyle/>
          <a:p>
            <a:fld id="{1328F659-E204-4DAB-9308-784DA0D833B0}" type="slidenum">
              <a:rPr lang="en-CA" smtClean="0"/>
              <a:t>18</a:t>
            </a:fld>
            <a:endParaRPr lang="en-CA"/>
          </a:p>
        </p:txBody>
      </p:sp>
    </p:spTree>
    <p:extLst>
      <p:ext uri="{BB962C8B-B14F-4D97-AF65-F5344CB8AC3E}">
        <p14:creationId xmlns:p14="http://schemas.microsoft.com/office/powerpoint/2010/main" val="3900495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23</a:t>
            </a:fld>
            <a:endParaRPr lang="en-CA"/>
          </a:p>
        </p:txBody>
      </p:sp>
    </p:spTree>
    <p:extLst>
      <p:ext uri="{BB962C8B-B14F-4D97-AF65-F5344CB8AC3E}">
        <p14:creationId xmlns:p14="http://schemas.microsoft.com/office/powerpoint/2010/main" val="3673914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24</a:t>
            </a:fld>
            <a:endParaRPr lang="en-CA"/>
          </a:p>
        </p:txBody>
      </p:sp>
    </p:spTree>
    <p:extLst>
      <p:ext uri="{BB962C8B-B14F-4D97-AF65-F5344CB8AC3E}">
        <p14:creationId xmlns:p14="http://schemas.microsoft.com/office/powerpoint/2010/main" val="4234711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90000"/>
              </a:lnSpc>
              <a:spcBef>
                <a:spcPts val="0"/>
              </a:spcBef>
              <a:spcAft>
                <a:spcPts val="0"/>
              </a:spcAft>
              <a:buClr>
                <a:schemeClr val="dk1"/>
              </a:buClr>
              <a:buSzPts val="2800"/>
              <a:buNone/>
            </a:pPr>
            <a:r>
              <a:rPr lang="en-US" dirty="0"/>
              <a:t>Words don’t appear out of nowhere ---</a:t>
            </a:r>
          </a:p>
          <a:p>
            <a:pPr marL="0" lvl="0" indent="0" algn="l" rtl="0">
              <a:lnSpc>
                <a:spcPct val="90000"/>
              </a:lnSpc>
              <a:spcBef>
                <a:spcPts val="1000"/>
              </a:spcBef>
              <a:spcAft>
                <a:spcPts val="0"/>
              </a:spcAft>
              <a:buClr>
                <a:srgbClr val="0070C0"/>
              </a:buClr>
              <a:buSzPts val="2800"/>
              <a:buNone/>
            </a:pPr>
            <a:r>
              <a:rPr lang="en-US" dirty="0">
                <a:solidFill>
                  <a:srgbClr val="0070C0"/>
                </a:solidFill>
              </a:rPr>
              <a:t>corpus</a:t>
            </a:r>
            <a:r>
              <a:rPr lang="en-US" dirty="0"/>
              <a:t> (plural </a:t>
            </a:r>
            <a:r>
              <a:rPr lang="en-US" dirty="0">
                <a:solidFill>
                  <a:srgbClr val="0070C0"/>
                </a:solidFill>
              </a:rPr>
              <a:t>corpora</a:t>
            </a:r>
            <a:r>
              <a:rPr lang="en-US" dirty="0"/>
              <a:t>): a computer-readable collection of text or speech.</a:t>
            </a:r>
          </a:p>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29</a:t>
            </a:fld>
            <a:endParaRPr lang="en-CA"/>
          </a:p>
        </p:txBody>
      </p:sp>
    </p:spTree>
    <p:extLst>
      <p:ext uri="{BB962C8B-B14F-4D97-AF65-F5344CB8AC3E}">
        <p14:creationId xmlns:p14="http://schemas.microsoft.com/office/powerpoint/2010/main" val="843667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why is this? well i think one reason is because twitter shows an enormous amount of variation in word forms, for example for the word really</a:t>
            </a:r>
            <a:endParaRPr/>
          </a:p>
        </p:txBody>
      </p:sp>
      <p:sp>
        <p:nvSpPr>
          <p:cNvPr id="744" name="Google Shape;744;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6" name="Google Shape;776;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4" name="Google Shape;784;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However, due to simplicity, it’s widely adapted. </a:t>
            </a:r>
          </a:p>
          <a:p>
            <a:endParaRPr lang="en-CA" dirty="0"/>
          </a:p>
          <a:p>
            <a:r>
              <a:rPr lang="en-CA" dirty="0"/>
              <a:t>Open problem: no optimal compression rate proved. </a:t>
            </a:r>
          </a:p>
        </p:txBody>
      </p:sp>
      <p:sp>
        <p:nvSpPr>
          <p:cNvPr id="4" name="Slide Number Placeholder 3"/>
          <p:cNvSpPr>
            <a:spLocks noGrp="1"/>
          </p:cNvSpPr>
          <p:nvPr>
            <p:ph type="sldNum" sz="quarter" idx="5"/>
          </p:nvPr>
        </p:nvSpPr>
        <p:spPr/>
        <p:txBody>
          <a:bodyPr/>
          <a:lstStyle/>
          <a:p>
            <a:fld id="{1328F659-E204-4DAB-9308-784DA0D833B0}" type="slidenum">
              <a:rPr lang="en-CA" smtClean="0"/>
              <a:t>45</a:t>
            </a:fld>
            <a:endParaRPr lang="en-CA"/>
          </a:p>
        </p:txBody>
      </p:sp>
    </p:spTree>
    <p:extLst>
      <p:ext uri="{BB962C8B-B14F-4D97-AF65-F5344CB8AC3E}">
        <p14:creationId xmlns:p14="http://schemas.microsoft.com/office/powerpoint/2010/main" val="465532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D81C-C0FB-D832-3BCF-FEA9913D6BF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3C9B338F-1C9E-8F52-F9A4-E761E10846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DA8B4FD-FA43-ED01-B598-2DD3B4DD922A}"/>
              </a:ext>
            </a:extLst>
          </p:cNvPr>
          <p:cNvSpPr>
            <a:spLocks noGrp="1"/>
          </p:cNvSpPr>
          <p:nvPr>
            <p:ph type="dt" sz="half" idx="10"/>
          </p:nvPr>
        </p:nvSpPr>
        <p:spPr/>
        <p:txBody>
          <a:bodyPr/>
          <a:lstStyle/>
          <a:p>
            <a:fld id="{C9067905-A51C-421C-8B94-09310336B0A2}" type="datetime1">
              <a:rPr lang="en-CA" smtClean="0"/>
              <a:t>2026-01-06</a:t>
            </a:fld>
            <a:endParaRPr lang="en-CA"/>
          </a:p>
        </p:txBody>
      </p:sp>
      <p:sp>
        <p:nvSpPr>
          <p:cNvPr id="5" name="Footer Placeholder 4">
            <a:extLst>
              <a:ext uri="{FF2B5EF4-FFF2-40B4-BE49-F238E27FC236}">
                <a16:creationId xmlns:a16="http://schemas.microsoft.com/office/drawing/2014/main" id="{9A47A58B-BF2B-F261-F4BF-92803EEE2C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8920CB0-E893-4FAE-C932-C15080A41B46}"/>
              </a:ext>
            </a:extLst>
          </p:cNvPr>
          <p:cNvSpPr>
            <a:spLocks noGrp="1"/>
          </p:cNvSpPr>
          <p:nvPr>
            <p:ph type="sldNum" sz="quarter" idx="12"/>
          </p:nvPr>
        </p:nvSpPr>
        <p:spPr/>
        <p:txBody>
          <a:bodyPr/>
          <a:lstStyle/>
          <a:p>
            <a:fld id="{A36FF760-4833-4FC2-9C74-46CD274694B2}" type="slidenum">
              <a:rPr lang="en-CA" smtClean="0"/>
              <a:t>‹#›</a:t>
            </a:fld>
            <a:endParaRPr lang="en-CA"/>
          </a:p>
        </p:txBody>
      </p:sp>
    </p:spTree>
    <p:extLst>
      <p:ext uri="{BB962C8B-B14F-4D97-AF65-F5344CB8AC3E}">
        <p14:creationId xmlns:p14="http://schemas.microsoft.com/office/powerpoint/2010/main" val="389838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7E1F2-4C84-385C-A58A-13FDFBF1608E}"/>
              </a:ext>
            </a:extLst>
          </p:cNvPr>
          <p:cNvSpPr>
            <a:spLocks noGrp="1"/>
          </p:cNvSpPr>
          <p:nvPr>
            <p:ph type="title"/>
          </p:nvPr>
        </p:nvSpPr>
        <p:spPr>
          <a:xfrm>
            <a:off x="404751" y="0"/>
            <a:ext cx="11382498" cy="1325563"/>
          </a:xfrm>
          <a:prstGeom prst="rect">
            <a:avLst/>
          </a:prstGeom>
        </p:spPr>
        <p:txBody>
          <a:bodyPr/>
          <a:lstStyle>
            <a:lvl1pPr>
              <a:defRPr>
                <a:latin typeface="Nunito" pitchFamily="2" charset="0"/>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DD19F1E-8F25-C9E0-1195-1CD303EA5B0B}"/>
              </a:ext>
            </a:extLst>
          </p:cNvPr>
          <p:cNvSpPr>
            <a:spLocks noGrp="1"/>
          </p:cNvSpPr>
          <p:nvPr>
            <p:ph idx="1"/>
          </p:nvPr>
        </p:nvSpPr>
        <p:spPr>
          <a:xfrm>
            <a:off x="404751" y="1325562"/>
            <a:ext cx="11382498" cy="5030787"/>
          </a:xfrm>
        </p:spPr>
        <p:txBody>
          <a:bodyPr/>
          <a:lstStyle>
            <a:lvl1pPr>
              <a:lnSpc>
                <a:spcPct val="100000"/>
              </a:lnSpc>
              <a:defRPr>
                <a:latin typeface="Nunito" pitchFamily="2" charset="0"/>
              </a:defRPr>
            </a:lvl1pPr>
            <a:lvl2pPr>
              <a:lnSpc>
                <a:spcPct val="100000"/>
              </a:lnSpc>
              <a:defRPr>
                <a:latin typeface="Nunito" pitchFamily="2" charset="0"/>
              </a:defRPr>
            </a:lvl2pPr>
            <a:lvl3pPr>
              <a:lnSpc>
                <a:spcPct val="100000"/>
              </a:lnSpc>
              <a:defRPr>
                <a:latin typeface="Nunito" pitchFamily="2" charset="0"/>
              </a:defRPr>
            </a:lvl3pPr>
            <a:lvl4pPr>
              <a:lnSpc>
                <a:spcPct val="100000"/>
              </a:lnSpc>
              <a:defRPr>
                <a:latin typeface="Nunito" pitchFamily="2" charset="0"/>
              </a:defRPr>
            </a:lvl4pPr>
            <a:lvl5pPr>
              <a:lnSpc>
                <a:spcPct val="100000"/>
              </a:lnSpc>
              <a:defRPr>
                <a:latin typeface="Nunito"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a:extLst>
              <a:ext uri="{FF2B5EF4-FFF2-40B4-BE49-F238E27FC236}">
                <a16:creationId xmlns:a16="http://schemas.microsoft.com/office/drawing/2014/main" id="{EE4B4D42-F908-5E01-B590-10E1A39936B0}"/>
              </a:ext>
            </a:extLst>
          </p:cNvPr>
          <p:cNvSpPr>
            <a:spLocks noGrp="1"/>
          </p:cNvSpPr>
          <p:nvPr>
            <p:ph type="dt" sz="half" idx="10"/>
          </p:nvPr>
        </p:nvSpPr>
        <p:spPr>
          <a:xfrm>
            <a:off x="404751" y="6356350"/>
            <a:ext cx="2743200" cy="365125"/>
          </a:xfrm>
        </p:spPr>
        <p:txBody>
          <a:bodyPr/>
          <a:lstStyle>
            <a:lvl1pPr>
              <a:defRPr>
                <a:latin typeface="Nunito" pitchFamily="2" charset="0"/>
              </a:defRPr>
            </a:lvl1pPr>
          </a:lstStyle>
          <a:p>
            <a:fld id="{83C35BBC-156D-41FD-9ADF-716B2914A275}" type="datetime1">
              <a:rPr lang="en-CA" smtClean="0"/>
              <a:t>2026-01-06</a:t>
            </a:fld>
            <a:endParaRPr lang="en-CA"/>
          </a:p>
        </p:txBody>
      </p:sp>
      <p:sp>
        <p:nvSpPr>
          <p:cNvPr id="5" name="Footer Placeholder 4">
            <a:extLst>
              <a:ext uri="{FF2B5EF4-FFF2-40B4-BE49-F238E27FC236}">
                <a16:creationId xmlns:a16="http://schemas.microsoft.com/office/drawing/2014/main" id="{2AF79C89-C314-DDEA-2C67-83BAC906B2B8}"/>
              </a:ext>
            </a:extLst>
          </p:cNvPr>
          <p:cNvSpPr>
            <a:spLocks noGrp="1"/>
          </p:cNvSpPr>
          <p:nvPr>
            <p:ph type="ftr" sz="quarter" idx="11"/>
          </p:nvPr>
        </p:nvSpPr>
        <p:spPr/>
        <p:txBody>
          <a:bodyPr/>
          <a:lstStyle>
            <a:lvl1pPr>
              <a:defRPr>
                <a:latin typeface="Nunito" pitchFamily="2" charset="0"/>
              </a:defRPr>
            </a:lvl1pPr>
          </a:lstStyle>
          <a:p>
            <a:endParaRPr lang="en-CA"/>
          </a:p>
        </p:txBody>
      </p:sp>
      <p:sp>
        <p:nvSpPr>
          <p:cNvPr id="6" name="Slide Number Placeholder 5">
            <a:extLst>
              <a:ext uri="{FF2B5EF4-FFF2-40B4-BE49-F238E27FC236}">
                <a16:creationId xmlns:a16="http://schemas.microsoft.com/office/drawing/2014/main" id="{44D79454-EAA8-CA79-DF21-ACA68276AB3A}"/>
              </a:ext>
            </a:extLst>
          </p:cNvPr>
          <p:cNvSpPr>
            <a:spLocks noGrp="1"/>
          </p:cNvSpPr>
          <p:nvPr>
            <p:ph type="sldNum" sz="quarter" idx="12"/>
          </p:nvPr>
        </p:nvSpPr>
        <p:spPr>
          <a:xfrm>
            <a:off x="9044049" y="6356350"/>
            <a:ext cx="2743200" cy="365125"/>
          </a:xfrm>
        </p:spPr>
        <p:txBody>
          <a:bodyPr/>
          <a:lstStyle>
            <a:lvl1pPr>
              <a:defRPr>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826985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AA206-0109-0A71-8D88-FDBEE73349A3}"/>
              </a:ext>
            </a:extLst>
          </p:cNvPr>
          <p:cNvSpPr>
            <a:spLocks noGrp="1"/>
          </p:cNvSpPr>
          <p:nvPr>
            <p:ph type="title"/>
          </p:nvPr>
        </p:nvSpPr>
        <p:spPr>
          <a:xfrm>
            <a:off x="831850" y="678106"/>
            <a:ext cx="10515600" cy="2852737"/>
          </a:xfrm>
          <a:prstGeom prst="rect">
            <a:avLst/>
          </a:prstGeom>
        </p:spPr>
        <p:txBody>
          <a:bodyPr anchor="b"/>
          <a:lstStyle>
            <a:lvl1pPr>
              <a:defRPr sz="6000">
                <a:latin typeface="Nunito" pitchFamily="2" charset="0"/>
              </a:defRPr>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680E311-A575-C976-8612-0AAE40A722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Nunito"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4F3AF7-1AE8-C53C-A886-BCA359B91ABF}"/>
              </a:ext>
            </a:extLst>
          </p:cNvPr>
          <p:cNvSpPr>
            <a:spLocks noGrp="1"/>
          </p:cNvSpPr>
          <p:nvPr>
            <p:ph type="dt" sz="half" idx="10"/>
          </p:nvPr>
        </p:nvSpPr>
        <p:spPr/>
        <p:txBody>
          <a:bodyPr/>
          <a:lstStyle>
            <a:lvl1pPr>
              <a:defRPr>
                <a:latin typeface="Nunito" pitchFamily="2" charset="0"/>
              </a:defRPr>
            </a:lvl1pPr>
          </a:lstStyle>
          <a:p>
            <a:fld id="{FF283ED9-7CF3-4A16-AD68-CCED7B0C68A9}" type="datetime1">
              <a:rPr lang="en-CA" smtClean="0"/>
              <a:t>2026-01-06</a:t>
            </a:fld>
            <a:endParaRPr lang="en-CA"/>
          </a:p>
        </p:txBody>
      </p:sp>
      <p:sp>
        <p:nvSpPr>
          <p:cNvPr id="5" name="Footer Placeholder 4">
            <a:extLst>
              <a:ext uri="{FF2B5EF4-FFF2-40B4-BE49-F238E27FC236}">
                <a16:creationId xmlns:a16="http://schemas.microsoft.com/office/drawing/2014/main" id="{00B96467-644E-846D-3020-E63D41BA5EA8}"/>
              </a:ext>
            </a:extLst>
          </p:cNvPr>
          <p:cNvSpPr>
            <a:spLocks noGrp="1"/>
          </p:cNvSpPr>
          <p:nvPr>
            <p:ph type="ftr" sz="quarter" idx="11"/>
          </p:nvPr>
        </p:nvSpPr>
        <p:spPr/>
        <p:txBody>
          <a:bodyPr/>
          <a:lstStyle>
            <a:lvl1pPr>
              <a:defRPr>
                <a:latin typeface="Nunito" pitchFamily="2" charset="0"/>
              </a:defRPr>
            </a:lvl1pPr>
          </a:lstStyle>
          <a:p>
            <a:endParaRPr lang="en-CA"/>
          </a:p>
        </p:txBody>
      </p:sp>
      <p:sp>
        <p:nvSpPr>
          <p:cNvPr id="6" name="Slide Number Placeholder 5">
            <a:extLst>
              <a:ext uri="{FF2B5EF4-FFF2-40B4-BE49-F238E27FC236}">
                <a16:creationId xmlns:a16="http://schemas.microsoft.com/office/drawing/2014/main" id="{1ECBBBB6-1087-2307-E934-62264519FFA6}"/>
              </a:ext>
            </a:extLst>
          </p:cNvPr>
          <p:cNvSpPr>
            <a:spLocks noGrp="1"/>
          </p:cNvSpPr>
          <p:nvPr>
            <p:ph type="sldNum" sz="quarter" idx="12"/>
          </p:nvPr>
        </p:nvSpPr>
        <p:spPr/>
        <p:txBody>
          <a:bodyPr/>
          <a:lstStyle>
            <a:lvl1pPr>
              <a:defRPr>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60665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1A536-D24D-052D-890A-E0B5456BBD34}"/>
              </a:ext>
            </a:extLst>
          </p:cNvPr>
          <p:cNvSpPr>
            <a:spLocks noGrp="1"/>
          </p:cNvSpPr>
          <p:nvPr>
            <p:ph type="title"/>
          </p:nvPr>
        </p:nvSpPr>
        <p:spPr>
          <a:xfrm>
            <a:off x="404751" y="0"/>
            <a:ext cx="11382498" cy="1325563"/>
          </a:xfrm>
          <a:prstGeom prst="rect">
            <a:avLst/>
          </a:prstGeom>
        </p:spPr>
        <p:txBody>
          <a:bodyPr/>
          <a:lstStyle>
            <a:lvl1pPr>
              <a:defRPr>
                <a:latin typeface="Nunito" pitchFamily="2" charset="0"/>
              </a:defRPr>
            </a:lvl1p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F2521A84-A51B-FB50-9FE9-82902A23163B}"/>
              </a:ext>
            </a:extLst>
          </p:cNvPr>
          <p:cNvSpPr>
            <a:spLocks noGrp="1"/>
          </p:cNvSpPr>
          <p:nvPr>
            <p:ph sz="half" idx="1"/>
          </p:nvPr>
        </p:nvSpPr>
        <p:spPr>
          <a:xfrm>
            <a:off x="404751" y="1325562"/>
            <a:ext cx="5615049" cy="5030787"/>
          </a:xfrm>
        </p:spPr>
        <p:txBody>
          <a:bodyPr/>
          <a:lstStyle>
            <a:lvl1pPr>
              <a:spcAft>
                <a:spcPts val="300"/>
              </a:spcAft>
              <a:defRPr>
                <a:latin typeface="Nunito" pitchFamily="2" charset="0"/>
              </a:defRPr>
            </a:lvl1pPr>
            <a:lvl2pPr>
              <a:spcAft>
                <a:spcPts val="300"/>
              </a:spcAft>
              <a:defRPr>
                <a:latin typeface="Nunito" pitchFamily="2" charset="0"/>
              </a:defRPr>
            </a:lvl2pPr>
            <a:lvl3pPr>
              <a:spcAft>
                <a:spcPts val="300"/>
              </a:spcAft>
              <a:defRPr>
                <a:latin typeface="Nunito" pitchFamily="2" charset="0"/>
              </a:defRPr>
            </a:lvl3pPr>
            <a:lvl4pPr>
              <a:spcAft>
                <a:spcPts val="300"/>
              </a:spcAft>
              <a:defRPr>
                <a:latin typeface="Nunito" pitchFamily="2" charset="0"/>
              </a:defRPr>
            </a:lvl4pPr>
            <a:lvl5pPr>
              <a:spcAft>
                <a:spcPts val="300"/>
              </a:spcAft>
              <a:defRPr>
                <a:latin typeface="Nunito"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Content Placeholder 3">
            <a:extLst>
              <a:ext uri="{FF2B5EF4-FFF2-40B4-BE49-F238E27FC236}">
                <a16:creationId xmlns:a16="http://schemas.microsoft.com/office/drawing/2014/main" id="{0A5A5771-7497-4EA1-71BA-D8EF276E3E25}"/>
              </a:ext>
            </a:extLst>
          </p:cNvPr>
          <p:cNvSpPr>
            <a:spLocks noGrp="1"/>
          </p:cNvSpPr>
          <p:nvPr>
            <p:ph sz="half" idx="2"/>
          </p:nvPr>
        </p:nvSpPr>
        <p:spPr>
          <a:xfrm>
            <a:off x="6172200" y="1325563"/>
            <a:ext cx="5615048" cy="5030786"/>
          </a:xfrm>
        </p:spPr>
        <p:txBody>
          <a:bodyPr/>
          <a:lstStyle>
            <a:lvl1pPr>
              <a:spcAft>
                <a:spcPts val="300"/>
              </a:spcAft>
              <a:defRPr>
                <a:latin typeface="Nunito" pitchFamily="2" charset="0"/>
              </a:defRPr>
            </a:lvl1pPr>
            <a:lvl2pPr>
              <a:spcAft>
                <a:spcPts val="300"/>
              </a:spcAft>
              <a:defRPr>
                <a:latin typeface="Nunito" pitchFamily="2" charset="0"/>
              </a:defRPr>
            </a:lvl2pPr>
            <a:lvl3pPr>
              <a:spcAft>
                <a:spcPts val="300"/>
              </a:spcAft>
              <a:defRPr>
                <a:latin typeface="Nunito" pitchFamily="2" charset="0"/>
              </a:defRPr>
            </a:lvl3pPr>
            <a:lvl4pPr>
              <a:spcAft>
                <a:spcPts val="300"/>
              </a:spcAft>
              <a:defRPr>
                <a:latin typeface="Nunito" pitchFamily="2" charset="0"/>
              </a:defRPr>
            </a:lvl4pPr>
            <a:lvl5pPr>
              <a:spcAft>
                <a:spcPts val="300"/>
              </a:spcAft>
              <a:defRPr>
                <a:latin typeface="Nunito"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5" name="Date Placeholder 4">
            <a:extLst>
              <a:ext uri="{FF2B5EF4-FFF2-40B4-BE49-F238E27FC236}">
                <a16:creationId xmlns:a16="http://schemas.microsoft.com/office/drawing/2014/main" id="{345996EB-B53E-50CA-0C2E-79F93FF54B2E}"/>
              </a:ext>
            </a:extLst>
          </p:cNvPr>
          <p:cNvSpPr>
            <a:spLocks noGrp="1"/>
          </p:cNvSpPr>
          <p:nvPr>
            <p:ph type="dt" sz="half" idx="10"/>
          </p:nvPr>
        </p:nvSpPr>
        <p:spPr>
          <a:xfrm>
            <a:off x="404751" y="6356350"/>
            <a:ext cx="2743200" cy="365125"/>
          </a:xfrm>
        </p:spPr>
        <p:txBody>
          <a:bodyPr/>
          <a:lstStyle>
            <a:lvl1pPr>
              <a:defRPr>
                <a:latin typeface="Nunito" pitchFamily="2" charset="0"/>
              </a:defRPr>
            </a:lvl1pPr>
          </a:lstStyle>
          <a:p>
            <a:fld id="{7A9C5AE8-81DF-43BD-B0FE-D622180FEED6}" type="datetime1">
              <a:rPr lang="en-CA" smtClean="0"/>
              <a:t>2026-01-06</a:t>
            </a:fld>
            <a:endParaRPr lang="en-CA"/>
          </a:p>
        </p:txBody>
      </p:sp>
      <p:sp>
        <p:nvSpPr>
          <p:cNvPr id="6" name="Footer Placeholder 5">
            <a:extLst>
              <a:ext uri="{FF2B5EF4-FFF2-40B4-BE49-F238E27FC236}">
                <a16:creationId xmlns:a16="http://schemas.microsoft.com/office/drawing/2014/main" id="{20FBA3BA-3C8C-8414-D264-DFE2469B9CFB}"/>
              </a:ext>
            </a:extLst>
          </p:cNvPr>
          <p:cNvSpPr>
            <a:spLocks noGrp="1"/>
          </p:cNvSpPr>
          <p:nvPr>
            <p:ph type="ftr" sz="quarter" idx="11"/>
          </p:nvPr>
        </p:nvSpPr>
        <p:spPr/>
        <p:txBody>
          <a:bodyPr/>
          <a:lstStyle>
            <a:lvl1pPr>
              <a:defRPr>
                <a:latin typeface="Nunito" pitchFamily="2" charset="0"/>
              </a:defRPr>
            </a:lvl1pPr>
          </a:lstStyle>
          <a:p>
            <a:endParaRPr lang="en-CA"/>
          </a:p>
        </p:txBody>
      </p:sp>
      <p:sp>
        <p:nvSpPr>
          <p:cNvPr id="7" name="Slide Number Placeholder 6">
            <a:extLst>
              <a:ext uri="{FF2B5EF4-FFF2-40B4-BE49-F238E27FC236}">
                <a16:creationId xmlns:a16="http://schemas.microsoft.com/office/drawing/2014/main" id="{DB2EFE18-BED3-97F6-752B-D8CA6FB20479}"/>
              </a:ext>
            </a:extLst>
          </p:cNvPr>
          <p:cNvSpPr>
            <a:spLocks noGrp="1"/>
          </p:cNvSpPr>
          <p:nvPr>
            <p:ph type="sldNum" sz="quarter" idx="12"/>
          </p:nvPr>
        </p:nvSpPr>
        <p:spPr>
          <a:xfrm>
            <a:off x="9044048" y="6356349"/>
            <a:ext cx="2743200" cy="365125"/>
          </a:xfrm>
        </p:spPr>
        <p:txBody>
          <a:bodyPr/>
          <a:lstStyle>
            <a:lvl1pPr>
              <a:defRPr>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24899055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D164D-A971-FFAC-2B99-B33123B4B9E7}"/>
              </a:ext>
            </a:extLst>
          </p:cNvPr>
          <p:cNvSpPr>
            <a:spLocks noGrp="1"/>
          </p:cNvSpPr>
          <p:nvPr>
            <p:ph type="title"/>
          </p:nvPr>
        </p:nvSpPr>
        <p:spPr>
          <a:xfrm>
            <a:off x="404751" y="365125"/>
            <a:ext cx="11382498"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BBC787C-DEE0-2018-EEBF-D0C6CE2174B1}"/>
              </a:ext>
            </a:extLst>
          </p:cNvPr>
          <p:cNvSpPr>
            <a:spLocks noGrp="1"/>
          </p:cNvSpPr>
          <p:nvPr>
            <p:ph type="body" idx="1"/>
          </p:nvPr>
        </p:nvSpPr>
        <p:spPr>
          <a:xfrm>
            <a:off x="404751" y="1825625"/>
            <a:ext cx="11382498"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a:extLst>
              <a:ext uri="{FF2B5EF4-FFF2-40B4-BE49-F238E27FC236}">
                <a16:creationId xmlns:a16="http://schemas.microsoft.com/office/drawing/2014/main" id="{BC7BF790-F8A0-E94B-A547-FFA5EBD11B99}"/>
              </a:ext>
            </a:extLst>
          </p:cNvPr>
          <p:cNvSpPr>
            <a:spLocks noGrp="1"/>
          </p:cNvSpPr>
          <p:nvPr>
            <p:ph type="dt" sz="half" idx="2"/>
          </p:nvPr>
        </p:nvSpPr>
        <p:spPr>
          <a:xfrm>
            <a:off x="404751"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Nunito" pitchFamily="2" charset="0"/>
              </a:defRPr>
            </a:lvl1pPr>
          </a:lstStyle>
          <a:p>
            <a:fld id="{6575A376-CF90-463F-B5BF-5AB20A7CAF2F}" type="datetime1">
              <a:rPr lang="en-CA" smtClean="0"/>
              <a:t>2026-01-06</a:t>
            </a:fld>
            <a:endParaRPr lang="en-CA"/>
          </a:p>
        </p:txBody>
      </p:sp>
      <p:sp>
        <p:nvSpPr>
          <p:cNvPr id="5" name="Footer Placeholder 4">
            <a:extLst>
              <a:ext uri="{FF2B5EF4-FFF2-40B4-BE49-F238E27FC236}">
                <a16:creationId xmlns:a16="http://schemas.microsoft.com/office/drawing/2014/main" id="{7B9B0501-175E-8C38-D79A-42B4B1ACD3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Nunito" pitchFamily="2" charset="0"/>
              </a:defRPr>
            </a:lvl1pPr>
          </a:lstStyle>
          <a:p>
            <a:endParaRPr lang="en-CA"/>
          </a:p>
        </p:txBody>
      </p:sp>
      <p:sp>
        <p:nvSpPr>
          <p:cNvPr id="6" name="Slide Number Placeholder 5">
            <a:extLst>
              <a:ext uri="{FF2B5EF4-FFF2-40B4-BE49-F238E27FC236}">
                <a16:creationId xmlns:a16="http://schemas.microsoft.com/office/drawing/2014/main" id="{1C781883-179C-670B-795E-1399264CA2C2}"/>
              </a:ext>
            </a:extLst>
          </p:cNvPr>
          <p:cNvSpPr>
            <a:spLocks noGrp="1"/>
          </p:cNvSpPr>
          <p:nvPr>
            <p:ph type="sldNum" sz="quarter" idx="4"/>
          </p:nvPr>
        </p:nvSpPr>
        <p:spPr>
          <a:xfrm>
            <a:off x="9044049"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1118528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p:titleStyle>
    <p:body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hs@uwaterloo.c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ordnet.princeton.ed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16" Type="http://schemas.openxmlformats.org/officeDocument/2006/relationships/tags" Target="../tags/tag1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66" Type="http://schemas.openxmlformats.org/officeDocument/2006/relationships/tags" Target="../tags/tag66.xml"/><Relationship Id="rId74" Type="http://schemas.openxmlformats.org/officeDocument/2006/relationships/tags" Target="../tags/tag74.xml"/><Relationship Id="rId79" Type="http://schemas.openxmlformats.org/officeDocument/2006/relationships/slideLayout" Target="../slideLayouts/slideLayout2.xm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hyperlink" Target="https://github.com/google/sentencepiece" TargetMode="Externa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2" Type="http://schemas.openxmlformats.org/officeDocument/2006/relationships/tags" Target="../tags/tag2.xml"/><Relationship Id="rId29" Type="http://schemas.openxmlformats.org/officeDocument/2006/relationships/tags" Target="../tags/tag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47CF05-BE52-90FA-5147-DA56FCE560BA}"/>
              </a:ext>
            </a:extLst>
          </p:cNvPr>
          <p:cNvSpPr>
            <a:spLocks noGrp="1"/>
          </p:cNvSpPr>
          <p:nvPr>
            <p:ph type="ctrTitle"/>
          </p:nvPr>
        </p:nvSpPr>
        <p:spPr>
          <a:xfrm>
            <a:off x="417615" y="852285"/>
            <a:ext cx="11356770" cy="2576715"/>
          </a:xfrm>
        </p:spPr>
        <p:txBody>
          <a:bodyPr>
            <a:noAutofit/>
          </a:bodyPr>
          <a:lstStyle/>
          <a:p>
            <a:pPr>
              <a:lnSpc>
                <a:spcPct val="120000"/>
              </a:lnSpc>
            </a:pPr>
            <a:r>
              <a:rPr lang="en-US" sz="3200" dirty="0">
                <a:latin typeface="Nunito" pitchFamily="2" charset="0"/>
              </a:rPr>
              <a:t>CS 489/698</a:t>
            </a:r>
            <a:r>
              <a:rPr lang="en-CA" sz="3200" dirty="0"/>
              <a:t>:</a:t>
            </a:r>
            <a:r>
              <a:rPr lang="zh-CN" altLang="en-US" sz="3200" dirty="0"/>
              <a:t> </a:t>
            </a:r>
            <a:r>
              <a:rPr lang="en-CA" altLang="zh-CN" sz="3200" dirty="0"/>
              <a:t>Introduction</a:t>
            </a:r>
            <a:r>
              <a:rPr lang="zh-CN" altLang="en-US" sz="3200" dirty="0"/>
              <a:t> </a:t>
            </a:r>
            <a:r>
              <a:rPr lang="en-CA" altLang="zh-CN" sz="3200" dirty="0"/>
              <a:t>to</a:t>
            </a:r>
            <a:r>
              <a:rPr lang="zh-CN" altLang="en-US" sz="3200" dirty="0"/>
              <a:t> </a:t>
            </a:r>
            <a:r>
              <a:rPr lang="en-CA" altLang="zh-CN" sz="3200" dirty="0"/>
              <a:t>Natural</a:t>
            </a:r>
            <a:r>
              <a:rPr lang="zh-CN" altLang="en-US" sz="3200" dirty="0"/>
              <a:t> </a:t>
            </a:r>
            <a:r>
              <a:rPr lang="en-CA" altLang="zh-CN" sz="3200" dirty="0"/>
              <a:t>Language</a:t>
            </a:r>
            <a:r>
              <a:rPr lang="zh-CN" altLang="en-US" sz="3200" dirty="0"/>
              <a:t> </a:t>
            </a:r>
            <a:r>
              <a:rPr lang="en-CA" altLang="zh-CN" sz="3200" dirty="0"/>
              <a:t>Processing</a:t>
            </a:r>
            <a:br>
              <a:rPr lang="en-CA" altLang="zh-CN" sz="3200" dirty="0"/>
            </a:br>
            <a:br>
              <a:rPr lang="en-CA" altLang="zh-CN" sz="3200" dirty="0"/>
            </a:br>
            <a:r>
              <a:rPr lang="en-CA" altLang="zh-CN" sz="3200" dirty="0"/>
              <a:t>Lecture 2: </a:t>
            </a:r>
            <a:r>
              <a:rPr lang="en-US" altLang="zh-CN" sz="3200" dirty="0"/>
              <a:t>Words and Morphology</a:t>
            </a:r>
            <a:endParaRPr kumimoji="1" lang="zh-CN" altLang="en-US" sz="3200" dirty="0">
              <a:solidFill>
                <a:srgbClr val="5F86A3"/>
              </a:solidFill>
              <a:latin typeface="Nunito" pitchFamily="2" charset="0"/>
            </a:endParaRPr>
          </a:p>
        </p:txBody>
      </p:sp>
      <p:sp>
        <p:nvSpPr>
          <p:cNvPr id="9" name="Content Placeholder 2">
            <a:extLst>
              <a:ext uri="{FF2B5EF4-FFF2-40B4-BE49-F238E27FC236}">
                <a16:creationId xmlns:a16="http://schemas.microsoft.com/office/drawing/2014/main" id="{28B5EE4A-907F-5295-FED3-0CC20CF8B67E}"/>
              </a:ext>
            </a:extLst>
          </p:cNvPr>
          <p:cNvSpPr txBox="1">
            <a:spLocks/>
          </p:cNvSpPr>
          <p:nvPr/>
        </p:nvSpPr>
        <p:spPr>
          <a:xfrm>
            <a:off x="417615" y="4014439"/>
            <a:ext cx="11356770" cy="23045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271463">
              <a:lnSpc>
                <a:spcPct val="110000"/>
              </a:lnSpc>
            </a:pPr>
            <a:r>
              <a:rPr lang="en-US" altLang="zh-CN" dirty="0">
                <a:latin typeface="Nunito" pitchFamily="2" charset="0"/>
              </a:rPr>
              <a:t>Instructor: </a:t>
            </a:r>
            <a:r>
              <a:rPr lang="en-CA" dirty="0">
                <a:latin typeface="Nunito" pitchFamily="2" charset="0"/>
              </a:rPr>
              <a:t>Freda Shi</a:t>
            </a:r>
          </a:p>
          <a:p>
            <a:pPr defTabSz="271463">
              <a:lnSpc>
                <a:spcPct val="110000"/>
              </a:lnSpc>
            </a:pPr>
            <a:r>
              <a:rPr lang="en-CA" sz="2000" i="1" dirty="0">
                <a:latin typeface="Nunito" pitchFamily="2" charset="0"/>
                <a:hlinkClick r:id="rId3"/>
              </a:rPr>
              <a:t>fhs@uwaterloo.ca</a:t>
            </a:r>
            <a:endParaRPr lang="en-CA" sz="2000" i="1" dirty="0">
              <a:latin typeface="Nunito" pitchFamily="2" charset="0"/>
            </a:endParaRPr>
          </a:p>
          <a:p>
            <a:pPr defTabSz="271463">
              <a:lnSpc>
                <a:spcPct val="110000"/>
              </a:lnSpc>
            </a:pPr>
            <a:r>
              <a:rPr lang="en-CA" sz="2000" i="1" dirty="0">
                <a:latin typeface="Nunito" pitchFamily="2" charset="0"/>
              </a:rPr>
              <a:t>January 7</a:t>
            </a:r>
            <a:r>
              <a:rPr lang="en-CA" sz="2000" i="1" baseline="30000" dirty="0">
                <a:latin typeface="Nunito" pitchFamily="2" charset="0"/>
              </a:rPr>
              <a:t>th</a:t>
            </a:r>
            <a:r>
              <a:rPr lang="en-CA" sz="2000" i="1" dirty="0">
                <a:latin typeface="Nunito" pitchFamily="2" charset="0"/>
              </a:rPr>
              <a:t>, 2026</a:t>
            </a:r>
          </a:p>
        </p:txBody>
      </p:sp>
      <p:pic>
        <p:nvPicPr>
          <p:cNvPr id="6" name="Picture 5">
            <a:extLst>
              <a:ext uri="{FF2B5EF4-FFF2-40B4-BE49-F238E27FC236}">
                <a16:creationId xmlns:a16="http://schemas.microsoft.com/office/drawing/2014/main" id="{B9D75A6F-5017-1386-DB7C-FF6230794E65}"/>
              </a:ext>
            </a:extLst>
          </p:cNvPr>
          <p:cNvPicPr>
            <a:picLocks noChangeAspect="1"/>
          </p:cNvPicPr>
          <p:nvPr/>
        </p:nvPicPr>
        <p:blipFill>
          <a:blip r:embed="rId4"/>
          <a:srcRect t="7759" b="5871"/>
          <a:stretch>
            <a:fillRect/>
          </a:stretch>
        </p:blipFill>
        <p:spPr>
          <a:xfrm>
            <a:off x="9053559" y="6128089"/>
            <a:ext cx="3019497" cy="670757"/>
          </a:xfrm>
          <a:prstGeom prst="rect">
            <a:avLst/>
          </a:prstGeom>
        </p:spPr>
      </p:pic>
    </p:spTree>
    <p:extLst>
      <p:ext uri="{BB962C8B-B14F-4D97-AF65-F5344CB8AC3E}">
        <p14:creationId xmlns:p14="http://schemas.microsoft.com/office/powerpoint/2010/main" val="228913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23B4-2547-3797-BEBA-0578E6158F09}"/>
              </a:ext>
            </a:extLst>
          </p:cNvPr>
          <p:cNvSpPr>
            <a:spLocks noGrp="1"/>
          </p:cNvSpPr>
          <p:nvPr>
            <p:ph type="title"/>
          </p:nvPr>
        </p:nvSpPr>
        <p:spPr/>
        <p:txBody>
          <a:bodyPr/>
          <a:lstStyle/>
          <a:p>
            <a:r>
              <a:rPr lang="en-US" altLang="zh-CN" dirty="0"/>
              <a:t>What is a word?</a:t>
            </a:r>
            <a:endParaRPr lang="en-CA" dirty="0"/>
          </a:p>
        </p:txBody>
      </p:sp>
      <p:sp>
        <p:nvSpPr>
          <p:cNvPr id="3" name="Content Placeholder 2">
            <a:extLst>
              <a:ext uri="{FF2B5EF4-FFF2-40B4-BE49-F238E27FC236}">
                <a16:creationId xmlns:a16="http://schemas.microsoft.com/office/drawing/2014/main" id="{225669A1-CE1A-FAD8-9FDB-B23EC7A781F1}"/>
              </a:ext>
            </a:extLst>
          </p:cNvPr>
          <p:cNvSpPr>
            <a:spLocks noGrp="1"/>
          </p:cNvSpPr>
          <p:nvPr>
            <p:ph idx="1"/>
          </p:nvPr>
        </p:nvSpPr>
        <p:spPr>
          <a:xfrm>
            <a:off x="404751" y="2326888"/>
            <a:ext cx="11382498" cy="4029461"/>
          </a:xfrm>
        </p:spPr>
        <p:txBody>
          <a:bodyPr/>
          <a:lstStyle/>
          <a:p>
            <a:endParaRPr lang="en-US" dirty="0"/>
          </a:p>
          <a:p>
            <a:pPr marL="0" indent="0">
              <a:buNone/>
            </a:pPr>
            <a:r>
              <a:rPr lang="en-US" dirty="0"/>
              <a:t>“A single distinct </a:t>
            </a:r>
            <a:r>
              <a:rPr lang="en-US" dirty="0">
                <a:solidFill>
                  <a:srgbClr val="0070C0"/>
                </a:solidFill>
              </a:rPr>
              <a:t>meaningful</a:t>
            </a:r>
            <a:r>
              <a:rPr lang="en-US" dirty="0"/>
              <a:t> element of speech or writing, used with others (or sometimes alone) to form a sentence and typically shown with a space on either side when written or printed.”</a:t>
            </a:r>
          </a:p>
          <a:p>
            <a:pPr marL="0" indent="0" algn="r">
              <a:buNone/>
            </a:pPr>
            <a:r>
              <a:rPr lang="en-US" dirty="0"/>
              <a:t>[Source: Oxford Languages]</a:t>
            </a:r>
          </a:p>
        </p:txBody>
      </p:sp>
      <p:sp>
        <p:nvSpPr>
          <p:cNvPr id="4" name="Slide Number Placeholder 3">
            <a:extLst>
              <a:ext uri="{FF2B5EF4-FFF2-40B4-BE49-F238E27FC236}">
                <a16:creationId xmlns:a16="http://schemas.microsoft.com/office/drawing/2014/main" id="{09AFA654-36CD-8DE9-1309-5ACEF839266E}"/>
              </a:ext>
            </a:extLst>
          </p:cNvPr>
          <p:cNvSpPr>
            <a:spLocks noGrp="1"/>
          </p:cNvSpPr>
          <p:nvPr>
            <p:ph type="sldNum" sz="quarter" idx="12"/>
          </p:nvPr>
        </p:nvSpPr>
        <p:spPr/>
        <p:txBody>
          <a:bodyPr/>
          <a:lstStyle/>
          <a:p>
            <a:fld id="{A36FF760-4833-4FC2-9C74-46CD274694B2}" type="slidenum">
              <a:rPr lang="en-CA" smtClean="0"/>
              <a:pPr/>
              <a:t>2</a:t>
            </a:fld>
            <a:endParaRPr lang="en-CA"/>
          </a:p>
        </p:txBody>
      </p:sp>
      <p:sp>
        <p:nvSpPr>
          <p:cNvPr id="5" name="TextBox 4">
            <a:extLst>
              <a:ext uri="{FF2B5EF4-FFF2-40B4-BE49-F238E27FC236}">
                <a16:creationId xmlns:a16="http://schemas.microsoft.com/office/drawing/2014/main" id="{CCF5661C-1A57-12C8-5554-BB8CEF572CE5}"/>
              </a:ext>
            </a:extLst>
          </p:cNvPr>
          <p:cNvSpPr txBox="1"/>
          <p:nvPr/>
        </p:nvSpPr>
        <p:spPr>
          <a:xfrm>
            <a:off x="3702205" y="2237302"/>
            <a:ext cx="2787805" cy="461665"/>
          </a:xfrm>
          <a:prstGeom prst="rect">
            <a:avLst/>
          </a:prstGeom>
          <a:noFill/>
        </p:spPr>
        <p:txBody>
          <a:bodyPr wrap="square" rtlCol="0">
            <a:spAutoFit/>
          </a:bodyPr>
          <a:lstStyle/>
          <a:p>
            <a:r>
              <a:rPr lang="en-CA" sz="2400" b="1" dirty="0">
                <a:solidFill>
                  <a:srgbClr val="0070C0"/>
                </a:solidFill>
                <a:latin typeface="Nunito" pitchFamily="2" charset="0"/>
              </a:rPr>
              <a:t>Lexical Semantics</a:t>
            </a:r>
          </a:p>
        </p:txBody>
      </p:sp>
    </p:spTree>
    <p:extLst>
      <p:ext uri="{BB962C8B-B14F-4D97-AF65-F5344CB8AC3E}">
        <p14:creationId xmlns:p14="http://schemas.microsoft.com/office/powerpoint/2010/main" val="304924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D020F-6BE8-D591-B8F7-2A779D42D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4D2AF-C08B-FE87-6EDA-9FD32184651E}"/>
              </a:ext>
            </a:extLst>
          </p:cNvPr>
          <p:cNvSpPr>
            <a:spLocks noGrp="1"/>
          </p:cNvSpPr>
          <p:nvPr>
            <p:ph type="title"/>
          </p:nvPr>
        </p:nvSpPr>
        <p:spPr/>
        <p:txBody>
          <a:bodyPr/>
          <a:lstStyle/>
          <a:p>
            <a:r>
              <a:rPr lang="en-US" altLang="zh-CN" dirty="0"/>
              <a:t>What is a word?</a:t>
            </a:r>
            <a:endParaRPr lang="en-CA" dirty="0"/>
          </a:p>
        </p:txBody>
      </p:sp>
      <p:sp>
        <p:nvSpPr>
          <p:cNvPr id="3" name="Content Placeholder 2">
            <a:extLst>
              <a:ext uri="{FF2B5EF4-FFF2-40B4-BE49-F238E27FC236}">
                <a16:creationId xmlns:a16="http://schemas.microsoft.com/office/drawing/2014/main" id="{AA711A87-0748-4FFB-794D-070989CCBBC2}"/>
              </a:ext>
            </a:extLst>
          </p:cNvPr>
          <p:cNvSpPr>
            <a:spLocks noGrp="1"/>
          </p:cNvSpPr>
          <p:nvPr>
            <p:ph idx="1"/>
          </p:nvPr>
        </p:nvSpPr>
        <p:spPr>
          <a:xfrm>
            <a:off x="404751" y="1412488"/>
            <a:ext cx="11382498" cy="4943861"/>
          </a:xfrm>
        </p:spPr>
        <p:txBody>
          <a:bodyPr>
            <a:normAutofit/>
          </a:bodyPr>
          <a:lstStyle/>
          <a:p>
            <a:pPr marL="0" indent="0">
              <a:buNone/>
            </a:pPr>
            <a:r>
              <a:rPr lang="en-US" dirty="0"/>
              <a:t>Things in dictionaries?</a:t>
            </a:r>
          </a:p>
          <a:p>
            <a:pPr marL="0" indent="0">
              <a:buNone/>
            </a:pPr>
            <a:endParaRPr lang="en-US" dirty="0"/>
          </a:p>
          <a:p>
            <a:pPr marL="0" indent="0">
              <a:buNone/>
            </a:pPr>
            <a:r>
              <a:rPr lang="en-US" dirty="0"/>
              <a:t>“One of the most prolific areas of change and variation in English is vocabulary; </a:t>
            </a:r>
            <a:r>
              <a:rPr lang="en-US" dirty="0">
                <a:solidFill>
                  <a:srgbClr val="0070C0"/>
                </a:solidFill>
              </a:rPr>
              <a:t>new words </a:t>
            </a:r>
            <a:r>
              <a:rPr lang="en-US" dirty="0"/>
              <a:t>are constantly being coined to the name or describe new inventions or innovations, or to better identify aspects of our rapidly changing world... Most general English dictionaries are designed to include only those words that </a:t>
            </a:r>
            <a:r>
              <a:rPr lang="en-US" dirty="0">
                <a:solidFill>
                  <a:srgbClr val="0070C0"/>
                </a:solidFill>
              </a:rPr>
              <a:t>meet certain criteria</a:t>
            </a:r>
            <a:r>
              <a:rPr lang="en-US" dirty="0"/>
              <a:t> of usage across wide areas and over extended periods of time...”</a:t>
            </a:r>
          </a:p>
          <a:p>
            <a:pPr marL="0" indent="0" algn="r">
              <a:buNone/>
            </a:pPr>
            <a:r>
              <a:rPr lang="en-US" dirty="0"/>
              <a:t>[Source: </a:t>
            </a:r>
            <a:r>
              <a:rPr lang="en-CA" dirty="0"/>
              <a:t>Merriam-Webster</a:t>
            </a:r>
            <a:r>
              <a:rPr lang="en-US" dirty="0"/>
              <a:t>; </a:t>
            </a:r>
            <a:r>
              <a:rPr lang="en-CA" u="sng" dirty="0"/>
              <a:t>https://www.merriam-webster.com]</a:t>
            </a:r>
            <a:endParaRPr lang="en-CA" dirty="0"/>
          </a:p>
          <a:p>
            <a:pPr marL="0" indent="0" algn="r">
              <a:buNone/>
            </a:pPr>
            <a:endParaRPr lang="en-CA" dirty="0"/>
          </a:p>
        </p:txBody>
      </p:sp>
      <p:sp>
        <p:nvSpPr>
          <p:cNvPr id="4" name="Slide Number Placeholder 3">
            <a:extLst>
              <a:ext uri="{FF2B5EF4-FFF2-40B4-BE49-F238E27FC236}">
                <a16:creationId xmlns:a16="http://schemas.microsoft.com/office/drawing/2014/main" id="{A7B9249B-A438-AB77-ED25-B09B0AF5B31E}"/>
              </a:ext>
            </a:extLst>
          </p:cNvPr>
          <p:cNvSpPr>
            <a:spLocks noGrp="1"/>
          </p:cNvSpPr>
          <p:nvPr>
            <p:ph type="sldNum" sz="quarter" idx="12"/>
          </p:nvPr>
        </p:nvSpPr>
        <p:spPr/>
        <p:txBody>
          <a:bodyPr/>
          <a:lstStyle/>
          <a:p>
            <a:fld id="{A36FF760-4833-4FC2-9C74-46CD274694B2}" type="slidenum">
              <a:rPr lang="en-CA" smtClean="0"/>
              <a:pPr/>
              <a:t>3</a:t>
            </a:fld>
            <a:endParaRPr lang="en-CA"/>
          </a:p>
        </p:txBody>
      </p:sp>
    </p:spTree>
    <p:extLst>
      <p:ext uri="{BB962C8B-B14F-4D97-AF65-F5344CB8AC3E}">
        <p14:creationId xmlns:p14="http://schemas.microsoft.com/office/powerpoint/2010/main" val="340355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6AFCB-0AFC-8BF8-147D-C717219CC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8430C-8871-F87C-C63A-995F2B6AACE2}"/>
              </a:ext>
            </a:extLst>
          </p:cNvPr>
          <p:cNvSpPr>
            <a:spLocks noGrp="1"/>
          </p:cNvSpPr>
          <p:nvPr>
            <p:ph type="title"/>
          </p:nvPr>
        </p:nvSpPr>
        <p:spPr/>
        <p:txBody>
          <a:bodyPr/>
          <a:lstStyle/>
          <a:p>
            <a:r>
              <a:rPr lang="en-US" altLang="zh-CN" dirty="0"/>
              <a:t>What is a word?</a:t>
            </a:r>
            <a:endParaRPr lang="en-CA" dirty="0"/>
          </a:p>
        </p:txBody>
      </p:sp>
      <p:sp>
        <p:nvSpPr>
          <p:cNvPr id="3" name="Content Placeholder 2">
            <a:extLst>
              <a:ext uri="{FF2B5EF4-FFF2-40B4-BE49-F238E27FC236}">
                <a16:creationId xmlns:a16="http://schemas.microsoft.com/office/drawing/2014/main" id="{DFDBD366-7F0C-B8AD-774A-931FE7E6A930}"/>
              </a:ext>
            </a:extLst>
          </p:cNvPr>
          <p:cNvSpPr>
            <a:spLocks noGrp="1"/>
          </p:cNvSpPr>
          <p:nvPr>
            <p:ph idx="1"/>
          </p:nvPr>
        </p:nvSpPr>
        <p:spPr>
          <a:xfrm>
            <a:off x="404751" y="1412489"/>
            <a:ext cx="11382498" cy="706244"/>
          </a:xfrm>
        </p:spPr>
        <p:txBody>
          <a:bodyPr>
            <a:normAutofit/>
          </a:bodyPr>
          <a:lstStyle/>
          <a:p>
            <a:pPr marL="0" indent="0">
              <a:buNone/>
            </a:pPr>
            <a:r>
              <a:rPr lang="en-US" dirty="0"/>
              <a:t>Things between spaces and punctuation? </a:t>
            </a:r>
          </a:p>
          <a:p>
            <a:pPr marL="0" indent="0">
              <a:buNone/>
            </a:pPr>
            <a:endParaRPr lang="en-US" dirty="0"/>
          </a:p>
          <a:p>
            <a:pPr marL="0" indent="0" algn="r">
              <a:buNone/>
            </a:pPr>
            <a:endParaRPr lang="en-CA" dirty="0"/>
          </a:p>
        </p:txBody>
      </p:sp>
      <p:sp>
        <p:nvSpPr>
          <p:cNvPr id="4" name="Slide Number Placeholder 3">
            <a:extLst>
              <a:ext uri="{FF2B5EF4-FFF2-40B4-BE49-F238E27FC236}">
                <a16:creationId xmlns:a16="http://schemas.microsoft.com/office/drawing/2014/main" id="{E4D5E66C-B87C-9AA7-230F-CC6DEA17602E}"/>
              </a:ext>
            </a:extLst>
          </p:cNvPr>
          <p:cNvSpPr>
            <a:spLocks noGrp="1"/>
          </p:cNvSpPr>
          <p:nvPr>
            <p:ph type="sldNum" sz="quarter" idx="12"/>
          </p:nvPr>
        </p:nvSpPr>
        <p:spPr/>
        <p:txBody>
          <a:bodyPr/>
          <a:lstStyle/>
          <a:p>
            <a:fld id="{A36FF760-4833-4FC2-9C74-46CD274694B2}" type="slidenum">
              <a:rPr lang="en-CA" smtClean="0"/>
              <a:pPr/>
              <a:t>4</a:t>
            </a:fld>
            <a:endParaRPr lang="en-CA"/>
          </a:p>
        </p:txBody>
      </p:sp>
      <p:sp>
        <p:nvSpPr>
          <p:cNvPr id="6" name="Content Placeholder 2">
            <a:extLst>
              <a:ext uri="{FF2B5EF4-FFF2-40B4-BE49-F238E27FC236}">
                <a16:creationId xmlns:a16="http://schemas.microsoft.com/office/drawing/2014/main" id="{8D833E0A-0703-57F6-435A-AB7304356A68}"/>
              </a:ext>
            </a:extLst>
          </p:cNvPr>
          <p:cNvSpPr txBox="1">
            <a:spLocks/>
          </p:cNvSpPr>
          <p:nvPr/>
        </p:nvSpPr>
        <p:spPr>
          <a:xfrm>
            <a:off x="404751" y="2810106"/>
            <a:ext cx="5615049" cy="354624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dirty="0"/>
              <a:t>This is English: The cat is cute.</a:t>
            </a:r>
          </a:p>
          <a:p>
            <a:pPr marL="0" indent="0">
              <a:buFont typeface="Arial" panose="020B0604020202020204" pitchFamily="34" charset="0"/>
              <a:buNone/>
            </a:pPr>
            <a:r>
              <a:rPr lang="en-CA" dirty="0"/>
              <a:t>This is French: Le chat est mignon. </a:t>
            </a:r>
          </a:p>
          <a:p>
            <a:pPr marL="0" indent="0">
              <a:buFont typeface="Arial" panose="020B0604020202020204" pitchFamily="34" charset="0"/>
              <a:buNone/>
            </a:pPr>
            <a:r>
              <a:rPr lang="en-CA" dirty="0"/>
              <a:t>This is Spanish: El gato es </a:t>
            </a:r>
            <a:r>
              <a:rPr lang="en-CA" dirty="0" err="1"/>
              <a:t>lindo</a:t>
            </a:r>
            <a:r>
              <a:rPr lang="en-CA" dirty="0"/>
              <a:t>. </a:t>
            </a:r>
          </a:p>
        </p:txBody>
      </p:sp>
      <p:sp>
        <p:nvSpPr>
          <p:cNvPr id="7" name="Content Placeholder 3">
            <a:extLst>
              <a:ext uri="{FF2B5EF4-FFF2-40B4-BE49-F238E27FC236}">
                <a16:creationId xmlns:a16="http://schemas.microsoft.com/office/drawing/2014/main" id="{CFC8B573-0799-B4AD-F2BA-B5373C712669}"/>
              </a:ext>
            </a:extLst>
          </p:cNvPr>
          <p:cNvSpPr txBox="1">
            <a:spLocks/>
          </p:cNvSpPr>
          <p:nvPr/>
        </p:nvSpPr>
        <p:spPr>
          <a:xfrm>
            <a:off x="6172200" y="2810107"/>
            <a:ext cx="5615048" cy="3546242"/>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dirty="0"/>
              <a:t>This is Chinese: </a:t>
            </a:r>
            <a:r>
              <a:rPr lang="zh-CN" altLang="en-US" dirty="0"/>
              <a:t>猫很可爱。</a:t>
            </a:r>
            <a:endParaRPr lang="en-CA" altLang="zh-CN" dirty="0"/>
          </a:p>
          <a:p>
            <a:pPr marL="0" indent="0">
              <a:buFont typeface="Arial" panose="020B0604020202020204" pitchFamily="34" charset="0"/>
              <a:buNone/>
            </a:pPr>
            <a:r>
              <a:rPr lang="en-CA" dirty="0"/>
              <a:t>This is Japanese: </a:t>
            </a:r>
            <a:r>
              <a:rPr lang="ja-JP" altLang="en-US" dirty="0"/>
              <a:t>猫はかわいい</a:t>
            </a:r>
            <a:r>
              <a:rPr lang="zh-CN" altLang="en-US" dirty="0"/>
              <a:t>。</a:t>
            </a:r>
            <a:endParaRPr lang="en-CA" altLang="zh-CN" dirty="0"/>
          </a:p>
          <a:p>
            <a:pPr marL="0" indent="0">
              <a:buFont typeface="Arial" panose="020B0604020202020204" pitchFamily="34" charset="0"/>
              <a:buNone/>
            </a:pPr>
            <a:r>
              <a:rPr lang="en-CA" dirty="0"/>
              <a:t>This is Thai: </a:t>
            </a:r>
            <a:r>
              <a:rPr lang="th-TH" dirty="0"/>
              <a:t>แมวน่ารักจัง</a:t>
            </a:r>
            <a:r>
              <a:rPr lang="en-CA" dirty="0"/>
              <a:t>.</a:t>
            </a:r>
          </a:p>
        </p:txBody>
      </p:sp>
    </p:spTree>
    <p:extLst>
      <p:ext uri="{BB962C8B-B14F-4D97-AF65-F5344CB8AC3E}">
        <p14:creationId xmlns:p14="http://schemas.microsoft.com/office/powerpoint/2010/main" val="317350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6A5E-32DE-B4EF-3D18-A2CBAA73E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25535-FA00-CC74-46E8-164778BFA3A9}"/>
              </a:ext>
            </a:extLst>
          </p:cNvPr>
          <p:cNvSpPr>
            <a:spLocks noGrp="1"/>
          </p:cNvSpPr>
          <p:nvPr>
            <p:ph type="title"/>
          </p:nvPr>
        </p:nvSpPr>
        <p:spPr/>
        <p:txBody>
          <a:bodyPr/>
          <a:lstStyle/>
          <a:p>
            <a:r>
              <a:rPr lang="en-US" dirty="0"/>
              <a:t>What is a word?</a:t>
            </a:r>
            <a:endParaRPr lang="en-CA" dirty="0"/>
          </a:p>
        </p:txBody>
      </p:sp>
      <p:sp>
        <p:nvSpPr>
          <p:cNvPr id="3" name="Content Placeholder 2">
            <a:extLst>
              <a:ext uri="{FF2B5EF4-FFF2-40B4-BE49-F238E27FC236}">
                <a16:creationId xmlns:a16="http://schemas.microsoft.com/office/drawing/2014/main" id="{900665D8-7790-50BF-993C-A1DB8B1FA030}"/>
              </a:ext>
            </a:extLst>
          </p:cNvPr>
          <p:cNvSpPr>
            <a:spLocks noGrp="1"/>
          </p:cNvSpPr>
          <p:nvPr>
            <p:ph idx="1"/>
          </p:nvPr>
        </p:nvSpPr>
        <p:spPr>
          <a:xfrm>
            <a:off x="404751" y="1412488"/>
            <a:ext cx="11382498" cy="4943861"/>
          </a:xfrm>
        </p:spPr>
        <p:txBody>
          <a:bodyPr>
            <a:normAutofit/>
          </a:bodyPr>
          <a:lstStyle/>
          <a:p>
            <a:pPr marL="0" indent="0">
              <a:buNone/>
            </a:pPr>
            <a:r>
              <a:rPr lang="en-US" dirty="0"/>
              <a:t>Smallest unit that can be uttered in isolation?</a:t>
            </a:r>
          </a:p>
          <a:p>
            <a:pPr marL="0" indent="0">
              <a:buNone/>
            </a:pPr>
            <a:endParaRPr lang="en-US" dirty="0"/>
          </a:p>
          <a:p>
            <a:r>
              <a:rPr lang="en-US" dirty="0"/>
              <a:t>You could utter this word in isolation: </a:t>
            </a:r>
            <a:r>
              <a:rPr lang="en-US" i="1" dirty="0"/>
              <a:t>unimpressively.</a:t>
            </a:r>
          </a:p>
          <a:p>
            <a:r>
              <a:rPr lang="en-US" dirty="0"/>
              <a:t>Also this one: </a:t>
            </a:r>
            <a:r>
              <a:rPr lang="en-US" i="1" dirty="0"/>
              <a:t>impress.</a:t>
            </a:r>
          </a:p>
          <a:p>
            <a:r>
              <a:rPr lang="en-US" dirty="0"/>
              <a:t>Probably also these when you talk about morphology: </a:t>
            </a:r>
            <a:r>
              <a:rPr lang="en-US" i="1" dirty="0"/>
              <a:t>un, </a:t>
            </a:r>
            <a:r>
              <a:rPr lang="en-US" i="1" dirty="0" err="1"/>
              <a:t>ive</a:t>
            </a:r>
            <a:r>
              <a:rPr lang="en-US" i="1" dirty="0"/>
              <a:t>, </a:t>
            </a:r>
            <a:r>
              <a:rPr lang="en-US" i="1" dirty="0" err="1"/>
              <a:t>ly</a:t>
            </a:r>
            <a:r>
              <a:rPr lang="en-US" i="1" dirty="0"/>
              <a:t>.</a:t>
            </a:r>
          </a:p>
          <a:p>
            <a:endParaRPr lang="en-US" i="1" dirty="0"/>
          </a:p>
          <a:p>
            <a:pPr marL="0" indent="0">
              <a:buNone/>
            </a:pPr>
            <a:r>
              <a:rPr lang="en-US" dirty="0"/>
              <a:t>Are they all words?</a:t>
            </a:r>
            <a:endParaRPr lang="en-CA" dirty="0"/>
          </a:p>
          <a:p>
            <a:pPr marL="0" indent="0" algn="r">
              <a:buNone/>
            </a:pPr>
            <a:endParaRPr lang="en-CA" dirty="0"/>
          </a:p>
        </p:txBody>
      </p:sp>
      <p:sp>
        <p:nvSpPr>
          <p:cNvPr id="4" name="Slide Number Placeholder 3">
            <a:extLst>
              <a:ext uri="{FF2B5EF4-FFF2-40B4-BE49-F238E27FC236}">
                <a16:creationId xmlns:a16="http://schemas.microsoft.com/office/drawing/2014/main" id="{96C82DC8-A934-1B2F-F731-57C391791D47}"/>
              </a:ext>
            </a:extLst>
          </p:cNvPr>
          <p:cNvSpPr>
            <a:spLocks noGrp="1"/>
          </p:cNvSpPr>
          <p:nvPr>
            <p:ph type="sldNum" sz="quarter" idx="12"/>
          </p:nvPr>
        </p:nvSpPr>
        <p:spPr/>
        <p:txBody>
          <a:bodyPr/>
          <a:lstStyle/>
          <a:p>
            <a:fld id="{A36FF760-4833-4FC2-9C74-46CD274694B2}" type="slidenum">
              <a:rPr lang="en-CA" smtClean="0"/>
              <a:pPr/>
              <a:t>5</a:t>
            </a:fld>
            <a:endParaRPr lang="en-CA"/>
          </a:p>
        </p:txBody>
      </p:sp>
    </p:spTree>
    <p:extLst>
      <p:ext uri="{BB962C8B-B14F-4D97-AF65-F5344CB8AC3E}">
        <p14:creationId xmlns:p14="http://schemas.microsoft.com/office/powerpoint/2010/main" val="271812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F4926-68CC-A139-D0D0-E5C389CFF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D94F5-81AA-157E-8F5C-3D460B348856}"/>
              </a:ext>
            </a:extLst>
          </p:cNvPr>
          <p:cNvSpPr>
            <a:spLocks noGrp="1"/>
          </p:cNvSpPr>
          <p:nvPr>
            <p:ph type="title"/>
          </p:nvPr>
        </p:nvSpPr>
        <p:spPr/>
        <p:txBody>
          <a:bodyPr/>
          <a:lstStyle/>
          <a:p>
            <a:r>
              <a:rPr lang="en-US" dirty="0"/>
              <a:t>What is a word?</a:t>
            </a:r>
            <a:endParaRPr lang="en-CA" dirty="0"/>
          </a:p>
        </p:txBody>
      </p:sp>
      <p:sp>
        <p:nvSpPr>
          <p:cNvPr id="3" name="Content Placeholder 2">
            <a:extLst>
              <a:ext uri="{FF2B5EF4-FFF2-40B4-BE49-F238E27FC236}">
                <a16:creationId xmlns:a16="http://schemas.microsoft.com/office/drawing/2014/main" id="{859BDE71-34BF-A1A2-7D17-DC465880004A}"/>
              </a:ext>
            </a:extLst>
          </p:cNvPr>
          <p:cNvSpPr>
            <a:spLocks noGrp="1"/>
          </p:cNvSpPr>
          <p:nvPr>
            <p:ph idx="1"/>
          </p:nvPr>
        </p:nvSpPr>
        <p:spPr>
          <a:xfrm>
            <a:off x="404751" y="1412488"/>
            <a:ext cx="11382498" cy="4943861"/>
          </a:xfrm>
        </p:spPr>
        <p:txBody>
          <a:bodyPr>
            <a:normAutofit/>
          </a:bodyPr>
          <a:lstStyle/>
          <a:p>
            <a:pPr marL="0" indent="0">
              <a:buNone/>
            </a:pPr>
            <a:r>
              <a:rPr lang="en-US" dirty="0"/>
              <a:t>Each of the above points captures some, but very likely not all aspects of what a word is.</a:t>
            </a:r>
          </a:p>
          <a:p>
            <a:pPr marL="0" indent="0">
              <a:buNone/>
            </a:pPr>
            <a:endParaRPr lang="en-US" dirty="0"/>
          </a:p>
          <a:p>
            <a:pPr marL="0" indent="0" algn="r">
              <a:buNone/>
            </a:pPr>
            <a:endParaRPr lang="en-CA" dirty="0"/>
          </a:p>
        </p:txBody>
      </p:sp>
      <p:sp>
        <p:nvSpPr>
          <p:cNvPr id="4" name="Slide Number Placeholder 3">
            <a:extLst>
              <a:ext uri="{FF2B5EF4-FFF2-40B4-BE49-F238E27FC236}">
                <a16:creationId xmlns:a16="http://schemas.microsoft.com/office/drawing/2014/main" id="{17A5E12E-B6D3-F2F6-1E35-54D366FADDA9}"/>
              </a:ext>
            </a:extLst>
          </p:cNvPr>
          <p:cNvSpPr>
            <a:spLocks noGrp="1"/>
          </p:cNvSpPr>
          <p:nvPr>
            <p:ph type="sldNum" sz="quarter" idx="12"/>
          </p:nvPr>
        </p:nvSpPr>
        <p:spPr/>
        <p:txBody>
          <a:bodyPr/>
          <a:lstStyle/>
          <a:p>
            <a:fld id="{A36FF760-4833-4FC2-9C74-46CD274694B2}" type="slidenum">
              <a:rPr lang="en-CA" smtClean="0"/>
              <a:pPr/>
              <a:t>6</a:t>
            </a:fld>
            <a:endParaRPr lang="en-CA"/>
          </a:p>
        </p:txBody>
      </p:sp>
      <p:sp>
        <p:nvSpPr>
          <p:cNvPr id="5" name="Content Placeholder 2">
            <a:extLst>
              <a:ext uri="{FF2B5EF4-FFF2-40B4-BE49-F238E27FC236}">
                <a16:creationId xmlns:a16="http://schemas.microsoft.com/office/drawing/2014/main" id="{77E5BCF4-BEFD-BFDD-1CE4-725C281D7F10}"/>
              </a:ext>
            </a:extLst>
          </p:cNvPr>
          <p:cNvSpPr txBox="1">
            <a:spLocks/>
          </p:cNvSpPr>
          <p:nvPr/>
        </p:nvSpPr>
        <p:spPr>
          <a:xfrm>
            <a:off x="404751" y="2810106"/>
            <a:ext cx="5615049" cy="354624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CA" dirty="0"/>
          </a:p>
        </p:txBody>
      </p:sp>
      <p:sp>
        <p:nvSpPr>
          <p:cNvPr id="6" name="Content Placeholder 3">
            <a:extLst>
              <a:ext uri="{FF2B5EF4-FFF2-40B4-BE49-F238E27FC236}">
                <a16:creationId xmlns:a16="http://schemas.microsoft.com/office/drawing/2014/main" id="{CA5475EA-F41F-F1B0-A847-262A38F6F640}"/>
              </a:ext>
            </a:extLst>
          </p:cNvPr>
          <p:cNvSpPr txBox="1">
            <a:spLocks/>
          </p:cNvSpPr>
          <p:nvPr/>
        </p:nvSpPr>
        <p:spPr>
          <a:xfrm>
            <a:off x="4259766" y="2422978"/>
            <a:ext cx="7527482" cy="3933371"/>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dirty="0"/>
              <a:t>42 chapters.</a:t>
            </a:r>
          </a:p>
          <a:p>
            <a:pPr marL="0" indent="0">
              <a:buFont typeface="Arial" panose="020B0604020202020204" pitchFamily="34" charset="0"/>
              <a:buNone/>
            </a:pPr>
            <a:r>
              <a:rPr lang="en-CA" dirty="0"/>
              <a:t>Nearly 900 pages. </a:t>
            </a:r>
          </a:p>
          <a:p>
            <a:pPr marL="0" indent="0">
              <a:buFont typeface="Arial" panose="020B0604020202020204" pitchFamily="34" charset="0"/>
              <a:buNone/>
            </a:pPr>
            <a:r>
              <a:rPr lang="en-CA" dirty="0"/>
              <a:t>Covers a lot of aspects of what makes a word </a:t>
            </a:r>
            <a:r>
              <a:rPr lang="en-CA" dirty="0" err="1"/>
              <a:t>word</a:t>
            </a:r>
            <a:r>
              <a:rPr lang="en-CA" dirty="0"/>
              <a:t>, “to anyone who shares a fascination with words.”</a:t>
            </a:r>
          </a:p>
        </p:txBody>
      </p:sp>
      <p:pic>
        <p:nvPicPr>
          <p:cNvPr id="1032" name="Picture 8">
            <a:extLst>
              <a:ext uri="{FF2B5EF4-FFF2-40B4-BE49-F238E27FC236}">
                <a16:creationId xmlns:a16="http://schemas.microsoft.com/office/drawing/2014/main" id="{B4D308AB-9F62-C20C-E171-81E3224B14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750" y="2422978"/>
            <a:ext cx="2743200" cy="3933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571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30177-4678-8AA2-7012-CD582BB07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2CEBC-793E-90B2-C2BB-1687225499E9}"/>
              </a:ext>
            </a:extLst>
          </p:cNvPr>
          <p:cNvSpPr>
            <a:spLocks noGrp="1"/>
          </p:cNvSpPr>
          <p:nvPr>
            <p:ph type="title"/>
          </p:nvPr>
        </p:nvSpPr>
        <p:spPr/>
        <p:txBody>
          <a:bodyPr/>
          <a:lstStyle/>
          <a:p>
            <a:r>
              <a:rPr lang="en-US" altLang="zh-CN" dirty="0"/>
              <a:t>Outline of Today’s Lecture</a:t>
            </a:r>
            <a:endParaRPr lang="en-CA" dirty="0"/>
          </a:p>
        </p:txBody>
      </p:sp>
      <p:sp>
        <p:nvSpPr>
          <p:cNvPr id="3" name="Content Placeholder 2">
            <a:extLst>
              <a:ext uri="{FF2B5EF4-FFF2-40B4-BE49-F238E27FC236}">
                <a16:creationId xmlns:a16="http://schemas.microsoft.com/office/drawing/2014/main" id="{29F34BBB-1AB9-C6D4-F27C-C102E8F466CC}"/>
              </a:ext>
            </a:extLst>
          </p:cNvPr>
          <p:cNvSpPr>
            <a:spLocks noGrp="1"/>
          </p:cNvSpPr>
          <p:nvPr>
            <p:ph idx="1"/>
          </p:nvPr>
        </p:nvSpPr>
        <p:spPr>
          <a:xfrm>
            <a:off x="404751" y="1412488"/>
            <a:ext cx="11382498" cy="4943861"/>
          </a:xfrm>
        </p:spPr>
        <p:txBody>
          <a:bodyPr>
            <a:normAutofit/>
          </a:bodyPr>
          <a:lstStyle/>
          <a:p>
            <a:pPr marL="0" indent="0">
              <a:buNone/>
            </a:pPr>
            <a:r>
              <a:rPr lang="en-CA" dirty="0"/>
              <a:t>Linguistic morphology</a:t>
            </a:r>
          </a:p>
          <a:p>
            <a:pPr lvl="1"/>
            <a:r>
              <a:rPr lang="en-CA" sz="2400" dirty="0"/>
              <a:t>The study of internal structures of words.</a:t>
            </a:r>
          </a:p>
          <a:p>
            <a:pPr marL="0" indent="0">
              <a:buNone/>
            </a:pPr>
            <a:r>
              <a:rPr lang="en-CA" dirty="0"/>
              <a:t>Lexical semantics</a:t>
            </a:r>
          </a:p>
          <a:p>
            <a:pPr lvl="1"/>
            <a:r>
              <a:rPr lang="en-CA" sz="2400" dirty="0"/>
              <a:t>The study of meanings of words.</a:t>
            </a:r>
          </a:p>
          <a:p>
            <a:pPr marL="0" indent="0">
              <a:buNone/>
            </a:pPr>
            <a:r>
              <a:rPr lang="en-CA" dirty="0"/>
              <a:t>Word tokenization</a:t>
            </a:r>
          </a:p>
          <a:p>
            <a:pPr lvl="1"/>
            <a:r>
              <a:rPr lang="en-CA" sz="2400" dirty="0"/>
              <a:t>The process of splitting texts into “words” (tokens).</a:t>
            </a:r>
          </a:p>
        </p:txBody>
      </p:sp>
      <p:sp>
        <p:nvSpPr>
          <p:cNvPr id="4" name="Slide Number Placeholder 3">
            <a:extLst>
              <a:ext uri="{FF2B5EF4-FFF2-40B4-BE49-F238E27FC236}">
                <a16:creationId xmlns:a16="http://schemas.microsoft.com/office/drawing/2014/main" id="{79A9D2B4-A392-B82D-8110-D0D243B0608F}"/>
              </a:ext>
            </a:extLst>
          </p:cNvPr>
          <p:cNvSpPr>
            <a:spLocks noGrp="1"/>
          </p:cNvSpPr>
          <p:nvPr>
            <p:ph type="sldNum" sz="quarter" idx="12"/>
          </p:nvPr>
        </p:nvSpPr>
        <p:spPr/>
        <p:txBody>
          <a:bodyPr/>
          <a:lstStyle/>
          <a:p>
            <a:fld id="{A36FF760-4833-4FC2-9C74-46CD274694B2}" type="slidenum">
              <a:rPr lang="en-CA" smtClean="0"/>
              <a:pPr/>
              <a:t>7</a:t>
            </a:fld>
            <a:endParaRPr lang="en-CA"/>
          </a:p>
        </p:txBody>
      </p:sp>
      <p:sp>
        <p:nvSpPr>
          <p:cNvPr id="5" name="Content Placeholder 2">
            <a:extLst>
              <a:ext uri="{FF2B5EF4-FFF2-40B4-BE49-F238E27FC236}">
                <a16:creationId xmlns:a16="http://schemas.microsoft.com/office/drawing/2014/main" id="{A30BDBBA-2A4E-B471-D551-90EF19E22D8B}"/>
              </a:ext>
            </a:extLst>
          </p:cNvPr>
          <p:cNvSpPr txBox="1">
            <a:spLocks/>
          </p:cNvSpPr>
          <p:nvPr/>
        </p:nvSpPr>
        <p:spPr>
          <a:xfrm>
            <a:off x="404751" y="2810106"/>
            <a:ext cx="5615049" cy="354624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CA" dirty="0"/>
          </a:p>
        </p:txBody>
      </p:sp>
    </p:spTree>
    <p:extLst>
      <p:ext uri="{BB962C8B-B14F-4D97-AF65-F5344CB8AC3E}">
        <p14:creationId xmlns:p14="http://schemas.microsoft.com/office/powerpoint/2010/main" val="153238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13" descr="Saw"/>
          <p:cNvPicPr preferRelativeResize="0"/>
          <p:nvPr/>
        </p:nvPicPr>
        <p:blipFill rotWithShape="1">
          <a:blip r:embed="rId3">
            <a:alphaModFix/>
          </a:blip>
          <a:srcRect/>
          <a:stretch/>
        </p:blipFill>
        <p:spPr>
          <a:xfrm rot="-257154" flipH="1">
            <a:off x="6953402" y="1557998"/>
            <a:ext cx="2359943" cy="2353536"/>
          </a:xfrm>
          <a:prstGeom prst="rect">
            <a:avLst/>
          </a:prstGeom>
          <a:noFill/>
          <a:ln>
            <a:noFill/>
          </a:ln>
        </p:spPr>
      </p:pic>
      <p:sp>
        <p:nvSpPr>
          <p:cNvPr id="205" name="Google Shape;205;p13"/>
          <p:cNvSpPr txBox="1"/>
          <p:nvPr/>
        </p:nvSpPr>
        <p:spPr>
          <a:xfrm>
            <a:off x="1761203" y="1149500"/>
            <a:ext cx="1953888"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cold </a:t>
            </a:r>
            <a:endParaRPr/>
          </a:p>
          <a:p>
            <a:pPr marL="0" marR="0" lvl="0" indent="0" algn="l" rtl="0">
              <a:spcBef>
                <a:spcPts val="0"/>
              </a:spcBef>
              <a:spcAft>
                <a:spcPts val="0"/>
              </a:spcAft>
              <a:buNone/>
            </a:pPr>
            <a:endParaRPr sz="5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re</a:t>
            </a:r>
            <a:endParaRPr/>
          </a:p>
          <a:p>
            <a:pPr marL="0" marR="0" lvl="0" indent="0" algn="l" rtl="0">
              <a:spcBef>
                <a:spcPts val="0"/>
              </a:spcBef>
              <a:spcAft>
                <a:spcPts val="0"/>
              </a:spcAft>
              <a:buNone/>
            </a:pPr>
            <a:endParaRPr sz="5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game</a:t>
            </a:r>
            <a:endParaRPr/>
          </a:p>
        </p:txBody>
      </p:sp>
      <p:sp>
        <p:nvSpPr>
          <p:cNvPr id="206" name="Google Shape;206;p13"/>
          <p:cNvSpPr txBox="1"/>
          <p:nvPr/>
        </p:nvSpPr>
        <p:spPr>
          <a:xfrm>
            <a:off x="3522362" y="1149499"/>
            <a:ext cx="429766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er</a:t>
            </a:r>
            <a:endParaRPr/>
          </a:p>
        </p:txBody>
      </p:sp>
      <p:sp>
        <p:nvSpPr>
          <p:cNvPr id="207" name="Google Shape;207;p13"/>
          <p:cNvSpPr txBox="1"/>
          <p:nvPr/>
        </p:nvSpPr>
        <p:spPr>
          <a:xfrm>
            <a:off x="4405870" y="2800194"/>
            <a:ext cx="116541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ed</a:t>
            </a:r>
            <a:endParaRPr sz="5400">
              <a:solidFill>
                <a:schemeClr val="dk1"/>
              </a:solidFill>
              <a:latin typeface="Courier New"/>
              <a:ea typeface="Courier New"/>
              <a:cs typeface="Courier New"/>
              <a:sym typeface="Courier New"/>
            </a:endParaRPr>
          </a:p>
        </p:txBody>
      </p:sp>
      <p:sp>
        <p:nvSpPr>
          <p:cNvPr id="208" name="Google Shape;208;p13"/>
          <p:cNvSpPr txBox="1"/>
          <p:nvPr/>
        </p:nvSpPr>
        <p:spPr>
          <a:xfrm>
            <a:off x="2680088" y="2800195"/>
            <a:ext cx="207000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play</a:t>
            </a:r>
            <a:endParaRPr/>
          </a:p>
        </p:txBody>
      </p:sp>
      <p:sp>
        <p:nvSpPr>
          <p:cNvPr id="209" name="Google Shape;209;p13"/>
          <p:cNvSpPr txBox="1"/>
          <p:nvPr/>
        </p:nvSpPr>
        <p:spPr>
          <a:xfrm>
            <a:off x="3491540" y="4442665"/>
            <a:ext cx="195388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play</a:t>
            </a:r>
            <a:endParaRPr sz="5400">
              <a:solidFill>
                <a:schemeClr val="dk1"/>
              </a:solidFill>
              <a:latin typeface="Courier New"/>
              <a:ea typeface="Courier New"/>
              <a:cs typeface="Courier New"/>
              <a:sym typeface="Courier New"/>
            </a:endParaRPr>
          </a:p>
        </p:txBody>
      </p:sp>
      <p:grpSp>
        <p:nvGrpSpPr>
          <p:cNvPr id="210" name="Google Shape;210;p13" descr="Robot"/>
          <p:cNvGrpSpPr/>
          <p:nvPr/>
        </p:nvGrpSpPr>
        <p:grpSpPr>
          <a:xfrm>
            <a:off x="8722070" y="2419285"/>
            <a:ext cx="2357833" cy="3041113"/>
            <a:chOff x="8722070" y="2419285"/>
            <a:chExt cx="2357833" cy="3041113"/>
          </a:xfrm>
        </p:grpSpPr>
        <p:sp>
          <p:nvSpPr>
            <p:cNvPr id="211" name="Google Shape;211;p13"/>
            <p:cNvSpPr/>
            <p:nvPr/>
          </p:nvSpPr>
          <p:spPr>
            <a:xfrm>
              <a:off x="9031276" y="4897332"/>
              <a:ext cx="1801812" cy="563066"/>
            </a:xfrm>
            <a:custGeom>
              <a:avLst/>
              <a:gdLst/>
              <a:ahLst/>
              <a:cxnLst/>
              <a:rect l="l" t="t" r="r" b="b"/>
              <a:pathLst>
                <a:path w="1801812" h="563066" extrusionOk="0">
                  <a:moveTo>
                    <a:pt x="1520280" y="0"/>
                  </a:moveTo>
                  <a:lnTo>
                    <a:pt x="281533" y="0"/>
                  </a:lnTo>
                  <a:cubicBezTo>
                    <a:pt x="126048" y="0"/>
                    <a:pt x="0" y="126048"/>
                    <a:pt x="0" y="281533"/>
                  </a:cubicBezTo>
                  <a:cubicBezTo>
                    <a:pt x="0" y="437018"/>
                    <a:pt x="126048" y="563067"/>
                    <a:pt x="281533" y="563067"/>
                  </a:cubicBezTo>
                  <a:lnTo>
                    <a:pt x="1520280" y="563067"/>
                  </a:lnTo>
                  <a:cubicBezTo>
                    <a:pt x="1675765" y="563067"/>
                    <a:pt x="1801813" y="437018"/>
                    <a:pt x="1801813" y="281533"/>
                  </a:cubicBezTo>
                  <a:cubicBezTo>
                    <a:pt x="1801813" y="126048"/>
                    <a:pt x="1675765" y="0"/>
                    <a:pt x="1520280" y="0"/>
                  </a:cubicBezTo>
                  <a:close/>
                  <a:moveTo>
                    <a:pt x="356609" y="394147"/>
                  </a:moveTo>
                  <a:cubicBezTo>
                    <a:pt x="294412" y="394147"/>
                    <a:pt x="243996" y="343730"/>
                    <a:pt x="243996" y="281533"/>
                  </a:cubicBezTo>
                  <a:cubicBezTo>
                    <a:pt x="243996" y="219337"/>
                    <a:pt x="294412" y="168920"/>
                    <a:pt x="356609" y="168920"/>
                  </a:cubicBezTo>
                  <a:cubicBezTo>
                    <a:pt x="418805" y="168920"/>
                    <a:pt x="469222" y="219337"/>
                    <a:pt x="469222" y="281533"/>
                  </a:cubicBezTo>
                  <a:cubicBezTo>
                    <a:pt x="469222" y="343730"/>
                    <a:pt x="418805" y="394147"/>
                    <a:pt x="356609" y="394147"/>
                  </a:cubicBezTo>
                  <a:close/>
                  <a:moveTo>
                    <a:pt x="900906" y="394147"/>
                  </a:moveTo>
                  <a:cubicBezTo>
                    <a:pt x="838710" y="394147"/>
                    <a:pt x="788293" y="343730"/>
                    <a:pt x="788293" y="281533"/>
                  </a:cubicBezTo>
                  <a:cubicBezTo>
                    <a:pt x="788293" y="219337"/>
                    <a:pt x="838710" y="168920"/>
                    <a:pt x="900906" y="168920"/>
                  </a:cubicBezTo>
                  <a:cubicBezTo>
                    <a:pt x="963103" y="168920"/>
                    <a:pt x="1013520" y="219337"/>
                    <a:pt x="1013520" y="281533"/>
                  </a:cubicBezTo>
                  <a:cubicBezTo>
                    <a:pt x="1013520" y="343730"/>
                    <a:pt x="963103" y="394147"/>
                    <a:pt x="900906" y="394147"/>
                  </a:cubicBezTo>
                  <a:close/>
                  <a:moveTo>
                    <a:pt x="1445204" y="394147"/>
                  </a:moveTo>
                  <a:cubicBezTo>
                    <a:pt x="1383008" y="394147"/>
                    <a:pt x="1332591" y="343730"/>
                    <a:pt x="1332591" y="281533"/>
                  </a:cubicBezTo>
                  <a:cubicBezTo>
                    <a:pt x="1332591" y="219337"/>
                    <a:pt x="1383008" y="168920"/>
                    <a:pt x="1445204" y="168920"/>
                  </a:cubicBezTo>
                  <a:cubicBezTo>
                    <a:pt x="1507400" y="168920"/>
                    <a:pt x="1557817" y="219337"/>
                    <a:pt x="1557817" y="281533"/>
                  </a:cubicBezTo>
                  <a:cubicBezTo>
                    <a:pt x="1557817" y="343730"/>
                    <a:pt x="1507400" y="394147"/>
                    <a:pt x="1445204" y="394147"/>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13"/>
            <p:cNvSpPr/>
            <p:nvPr/>
          </p:nvSpPr>
          <p:spPr>
            <a:xfrm>
              <a:off x="10037859" y="3189363"/>
              <a:ext cx="112613" cy="112613"/>
            </a:xfrm>
            <a:custGeom>
              <a:avLst/>
              <a:gdLst/>
              <a:ahLst/>
              <a:cxnLst/>
              <a:rect l="l" t="t" r="r" b="b"/>
              <a:pathLst>
                <a:path w="112613" h="112613" extrusionOk="0">
                  <a:moveTo>
                    <a:pt x="112613" y="56307"/>
                  </a:moveTo>
                  <a:cubicBezTo>
                    <a:pt x="112613" y="87404"/>
                    <a:pt x="87404" y="112613"/>
                    <a:pt x="56307" y="112613"/>
                  </a:cubicBezTo>
                  <a:cubicBezTo>
                    <a:pt x="25209" y="112613"/>
                    <a:pt x="0" y="87404"/>
                    <a:pt x="0" y="56307"/>
                  </a:cubicBezTo>
                  <a:cubicBezTo>
                    <a:pt x="0" y="25209"/>
                    <a:pt x="25209" y="0"/>
                    <a:pt x="56307" y="0"/>
                  </a:cubicBezTo>
                  <a:cubicBezTo>
                    <a:pt x="87404" y="0"/>
                    <a:pt x="112613" y="25209"/>
                    <a:pt x="112613" y="56307"/>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13"/>
            <p:cNvSpPr/>
            <p:nvPr/>
          </p:nvSpPr>
          <p:spPr>
            <a:xfrm>
              <a:off x="9447194" y="2419285"/>
              <a:ext cx="975982" cy="1201762"/>
            </a:xfrm>
            <a:custGeom>
              <a:avLst/>
              <a:gdLst/>
              <a:ahLst/>
              <a:cxnLst/>
              <a:rect l="l" t="t" r="r" b="b"/>
              <a:pathLst>
                <a:path w="975982" h="1201762" extrusionOk="0">
                  <a:moveTo>
                    <a:pt x="811191" y="451008"/>
                  </a:moveTo>
                  <a:lnTo>
                    <a:pt x="563067" y="451008"/>
                  </a:lnTo>
                  <a:lnTo>
                    <a:pt x="563067" y="280211"/>
                  </a:lnTo>
                  <a:cubicBezTo>
                    <a:pt x="634884" y="238746"/>
                    <a:pt x="659490" y="146917"/>
                    <a:pt x="618026" y="75101"/>
                  </a:cubicBezTo>
                  <a:cubicBezTo>
                    <a:pt x="576561" y="3284"/>
                    <a:pt x="484733" y="-21322"/>
                    <a:pt x="412915" y="20142"/>
                  </a:cubicBezTo>
                  <a:cubicBezTo>
                    <a:pt x="341098" y="61605"/>
                    <a:pt x="316492" y="153434"/>
                    <a:pt x="357956" y="225252"/>
                  </a:cubicBezTo>
                  <a:cubicBezTo>
                    <a:pt x="371136" y="248078"/>
                    <a:pt x="390089" y="267031"/>
                    <a:pt x="412915" y="280211"/>
                  </a:cubicBezTo>
                  <a:lnTo>
                    <a:pt x="412915" y="451008"/>
                  </a:lnTo>
                  <a:lnTo>
                    <a:pt x="164791" y="451008"/>
                  </a:lnTo>
                  <a:cubicBezTo>
                    <a:pt x="73867" y="451214"/>
                    <a:pt x="206" y="524874"/>
                    <a:pt x="0" y="615798"/>
                  </a:cubicBezTo>
                  <a:lnTo>
                    <a:pt x="0" y="1036972"/>
                  </a:lnTo>
                  <a:cubicBezTo>
                    <a:pt x="206" y="1127896"/>
                    <a:pt x="73867" y="1201557"/>
                    <a:pt x="164791" y="1201763"/>
                  </a:cubicBezTo>
                  <a:lnTo>
                    <a:pt x="811191" y="1201763"/>
                  </a:lnTo>
                  <a:cubicBezTo>
                    <a:pt x="902115" y="1201557"/>
                    <a:pt x="975776" y="1127896"/>
                    <a:pt x="975982" y="1036972"/>
                  </a:cubicBezTo>
                  <a:lnTo>
                    <a:pt x="975982" y="615798"/>
                  </a:lnTo>
                  <a:cubicBezTo>
                    <a:pt x="975776" y="524874"/>
                    <a:pt x="902115" y="451214"/>
                    <a:pt x="811191" y="451008"/>
                  </a:cubicBezTo>
                  <a:close/>
                  <a:moveTo>
                    <a:pt x="300302" y="938999"/>
                  </a:moveTo>
                  <a:cubicBezTo>
                    <a:pt x="238106" y="938999"/>
                    <a:pt x="187689" y="888582"/>
                    <a:pt x="187689" y="826385"/>
                  </a:cubicBezTo>
                  <a:cubicBezTo>
                    <a:pt x="187689" y="764189"/>
                    <a:pt x="238106" y="713772"/>
                    <a:pt x="300302" y="713772"/>
                  </a:cubicBezTo>
                  <a:cubicBezTo>
                    <a:pt x="362498" y="713772"/>
                    <a:pt x="412915" y="764189"/>
                    <a:pt x="412915" y="826385"/>
                  </a:cubicBezTo>
                  <a:cubicBezTo>
                    <a:pt x="412915" y="888582"/>
                    <a:pt x="362498" y="938999"/>
                    <a:pt x="300302" y="938999"/>
                  </a:cubicBezTo>
                  <a:close/>
                  <a:moveTo>
                    <a:pt x="675680" y="938999"/>
                  </a:moveTo>
                  <a:cubicBezTo>
                    <a:pt x="613484" y="938999"/>
                    <a:pt x="563067" y="888582"/>
                    <a:pt x="563067" y="826385"/>
                  </a:cubicBezTo>
                  <a:cubicBezTo>
                    <a:pt x="563067" y="764189"/>
                    <a:pt x="613484" y="713772"/>
                    <a:pt x="675680" y="713772"/>
                  </a:cubicBezTo>
                  <a:cubicBezTo>
                    <a:pt x="737876" y="713772"/>
                    <a:pt x="788293" y="764189"/>
                    <a:pt x="788293" y="826385"/>
                  </a:cubicBezTo>
                  <a:cubicBezTo>
                    <a:pt x="788293" y="888582"/>
                    <a:pt x="737876" y="938999"/>
                    <a:pt x="675680" y="938999"/>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3"/>
            <p:cNvSpPr/>
            <p:nvPr/>
          </p:nvSpPr>
          <p:spPr>
            <a:xfrm>
              <a:off x="9662481" y="3189363"/>
              <a:ext cx="112613" cy="112613"/>
            </a:xfrm>
            <a:custGeom>
              <a:avLst/>
              <a:gdLst/>
              <a:ahLst/>
              <a:cxnLst/>
              <a:rect l="l" t="t" r="r" b="b"/>
              <a:pathLst>
                <a:path w="112613" h="112613" extrusionOk="0">
                  <a:moveTo>
                    <a:pt x="112613" y="56307"/>
                  </a:moveTo>
                  <a:cubicBezTo>
                    <a:pt x="112613" y="87404"/>
                    <a:pt x="87404" y="112613"/>
                    <a:pt x="56307" y="112613"/>
                  </a:cubicBezTo>
                  <a:cubicBezTo>
                    <a:pt x="25209" y="112613"/>
                    <a:pt x="0" y="87404"/>
                    <a:pt x="0" y="56307"/>
                  </a:cubicBezTo>
                  <a:cubicBezTo>
                    <a:pt x="0" y="25209"/>
                    <a:pt x="25209" y="0"/>
                    <a:pt x="56307" y="0"/>
                  </a:cubicBezTo>
                  <a:cubicBezTo>
                    <a:pt x="87404" y="0"/>
                    <a:pt x="112613" y="25209"/>
                    <a:pt x="112613" y="56307"/>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13"/>
            <p:cNvSpPr/>
            <p:nvPr/>
          </p:nvSpPr>
          <p:spPr>
            <a:xfrm>
              <a:off x="8722070" y="3233283"/>
              <a:ext cx="2357833" cy="1563448"/>
            </a:xfrm>
            <a:custGeom>
              <a:avLst/>
              <a:gdLst/>
              <a:ahLst/>
              <a:cxnLst/>
              <a:rect l="l" t="t" r="r" b="b"/>
              <a:pathLst>
                <a:path w="2357833" h="1563448" extrusionOk="0">
                  <a:moveTo>
                    <a:pt x="2189098" y="1169302"/>
                  </a:moveTo>
                  <a:lnTo>
                    <a:pt x="2189098" y="856612"/>
                  </a:lnTo>
                  <a:cubicBezTo>
                    <a:pt x="2189098" y="763526"/>
                    <a:pt x="2113640" y="688067"/>
                    <a:pt x="2020553" y="688067"/>
                  </a:cubicBezTo>
                  <a:lnTo>
                    <a:pt x="1813720" y="688067"/>
                  </a:lnTo>
                  <a:lnTo>
                    <a:pt x="1813720" y="500378"/>
                  </a:lnTo>
                  <a:lnTo>
                    <a:pt x="612512" y="500378"/>
                  </a:lnTo>
                  <a:lnTo>
                    <a:pt x="612512" y="725605"/>
                  </a:lnTo>
                  <a:lnTo>
                    <a:pt x="330603" y="725605"/>
                  </a:lnTo>
                  <a:cubicBezTo>
                    <a:pt x="320445" y="725605"/>
                    <a:pt x="312209" y="717369"/>
                    <a:pt x="312209" y="707212"/>
                  </a:cubicBezTo>
                  <a:lnTo>
                    <a:pt x="312209" y="396024"/>
                  </a:lnTo>
                  <a:cubicBezTo>
                    <a:pt x="441249" y="357915"/>
                    <a:pt x="514962" y="222415"/>
                    <a:pt x="476854" y="93379"/>
                  </a:cubicBezTo>
                  <a:cubicBezTo>
                    <a:pt x="466636" y="58784"/>
                    <a:pt x="448866" y="26892"/>
                    <a:pt x="424823" y="0"/>
                  </a:cubicBezTo>
                  <a:lnTo>
                    <a:pt x="312209" y="99850"/>
                  </a:lnTo>
                  <a:cubicBezTo>
                    <a:pt x="327960" y="116979"/>
                    <a:pt x="336905" y="139273"/>
                    <a:pt x="337360" y="162539"/>
                  </a:cubicBezTo>
                  <a:cubicBezTo>
                    <a:pt x="337078" y="214367"/>
                    <a:pt x="294833" y="256154"/>
                    <a:pt x="243005" y="255872"/>
                  </a:cubicBezTo>
                  <a:cubicBezTo>
                    <a:pt x="191176" y="255587"/>
                    <a:pt x="149393" y="213346"/>
                    <a:pt x="149675" y="161517"/>
                  </a:cubicBezTo>
                  <a:cubicBezTo>
                    <a:pt x="149795" y="139130"/>
                    <a:pt x="157914" y="117527"/>
                    <a:pt x="172569" y="100601"/>
                  </a:cubicBezTo>
                  <a:lnTo>
                    <a:pt x="59956" y="1877"/>
                  </a:lnTo>
                  <a:cubicBezTo>
                    <a:pt x="-28517" y="103522"/>
                    <a:pt x="-17838" y="257641"/>
                    <a:pt x="83807" y="346113"/>
                  </a:cubicBezTo>
                  <a:cubicBezTo>
                    <a:pt x="106803" y="366128"/>
                    <a:pt x="133342" y="381658"/>
                    <a:pt x="162058" y="391894"/>
                  </a:cubicBezTo>
                  <a:lnTo>
                    <a:pt x="162058" y="707212"/>
                  </a:lnTo>
                  <a:cubicBezTo>
                    <a:pt x="162058" y="800298"/>
                    <a:pt x="237517" y="875756"/>
                    <a:pt x="330603" y="875756"/>
                  </a:cubicBezTo>
                  <a:lnTo>
                    <a:pt x="612512" y="875756"/>
                  </a:lnTo>
                  <a:lnTo>
                    <a:pt x="612512" y="1551436"/>
                  </a:lnTo>
                  <a:lnTo>
                    <a:pt x="1813720" y="1551436"/>
                  </a:lnTo>
                  <a:lnTo>
                    <a:pt x="1813720" y="838218"/>
                  </a:lnTo>
                  <a:lnTo>
                    <a:pt x="2020553" y="838218"/>
                  </a:lnTo>
                  <a:cubicBezTo>
                    <a:pt x="2030711" y="838218"/>
                    <a:pt x="2038947" y="846454"/>
                    <a:pt x="2038947" y="856612"/>
                  </a:cubicBezTo>
                  <a:lnTo>
                    <a:pt x="2038947" y="1169302"/>
                  </a:lnTo>
                  <a:cubicBezTo>
                    <a:pt x="1910733" y="1210777"/>
                    <a:pt x="1840421" y="1348338"/>
                    <a:pt x="1881896" y="1476552"/>
                  </a:cubicBezTo>
                  <a:cubicBezTo>
                    <a:pt x="1892279" y="1508639"/>
                    <a:pt x="1909198" y="1538227"/>
                    <a:pt x="1931589" y="1563448"/>
                  </a:cubicBezTo>
                  <a:lnTo>
                    <a:pt x="2044202" y="1463598"/>
                  </a:lnTo>
                  <a:cubicBezTo>
                    <a:pt x="2028669" y="1446571"/>
                    <a:pt x="2020096" y="1424333"/>
                    <a:pt x="2020178" y="1401285"/>
                  </a:cubicBezTo>
                  <a:cubicBezTo>
                    <a:pt x="2020223" y="1349457"/>
                    <a:pt x="2062273" y="1307474"/>
                    <a:pt x="2114101" y="1307520"/>
                  </a:cubicBezTo>
                  <a:cubicBezTo>
                    <a:pt x="2165930" y="1307564"/>
                    <a:pt x="2207912" y="1349614"/>
                    <a:pt x="2207867" y="1401443"/>
                  </a:cubicBezTo>
                  <a:cubicBezTo>
                    <a:pt x="2207848" y="1424176"/>
                    <a:pt x="2199578" y="1446128"/>
                    <a:pt x="2184593" y="1463222"/>
                  </a:cubicBezTo>
                  <a:lnTo>
                    <a:pt x="2297207" y="1561947"/>
                  </a:lnTo>
                  <a:cubicBezTo>
                    <a:pt x="2386025" y="1460880"/>
                    <a:pt x="2376096" y="1306949"/>
                    <a:pt x="2275029" y="1218131"/>
                  </a:cubicBezTo>
                  <a:cubicBezTo>
                    <a:pt x="2250026" y="1196152"/>
                    <a:pt x="2220776" y="1179534"/>
                    <a:pt x="2189098" y="1169302"/>
                  </a:cubicBezTo>
                  <a:close/>
                  <a:moveTo>
                    <a:pt x="1663569" y="1025907"/>
                  </a:moveTo>
                  <a:lnTo>
                    <a:pt x="1559214" y="1025907"/>
                  </a:lnTo>
                  <a:cubicBezTo>
                    <a:pt x="1555584" y="1026557"/>
                    <a:pt x="1552131" y="1027964"/>
                    <a:pt x="1549079" y="1030036"/>
                  </a:cubicBezTo>
                  <a:lnTo>
                    <a:pt x="1434213" y="1147530"/>
                  </a:lnTo>
                  <a:lnTo>
                    <a:pt x="1346750" y="940321"/>
                  </a:lnTo>
                  <a:lnTo>
                    <a:pt x="1183461" y="1278161"/>
                  </a:lnTo>
                  <a:lnTo>
                    <a:pt x="1068971" y="838218"/>
                  </a:lnTo>
                  <a:lnTo>
                    <a:pt x="980757" y="1025907"/>
                  </a:lnTo>
                  <a:lnTo>
                    <a:pt x="800200" y="1025907"/>
                  </a:lnTo>
                  <a:lnTo>
                    <a:pt x="800200" y="950832"/>
                  </a:lnTo>
                  <a:lnTo>
                    <a:pt x="933084" y="950832"/>
                  </a:lnTo>
                  <a:lnTo>
                    <a:pt x="1089241" y="618623"/>
                  </a:lnTo>
                  <a:lnTo>
                    <a:pt x="1204858" y="1060817"/>
                  </a:lnTo>
                  <a:lnTo>
                    <a:pt x="1351630" y="760515"/>
                  </a:lnTo>
                  <a:lnTo>
                    <a:pt x="1459739" y="1016523"/>
                  </a:lnTo>
                  <a:lnTo>
                    <a:pt x="1497277" y="978985"/>
                  </a:lnTo>
                  <a:cubicBezTo>
                    <a:pt x="1513760" y="962303"/>
                    <a:pt x="1535809" y="952281"/>
                    <a:pt x="1559214" y="950832"/>
                  </a:cubicBezTo>
                  <a:lnTo>
                    <a:pt x="1663569" y="950832"/>
                  </a:ln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cxnSp>
        <p:nvCxnSpPr>
          <p:cNvPr id="221" name="Google Shape;221;p14"/>
          <p:cNvCxnSpPr/>
          <p:nvPr/>
        </p:nvCxnSpPr>
        <p:spPr>
          <a:xfrm>
            <a:off x="3715091" y="883579"/>
            <a:ext cx="0" cy="1378760"/>
          </a:xfrm>
          <a:prstGeom prst="straightConnector1">
            <a:avLst/>
          </a:prstGeom>
          <a:noFill/>
          <a:ln w="76200" cap="flat" cmpd="sng">
            <a:solidFill>
              <a:srgbClr val="005CB3"/>
            </a:solidFill>
            <a:prstDash val="solid"/>
            <a:miter lim="800000"/>
            <a:headEnd type="none" w="sm" len="sm"/>
            <a:tailEnd type="none" w="sm" len="sm"/>
          </a:ln>
        </p:spPr>
      </p:cxnSp>
      <p:pic>
        <p:nvPicPr>
          <p:cNvPr id="222" name="Google Shape;222;p14" descr="Saw"/>
          <p:cNvPicPr preferRelativeResize="0"/>
          <p:nvPr/>
        </p:nvPicPr>
        <p:blipFill rotWithShape="1">
          <a:blip r:embed="rId3">
            <a:alphaModFix/>
          </a:blip>
          <a:srcRect/>
          <a:stretch/>
        </p:blipFill>
        <p:spPr>
          <a:xfrm rot="-257154" flipH="1">
            <a:off x="6953402" y="1557998"/>
            <a:ext cx="2359943" cy="2353536"/>
          </a:xfrm>
          <a:prstGeom prst="rect">
            <a:avLst/>
          </a:prstGeom>
          <a:noFill/>
          <a:ln>
            <a:noFill/>
          </a:ln>
        </p:spPr>
      </p:pic>
      <p:sp>
        <p:nvSpPr>
          <p:cNvPr id="223" name="Google Shape;223;p14"/>
          <p:cNvSpPr txBox="1"/>
          <p:nvPr/>
        </p:nvSpPr>
        <p:spPr>
          <a:xfrm>
            <a:off x="1761203" y="1149500"/>
            <a:ext cx="1953888"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cold </a:t>
            </a:r>
            <a:endParaRPr/>
          </a:p>
          <a:p>
            <a:pPr marL="0" marR="0" lvl="0" indent="0" algn="l" rtl="0">
              <a:spcBef>
                <a:spcPts val="0"/>
              </a:spcBef>
              <a:spcAft>
                <a:spcPts val="0"/>
              </a:spcAft>
              <a:buNone/>
            </a:pPr>
            <a:endParaRPr sz="5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re</a:t>
            </a:r>
            <a:endParaRPr/>
          </a:p>
          <a:p>
            <a:pPr marL="0" marR="0" lvl="0" indent="0" algn="l" rtl="0">
              <a:spcBef>
                <a:spcPts val="0"/>
              </a:spcBef>
              <a:spcAft>
                <a:spcPts val="0"/>
              </a:spcAft>
              <a:buNone/>
            </a:pPr>
            <a:endParaRPr sz="5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game</a:t>
            </a:r>
            <a:endParaRPr/>
          </a:p>
        </p:txBody>
      </p:sp>
      <p:sp>
        <p:nvSpPr>
          <p:cNvPr id="224" name="Google Shape;224;p14"/>
          <p:cNvSpPr txBox="1"/>
          <p:nvPr/>
        </p:nvSpPr>
        <p:spPr>
          <a:xfrm>
            <a:off x="3768938" y="1149499"/>
            <a:ext cx="429766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er</a:t>
            </a:r>
            <a:endParaRPr/>
          </a:p>
        </p:txBody>
      </p:sp>
      <p:sp>
        <p:nvSpPr>
          <p:cNvPr id="225" name="Google Shape;225;p14"/>
          <p:cNvSpPr txBox="1"/>
          <p:nvPr/>
        </p:nvSpPr>
        <p:spPr>
          <a:xfrm>
            <a:off x="4847652" y="2800194"/>
            <a:ext cx="116541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ed</a:t>
            </a:r>
            <a:endParaRPr sz="5400">
              <a:solidFill>
                <a:schemeClr val="dk1"/>
              </a:solidFill>
              <a:latin typeface="Courier New"/>
              <a:ea typeface="Courier New"/>
              <a:cs typeface="Courier New"/>
              <a:sym typeface="Courier New"/>
            </a:endParaRPr>
          </a:p>
        </p:txBody>
      </p:sp>
      <p:sp>
        <p:nvSpPr>
          <p:cNvPr id="226" name="Google Shape;226;p14"/>
          <p:cNvSpPr txBox="1"/>
          <p:nvPr/>
        </p:nvSpPr>
        <p:spPr>
          <a:xfrm>
            <a:off x="2885568" y="2800195"/>
            <a:ext cx="207000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play</a:t>
            </a:r>
            <a:endParaRPr/>
          </a:p>
        </p:txBody>
      </p:sp>
      <p:sp>
        <p:nvSpPr>
          <p:cNvPr id="227" name="Google Shape;227;p14"/>
          <p:cNvSpPr txBox="1"/>
          <p:nvPr/>
        </p:nvSpPr>
        <p:spPr>
          <a:xfrm>
            <a:off x="3697020" y="4442665"/>
            <a:ext cx="195388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dk1"/>
                </a:solidFill>
                <a:latin typeface="Courier New"/>
                <a:ea typeface="Courier New"/>
                <a:cs typeface="Courier New"/>
                <a:sym typeface="Courier New"/>
              </a:rPr>
              <a:t>play</a:t>
            </a:r>
            <a:endParaRPr sz="5400">
              <a:solidFill>
                <a:schemeClr val="dk1"/>
              </a:solidFill>
              <a:latin typeface="Courier New"/>
              <a:ea typeface="Courier New"/>
              <a:cs typeface="Courier New"/>
              <a:sym typeface="Courier New"/>
            </a:endParaRPr>
          </a:p>
        </p:txBody>
      </p:sp>
      <p:cxnSp>
        <p:nvCxnSpPr>
          <p:cNvPr id="228" name="Google Shape;228;p14"/>
          <p:cNvCxnSpPr/>
          <p:nvPr/>
        </p:nvCxnSpPr>
        <p:spPr>
          <a:xfrm>
            <a:off x="2819527" y="2617667"/>
            <a:ext cx="0" cy="1378760"/>
          </a:xfrm>
          <a:prstGeom prst="straightConnector1">
            <a:avLst/>
          </a:prstGeom>
          <a:noFill/>
          <a:ln w="76200" cap="flat" cmpd="sng">
            <a:solidFill>
              <a:srgbClr val="005CB3"/>
            </a:solidFill>
            <a:prstDash val="solid"/>
            <a:miter lim="800000"/>
            <a:headEnd type="none" w="sm" len="sm"/>
            <a:tailEnd type="none" w="sm" len="sm"/>
          </a:ln>
        </p:spPr>
      </p:cxnSp>
      <p:cxnSp>
        <p:nvCxnSpPr>
          <p:cNvPr id="229" name="Google Shape;229;p14"/>
          <p:cNvCxnSpPr/>
          <p:nvPr/>
        </p:nvCxnSpPr>
        <p:spPr>
          <a:xfrm>
            <a:off x="4759630" y="2617667"/>
            <a:ext cx="0" cy="1378760"/>
          </a:xfrm>
          <a:prstGeom prst="straightConnector1">
            <a:avLst/>
          </a:prstGeom>
          <a:noFill/>
          <a:ln w="76200" cap="flat" cmpd="sng">
            <a:solidFill>
              <a:srgbClr val="005CB3"/>
            </a:solidFill>
            <a:prstDash val="solid"/>
            <a:miter lim="800000"/>
            <a:headEnd type="none" w="sm" len="sm"/>
            <a:tailEnd type="none" w="sm" len="sm"/>
          </a:ln>
        </p:spPr>
      </p:cxnSp>
      <p:cxnSp>
        <p:nvCxnSpPr>
          <p:cNvPr id="230" name="Google Shape;230;p14"/>
          <p:cNvCxnSpPr/>
          <p:nvPr/>
        </p:nvCxnSpPr>
        <p:spPr>
          <a:xfrm>
            <a:off x="3617486" y="4248366"/>
            <a:ext cx="0" cy="1378760"/>
          </a:xfrm>
          <a:prstGeom prst="straightConnector1">
            <a:avLst/>
          </a:prstGeom>
          <a:noFill/>
          <a:ln w="76200" cap="flat" cmpd="sng">
            <a:solidFill>
              <a:srgbClr val="005CB3"/>
            </a:solidFill>
            <a:prstDash val="solid"/>
            <a:miter lim="800000"/>
            <a:headEnd type="none" w="sm" len="sm"/>
            <a:tailEnd type="none" w="sm" len="sm"/>
          </a:ln>
        </p:spPr>
      </p:cxnSp>
      <p:grpSp>
        <p:nvGrpSpPr>
          <p:cNvPr id="231" name="Google Shape;231;p14" descr="Robot"/>
          <p:cNvGrpSpPr/>
          <p:nvPr/>
        </p:nvGrpSpPr>
        <p:grpSpPr>
          <a:xfrm>
            <a:off x="8722070" y="2419285"/>
            <a:ext cx="2357833" cy="3041113"/>
            <a:chOff x="8722070" y="2419285"/>
            <a:chExt cx="2357833" cy="3041113"/>
          </a:xfrm>
        </p:grpSpPr>
        <p:sp>
          <p:nvSpPr>
            <p:cNvPr id="232" name="Google Shape;232;p14"/>
            <p:cNvSpPr/>
            <p:nvPr/>
          </p:nvSpPr>
          <p:spPr>
            <a:xfrm>
              <a:off x="9031276" y="4897332"/>
              <a:ext cx="1801812" cy="563066"/>
            </a:xfrm>
            <a:custGeom>
              <a:avLst/>
              <a:gdLst/>
              <a:ahLst/>
              <a:cxnLst/>
              <a:rect l="l" t="t" r="r" b="b"/>
              <a:pathLst>
                <a:path w="1801812" h="563066" extrusionOk="0">
                  <a:moveTo>
                    <a:pt x="1520280" y="0"/>
                  </a:moveTo>
                  <a:lnTo>
                    <a:pt x="281533" y="0"/>
                  </a:lnTo>
                  <a:cubicBezTo>
                    <a:pt x="126048" y="0"/>
                    <a:pt x="0" y="126048"/>
                    <a:pt x="0" y="281533"/>
                  </a:cubicBezTo>
                  <a:cubicBezTo>
                    <a:pt x="0" y="437018"/>
                    <a:pt x="126048" y="563067"/>
                    <a:pt x="281533" y="563067"/>
                  </a:cubicBezTo>
                  <a:lnTo>
                    <a:pt x="1520280" y="563067"/>
                  </a:lnTo>
                  <a:cubicBezTo>
                    <a:pt x="1675765" y="563067"/>
                    <a:pt x="1801813" y="437018"/>
                    <a:pt x="1801813" y="281533"/>
                  </a:cubicBezTo>
                  <a:cubicBezTo>
                    <a:pt x="1801813" y="126048"/>
                    <a:pt x="1675765" y="0"/>
                    <a:pt x="1520280" y="0"/>
                  </a:cubicBezTo>
                  <a:close/>
                  <a:moveTo>
                    <a:pt x="356609" y="394147"/>
                  </a:moveTo>
                  <a:cubicBezTo>
                    <a:pt x="294412" y="394147"/>
                    <a:pt x="243996" y="343730"/>
                    <a:pt x="243996" y="281533"/>
                  </a:cubicBezTo>
                  <a:cubicBezTo>
                    <a:pt x="243996" y="219337"/>
                    <a:pt x="294412" y="168920"/>
                    <a:pt x="356609" y="168920"/>
                  </a:cubicBezTo>
                  <a:cubicBezTo>
                    <a:pt x="418805" y="168920"/>
                    <a:pt x="469222" y="219337"/>
                    <a:pt x="469222" y="281533"/>
                  </a:cubicBezTo>
                  <a:cubicBezTo>
                    <a:pt x="469222" y="343730"/>
                    <a:pt x="418805" y="394147"/>
                    <a:pt x="356609" y="394147"/>
                  </a:cubicBezTo>
                  <a:close/>
                  <a:moveTo>
                    <a:pt x="900906" y="394147"/>
                  </a:moveTo>
                  <a:cubicBezTo>
                    <a:pt x="838710" y="394147"/>
                    <a:pt x="788293" y="343730"/>
                    <a:pt x="788293" y="281533"/>
                  </a:cubicBezTo>
                  <a:cubicBezTo>
                    <a:pt x="788293" y="219337"/>
                    <a:pt x="838710" y="168920"/>
                    <a:pt x="900906" y="168920"/>
                  </a:cubicBezTo>
                  <a:cubicBezTo>
                    <a:pt x="963103" y="168920"/>
                    <a:pt x="1013520" y="219337"/>
                    <a:pt x="1013520" y="281533"/>
                  </a:cubicBezTo>
                  <a:cubicBezTo>
                    <a:pt x="1013520" y="343730"/>
                    <a:pt x="963103" y="394147"/>
                    <a:pt x="900906" y="394147"/>
                  </a:cubicBezTo>
                  <a:close/>
                  <a:moveTo>
                    <a:pt x="1445204" y="394147"/>
                  </a:moveTo>
                  <a:cubicBezTo>
                    <a:pt x="1383008" y="394147"/>
                    <a:pt x="1332591" y="343730"/>
                    <a:pt x="1332591" y="281533"/>
                  </a:cubicBezTo>
                  <a:cubicBezTo>
                    <a:pt x="1332591" y="219337"/>
                    <a:pt x="1383008" y="168920"/>
                    <a:pt x="1445204" y="168920"/>
                  </a:cubicBezTo>
                  <a:cubicBezTo>
                    <a:pt x="1507400" y="168920"/>
                    <a:pt x="1557817" y="219337"/>
                    <a:pt x="1557817" y="281533"/>
                  </a:cubicBezTo>
                  <a:cubicBezTo>
                    <a:pt x="1557817" y="343730"/>
                    <a:pt x="1507400" y="394147"/>
                    <a:pt x="1445204" y="394147"/>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14"/>
            <p:cNvSpPr/>
            <p:nvPr/>
          </p:nvSpPr>
          <p:spPr>
            <a:xfrm>
              <a:off x="10037859" y="3189363"/>
              <a:ext cx="112613" cy="112613"/>
            </a:xfrm>
            <a:custGeom>
              <a:avLst/>
              <a:gdLst/>
              <a:ahLst/>
              <a:cxnLst/>
              <a:rect l="l" t="t" r="r" b="b"/>
              <a:pathLst>
                <a:path w="112613" h="112613" extrusionOk="0">
                  <a:moveTo>
                    <a:pt x="112613" y="56307"/>
                  </a:moveTo>
                  <a:cubicBezTo>
                    <a:pt x="112613" y="87404"/>
                    <a:pt x="87404" y="112613"/>
                    <a:pt x="56307" y="112613"/>
                  </a:cubicBezTo>
                  <a:cubicBezTo>
                    <a:pt x="25209" y="112613"/>
                    <a:pt x="0" y="87404"/>
                    <a:pt x="0" y="56307"/>
                  </a:cubicBezTo>
                  <a:cubicBezTo>
                    <a:pt x="0" y="25209"/>
                    <a:pt x="25209" y="0"/>
                    <a:pt x="56307" y="0"/>
                  </a:cubicBezTo>
                  <a:cubicBezTo>
                    <a:pt x="87404" y="0"/>
                    <a:pt x="112613" y="25209"/>
                    <a:pt x="112613" y="56307"/>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14"/>
            <p:cNvSpPr/>
            <p:nvPr/>
          </p:nvSpPr>
          <p:spPr>
            <a:xfrm>
              <a:off x="9447194" y="2419285"/>
              <a:ext cx="975982" cy="1201762"/>
            </a:xfrm>
            <a:custGeom>
              <a:avLst/>
              <a:gdLst/>
              <a:ahLst/>
              <a:cxnLst/>
              <a:rect l="l" t="t" r="r" b="b"/>
              <a:pathLst>
                <a:path w="975982" h="1201762" extrusionOk="0">
                  <a:moveTo>
                    <a:pt x="811191" y="451008"/>
                  </a:moveTo>
                  <a:lnTo>
                    <a:pt x="563067" y="451008"/>
                  </a:lnTo>
                  <a:lnTo>
                    <a:pt x="563067" y="280211"/>
                  </a:lnTo>
                  <a:cubicBezTo>
                    <a:pt x="634884" y="238746"/>
                    <a:pt x="659490" y="146917"/>
                    <a:pt x="618026" y="75101"/>
                  </a:cubicBezTo>
                  <a:cubicBezTo>
                    <a:pt x="576561" y="3284"/>
                    <a:pt x="484733" y="-21322"/>
                    <a:pt x="412915" y="20142"/>
                  </a:cubicBezTo>
                  <a:cubicBezTo>
                    <a:pt x="341098" y="61605"/>
                    <a:pt x="316492" y="153434"/>
                    <a:pt x="357956" y="225252"/>
                  </a:cubicBezTo>
                  <a:cubicBezTo>
                    <a:pt x="371136" y="248078"/>
                    <a:pt x="390089" y="267031"/>
                    <a:pt x="412915" y="280211"/>
                  </a:cubicBezTo>
                  <a:lnTo>
                    <a:pt x="412915" y="451008"/>
                  </a:lnTo>
                  <a:lnTo>
                    <a:pt x="164791" y="451008"/>
                  </a:lnTo>
                  <a:cubicBezTo>
                    <a:pt x="73867" y="451214"/>
                    <a:pt x="206" y="524874"/>
                    <a:pt x="0" y="615798"/>
                  </a:cubicBezTo>
                  <a:lnTo>
                    <a:pt x="0" y="1036972"/>
                  </a:lnTo>
                  <a:cubicBezTo>
                    <a:pt x="206" y="1127896"/>
                    <a:pt x="73867" y="1201557"/>
                    <a:pt x="164791" y="1201763"/>
                  </a:cubicBezTo>
                  <a:lnTo>
                    <a:pt x="811191" y="1201763"/>
                  </a:lnTo>
                  <a:cubicBezTo>
                    <a:pt x="902115" y="1201557"/>
                    <a:pt x="975776" y="1127896"/>
                    <a:pt x="975982" y="1036972"/>
                  </a:cubicBezTo>
                  <a:lnTo>
                    <a:pt x="975982" y="615798"/>
                  </a:lnTo>
                  <a:cubicBezTo>
                    <a:pt x="975776" y="524874"/>
                    <a:pt x="902115" y="451214"/>
                    <a:pt x="811191" y="451008"/>
                  </a:cubicBezTo>
                  <a:close/>
                  <a:moveTo>
                    <a:pt x="300302" y="938999"/>
                  </a:moveTo>
                  <a:cubicBezTo>
                    <a:pt x="238106" y="938999"/>
                    <a:pt x="187689" y="888582"/>
                    <a:pt x="187689" y="826385"/>
                  </a:cubicBezTo>
                  <a:cubicBezTo>
                    <a:pt x="187689" y="764189"/>
                    <a:pt x="238106" y="713772"/>
                    <a:pt x="300302" y="713772"/>
                  </a:cubicBezTo>
                  <a:cubicBezTo>
                    <a:pt x="362498" y="713772"/>
                    <a:pt x="412915" y="764189"/>
                    <a:pt x="412915" y="826385"/>
                  </a:cubicBezTo>
                  <a:cubicBezTo>
                    <a:pt x="412915" y="888582"/>
                    <a:pt x="362498" y="938999"/>
                    <a:pt x="300302" y="938999"/>
                  </a:cubicBezTo>
                  <a:close/>
                  <a:moveTo>
                    <a:pt x="675680" y="938999"/>
                  </a:moveTo>
                  <a:cubicBezTo>
                    <a:pt x="613484" y="938999"/>
                    <a:pt x="563067" y="888582"/>
                    <a:pt x="563067" y="826385"/>
                  </a:cubicBezTo>
                  <a:cubicBezTo>
                    <a:pt x="563067" y="764189"/>
                    <a:pt x="613484" y="713772"/>
                    <a:pt x="675680" y="713772"/>
                  </a:cubicBezTo>
                  <a:cubicBezTo>
                    <a:pt x="737876" y="713772"/>
                    <a:pt x="788293" y="764189"/>
                    <a:pt x="788293" y="826385"/>
                  </a:cubicBezTo>
                  <a:cubicBezTo>
                    <a:pt x="788293" y="888582"/>
                    <a:pt x="737876" y="938999"/>
                    <a:pt x="675680" y="938999"/>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14"/>
            <p:cNvSpPr/>
            <p:nvPr/>
          </p:nvSpPr>
          <p:spPr>
            <a:xfrm>
              <a:off x="9662481" y="3189363"/>
              <a:ext cx="112613" cy="112613"/>
            </a:xfrm>
            <a:custGeom>
              <a:avLst/>
              <a:gdLst/>
              <a:ahLst/>
              <a:cxnLst/>
              <a:rect l="l" t="t" r="r" b="b"/>
              <a:pathLst>
                <a:path w="112613" h="112613" extrusionOk="0">
                  <a:moveTo>
                    <a:pt x="112613" y="56307"/>
                  </a:moveTo>
                  <a:cubicBezTo>
                    <a:pt x="112613" y="87404"/>
                    <a:pt x="87404" y="112613"/>
                    <a:pt x="56307" y="112613"/>
                  </a:cubicBezTo>
                  <a:cubicBezTo>
                    <a:pt x="25209" y="112613"/>
                    <a:pt x="0" y="87404"/>
                    <a:pt x="0" y="56307"/>
                  </a:cubicBezTo>
                  <a:cubicBezTo>
                    <a:pt x="0" y="25209"/>
                    <a:pt x="25209" y="0"/>
                    <a:pt x="56307" y="0"/>
                  </a:cubicBezTo>
                  <a:cubicBezTo>
                    <a:pt x="87404" y="0"/>
                    <a:pt x="112613" y="25209"/>
                    <a:pt x="112613" y="56307"/>
                  </a:cubicBez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14"/>
            <p:cNvSpPr/>
            <p:nvPr/>
          </p:nvSpPr>
          <p:spPr>
            <a:xfrm>
              <a:off x="8722070" y="3233283"/>
              <a:ext cx="2357833" cy="1563448"/>
            </a:xfrm>
            <a:custGeom>
              <a:avLst/>
              <a:gdLst/>
              <a:ahLst/>
              <a:cxnLst/>
              <a:rect l="l" t="t" r="r" b="b"/>
              <a:pathLst>
                <a:path w="2357833" h="1563448" extrusionOk="0">
                  <a:moveTo>
                    <a:pt x="2189098" y="1169302"/>
                  </a:moveTo>
                  <a:lnTo>
                    <a:pt x="2189098" y="856612"/>
                  </a:lnTo>
                  <a:cubicBezTo>
                    <a:pt x="2189098" y="763526"/>
                    <a:pt x="2113640" y="688067"/>
                    <a:pt x="2020553" y="688067"/>
                  </a:cubicBezTo>
                  <a:lnTo>
                    <a:pt x="1813720" y="688067"/>
                  </a:lnTo>
                  <a:lnTo>
                    <a:pt x="1813720" y="500378"/>
                  </a:lnTo>
                  <a:lnTo>
                    <a:pt x="612512" y="500378"/>
                  </a:lnTo>
                  <a:lnTo>
                    <a:pt x="612512" y="725605"/>
                  </a:lnTo>
                  <a:lnTo>
                    <a:pt x="330603" y="725605"/>
                  </a:lnTo>
                  <a:cubicBezTo>
                    <a:pt x="320445" y="725605"/>
                    <a:pt x="312209" y="717369"/>
                    <a:pt x="312209" y="707212"/>
                  </a:cubicBezTo>
                  <a:lnTo>
                    <a:pt x="312209" y="396024"/>
                  </a:lnTo>
                  <a:cubicBezTo>
                    <a:pt x="441249" y="357915"/>
                    <a:pt x="514962" y="222415"/>
                    <a:pt x="476854" y="93379"/>
                  </a:cubicBezTo>
                  <a:cubicBezTo>
                    <a:pt x="466636" y="58784"/>
                    <a:pt x="448866" y="26892"/>
                    <a:pt x="424823" y="0"/>
                  </a:cubicBezTo>
                  <a:lnTo>
                    <a:pt x="312209" y="99850"/>
                  </a:lnTo>
                  <a:cubicBezTo>
                    <a:pt x="327960" y="116979"/>
                    <a:pt x="336905" y="139273"/>
                    <a:pt x="337360" y="162539"/>
                  </a:cubicBezTo>
                  <a:cubicBezTo>
                    <a:pt x="337078" y="214367"/>
                    <a:pt x="294833" y="256154"/>
                    <a:pt x="243005" y="255872"/>
                  </a:cubicBezTo>
                  <a:cubicBezTo>
                    <a:pt x="191176" y="255587"/>
                    <a:pt x="149393" y="213346"/>
                    <a:pt x="149675" y="161517"/>
                  </a:cubicBezTo>
                  <a:cubicBezTo>
                    <a:pt x="149795" y="139130"/>
                    <a:pt x="157914" y="117527"/>
                    <a:pt x="172569" y="100601"/>
                  </a:cubicBezTo>
                  <a:lnTo>
                    <a:pt x="59956" y="1877"/>
                  </a:lnTo>
                  <a:cubicBezTo>
                    <a:pt x="-28517" y="103522"/>
                    <a:pt x="-17838" y="257641"/>
                    <a:pt x="83807" y="346113"/>
                  </a:cubicBezTo>
                  <a:cubicBezTo>
                    <a:pt x="106803" y="366128"/>
                    <a:pt x="133342" y="381658"/>
                    <a:pt x="162058" y="391894"/>
                  </a:cubicBezTo>
                  <a:lnTo>
                    <a:pt x="162058" y="707212"/>
                  </a:lnTo>
                  <a:cubicBezTo>
                    <a:pt x="162058" y="800298"/>
                    <a:pt x="237517" y="875756"/>
                    <a:pt x="330603" y="875756"/>
                  </a:cubicBezTo>
                  <a:lnTo>
                    <a:pt x="612512" y="875756"/>
                  </a:lnTo>
                  <a:lnTo>
                    <a:pt x="612512" y="1551436"/>
                  </a:lnTo>
                  <a:lnTo>
                    <a:pt x="1813720" y="1551436"/>
                  </a:lnTo>
                  <a:lnTo>
                    <a:pt x="1813720" y="838218"/>
                  </a:lnTo>
                  <a:lnTo>
                    <a:pt x="2020553" y="838218"/>
                  </a:lnTo>
                  <a:cubicBezTo>
                    <a:pt x="2030711" y="838218"/>
                    <a:pt x="2038947" y="846454"/>
                    <a:pt x="2038947" y="856612"/>
                  </a:cubicBezTo>
                  <a:lnTo>
                    <a:pt x="2038947" y="1169302"/>
                  </a:lnTo>
                  <a:cubicBezTo>
                    <a:pt x="1910733" y="1210777"/>
                    <a:pt x="1840421" y="1348338"/>
                    <a:pt x="1881896" y="1476552"/>
                  </a:cubicBezTo>
                  <a:cubicBezTo>
                    <a:pt x="1892279" y="1508639"/>
                    <a:pt x="1909198" y="1538227"/>
                    <a:pt x="1931589" y="1563448"/>
                  </a:cubicBezTo>
                  <a:lnTo>
                    <a:pt x="2044202" y="1463598"/>
                  </a:lnTo>
                  <a:cubicBezTo>
                    <a:pt x="2028669" y="1446571"/>
                    <a:pt x="2020096" y="1424333"/>
                    <a:pt x="2020178" y="1401285"/>
                  </a:cubicBezTo>
                  <a:cubicBezTo>
                    <a:pt x="2020223" y="1349457"/>
                    <a:pt x="2062273" y="1307474"/>
                    <a:pt x="2114101" y="1307520"/>
                  </a:cubicBezTo>
                  <a:cubicBezTo>
                    <a:pt x="2165930" y="1307564"/>
                    <a:pt x="2207912" y="1349614"/>
                    <a:pt x="2207867" y="1401443"/>
                  </a:cubicBezTo>
                  <a:cubicBezTo>
                    <a:pt x="2207848" y="1424176"/>
                    <a:pt x="2199578" y="1446128"/>
                    <a:pt x="2184593" y="1463222"/>
                  </a:cubicBezTo>
                  <a:lnTo>
                    <a:pt x="2297207" y="1561947"/>
                  </a:lnTo>
                  <a:cubicBezTo>
                    <a:pt x="2386025" y="1460880"/>
                    <a:pt x="2376096" y="1306949"/>
                    <a:pt x="2275029" y="1218131"/>
                  </a:cubicBezTo>
                  <a:cubicBezTo>
                    <a:pt x="2250026" y="1196152"/>
                    <a:pt x="2220776" y="1179534"/>
                    <a:pt x="2189098" y="1169302"/>
                  </a:cubicBezTo>
                  <a:close/>
                  <a:moveTo>
                    <a:pt x="1663569" y="1025907"/>
                  </a:moveTo>
                  <a:lnTo>
                    <a:pt x="1559214" y="1025907"/>
                  </a:lnTo>
                  <a:cubicBezTo>
                    <a:pt x="1555584" y="1026557"/>
                    <a:pt x="1552131" y="1027964"/>
                    <a:pt x="1549079" y="1030036"/>
                  </a:cubicBezTo>
                  <a:lnTo>
                    <a:pt x="1434213" y="1147530"/>
                  </a:lnTo>
                  <a:lnTo>
                    <a:pt x="1346750" y="940321"/>
                  </a:lnTo>
                  <a:lnTo>
                    <a:pt x="1183461" y="1278161"/>
                  </a:lnTo>
                  <a:lnTo>
                    <a:pt x="1068971" y="838218"/>
                  </a:lnTo>
                  <a:lnTo>
                    <a:pt x="980757" y="1025907"/>
                  </a:lnTo>
                  <a:lnTo>
                    <a:pt x="800200" y="1025907"/>
                  </a:lnTo>
                  <a:lnTo>
                    <a:pt x="800200" y="950832"/>
                  </a:lnTo>
                  <a:lnTo>
                    <a:pt x="933084" y="950832"/>
                  </a:lnTo>
                  <a:lnTo>
                    <a:pt x="1089241" y="618623"/>
                  </a:lnTo>
                  <a:lnTo>
                    <a:pt x="1204858" y="1060817"/>
                  </a:lnTo>
                  <a:lnTo>
                    <a:pt x="1351630" y="760515"/>
                  </a:lnTo>
                  <a:lnTo>
                    <a:pt x="1459739" y="1016523"/>
                  </a:lnTo>
                  <a:lnTo>
                    <a:pt x="1497277" y="978985"/>
                  </a:lnTo>
                  <a:cubicBezTo>
                    <a:pt x="1513760" y="962303"/>
                    <a:pt x="1535809" y="952281"/>
                    <a:pt x="1559214" y="950832"/>
                  </a:cubicBezTo>
                  <a:lnTo>
                    <a:pt x="1663569" y="950832"/>
                  </a:lnTo>
                  <a:close/>
                </a:path>
              </a:pathLst>
            </a:custGeom>
            <a:solidFill>
              <a:srgbClr val="005C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B6DD5-E1EA-41F9-BB6A-00503311E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343A3-F6E9-DA5A-6449-E21C9339067A}"/>
              </a:ext>
            </a:extLst>
          </p:cNvPr>
          <p:cNvSpPr>
            <a:spLocks noGrp="1"/>
          </p:cNvSpPr>
          <p:nvPr>
            <p:ph type="title"/>
          </p:nvPr>
        </p:nvSpPr>
        <p:spPr/>
        <p:txBody>
          <a:bodyPr/>
          <a:lstStyle/>
          <a:p>
            <a:r>
              <a:rPr lang="en-US" altLang="zh-CN" dirty="0"/>
              <a:t>Morphology</a:t>
            </a:r>
            <a:endParaRPr lang="en-C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A71AF0-6BA6-BED3-A4BA-0FAFBF1B508A}"/>
                  </a:ext>
                </a:extLst>
              </p:cNvPr>
              <p:cNvSpPr>
                <a:spLocks noGrp="1"/>
              </p:cNvSpPr>
              <p:nvPr>
                <p:ph idx="1"/>
              </p:nvPr>
            </p:nvSpPr>
            <p:spPr>
              <a:xfrm>
                <a:off x="404751" y="1412488"/>
                <a:ext cx="11382498" cy="4943861"/>
              </a:xfrm>
            </p:spPr>
            <p:txBody>
              <a:bodyPr>
                <a:normAutofit/>
              </a:bodyPr>
              <a:lstStyle/>
              <a:p>
                <a:pPr marL="0" indent="0">
                  <a:buNone/>
                </a:pPr>
                <a:r>
                  <a:rPr lang="en-CA" dirty="0"/>
                  <a:t>The study of how words are built from smaller meaning-bearing units. </a:t>
                </a:r>
              </a:p>
              <a:p>
                <a:pPr marL="0" indent="0">
                  <a:buNone/>
                </a:pPr>
                <a:endParaRPr lang="en-CA" sz="900" dirty="0"/>
              </a:p>
              <a:p>
                <a:pPr marL="0" indent="0">
                  <a:buNone/>
                </a:pPr>
                <a:r>
                  <a:rPr lang="en-CA" dirty="0"/>
                  <a:t>Types of morphemes: </a:t>
                </a:r>
              </a:p>
              <a:p>
                <a:pPr lvl="1"/>
                <a:r>
                  <a:rPr lang="en-CA" dirty="0">
                    <a:solidFill>
                      <a:srgbClr val="0070C0"/>
                    </a:solidFill>
                  </a:rPr>
                  <a:t>Stem</a:t>
                </a:r>
                <a:r>
                  <a:rPr lang="en-CA" dirty="0"/>
                  <a:t>: a core meaning-bearing unit.</a:t>
                </a:r>
              </a:p>
              <a:p>
                <a:pPr lvl="1"/>
                <a:r>
                  <a:rPr lang="en-CA" dirty="0">
                    <a:solidFill>
                      <a:srgbClr val="0070C0"/>
                    </a:solidFill>
                  </a:rPr>
                  <a:t>Affix</a:t>
                </a:r>
                <a:r>
                  <a:rPr lang="en-CA" dirty="0"/>
                  <a:t>: a piece that attaches to a stem, adding some function or meaning. </a:t>
                </a:r>
              </a:p>
              <a:p>
                <a:pPr marL="457200" lvl="1" indent="0">
                  <a:buNone/>
                </a:pPr>
                <a:r>
                  <a:rPr lang="en-CA" dirty="0"/>
                  <a:t>	Prefix: </a:t>
                </a:r>
                <a:r>
                  <a:rPr lang="en-CA" dirty="0">
                    <a:solidFill>
                      <a:srgbClr val="0070C0"/>
                    </a:solidFill>
                  </a:rPr>
                  <a:t>un</a:t>
                </a:r>
                <a:r>
                  <a:rPr lang="en-CA" dirty="0"/>
                  <a:t>happy, </a:t>
                </a:r>
                <a:r>
                  <a:rPr lang="en-CA" dirty="0">
                    <a:solidFill>
                      <a:srgbClr val="0070C0"/>
                    </a:solidFill>
                  </a:rPr>
                  <a:t>pre</a:t>
                </a:r>
                <a:r>
                  <a:rPr lang="en-CA" dirty="0"/>
                  <a:t>define</a:t>
                </a:r>
              </a:p>
              <a:p>
                <a:pPr marL="457200" lvl="1" indent="0">
                  <a:buNone/>
                </a:pPr>
                <a:r>
                  <a:rPr lang="en-CA" dirty="0"/>
                  <a:t>	Suffix: cat</a:t>
                </a:r>
                <a:r>
                  <a:rPr lang="en-CA" dirty="0">
                    <a:solidFill>
                      <a:srgbClr val="0070C0"/>
                    </a:solidFill>
                  </a:rPr>
                  <a:t>s</a:t>
                </a:r>
                <a:r>
                  <a:rPr lang="en-CA" dirty="0"/>
                  <a:t>, walk</a:t>
                </a:r>
                <a:r>
                  <a:rPr lang="en-CA" dirty="0">
                    <a:solidFill>
                      <a:srgbClr val="0070C0"/>
                    </a:solidFill>
                  </a:rPr>
                  <a:t>ed</a:t>
                </a:r>
              </a:p>
              <a:p>
                <a:pPr marL="457200" lvl="1" indent="0">
                  <a:buNone/>
                </a:pPr>
                <a:r>
                  <a:rPr lang="en-CA" dirty="0"/>
                  <a:t>	Infix: (Malay) Gigi (</a:t>
                </a:r>
                <a:r>
                  <a:rPr lang="en-CA" i="1" dirty="0"/>
                  <a:t>teeth</a:t>
                </a:r>
                <a:r>
                  <a:rPr lang="en-CA" dirty="0"/>
                  <a:t>)</a:t>
                </a:r>
                <a:r>
                  <a:rPr lang="en-CA" i="1" dirty="0"/>
                  <a:t> </a:t>
                </a:r>
                <a14:m>
                  <m:oMath xmlns:m="http://schemas.openxmlformats.org/officeDocument/2006/math">
                    <m:r>
                      <a:rPr lang="en-CA" b="0" i="1" smtClean="0">
                        <a:latin typeface="Cambria Math" panose="02040503050406030204" pitchFamily="18" charset="0"/>
                      </a:rPr>
                      <m:t>→</m:t>
                    </m:r>
                  </m:oMath>
                </a14:m>
                <a:r>
                  <a:rPr lang="en-CA" dirty="0"/>
                  <a:t> </a:t>
                </a:r>
                <a:r>
                  <a:rPr lang="en-CA" dirty="0" err="1"/>
                  <a:t>G</a:t>
                </a:r>
                <a:r>
                  <a:rPr lang="en-CA" dirty="0" err="1">
                    <a:solidFill>
                      <a:srgbClr val="0070C0"/>
                    </a:solidFill>
                  </a:rPr>
                  <a:t>er</a:t>
                </a:r>
                <a:r>
                  <a:rPr lang="en-CA" dirty="0" err="1"/>
                  <a:t>igi</a:t>
                </a:r>
                <a:r>
                  <a:rPr lang="en-CA" dirty="0"/>
                  <a:t> (</a:t>
                </a:r>
                <a:r>
                  <a:rPr lang="en-CA" i="1" dirty="0"/>
                  <a:t>tooth blade</a:t>
                </a:r>
                <a:r>
                  <a:rPr lang="en-CA" dirty="0"/>
                  <a:t>)</a:t>
                </a:r>
              </a:p>
              <a:p>
                <a:pPr marL="457200" lvl="1" indent="0">
                  <a:buNone/>
                </a:pPr>
                <a:r>
                  <a:rPr lang="en-CA" i="1" dirty="0"/>
                  <a:t>	</a:t>
                </a:r>
                <a:r>
                  <a:rPr lang="en-CA" dirty="0"/>
                  <a:t>Circumfix: (German) </a:t>
                </a:r>
                <a:r>
                  <a:rPr lang="en-CA" dirty="0" err="1"/>
                  <a:t>mach</a:t>
                </a:r>
                <a:r>
                  <a:rPr lang="en-CA" dirty="0"/>
                  <a:t> (root of </a:t>
                </a:r>
                <a:r>
                  <a:rPr lang="en-CA" i="1" dirty="0" err="1"/>
                  <a:t>machen</a:t>
                </a:r>
                <a:r>
                  <a:rPr lang="en-CA" i="1" dirty="0"/>
                  <a:t>; to make</a:t>
                </a:r>
                <a:r>
                  <a:rPr lang="en-CA" dirty="0"/>
                  <a:t>) </a:t>
                </a:r>
                <a14:m>
                  <m:oMath xmlns:m="http://schemas.openxmlformats.org/officeDocument/2006/math">
                    <m:r>
                      <a:rPr lang="en-CA" b="0" i="1" smtClean="0">
                        <a:latin typeface="Cambria Math" panose="02040503050406030204" pitchFamily="18" charset="0"/>
                      </a:rPr>
                      <m:t>→</m:t>
                    </m:r>
                  </m:oMath>
                </a14:m>
                <a:r>
                  <a:rPr lang="en-CA" dirty="0"/>
                  <a:t> </a:t>
                </a:r>
                <a:r>
                  <a:rPr lang="en-CA" dirty="0" err="1">
                    <a:solidFill>
                      <a:srgbClr val="0070C0"/>
                    </a:solidFill>
                  </a:rPr>
                  <a:t>ge</a:t>
                </a:r>
                <a:r>
                  <a:rPr lang="en-CA" dirty="0" err="1"/>
                  <a:t>mach</a:t>
                </a:r>
                <a:r>
                  <a:rPr lang="en-CA" dirty="0" err="1">
                    <a:solidFill>
                      <a:srgbClr val="0070C0"/>
                    </a:solidFill>
                  </a:rPr>
                  <a:t>t</a:t>
                </a:r>
                <a:r>
                  <a:rPr lang="en-CA" dirty="0"/>
                  <a:t> (</a:t>
                </a:r>
                <a:r>
                  <a:rPr lang="en-CA" i="1" dirty="0"/>
                  <a:t>made; past participle</a:t>
                </a:r>
                <a:r>
                  <a:rPr lang="en-CA" dirty="0"/>
                  <a:t>)</a:t>
                </a:r>
              </a:p>
              <a:p>
                <a:pPr marL="457200" lvl="1" indent="0">
                  <a:buNone/>
                </a:pPr>
                <a:r>
                  <a:rPr lang="en-CA" dirty="0"/>
                  <a:t>	</a:t>
                </a:r>
                <a:r>
                  <a:rPr lang="en-CA" dirty="0" err="1"/>
                  <a:t>Interfix</a:t>
                </a:r>
                <a:r>
                  <a:rPr lang="en-CA" dirty="0"/>
                  <a:t>: speed</a:t>
                </a:r>
                <a:r>
                  <a:rPr lang="en-CA" dirty="0">
                    <a:solidFill>
                      <a:srgbClr val="0070C0"/>
                    </a:solidFill>
                  </a:rPr>
                  <a:t>o</a:t>
                </a:r>
                <a:r>
                  <a:rPr lang="en-CA" dirty="0"/>
                  <a:t>meter</a:t>
                </a:r>
              </a:p>
            </p:txBody>
          </p:sp>
        </mc:Choice>
        <mc:Fallback xmlns="">
          <p:sp>
            <p:nvSpPr>
              <p:cNvPr id="3" name="Content Placeholder 2">
                <a:extLst>
                  <a:ext uri="{FF2B5EF4-FFF2-40B4-BE49-F238E27FC236}">
                    <a16:creationId xmlns:a16="http://schemas.microsoft.com/office/drawing/2014/main" id="{1FA71AF0-6BA6-BED3-A4BA-0FAFBF1B508A}"/>
                  </a:ext>
                </a:extLst>
              </p:cNvPr>
              <p:cNvSpPr>
                <a:spLocks noGrp="1" noRot="1" noChangeAspect="1" noMove="1" noResize="1" noEditPoints="1" noAdjustHandles="1" noChangeArrowheads="1" noChangeShapeType="1" noTextEdit="1"/>
              </p:cNvSpPr>
              <p:nvPr>
                <p:ph idx="1"/>
              </p:nvPr>
            </p:nvSpPr>
            <p:spPr>
              <a:xfrm>
                <a:off x="404751" y="1412488"/>
                <a:ext cx="11382498" cy="4943861"/>
              </a:xfrm>
              <a:blipFill>
                <a:blip r:embed="rId3"/>
                <a:stretch>
                  <a:fillRect l="-803" t="-986"/>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3BCC106F-251A-9633-64D0-AC8FD38F95B6}"/>
              </a:ext>
            </a:extLst>
          </p:cNvPr>
          <p:cNvSpPr>
            <a:spLocks noGrp="1"/>
          </p:cNvSpPr>
          <p:nvPr>
            <p:ph type="sldNum" sz="quarter" idx="12"/>
          </p:nvPr>
        </p:nvSpPr>
        <p:spPr/>
        <p:txBody>
          <a:bodyPr/>
          <a:lstStyle/>
          <a:p>
            <a:fld id="{A36FF760-4833-4FC2-9C74-46CD274694B2}" type="slidenum">
              <a:rPr lang="en-CA" smtClean="0"/>
              <a:pPr/>
              <a:t>10</a:t>
            </a:fld>
            <a:endParaRPr lang="en-CA"/>
          </a:p>
        </p:txBody>
      </p:sp>
      <p:sp>
        <p:nvSpPr>
          <p:cNvPr id="5" name="Content Placeholder 2">
            <a:extLst>
              <a:ext uri="{FF2B5EF4-FFF2-40B4-BE49-F238E27FC236}">
                <a16:creationId xmlns:a16="http://schemas.microsoft.com/office/drawing/2014/main" id="{08BAC695-B41B-620A-E002-28B51B48E13C}"/>
              </a:ext>
            </a:extLst>
          </p:cNvPr>
          <p:cNvSpPr txBox="1">
            <a:spLocks/>
          </p:cNvSpPr>
          <p:nvPr/>
        </p:nvSpPr>
        <p:spPr>
          <a:xfrm>
            <a:off x="404751" y="2810106"/>
            <a:ext cx="5615049" cy="354624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CA" dirty="0"/>
          </a:p>
        </p:txBody>
      </p:sp>
      <p:sp>
        <p:nvSpPr>
          <p:cNvPr id="9" name="TextBox 8">
            <a:extLst>
              <a:ext uri="{FF2B5EF4-FFF2-40B4-BE49-F238E27FC236}">
                <a16:creationId xmlns:a16="http://schemas.microsoft.com/office/drawing/2014/main" id="{F2A92DF2-504F-02B3-3CC6-E74C50309088}"/>
              </a:ext>
            </a:extLst>
          </p:cNvPr>
          <p:cNvSpPr txBox="1"/>
          <p:nvPr/>
        </p:nvSpPr>
        <p:spPr>
          <a:xfrm>
            <a:off x="404751" y="5966923"/>
            <a:ext cx="11382498" cy="400110"/>
          </a:xfrm>
          <a:prstGeom prst="rect">
            <a:avLst/>
          </a:prstGeom>
          <a:noFill/>
        </p:spPr>
        <p:txBody>
          <a:bodyPr wrap="square">
            <a:spAutoFit/>
          </a:bodyPr>
          <a:lstStyle/>
          <a:p>
            <a:pPr algn="r"/>
            <a:r>
              <a:rPr lang="en-CA" sz="2000" dirty="0">
                <a:latin typeface="Nunito" pitchFamily="2" charset="0"/>
              </a:rPr>
              <a:t>[See more in Chap. 6.2 of Doner. The Linguistic analysis of word and sentences structures]</a:t>
            </a:r>
          </a:p>
        </p:txBody>
      </p:sp>
    </p:spTree>
    <p:extLst>
      <p:ext uri="{BB962C8B-B14F-4D97-AF65-F5344CB8AC3E}">
        <p14:creationId xmlns:p14="http://schemas.microsoft.com/office/powerpoint/2010/main" val="3627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997DC-6747-328D-6D38-F2F76BF033E9}"/>
              </a:ext>
            </a:extLst>
          </p:cNvPr>
          <p:cNvSpPr>
            <a:spLocks noGrp="1"/>
          </p:cNvSpPr>
          <p:nvPr>
            <p:ph type="title"/>
          </p:nvPr>
        </p:nvSpPr>
        <p:spPr/>
        <p:txBody>
          <a:bodyPr/>
          <a:lstStyle/>
          <a:p>
            <a:r>
              <a:rPr lang="en-CA" dirty="0"/>
              <a:t>Types of Word 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54FF8-2788-9930-29BD-8D84BA6BCDC8}"/>
                  </a:ext>
                </a:extLst>
              </p:cNvPr>
              <p:cNvSpPr>
                <a:spLocks noGrp="1"/>
              </p:cNvSpPr>
              <p:nvPr>
                <p:ph idx="1"/>
              </p:nvPr>
            </p:nvSpPr>
            <p:spPr/>
            <p:txBody>
              <a:bodyPr/>
              <a:lstStyle/>
              <a:p>
                <a:pPr marL="0" indent="0">
                  <a:buNone/>
                </a:pPr>
                <a:r>
                  <a:rPr lang="en-CA" dirty="0"/>
                  <a:t>Inflection: adding morphemes to a word to indicate grammatical information.</a:t>
                </a:r>
              </a:p>
              <a:p>
                <a:pPr lvl="1"/>
                <a:r>
                  <a:rPr lang="en-CA" i="1" dirty="0"/>
                  <a:t>walk </a:t>
                </a:r>
                <a14:m>
                  <m:oMath xmlns:m="http://schemas.openxmlformats.org/officeDocument/2006/math">
                    <m:r>
                      <a:rPr lang="en-CA" b="0" i="1" smtClean="0">
                        <a:latin typeface="Cambria Math" panose="02040503050406030204" pitchFamily="18" charset="0"/>
                      </a:rPr>
                      <m:t>→</m:t>
                    </m:r>
                  </m:oMath>
                </a14:m>
                <a:r>
                  <a:rPr lang="en-CA" i="1" dirty="0"/>
                  <a:t> walk</a:t>
                </a:r>
                <a:r>
                  <a:rPr lang="en-CA" i="1" dirty="0">
                    <a:solidFill>
                      <a:srgbClr val="0070C0"/>
                    </a:solidFill>
                  </a:rPr>
                  <a:t>ed</a:t>
                </a:r>
              </a:p>
              <a:p>
                <a:pPr lvl="1"/>
                <a:r>
                  <a:rPr lang="en-CA" i="1" dirty="0"/>
                  <a:t>cat </a:t>
                </a:r>
                <a14:m>
                  <m:oMath xmlns:m="http://schemas.openxmlformats.org/officeDocument/2006/math">
                    <m:r>
                      <a:rPr lang="en-CA" b="0" i="1" smtClean="0">
                        <a:latin typeface="Cambria Math" panose="02040503050406030204" pitchFamily="18" charset="0"/>
                      </a:rPr>
                      <m:t>→</m:t>
                    </m:r>
                  </m:oMath>
                </a14:m>
                <a:r>
                  <a:rPr lang="en-CA" i="1" dirty="0"/>
                  <a:t> cat</a:t>
                </a:r>
                <a:r>
                  <a:rPr lang="en-CA" i="1" dirty="0">
                    <a:solidFill>
                      <a:srgbClr val="0070C0"/>
                    </a:solidFill>
                  </a:rPr>
                  <a:t>s</a:t>
                </a:r>
              </a:p>
              <a:p>
                <a:pPr marL="0" indent="0">
                  <a:buNone/>
                </a:pPr>
                <a:r>
                  <a:rPr lang="en-CA" dirty="0"/>
                  <a:t>Derivation: adding morphemes to a word to create a new word with a different meaning.</a:t>
                </a:r>
              </a:p>
              <a:p>
                <a:pPr lvl="1"/>
                <a:r>
                  <a:rPr lang="en-CA" i="1" dirty="0"/>
                  <a:t>happy </a:t>
                </a:r>
                <a14:m>
                  <m:oMath xmlns:m="http://schemas.openxmlformats.org/officeDocument/2006/math">
                    <m:r>
                      <a:rPr lang="en-CA" i="1">
                        <a:latin typeface="Cambria Math" panose="02040503050406030204" pitchFamily="18" charset="0"/>
                      </a:rPr>
                      <m:t>→</m:t>
                    </m:r>
                  </m:oMath>
                </a14:m>
                <a:r>
                  <a:rPr lang="en-CA" i="1" dirty="0"/>
                  <a:t> happi</a:t>
                </a:r>
                <a:r>
                  <a:rPr lang="en-CA" i="1" dirty="0">
                    <a:solidFill>
                      <a:srgbClr val="0070C0"/>
                    </a:solidFill>
                  </a:rPr>
                  <a:t>ness</a:t>
                </a:r>
              </a:p>
              <a:p>
                <a:pPr lvl="1"/>
                <a:r>
                  <a:rPr lang="en-CA" i="1" dirty="0"/>
                  <a:t>define </a:t>
                </a:r>
                <a14:m>
                  <m:oMath xmlns:m="http://schemas.openxmlformats.org/officeDocument/2006/math">
                    <m:r>
                      <a:rPr lang="en-CA" i="1">
                        <a:latin typeface="Cambria Math" panose="02040503050406030204" pitchFamily="18" charset="0"/>
                      </a:rPr>
                      <m:t>→</m:t>
                    </m:r>
                  </m:oMath>
                </a14:m>
                <a:r>
                  <a:rPr lang="en-CA" i="1" dirty="0"/>
                  <a:t> </a:t>
                </a:r>
                <a:r>
                  <a:rPr lang="en-CA" i="1" dirty="0">
                    <a:solidFill>
                      <a:srgbClr val="0070C0"/>
                    </a:solidFill>
                  </a:rPr>
                  <a:t>pre</a:t>
                </a:r>
                <a:r>
                  <a:rPr lang="en-CA" i="1" dirty="0"/>
                  <a:t>define</a:t>
                </a:r>
              </a:p>
              <a:p>
                <a:pPr marL="0" indent="0">
                  <a:buNone/>
                </a:pPr>
                <a:r>
                  <a:rPr lang="en-CA" dirty="0"/>
                  <a:t>Compounding: combining two or more words to create a new word.</a:t>
                </a:r>
              </a:p>
              <a:p>
                <a:pPr lvl="1"/>
                <a:r>
                  <a:rPr lang="en-CA" i="1" dirty="0"/>
                  <a:t>key + board </a:t>
                </a:r>
                <a14:m>
                  <m:oMath xmlns:m="http://schemas.openxmlformats.org/officeDocument/2006/math">
                    <m:r>
                      <a:rPr lang="en-CA" b="0" i="1" smtClean="0">
                        <a:latin typeface="Cambria Math" panose="02040503050406030204" pitchFamily="18" charset="0"/>
                      </a:rPr>
                      <m:t>→</m:t>
                    </m:r>
                  </m:oMath>
                </a14:m>
                <a:r>
                  <a:rPr lang="en-CA" i="1" dirty="0"/>
                  <a:t> keyboard</a:t>
                </a:r>
              </a:p>
              <a:p>
                <a:pPr lvl="1"/>
                <a:r>
                  <a:rPr lang="en-CA" i="1" dirty="0"/>
                  <a:t>law + suit </a:t>
                </a:r>
                <a14:m>
                  <m:oMath xmlns:m="http://schemas.openxmlformats.org/officeDocument/2006/math">
                    <m:r>
                      <a:rPr lang="en-CA" i="1">
                        <a:latin typeface="Cambria Math" panose="02040503050406030204" pitchFamily="18" charset="0"/>
                      </a:rPr>
                      <m:t>→</m:t>
                    </m:r>
                  </m:oMath>
                </a14:m>
                <a:r>
                  <a:rPr lang="en-CA" i="1" dirty="0"/>
                  <a:t> keyboard</a:t>
                </a:r>
              </a:p>
              <a:p>
                <a:pPr lvl="1"/>
                <a:r>
                  <a:rPr lang="en-CA" i="1" dirty="0"/>
                  <a:t>book + case </a:t>
                </a:r>
                <a14:m>
                  <m:oMath xmlns:m="http://schemas.openxmlformats.org/officeDocument/2006/math">
                    <m:r>
                      <a:rPr lang="en-CA" i="1">
                        <a:latin typeface="Cambria Math" panose="02040503050406030204" pitchFamily="18" charset="0"/>
                      </a:rPr>
                      <m:t>→</m:t>
                    </m:r>
                  </m:oMath>
                </a14:m>
                <a:r>
                  <a:rPr lang="en-CA" i="1" dirty="0"/>
                  <a:t> bookcase</a:t>
                </a:r>
              </a:p>
              <a:p>
                <a:pPr marL="457200" lvl="1" indent="0">
                  <a:buNone/>
                </a:pPr>
                <a:endParaRPr lang="en-CA" i="1" dirty="0"/>
              </a:p>
            </p:txBody>
          </p:sp>
        </mc:Choice>
        <mc:Fallback xmlns="">
          <p:sp>
            <p:nvSpPr>
              <p:cNvPr id="3" name="Content Placeholder 2">
                <a:extLst>
                  <a:ext uri="{FF2B5EF4-FFF2-40B4-BE49-F238E27FC236}">
                    <a16:creationId xmlns:a16="http://schemas.microsoft.com/office/drawing/2014/main" id="{69554FF8-2788-9930-29BD-8D84BA6BCDC8}"/>
                  </a:ext>
                </a:extLst>
              </p:cNvPr>
              <p:cNvSpPr>
                <a:spLocks noGrp="1" noRot="1" noChangeAspect="1" noMove="1" noResize="1" noEditPoints="1" noAdjustHandles="1" noChangeArrowheads="1" noChangeShapeType="1" noTextEdit="1"/>
              </p:cNvSpPr>
              <p:nvPr>
                <p:ph idx="1"/>
              </p:nvPr>
            </p:nvSpPr>
            <p:spPr>
              <a:blipFill>
                <a:blip r:embed="rId2"/>
                <a:stretch>
                  <a:fillRect l="-803" t="-969"/>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1F56502A-9EB1-D176-766B-F3C1C536ECCC}"/>
              </a:ext>
            </a:extLst>
          </p:cNvPr>
          <p:cNvSpPr>
            <a:spLocks noGrp="1"/>
          </p:cNvSpPr>
          <p:nvPr>
            <p:ph type="sldNum" sz="quarter" idx="12"/>
          </p:nvPr>
        </p:nvSpPr>
        <p:spPr/>
        <p:txBody>
          <a:bodyPr/>
          <a:lstStyle/>
          <a:p>
            <a:fld id="{A36FF760-4833-4FC2-9C74-46CD274694B2}" type="slidenum">
              <a:rPr lang="en-CA" smtClean="0"/>
              <a:pPr/>
              <a:t>11</a:t>
            </a:fld>
            <a:endParaRPr lang="en-CA"/>
          </a:p>
        </p:txBody>
      </p:sp>
    </p:spTree>
    <p:extLst>
      <p:ext uri="{BB962C8B-B14F-4D97-AF65-F5344CB8AC3E}">
        <p14:creationId xmlns:p14="http://schemas.microsoft.com/office/powerpoint/2010/main" val="200763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EF30-7E4A-12EF-E388-5831D7B57F10}"/>
              </a:ext>
            </a:extLst>
          </p:cNvPr>
          <p:cNvSpPr>
            <a:spLocks noGrp="1"/>
          </p:cNvSpPr>
          <p:nvPr>
            <p:ph type="title"/>
          </p:nvPr>
        </p:nvSpPr>
        <p:spPr/>
        <p:txBody>
          <a:bodyPr/>
          <a:lstStyle/>
          <a:p>
            <a:r>
              <a:rPr lang="en-CA" dirty="0"/>
              <a:t>Isolating Language</a:t>
            </a:r>
          </a:p>
        </p:txBody>
      </p:sp>
      <p:sp>
        <p:nvSpPr>
          <p:cNvPr id="3" name="Content Placeholder 2">
            <a:extLst>
              <a:ext uri="{FF2B5EF4-FFF2-40B4-BE49-F238E27FC236}">
                <a16:creationId xmlns:a16="http://schemas.microsoft.com/office/drawing/2014/main" id="{111A1405-7564-9266-D79F-3F9DD7735C42}"/>
              </a:ext>
            </a:extLst>
          </p:cNvPr>
          <p:cNvSpPr>
            <a:spLocks noGrp="1"/>
          </p:cNvSpPr>
          <p:nvPr>
            <p:ph idx="1"/>
          </p:nvPr>
        </p:nvSpPr>
        <p:spPr/>
        <p:txBody>
          <a:bodyPr/>
          <a:lstStyle/>
          <a:p>
            <a:pPr marL="0" indent="0">
              <a:buNone/>
            </a:pPr>
            <a:r>
              <a:rPr lang="en-CA" dirty="0"/>
              <a:t>In languages like Classical Chinese, Vietnamese, and Thai</a:t>
            </a:r>
          </a:p>
          <a:p>
            <a:r>
              <a:rPr lang="en-CA" dirty="0"/>
              <a:t>Each word form typically consists of one single morpheme.</a:t>
            </a:r>
          </a:p>
          <a:p>
            <a:r>
              <a:rPr lang="en-CA" dirty="0"/>
              <a:t>There is little morphology other than compounding. </a:t>
            </a:r>
          </a:p>
          <a:p>
            <a:pPr marL="0" indent="0">
              <a:buNone/>
            </a:pPr>
            <a:endParaRPr lang="en-CA" dirty="0"/>
          </a:p>
        </p:txBody>
      </p:sp>
      <p:sp>
        <p:nvSpPr>
          <p:cNvPr id="4" name="Slide Number Placeholder 3">
            <a:extLst>
              <a:ext uri="{FF2B5EF4-FFF2-40B4-BE49-F238E27FC236}">
                <a16:creationId xmlns:a16="http://schemas.microsoft.com/office/drawing/2014/main" id="{35454589-111F-4310-7677-A6965B0C5F7E}"/>
              </a:ext>
            </a:extLst>
          </p:cNvPr>
          <p:cNvSpPr>
            <a:spLocks noGrp="1"/>
          </p:cNvSpPr>
          <p:nvPr>
            <p:ph type="sldNum" sz="quarter" idx="12"/>
          </p:nvPr>
        </p:nvSpPr>
        <p:spPr/>
        <p:txBody>
          <a:bodyPr/>
          <a:lstStyle/>
          <a:p>
            <a:fld id="{A36FF760-4833-4FC2-9C74-46CD274694B2}" type="slidenum">
              <a:rPr lang="en-CA" smtClean="0"/>
              <a:pPr/>
              <a:t>12</a:t>
            </a:fld>
            <a:endParaRPr lang="en-CA"/>
          </a:p>
        </p:txBody>
      </p:sp>
      <p:pic>
        <p:nvPicPr>
          <p:cNvPr id="5" name="Google Shape;276;p18">
            <a:extLst>
              <a:ext uri="{FF2B5EF4-FFF2-40B4-BE49-F238E27FC236}">
                <a16:creationId xmlns:a16="http://schemas.microsoft.com/office/drawing/2014/main" id="{600B6A0B-7C76-EDA4-8875-539AB5CB9ED2}"/>
              </a:ext>
            </a:extLst>
          </p:cNvPr>
          <p:cNvPicPr preferRelativeResize="0"/>
          <p:nvPr/>
        </p:nvPicPr>
        <p:blipFill rotWithShape="1">
          <a:blip r:embed="rId3">
            <a:alphaModFix/>
          </a:blip>
          <a:srcRect l="4492"/>
          <a:stretch/>
        </p:blipFill>
        <p:spPr>
          <a:xfrm>
            <a:off x="4461917" y="5205539"/>
            <a:ext cx="4466870" cy="1318578"/>
          </a:xfrm>
          <a:prstGeom prst="rect">
            <a:avLst/>
          </a:prstGeom>
          <a:noFill/>
          <a:ln>
            <a:noFill/>
          </a:ln>
        </p:spPr>
      </p:pic>
      <p:sp>
        <p:nvSpPr>
          <p:cNvPr id="6" name="Google Shape;273;p18">
            <a:extLst>
              <a:ext uri="{FF2B5EF4-FFF2-40B4-BE49-F238E27FC236}">
                <a16:creationId xmlns:a16="http://schemas.microsoft.com/office/drawing/2014/main" id="{405C30BC-00B7-8466-BC23-12CBF6C51BF3}"/>
              </a:ext>
            </a:extLst>
          </p:cNvPr>
          <p:cNvSpPr txBox="1"/>
          <p:nvPr/>
        </p:nvSpPr>
        <p:spPr>
          <a:xfrm>
            <a:off x="404751" y="3011384"/>
            <a:ext cx="6229865" cy="17880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28600" marR="0" lvl="0" indent="-228600" algn="l" rtl="0">
              <a:lnSpc>
                <a:spcPct val="90000"/>
              </a:lnSpc>
              <a:spcBef>
                <a:spcPts val="0"/>
              </a:spcBef>
              <a:spcAft>
                <a:spcPts val="0"/>
              </a:spcAft>
              <a:buClr>
                <a:schemeClr val="dk1"/>
              </a:buClr>
              <a:buSzPts val="2600"/>
              <a:buFont typeface="Noto Sans Symbols"/>
              <a:buChar char="⮚"/>
            </a:pPr>
            <a:r>
              <a:rPr lang="en-US" sz="2400" dirty="0">
                <a:solidFill>
                  <a:schemeClr val="dk1"/>
                </a:solidFill>
                <a:latin typeface="Nunito" pitchFamily="2" charset="0"/>
                <a:ea typeface="Calibri"/>
                <a:cs typeface="Calibri"/>
                <a:sym typeface="Calibri"/>
              </a:rPr>
              <a:t>Inflection</a:t>
            </a:r>
            <a:endParaRPr sz="2400" dirty="0">
              <a:latin typeface="Nunito" pitchFamily="2" charset="0"/>
            </a:endParaRPr>
          </a:p>
          <a:p>
            <a:pPr marL="0" marR="0" lvl="0" indent="0" algn="l" rtl="0">
              <a:lnSpc>
                <a:spcPct val="90000"/>
              </a:lnSpc>
              <a:spcBef>
                <a:spcPts val="1000"/>
              </a:spcBef>
              <a:spcAft>
                <a:spcPts val="0"/>
              </a:spcAft>
              <a:buClr>
                <a:schemeClr val="dk1"/>
              </a:buClr>
              <a:buSzPts val="2800"/>
              <a:buFont typeface="Arial"/>
              <a:buNone/>
            </a:pPr>
            <a:r>
              <a:rPr lang="en-US" sz="2400" dirty="0">
                <a:solidFill>
                  <a:schemeClr val="dk1"/>
                </a:solidFill>
                <a:latin typeface="Nunito" pitchFamily="2" charset="0"/>
                <a:ea typeface="Calibri"/>
                <a:cs typeface="Calibri"/>
                <a:sym typeface="Calibri"/>
              </a:rPr>
              <a:t>	</a:t>
            </a:r>
            <a:r>
              <a:rPr lang="en-US" sz="2400" i="1" dirty="0">
                <a:solidFill>
                  <a:schemeClr val="dk1"/>
                </a:solidFill>
                <a:latin typeface="Nunito" pitchFamily="2" charset="0"/>
                <a:ea typeface="Courier New"/>
                <a:cs typeface="Courier New"/>
                <a:sym typeface="Courier New"/>
              </a:rPr>
              <a:t>们</a:t>
            </a: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我</a:t>
            </a:r>
            <a:r>
              <a:rPr lang="en-US" sz="2400" i="1" dirty="0" err="1">
                <a:solidFill>
                  <a:schemeClr val="dk1"/>
                </a:solidFill>
                <a:latin typeface="Nunito" pitchFamily="2" charset="0"/>
                <a:ea typeface="Courier New"/>
                <a:cs typeface="Courier New"/>
                <a:sym typeface="Courier New"/>
              </a:rPr>
              <a:t>们</a:t>
            </a: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你</a:t>
            </a:r>
            <a:r>
              <a:rPr lang="en-US" sz="2400" i="1" dirty="0" err="1">
                <a:solidFill>
                  <a:schemeClr val="dk1"/>
                </a:solidFill>
                <a:latin typeface="Nunito" pitchFamily="2" charset="0"/>
                <a:ea typeface="Courier New"/>
                <a:cs typeface="Courier New"/>
                <a:sym typeface="Courier New"/>
              </a:rPr>
              <a:t>们</a:t>
            </a: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他</a:t>
            </a:r>
            <a:r>
              <a:rPr lang="en-US" sz="2400" i="1" dirty="0" err="1">
                <a:solidFill>
                  <a:schemeClr val="dk1"/>
                </a:solidFill>
                <a:latin typeface="Nunito" pitchFamily="2" charset="0"/>
                <a:ea typeface="Courier New"/>
                <a:cs typeface="Courier New"/>
                <a:sym typeface="Courier New"/>
              </a:rPr>
              <a:t>们</a:t>
            </a:r>
            <a:endParaRPr sz="2400" i="1" dirty="0">
              <a:solidFill>
                <a:schemeClr val="dk1"/>
              </a:solidFill>
              <a:latin typeface="Nunito" pitchFamily="2" charset="0"/>
              <a:ea typeface="Courier New"/>
              <a:cs typeface="Courier New"/>
              <a:sym typeface="Courier New"/>
            </a:endParaRPr>
          </a:p>
          <a:p>
            <a:pPr marL="0" marR="0" lvl="0" indent="0" algn="l" rtl="0">
              <a:lnSpc>
                <a:spcPct val="90000"/>
              </a:lnSpc>
              <a:spcBef>
                <a:spcPts val="1000"/>
              </a:spcBef>
              <a:spcAft>
                <a:spcPts val="0"/>
              </a:spcAft>
              <a:buClr>
                <a:schemeClr val="dk1"/>
              </a:buClr>
              <a:buSzPts val="1800"/>
              <a:buFont typeface="Arial"/>
              <a:buNone/>
            </a:pP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mén</a:t>
            </a: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wǒmén</a:t>
            </a: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nǐmén</a:t>
            </a:r>
            <a:r>
              <a:rPr lang="en-US" sz="2400" dirty="0">
                <a:solidFill>
                  <a:schemeClr val="dk1"/>
                </a:solidFill>
                <a:latin typeface="Nunito" pitchFamily="2" charset="0"/>
                <a:ea typeface="Courier New"/>
                <a:cs typeface="Courier New"/>
                <a:sym typeface="Courier New"/>
              </a:rPr>
              <a:t>, </a:t>
            </a:r>
            <a:r>
              <a:rPr lang="en-US" sz="2400" dirty="0" err="1">
                <a:solidFill>
                  <a:schemeClr val="dk1"/>
                </a:solidFill>
                <a:latin typeface="Nunito" pitchFamily="2" charset="0"/>
                <a:ea typeface="Courier New"/>
                <a:cs typeface="Courier New"/>
                <a:sym typeface="Courier New"/>
              </a:rPr>
              <a:t>tāmén</a:t>
            </a:r>
            <a:endParaRPr sz="2400" dirty="0">
              <a:solidFill>
                <a:schemeClr val="dk1"/>
              </a:solidFill>
              <a:latin typeface="Nunito" pitchFamily="2" charset="0"/>
              <a:ea typeface="Courier New"/>
              <a:cs typeface="Courier New"/>
              <a:sym typeface="Courier New"/>
            </a:endParaRPr>
          </a:p>
          <a:p>
            <a:pPr marL="0" marR="0" lvl="0" indent="0" algn="l" rtl="0">
              <a:lnSpc>
                <a:spcPct val="90000"/>
              </a:lnSpc>
              <a:spcBef>
                <a:spcPts val="1000"/>
              </a:spcBef>
              <a:spcAft>
                <a:spcPts val="0"/>
              </a:spcAft>
              <a:buClr>
                <a:schemeClr val="dk1"/>
              </a:buClr>
              <a:buSzPts val="1800"/>
              <a:buFont typeface="Arial"/>
              <a:buNone/>
            </a:pPr>
            <a:r>
              <a:rPr lang="en-US" sz="2400" dirty="0">
                <a:solidFill>
                  <a:schemeClr val="dk1"/>
                </a:solidFill>
                <a:latin typeface="Nunito" pitchFamily="2" charset="0"/>
                <a:ea typeface="Courier New"/>
                <a:cs typeface="Courier New"/>
                <a:sym typeface="Courier New"/>
              </a:rPr>
              <a:t>	plural: we, you (pl.), they</a:t>
            </a:r>
            <a:endParaRPr sz="2400" dirty="0">
              <a:latin typeface="Nunito" pitchFamily="2" charset="0"/>
            </a:endParaRPr>
          </a:p>
        </p:txBody>
      </p:sp>
      <p:sp>
        <p:nvSpPr>
          <p:cNvPr id="7" name="Google Shape;274;p18">
            <a:extLst>
              <a:ext uri="{FF2B5EF4-FFF2-40B4-BE49-F238E27FC236}">
                <a16:creationId xmlns:a16="http://schemas.microsoft.com/office/drawing/2014/main" id="{F48B54B2-C232-116E-6D86-1474A319C065}"/>
              </a:ext>
            </a:extLst>
          </p:cNvPr>
          <p:cNvSpPr txBox="1"/>
          <p:nvPr/>
        </p:nvSpPr>
        <p:spPr>
          <a:xfrm>
            <a:off x="6532537" y="3011383"/>
            <a:ext cx="5023023" cy="147728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177800" algn="just" rtl="0">
              <a:spcBef>
                <a:spcPts val="0"/>
              </a:spcBef>
              <a:spcAft>
                <a:spcPts val="0"/>
              </a:spcAft>
              <a:buClr>
                <a:schemeClr val="dk1"/>
              </a:buClr>
              <a:buSzPts val="2800"/>
              <a:buFont typeface="Noto Sans Symbols"/>
              <a:buChar char="⮚"/>
            </a:pPr>
            <a:r>
              <a:rPr lang="en-US" sz="2400" dirty="0">
                <a:solidFill>
                  <a:schemeClr val="dk1"/>
                </a:solidFill>
                <a:latin typeface="Nunito" pitchFamily="2" charset="0"/>
                <a:ea typeface="Calibri"/>
                <a:cs typeface="Calibri"/>
                <a:sym typeface="Calibri"/>
              </a:rPr>
              <a:t>Derivation</a:t>
            </a:r>
            <a:endParaRPr lang="en-US" sz="1200" dirty="0">
              <a:latin typeface="Nunito" pitchFamily="2" charset="0"/>
              <a:ea typeface="Calibri"/>
            </a:endParaRPr>
          </a:p>
          <a:p>
            <a:pPr marR="0" lvl="0" algn="just" rtl="0">
              <a:spcBef>
                <a:spcPts val="0"/>
              </a:spcBef>
              <a:spcAft>
                <a:spcPts val="0"/>
              </a:spcAft>
              <a:buClr>
                <a:schemeClr val="dk1"/>
              </a:buClr>
              <a:buSzPts val="2800"/>
            </a:pPr>
            <a:r>
              <a:rPr lang="en-US" altLang="zh-CN" sz="2400" i="1" dirty="0">
                <a:solidFill>
                  <a:schemeClr val="dk1"/>
                </a:solidFill>
                <a:latin typeface="Nunito" pitchFamily="2" charset="0"/>
                <a:ea typeface="Calibri"/>
                <a:cs typeface="Calibri"/>
                <a:sym typeface="Calibri"/>
              </a:rPr>
              <a:t>	</a:t>
            </a:r>
            <a:r>
              <a:rPr lang="zh-CN" altLang="en-US" sz="2400" i="1" dirty="0">
                <a:solidFill>
                  <a:schemeClr val="dk1"/>
                </a:solidFill>
                <a:latin typeface="Nunito" pitchFamily="2" charset="0"/>
                <a:ea typeface="Calibri"/>
                <a:cs typeface="Calibri"/>
                <a:sym typeface="Calibri"/>
              </a:rPr>
              <a:t>家</a:t>
            </a:r>
            <a:r>
              <a:rPr lang="en-CA" altLang="zh-CN" sz="2400" dirty="0">
                <a:solidFill>
                  <a:schemeClr val="dk1"/>
                </a:solidFill>
                <a:latin typeface="Nunito" pitchFamily="2" charset="0"/>
                <a:ea typeface="Calibri"/>
                <a:cs typeface="Calibri"/>
                <a:sym typeface="Calibri"/>
              </a:rPr>
              <a:t>: </a:t>
            </a:r>
            <a:r>
              <a:rPr lang="en-US" sz="2400" dirty="0" err="1">
                <a:solidFill>
                  <a:schemeClr val="dk1"/>
                </a:solidFill>
                <a:latin typeface="Nunito" pitchFamily="2" charset="0"/>
                <a:ea typeface="Courier New"/>
                <a:cs typeface="Courier New"/>
                <a:sym typeface="Courier New"/>
              </a:rPr>
              <a:t>艺术</a:t>
            </a:r>
            <a:r>
              <a:rPr lang="en-US" sz="2400" i="1" dirty="0" err="1">
                <a:solidFill>
                  <a:schemeClr val="dk1"/>
                </a:solidFill>
                <a:latin typeface="Nunito" pitchFamily="2" charset="0"/>
                <a:ea typeface="Courier New"/>
                <a:cs typeface="Courier New"/>
                <a:sym typeface="Courier New"/>
              </a:rPr>
              <a:t>家</a:t>
            </a:r>
            <a:r>
              <a:rPr lang="en-US" sz="2400" dirty="0">
                <a:solidFill>
                  <a:schemeClr val="dk1"/>
                </a:solidFill>
                <a:latin typeface="Nunito" pitchFamily="2" charset="0"/>
                <a:ea typeface="Courier New"/>
                <a:cs typeface="Courier New"/>
                <a:sym typeface="Courier New"/>
              </a:rPr>
              <a:t> </a:t>
            </a:r>
          </a:p>
          <a:p>
            <a:pPr lvl="0">
              <a:buClr>
                <a:schemeClr val="dk1"/>
              </a:buClr>
              <a:buSzPts val="1800"/>
            </a:pPr>
            <a:r>
              <a:rPr lang="en-US" sz="2400" b="0" i="0" dirty="0">
                <a:solidFill>
                  <a:schemeClr val="dk1"/>
                </a:solidFill>
                <a:latin typeface="Nunito" pitchFamily="2" charset="0"/>
                <a:ea typeface="Courier New"/>
                <a:cs typeface="Courier New"/>
                <a:sym typeface="Courier New"/>
              </a:rPr>
              <a:t>	</a:t>
            </a:r>
            <a:r>
              <a:rPr lang="en-US" sz="2400" dirty="0">
                <a:solidFill>
                  <a:srgbClr val="040C28"/>
                </a:solidFill>
                <a:latin typeface="Nunito" pitchFamily="2" charset="0"/>
                <a:ea typeface="Courier New"/>
                <a:cs typeface="Courier New"/>
                <a:sym typeface="Courier New"/>
              </a:rPr>
              <a:t> </a:t>
            </a:r>
            <a:r>
              <a:rPr lang="en-US" sz="2400" dirty="0" err="1">
                <a:solidFill>
                  <a:srgbClr val="040C28"/>
                </a:solidFill>
                <a:latin typeface="Nunito" pitchFamily="2" charset="0"/>
                <a:ea typeface="Courier New"/>
                <a:cs typeface="Courier New"/>
                <a:sym typeface="Courier New"/>
              </a:rPr>
              <a:t>jiā</a:t>
            </a:r>
            <a:r>
              <a:rPr lang="en-US" sz="2400" dirty="0">
                <a:solidFill>
                  <a:srgbClr val="040C28"/>
                </a:solidFill>
                <a:latin typeface="Nunito" pitchFamily="2" charset="0"/>
                <a:ea typeface="Courier New"/>
                <a:cs typeface="Courier New"/>
                <a:sym typeface="Courier New"/>
              </a:rPr>
              <a:t>: </a:t>
            </a:r>
            <a:r>
              <a:rPr lang="en-US" sz="2400" b="0" i="0" dirty="0" err="1">
                <a:solidFill>
                  <a:srgbClr val="040C28"/>
                </a:solidFill>
                <a:latin typeface="Nunito" pitchFamily="2" charset="0"/>
                <a:ea typeface="Courier New"/>
                <a:cs typeface="Courier New"/>
                <a:sym typeface="Courier New"/>
              </a:rPr>
              <a:t>yì</a:t>
            </a:r>
            <a:r>
              <a:rPr lang="en-US" sz="2400" b="0" i="0" dirty="0">
                <a:solidFill>
                  <a:srgbClr val="040C28"/>
                </a:solidFill>
                <a:latin typeface="Nunito" pitchFamily="2" charset="0"/>
                <a:ea typeface="Courier New"/>
                <a:cs typeface="Courier New"/>
                <a:sym typeface="Courier New"/>
              </a:rPr>
              <a:t> </a:t>
            </a:r>
            <a:r>
              <a:rPr lang="en-US" sz="2400" b="0" i="0" dirty="0" err="1">
                <a:solidFill>
                  <a:srgbClr val="040C28"/>
                </a:solidFill>
                <a:latin typeface="Nunito" pitchFamily="2" charset="0"/>
                <a:ea typeface="Courier New"/>
                <a:cs typeface="Courier New"/>
                <a:sym typeface="Courier New"/>
              </a:rPr>
              <a:t>shù</a:t>
            </a:r>
            <a:r>
              <a:rPr lang="en-US" sz="2400" b="0" i="0" dirty="0">
                <a:solidFill>
                  <a:srgbClr val="040C28"/>
                </a:solidFill>
                <a:latin typeface="Nunito" pitchFamily="2" charset="0"/>
                <a:ea typeface="Courier New"/>
                <a:cs typeface="Courier New"/>
                <a:sym typeface="Courier New"/>
              </a:rPr>
              <a:t> </a:t>
            </a:r>
            <a:r>
              <a:rPr lang="en-US" sz="2400" b="0" i="0" dirty="0" err="1">
                <a:solidFill>
                  <a:srgbClr val="040C28"/>
                </a:solidFill>
                <a:latin typeface="Nunito" pitchFamily="2" charset="0"/>
                <a:ea typeface="Courier New"/>
                <a:cs typeface="Courier New"/>
                <a:sym typeface="Courier New"/>
              </a:rPr>
              <a:t>jiā</a:t>
            </a:r>
            <a:r>
              <a:rPr lang="en-US" sz="2400" b="0" i="0" dirty="0">
                <a:solidFill>
                  <a:srgbClr val="040C28"/>
                </a:solidFill>
                <a:latin typeface="Nunito" pitchFamily="2" charset="0"/>
                <a:ea typeface="Courier New"/>
                <a:cs typeface="Courier New"/>
                <a:sym typeface="Courier New"/>
              </a:rPr>
              <a:t>,</a:t>
            </a:r>
            <a:r>
              <a:rPr lang="en-US" sz="2400" dirty="0">
                <a:solidFill>
                  <a:schemeClr val="dk1"/>
                </a:solidFill>
                <a:latin typeface="Nunito" pitchFamily="2" charset="0"/>
                <a:ea typeface="Courier New"/>
                <a:cs typeface="Courier New"/>
                <a:sym typeface="Courier New"/>
              </a:rPr>
              <a:t> artist</a:t>
            </a:r>
            <a:endParaRPr sz="2400" dirty="0">
              <a:solidFill>
                <a:schemeClr val="dk1"/>
              </a:solidFill>
              <a:latin typeface="Nunito" pitchFamily="2" charset="0"/>
              <a:ea typeface="Courier New"/>
              <a:cs typeface="Courier New"/>
              <a:sym typeface="Courier New"/>
            </a:endParaRPr>
          </a:p>
          <a:p>
            <a:pPr marL="0" marR="0" lvl="0" indent="0" algn="l" rtl="0">
              <a:spcBef>
                <a:spcPts val="0"/>
              </a:spcBef>
              <a:spcAft>
                <a:spcPts val="0"/>
              </a:spcAft>
              <a:buNone/>
            </a:pPr>
            <a:endParaRPr sz="1800" dirty="0">
              <a:solidFill>
                <a:schemeClr val="dk1"/>
              </a:solidFill>
              <a:latin typeface="Nunito" pitchFamily="2" charset="0"/>
              <a:ea typeface="Calibri"/>
              <a:cs typeface="Calibri"/>
              <a:sym typeface="Calibri"/>
            </a:endParaRPr>
          </a:p>
        </p:txBody>
      </p:sp>
      <p:sp>
        <p:nvSpPr>
          <p:cNvPr id="8" name="Google Shape;273;p18">
            <a:extLst>
              <a:ext uri="{FF2B5EF4-FFF2-40B4-BE49-F238E27FC236}">
                <a16:creationId xmlns:a16="http://schemas.microsoft.com/office/drawing/2014/main" id="{6A6D17B5-44E4-1C90-7033-D9B644EA48A5}"/>
              </a:ext>
            </a:extLst>
          </p:cNvPr>
          <p:cNvSpPr txBox="1"/>
          <p:nvPr/>
        </p:nvSpPr>
        <p:spPr>
          <a:xfrm>
            <a:off x="2081303" y="5205538"/>
            <a:ext cx="2457456" cy="49764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28600" marR="0" lvl="0" indent="-228600" algn="l" rtl="0">
              <a:lnSpc>
                <a:spcPct val="90000"/>
              </a:lnSpc>
              <a:spcBef>
                <a:spcPts val="0"/>
              </a:spcBef>
              <a:spcAft>
                <a:spcPts val="0"/>
              </a:spcAft>
              <a:buClr>
                <a:schemeClr val="dk1"/>
              </a:buClr>
              <a:buSzPts val="2600"/>
              <a:buFont typeface="Noto Sans Symbols"/>
              <a:buChar char="⮚"/>
            </a:pPr>
            <a:r>
              <a:rPr lang="en-US" altLang="zh-CN" sz="2400" dirty="0">
                <a:solidFill>
                  <a:schemeClr val="dk1"/>
                </a:solidFill>
                <a:latin typeface="Nunito" pitchFamily="2" charset="0"/>
                <a:ea typeface="Calibri"/>
                <a:cs typeface="Calibri"/>
                <a:sym typeface="Calibri"/>
              </a:rPr>
              <a:t>Compound</a:t>
            </a:r>
            <a:endParaRPr sz="2000" dirty="0">
              <a:latin typeface="Nunito" pitchFamily="2" charset="0"/>
            </a:endParaRPr>
          </a:p>
        </p:txBody>
      </p:sp>
    </p:spTree>
    <p:extLst>
      <p:ext uri="{BB962C8B-B14F-4D97-AF65-F5344CB8AC3E}">
        <p14:creationId xmlns:p14="http://schemas.microsoft.com/office/powerpoint/2010/main" val="137351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CA9D-F34D-EFFE-C6FA-2A3327D0BF41}"/>
              </a:ext>
            </a:extLst>
          </p:cNvPr>
          <p:cNvSpPr>
            <a:spLocks noGrp="1"/>
          </p:cNvSpPr>
          <p:nvPr>
            <p:ph type="title"/>
          </p:nvPr>
        </p:nvSpPr>
        <p:spPr/>
        <p:txBody>
          <a:bodyPr/>
          <a:lstStyle/>
          <a:p>
            <a:r>
              <a:rPr lang="en-CA" dirty="0"/>
              <a:t>Morphological Decomposition </a:t>
            </a:r>
          </a:p>
        </p:txBody>
      </p:sp>
      <p:sp>
        <p:nvSpPr>
          <p:cNvPr id="3" name="Content Placeholder 2">
            <a:extLst>
              <a:ext uri="{FF2B5EF4-FFF2-40B4-BE49-F238E27FC236}">
                <a16:creationId xmlns:a16="http://schemas.microsoft.com/office/drawing/2014/main" id="{B9C3B691-0CDB-9062-6563-8EE42A06ED6C}"/>
              </a:ext>
            </a:extLst>
          </p:cNvPr>
          <p:cNvSpPr>
            <a:spLocks noGrp="1"/>
          </p:cNvSpPr>
          <p:nvPr>
            <p:ph idx="1"/>
          </p:nvPr>
        </p:nvSpPr>
        <p:spPr/>
        <p:txBody>
          <a:bodyPr/>
          <a:lstStyle/>
          <a:p>
            <a:pPr marL="0" lvl="0" indent="0">
              <a:lnSpc>
                <a:spcPct val="90000"/>
              </a:lnSpc>
              <a:spcBef>
                <a:spcPts val="0"/>
              </a:spcBef>
              <a:spcAft>
                <a:spcPts val="0"/>
              </a:spcAft>
              <a:buClr>
                <a:schemeClr val="dk1"/>
              </a:buClr>
              <a:buSzPts val="2800"/>
              <a:buNone/>
            </a:pPr>
            <a:r>
              <a:rPr lang="en-US" altLang="zh-CN" dirty="0"/>
              <a:t>U</a:t>
            </a:r>
            <a:r>
              <a:rPr lang="en-US" dirty="0"/>
              <a:t>sually, morphological decomposition is simply splitting a word into its morphemes:</a:t>
            </a:r>
          </a:p>
          <a:p>
            <a:pPr marL="457200" lvl="1" indent="0">
              <a:lnSpc>
                <a:spcPct val="90000"/>
              </a:lnSpc>
              <a:spcAft>
                <a:spcPts val="0"/>
              </a:spcAft>
              <a:buClr>
                <a:schemeClr val="dk1"/>
              </a:buClr>
              <a:buSzPts val="2400"/>
              <a:buNone/>
            </a:pPr>
            <a:r>
              <a:rPr lang="en-US" sz="2400" i="1" dirty="0">
                <a:ea typeface="Courier New"/>
                <a:cs typeface="Courier New"/>
                <a:sym typeface="Courier New"/>
              </a:rPr>
              <a:t>walked = walk + ed</a:t>
            </a:r>
          </a:p>
          <a:p>
            <a:pPr marL="457200" lvl="1" indent="0">
              <a:lnSpc>
                <a:spcPct val="90000"/>
              </a:lnSpc>
              <a:spcAft>
                <a:spcPts val="0"/>
              </a:spcAft>
              <a:buClr>
                <a:schemeClr val="dk1"/>
              </a:buClr>
              <a:buSzPts val="2400"/>
              <a:buNone/>
            </a:pPr>
            <a:r>
              <a:rPr lang="en-US" sz="2400" i="1" dirty="0">
                <a:ea typeface="Courier New"/>
                <a:cs typeface="Courier New"/>
                <a:sym typeface="Courier New"/>
              </a:rPr>
              <a:t>greatness = great + ness</a:t>
            </a:r>
            <a:endParaRPr lang="en-US" sz="2400" i="1" dirty="0"/>
          </a:p>
          <a:p>
            <a:pPr lvl="0" indent="-127000">
              <a:lnSpc>
                <a:spcPct val="90000"/>
              </a:lnSpc>
              <a:spcAft>
                <a:spcPts val="0"/>
              </a:spcAft>
              <a:buClr>
                <a:schemeClr val="dk1"/>
              </a:buClr>
              <a:buSzPts val="1600"/>
              <a:buNone/>
            </a:pPr>
            <a:endParaRPr lang="en-US" sz="1600" dirty="0"/>
          </a:p>
          <a:p>
            <a:pPr marL="0" lvl="0" indent="0">
              <a:lnSpc>
                <a:spcPct val="90000"/>
              </a:lnSpc>
              <a:spcAft>
                <a:spcPts val="0"/>
              </a:spcAft>
              <a:buClr>
                <a:schemeClr val="dk1"/>
              </a:buClr>
              <a:buSzPts val="2800"/>
              <a:buNone/>
            </a:pPr>
            <a:r>
              <a:rPr lang="en-US" dirty="0"/>
              <a:t>But it can actually be a hierarchical structure:</a:t>
            </a:r>
          </a:p>
          <a:p>
            <a:pPr marL="457200" lvl="1" indent="0">
              <a:lnSpc>
                <a:spcPct val="90000"/>
              </a:lnSpc>
              <a:spcAft>
                <a:spcPts val="0"/>
              </a:spcAft>
              <a:buClr>
                <a:schemeClr val="dk1"/>
              </a:buClr>
              <a:buSzPts val="2400"/>
              <a:buNone/>
            </a:pPr>
            <a:r>
              <a:rPr lang="en-US" sz="2400" i="1" dirty="0">
                <a:ea typeface="Courier New"/>
                <a:cs typeface="Courier New"/>
                <a:sym typeface="Courier New"/>
              </a:rPr>
              <a:t>unbreakable = un + (break + able)</a:t>
            </a:r>
          </a:p>
          <a:p>
            <a:pPr marL="457200" lvl="1" indent="0">
              <a:lnSpc>
                <a:spcPct val="90000"/>
              </a:lnSpc>
              <a:spcAft>
                <a:spcPts val="0"/>
              </a:spcAft>
              <a:buClr>
                <a:schemeClr val="dk1"/>
              </a:buClr>
              <a:buSzPts val="2400"/>
              <a:buNone/>
            </a:pPr>
            <a:r>
              <a:rPr lang="en-US" sz="2400" i="1" dirty="0">
                <a:cs typeface="Courier New"/>
                <a:sym typeface="Courier New"/>
              </a:rPr>
              <a:t>internationalization = (((inter + nation) + al) + </a:t>
            </a:r>
            <a:r>
              <a:rPr lang="en-US" sz="2400" i="1" dirty="0" err="1">
                <a:cs typeface="Courier New"/>
                <a:sym typeface="Courier New"/>
              </a:rPr>
              <a:t>iz</a:t>
            </a:r>
            <a:r>
              <a:rPr lang="en-US" sz="2400" i="1" dirty="0">
                <a:cs typeface="Courier New"/>
                <a:sym typeface="Courier New"/>
              </a:rPr>
              <a:t>[e]) + </a:t>
            </a:r>
            <a:r>
              <a:rPr lang="en-US" sz="2400" i="1" dirty="0" err="1">
                <a:cs typeface="Courier New"/>
                <a:sym typeface="Courier New"/>
              </a:rPr>
              <a:t>tion</a:t>
            </a:r>
            <a:endParaRPr lang="en-US" sz="2400" i="1" dirty="0"/>
          </a:p>
          <a:p>
            <a:pPr marL="0" indent="0">
              <a:buNone/>
            </a:pPr>
            <a:endParaRPr lang="en-CA" dirty="0"/>
          </a:p>
          <a:p>
            <a:pPr marL="0" indent="0">
              <a:buNone/>
            </a:pPr>
            <a:r>
              <a:rPr lang="en-CA" dirty="0"/>
              <a:t>There is ambiguity in hierarchical decomposition!</a:t>
            </a:r>
          </a:p>
          <a:p>
            <a:pPr marL="0" indent="0" algn="ctr">
              <a:buNone/>
            </a:pPr>
            <a:r>
              <a:rPr lang="en-CA" i="1" dirty="0"/>
              <a:t>The door is unlockable.</a:t>
            </a:r>
          </a:p>
        </p:txBody>
      </p:sp>
      <p:sp>
        <p:nvSpPr>
          <p:cNvPr id="4" name="Slide Number Placeholder 3">
            <a:extLst>
              <a:ext uri="{FF2B5EF4-FFF2-40B4-BE49-F238E27FC236}">
                <a16:creationId xmlns:a16="http://schemas.microsoft.com/office/drawing/2014/main" id="{BAD373D8-68AB-D4B6-4424-F2DD499803D8}"/>
              </a:ext>
            </a:extLst>
          </p:cNvPr>
          <p:cNvSpPr>
            <a:spLocks noGrp="1"/>
          </p:cNvSpPr>
          <p:nvPr>
            <p:ph type="sldNum" sz="quarter" idx="12"/>
          </p:nvPr>
        </p:nvSpPr>
        <p:spPr/>
        <p:txBody>
          <a:bodyPr/>
          <a:lstStyle/>
          <a:p>
            <a:fld id="{A36FF760-4833-4FC2-9C74-46CD274694B2}" type="slidenum">
              <a:rPr lang="en-CA" smtClean="0"/>
              <a:pPr/>
              <a:t>13</a:t>
            </a:fld>
            <a:endParaRPr lang="en-CA"/>
          </a:p>
        </p:txBody>
      </p:sp>
    </p:spTree>
    <p:extLst>
      <p:ext uri="{BB962C8B-B14F-4D97-AF65-F5344CB8AC3E}">
        <p14:creationId xmlns:p14="http://schemas.microsoft.com/office/powerpoint/2010/main" val="302606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C6DB1-7FC3-CFA2-BCEA-B963F18FE936}"/>
              </a:ext>
            </a:extLst>
          </p:cNvPr>
          <p:cNvSpPr>
            <a:spLocks noGrp="1"/>
          </p:cNvSpPr>
          <p:nvPr>
            <p:ph type="title"/>
          </p:nvPr>
        </p:nvSpPr>
        <p:spPr/>
        <p:txBody>
          <a:bodyPr/>
          <a:lstStyle/>
          <a:p>
            <a:r>
              <a:rPr lang="en-CA" dirty="0"/>
              <a:t>Morphology in NLP</a:t>
            </a:r>
          </a:p>
        </p:txBody>
      </p:sp>
      <p:sp>
        <p:nvSpPr>
          <p:cNvPr id="3" name="Content Placeholder 2">
            <a:extLst>
              <a:ext uri="{FF2B5EF4-FFF2-40B4-BE49-F238E27FC236}">
                <a16:creationId xmlns:a16="http://schemas.microsoft.com/office/drawing/2014/main" id="{CFFE5362-1215-F165-DD2E-B37071B11091}"/>
              </a:ext>
            </a:extLst>
          </p:cNvPr>
          <p:cNvSpPr>
            <a:spLocks noGrp="1"/>
          </p:cNvSpPr>
          <p:nvPr>
            <p:ph idx="1"/>
          </p:nvPr>
        </p:nvSpPr>
        <p:spPr/>
        <p:txBody>
          <a:bodyPr/>
          <a:lstStyle/>
          <a:p>
            <a:pPr marL="0" indent="0">
              <a:buNone/>
            </a:pPr>
            <a:r>
              <a:rPr lang="en-CA" dirty="0"/>
              <a:t>Individual tasks that address morphology: </a:t>
            </a:r>
          </a:p>
          <a:p>
            <a:r>
              <a:rPr lang="en-CA" dirty="0">
                <a:solidFill>
                  <a:srgbClr val="0070C0"/>
                </a:solidFill>
              </a:rPr>
              <a:t>Lemmatization</a:t>
            </a:r>
            <a:r>
              <a:rPr lang="en-CA" dirty="0"/>
              <a:t>: putting words/tokens in a standard format. </a:t>
            </a:r>
          </a:p>
          <a:p>
            <a:pPr lvl="1"/>
            <a:r>
              <a:rPr lang="en-CA" dirty="0">
                <a:solidFill>
                  <a:srgbClr val="0070C0"/>
                </a:solidFill>
              </a:rPr>
              <a:t>Lemma</a:t>
            </a:r>
            <a:r>
              <a:rPr lang="en-CA" dirty="0"/>
              <a:t>: canonical/dictionary form of a word. </a:t>
            </a:r>
          </a:p>
          <a:p>
            <a:pPr lvl="1"/>
            <a:r>
              <a:rPr lang="en-CA" dirty="0">
                <a:solidFill>
                  <a:srgbClr val="0070C0"/>
                </a:solidFill>
              </a:rPr>
              <a:t>Wordform</a:t>
            </a:r>
            <a:r>
              <a:rPr lang="en-CA" dirty="0"/>
              <a:t>: fully inflected or derived form of a word as it appears in text. </a:t>
            </a:r>
          </a:p>
        </p:txBody>
      </p:sp>
      <p:sp>
        <p:nvSpPr>
          <p:cNvPr id="4" name="Slide Number Placeholder 3">
            <a:extLst>
              <a:ext uri="{FF2B5EF4-FFF2-40B4-BE49-F238E27FC236}">
                <a16:creationId xmlns:a16="http://schemas.microsoft.com/office/drawing/2014/main" id="{808DFF80-FA05-BE74-FA0A-382B25FEC053}"/>
              </a:ext>
            </a:extLst>
          </p:cNvPr>
          <p:cNvSpPr>
            <a:spLocks noGrp="1"/>
          </p:cNvSpPr>
          <p:nvPr>
            <p:ph type="sldNum" sz="quarter" idx="12"/>
          </p:nvPr>
        </p:nvSpPr>
        <p:spPr/>
        <p:txBody>
          <a:bodyPr/>
          <a:lstStyle/>
          <a:p>
            <a:fld id="{A36FF760-4833-4FC2-9C74-46CD274694B2}" type="slidenum">
              <a:rPr lang="en-CA" smtClean="0"/>
              <a:pPr/>
              <a:t>14</a:t>
            </a:fld>
            <a:endParaRPr lang="en-CA"/>
          </a:p>
        </p:txBody>
      </p:sp>
      <p:graphicFrame>
        <p:nvGraphicFramePr>
          <p:cNvPr id="6" name="Google Shape;312;p22">
            <a:extLst>
              <a:ext uri="{FF2B5EF4-FFF2-40B4-BE49-F238E27FC236}">
                <a16:creationId xmlns:a16="http://schemas.microsoft.com/office/drawing/2014/main" id="{21F29B20-7B94-B018-89A7-44E27B907076}"/>
              </a:ext>
            </a:extLst>
          </p:cNvPr>
          <p:cNvGraphicFramePr/>
          <p:nvPr>
            <p:extLst>
              <p:ext uri="{D42A27DB-BD31-4B8C-83A1-F6EECF244321}">
                <p14:modId xmlns:p14="http://schemas.microsoft.com/office/powerpoint/2010/main" val="2550024342"/>
              </p:ext>
            </p:extLst>
          </p:nvPr>
        </p:nvGraphicFramePr>
        <p:xfrm>
          <a:off x="3962400" y="3679590"/>
          <a:ext cx="4267200" cy="2066464"/>
        </p:xfrm>
        <a:graphic>
          <a:graphicData uri="http://schemas.openxmlformats.org/drawingml/2006/table">
            <a:tbl>
              <a:tblPr firstRow="1" bandRow="1">
                <a:noFil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487800">
                <a:tc>
                  <a:txBody>
                    <a:bodyPr/>
                    <a:lstStyle/>
                    <a:p>
                      <a:pPr marL="0" marR="0" lvl="0" indent="0" algn="ctr" rtl="0">
                        <a:lnSpc>
                          <a:spcPct val="90000"/>
                        </a:lnSpc>
                        <a:spcBef>
                          <a:spcPts val="0"/>
                        </a:spcBef>
                        <a:spcAft>
                          <a:spcPts val="0"/>
                        </a:spcAft>
                        <a:buNone/>
                      </a:pPr>
                      <a:r>
                        <a:rPr lang="en-US" sz="2800" b="1" u="none" strike="noStrike" cap="none" dirty="0">
                          <a:latin typeface="Nunito" pitchFamily="2" charset="0"/>
                        </a:rPr>
                        <a:t>wordform</a:t>
                      </a:r>
                      <a:endParaRPr sz="2800" b="1" u="none" strike="noStrike" cap="none" dirty="0">
                        <a:latin typeface="Nunito" pitchFamily="2" charset="0"/>
                      </a:endParaRPr>
                    </a:p>
                  </a:txBody>
                  <a:tcPr marL="91450" marR="91450" marT="60950" marB="60950"/>
                </a:tc>
                <a:tc>
                  <a:txBody>
                    <a:bodyPr/>
                    <a:lstStyle/>
                    <a:p>
                      <a:pPr marL="0" marR="0" lvl="0" indent="0" algn="ctr" rtl="0">
                        <a:lnSpc>
                          <a:spcPct val="90000"/>
                        </a:lnSpc>
                        <a:spcBef>
                          <a:spcPts val="0"/>
                        </a:spcBef>
                        <a:spcAft>
                          <a:spcPts val="0"/>
                        </a:spcAft>
                        <a:buNone/>
                      </a:pPr>
                      <a:r>
                        <a:rPr lang="en-US" sz="2800" b="1" u="none" strike="noStrike" cap="none" dirty="0">
                          <a:latin typeface="Nunito" pitchFamily="2" charset="0"/>
                        </a:rPr>
                        <a:t>lemma</a:t>
                      </a:r>
                      <a:endParaRPr b="1" dirty="0">
                        <a:latin typeface="Nunito" pitchFamily="2" charset="0"/>
                      </a:endParaRPr>
                    </a:p>
                  </a:txBody>
                  <a:tcPr marL="91450" marR="91450" marT="60950" marB="60950"/>
                </a:tc>
                <a:extLst>
                  <a:ext uri="{0D108BD9-81ED-4DB2-BD59-A6C34878D82A}">
                    <a16:rowId xmlns:a16="http://schemas.microsoft.com/office/drawing/2014/main" val="10000"/>
                  </a:ext>
                </a:extLst>
              </a:tr>
              <a:tr h="487800">
                <a:tc>
                  <a:txBody>
                    <a:bodyPr/>
                    <a:lstStyle/>
                    <a:p>
                      <a:pPr marL="0" marR="0" lvl="0" indent="0" algn="ctr" rtl="0">
                        <a:lnSpc>
                          <a:spcPct val="90000"/>
                        </a:lnSpc>
                        <a:spcBef>
                          <a:spcPts val="0"/>
                        </a:spcBef>
                        <a:spcAft>
                          <a:spcPts val="0"/>
                        </a:spcAft>
                        <a:buNone/>
                      </a:pPr>
                      <a:r>
                        <a:rPr lang="en-US" sz="2800" u="none" strike="noStrike" cap="none">
                          <a:latin typeface="Nunito" pitchFamily="2" charset="0"/>
                        </a:rPr>
                        <a:t>run</a:t>
                      </a:r>
                      <a:endParaRPr>
                        <a:latin typeface="Nunito" pitchFamily="2" charset="0"/>
                      </a:endParaRPr>
                    </a:p>
                  </a:txBody>
                  <a:tcPr marL="91450" marR="91450" marT="60950" marB="60950"/>
                </a:tc>
                <a:tc>
                  <a:txBody>
                    <a:bodyPr/>
                    <a:lstStyle/>
                    <a:p>
                      <a:pPr marL="0" marR="0" lvl="0" indent="0" algn="ctr" rtl="0">
                        <a:lnSpc>
                          <a:spcPct val="90000"/>
                        </a:lnSpc>
                        <a:spcBef>
                          <a:spcPts val="0"/>
                        </a:spcBef>
                        <a:spcAft>
                          <a:spcPts val="0"/>
                        </a:spcAft>
                        <a:buNone/>
                      </a:pPr>
                      <a:r>
                        <a:rPr lang="en-US" sz="2800" u="none" strike="noStrike" cap="none">
                          <a:latin typeface="Nunito" pitchFamily="2" charset="0"/>
                        </a:rPr>
                        <a:t>run</a:t>
                      </a:r>
                      <a:endParaRPr>
                        <a:latin typeface="Nunito" pitchFamily="2" charset="0"/>
                      </a:endParaRPr>
                    </a:p>
                  </a:txBody>
                  <a:tcPr marL="91450" marR="91450" marT="60950" marB="60950"/>
                </a:tc>
                <a:extLst>
                  <a:ext uri="{0D108BD9-81ED-4DB2-BD59-A6C34878D82A}">
                    <a16:rowId xmlns:a16="http://schemas.microsoft.com/office/drawing/2014/main" val="10001"/>
                  </a:ext>
                </a:extLst>
              </a:tr>
              <a:tr h="487800">
                <a:tc>
                  <a:txBody>
                    <a:bodyPr/>
                    <a:lstStyle/>
                    <a:p>
                      <a:pPr marL="0" marR="0" lvl="0" indent="0" algn="ctr" rtl="0">
                        <a:lnSpc>
                          <a:spcPct val="90000"/>
                        </a:lnSpc>
                        <a:spcBef>
                          <a:spcPts val="0"/>
                        </a:spcBef>
                        <a:spcAft>
                          <a:spcPts val="0"/>
                        </a:spcAft>
                        <a:buNone/>
                      </a:pPr>
                      <a:r>
                        <a:rPr lang="en-US" sz="2800" u="none" strike="noStrike" cap="none">
                          <a:latin typeface="Nunito" pitchFamily="2" charset="0"/>
                        </a:rPr>
                        <a:t>ran</a:t>
                      </a:r>
                      <a:endParaRPr>
                        <a:latin typeface="Nunito" pitchFamily="2" charset="0"/>
                      </a:endParaRPr>
                    </a:p>
                  </a:txBody>
                  <a:tcPr marL="91450" marR="91450" marT="60950" marB="60950"/>
                </a:tc>
                <a:tc>
                  <a:txBody>
                    <a:bodyPr/>
                    <a:lstStyle/>
                    <a:p>
                      <a:pPr marL="0" marR="0" lvl="0" indent="0" algn="ctr" rtl="0">
                        <a:lnSpc>
                          <a:spcPct val="90000"/>
                        </a:lnSpc>
                        <a:spcBef>
                          <a:spcPts val="0"/>
                        </a:spcBef>
                        <a:spcAft>
                          <a:spcPts val="0"/>
                        </a:spcAft>
                        <a:buNone/>
                      </a:pPr>
                      <a:r>
                        <a:rPr lang="en-US" sz="2800" u="none" strike="noStrike" cap="none">
                          <a:latin typeface="Nunito" pitchFamily="2" charset="0"/>
                        </a:rPr>
                        <a:t>run</a:t>
                      </a:r>
                      <a:endParaRPr>
                        <a:latin typeface="Nunito" pitchFamily="2" charset="0"/>
                      </a:endParaRPr>
                    </a:p>
                  </a:txBody>
                  <a:tcPr marL="91450" marR="91450" marT="60950" marB="60950"/>
                </a:tc>
                <a:extLst>
                  <a:ext uri="{0D108BD9-81ED-4DB2-BD59-A6C34878D82A}">
                    <a16:rowId xmlns:a16="http://schemas.microsoft.com/office/drawing/2014/main" val="10002"/>
                  </a:ext>
                </a:extLst>
              </a:tr>
              <a:tr h="487800">
                <a:tc>
                  <a:txBody>
                    <a:bodyPr/>
                    <a:lstStyle/>
                    <a:p>
                      <a:pPr marL="0" marR="0" lvl="0" indent="0" algn="ctr" rtl="0">
                        <a:lnSpc>
                          <a:spcPct val="90000"/>
                        </a:lnSpc>
                        <a:spcBef>
                          <a:spcPts val="0"/>
                        </a:spcBef>
                        <a:spcAft>
                          <a:spcPts val="0"/>
                        </a:spcAft>
                        <a:buNone/>
                      </a:pPr>
                      <a:r>
                        <a:rPr lang="en-US" sz="2800" u="none" strike="noStrike" cap="none">
                          <a:latin typeface="Nunito" pitchFamily="2" charset="0"/>
                        </a:rPr>
                        <a:t>running</a:t>
                      </a:r>
                      <a:endParaRPr>
                        <a:latin typeface="Nunito" pitchFamily="2" charset="0"/>
                      </a:endParaRPr>
                    </a:p>
                  </a:txBody>
                  <a:tcPr marL="91450" marR="91450" marT="60950" marB="60950"/>
                </a:tc>
                <a:tc>
                  <a:txBody>
                    <a:bodyPr/>
                    <a:lstStyle/>
                    <a:p>
                      <a:pPr marL="0" marR="0" lvl="0" indent="0" algn="ctr" rtl="0">
                        <a:lnSpc>
                          <a:spcPct val="90000"/>
                        </a:lnSpc>
                        <a:spcBef>
                          <a:spcPts val="0"/>
                        </a:spcBef>
                        <a:spcAft>
                          <a:spcPts val="0"/>
                        </a:spcAft>
                        <a:buNone/>
                      </a:pPr>
                      <a:r>
                        <a:rPr lang="en-US" sz="2800" u="none" strike="noStrike" cap="none" dirty="0">
                          <a:latin typeface="Nunito" pitchFamily="2" charset="0"/>
                        </a:rPr>
                        <a:t>run</a:t>
                      </a:r>
                      <a:endParaRPr dirty="0">
                        <a:latin typeface="Nunito" pitchFamily="2" charset="0"/>
                      </a:endParaRPr>
                    </a:p>
                  </a:txBody>
                  <a:tcPr marL="91450" marR="91450" marT="60950" marB="6095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5460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7EC15-1EE0-F2AC-38FE-60AE0B6F7733}"/>
              </a:ext>
            </a:extLst>
          </p:cNvPr>
          <p:cNvSpPr>
            <a:spLocks noGrp="1"/>
          </p:cNvSpPr>
          <p:nvPr>
            <p:ph type="title"/>
          </p:nvPr>
        </p:nvSpPr>
        <p:spPr/>
        <p:txBody>
          <a:bodyPr/>
          <a:lstStyle/>
          <a:p>
            <a:r>
              <a:rPr lang="en-CA" dirty="0"/>
              <a:t>Morphology in NLP</a:t>
            </a:r>
          </a:p>
        </p:txBody>
      </p:sp>
      <p:sp>
        <p:nvSpPr>
          <p:cNvPr id="3" name="Content Placeholder 2">
            <a:extLst>
              <a:ext uri="{FF2B5EF4-FFF2-40B4-BE49-F238E27FC236}">
                <a16:creationId xmlns:a16="http://schemas.microsoft.com/office/drawing/2014/main" id="{6256C210-16B6-F944-8F0C-E917267D8986}"/>
              </a:ext>
            </a:extLst>
          </p:cNvPr>
          <p:cNvSpPr>
            <a:spLocks noGrp="1"/>
          </p:cNvSpPr>
          <p:nvPr>
            <p:ph idx="1"/>
          </p:nvPr>
        </p:nvSpPr>
        <p:spPr/>
        <p:txBody>
          <a:bodyPr/>
          <a:lstStyle/>
          <a:p>
            <a:pPr marL="0" indent="0">
              <a:buNone/>
            </a:pPr>
            <a:r>
              <a:rPr lang="en-CA" dirty="0"/>
              <a:t>Individual tasks that address morphology: </a:t>
            </a:r>
          </a:p>
          <a:p>
            <a:r>
              <a:rPr lang="en-CA" dirty="0"/>
              <a:t>Stemming: reducing words to their stems (approximately) by removing affixes.</a:t>
            </a:r>
            <a:br>
              <a:rPr lang="en-CA" dirty="0"/>
            </a:br>
            <a:r>
              <a:rPr lang="en-CA" dirty="0"/>
              <a:t>More conventional engineering-oriented approach used in applications such as retrieval.</a:t>
            </a:r>
          </a:p>
        </p:txBody>
      </p:sp>
      <p:sp>
        <p:nvSpPr>
          <p:cNvPr id="4" name="Slide Number Placeholder 3">
            <a:extLst>
              <a:ext uri="{FF2B5EF4-FFF2-40B4-BE49-F238E27FC236}">
                <a16:creationId xmlns:a16="http://schemas.microsoft.com/office/drawing/2014/main" id="{18BE8D00-522E-6C6A-CB48-53736D82F53C}"/>
              </a:ext>
            </a:extLst>
          </p:cNvPr>
          <p:cNvSpPr>
            <a:spLocks noGrp="1"/>
          </p:cNvSpPr>
          <p:nvPr>
            <p:ph type="sldNum" sz="quarter" idx="12"/>
          </p:nvPr>
        </p:nvSpPr>
        <p:spPr/>
        <p:txBody>
          <a:bodyPr/>
          <a:lstStyle/>
          <a:p>
            <a:fld id="{A36FF760-4833-4FC2-9C74-46CD274694B2}" type="slidenum">
              <a:rPr lang="en-CA" smtClean="0"/>
              <a:pPr/>
              <a:t>15</a:t>
            </a:fld>
            <a:endParaRPr lang="en-CA"/>
          </a:p>
        </p:txBody>
      </p:sp>
      <p:sp>
        <p:nvSpPr>
          <p:cNvPr id="6" name="TextBox 5">
            <a:extLst>
              <a:ext uri="{FF2B5EF4-FFF2-40B4-BE49-F238E27FC236}">
                <a16:creationId xmlns:a16="http://schemas.microsoft.com/office/drawing/2014/main" id="{6FA68DCA-C2F6-F5FB-E7AB-4BE0A94BA488}"/>
              </a:ext>
            </a:extLst>
          </p:cNvPr>
          <p:cNvSpPr txBox="1"/>
          <p:nvPr/>
        </p:nvSpPr>
        <p:spPr>
          <a:xfrm>
            <a:off x="1785257" y="3370908"/>
            <a:ext cx="8621486" cy="2352439"/>
          </a:xfrm>
          <a:prstGeom prst="rect">
            <a:avLst/>
          </a:prstGeom>
          <a:noFill/>
        </p:spPr>
        <p:txBody>
          <a:bodyPr wrap="square">
            <a:spAutoFit/>
          </a:bodyPr>
          <a:lstStyle/>
          <a:p>
            <a:pPr marL="0" lvl="0" indent="0" algn="l" rtl="0">
              <a:lnSpc>
                <a:spcPct val="90000"/>
              </a:lnSpc>
              <a:spcBef>
                <a:spcPts val="1000"/>
              </a:spcBef>
              <a:spcAft>
                <a:spcPts val="0"/>
              </a:spcAft>
              <a:buClr>
                <a:schemeClr val="dk1"/>
              </a:buClr>
              <a:buSzPts val="2100"/>
              <a:buNone/>
            </a:pPr>
            <a:r>
              <a:rPr lang="en-US" sz="2400" dirty="0">
                <a:latin typeface="Nunito" pitchFamily="2" charset="0"/>
                <a:ea typeface="Courier New"/>
                <a:cs typeface="Courier New"/>
                <a:sym typeface="Courier New"/>
              </a:rPr>
              <a:t>Caillou is an average, imaginative four-year-old boy with a love for forms of transportive machinery such as rocket ships and airplanes. </a:t>
            </a:r>
            <a:endParaRPr lang="en-US" sz="2400" dirty="0">
              <a:latin typeface="Nunito" pitchFamily="2" charset="0"/>
              <a:sym typeface="Courier New"/>
            </a:endParaRPr>
          </a:p>
          <a:p>
            <a:pPr marL="0" lvl="0" indent="0" algn="ctr" rtl="0">
              <a:lnSpc>
                <a:spcPct val="90000"/>
              </a:lnSpc>
              <a:spcBef>
                <a:spcPts val="1000"/>
              </a:spcBef>
              <a:spcAft>
                <a:spcPts val="0"/>
              </a:spcAft>
              <a:buClr>
                <a:schemeClr val="dk1"/>
              </a:buClr>
              <a:buSzPts val="2100"/>
              <a:buNone/>
            </a:pPr>
            <a:r>
              <a:rPr lang="en-US" sz="2400" dirty="0">
                <a:latin typeface="Nunito" pitchFamily="2" charset="0"/>
                <a:ea typeface="Courier New"/>
                <a:cs typeface="Courier New"/>
                <a:sym typeface="Courier New"/>
              </a:rPr>
              <a:t>↓</a:t>
            </a:r>
          </a:p>
          <a:p>
            <a:pPr marL="0" lvl="0" indent="0" algn="l" rtl="0">
              <a:lnSpc>
                <a:spcPct val="90000"/>
              </a:lnSpc>
              <a:spcBef>
                <a:spcPts val="1000"/>
              </a:spcBef>
              <a:spcAft>
                <a:spcPts val="0"/>
              </a:spcAft>
              <a:buClr>
                <a:schemeClr val="dk1"/>
              </a:buClr>
              <a:buSzPts val="2100"/>
              <a:buNone/>
            </a:pPr>
            <a:r>
              <a:rPr lang="en-US" sz="2400" dirty="0">
                <a:latin typeface="Nunito" pitchFamily="2" charset="0"/>
                <a:ea typeface="Courier New"/>
                <a:cs typeface="Courier New"/>
                <a:sym typeface="Courier New"/>
              </a:rPr>
              <a:t>Caillou is an </a:t>
            </a:r>
            <a:r>
              <a:rPr lang="en-US" sz="2400" b="1" dirty="0" err="1">
                <a:solidFill>
                  <a:srgbClr val="005CB3"/>
                </a:solidFill>
                <a:latin typeface="Nunito" pitchFamily="2" charset="0"/>
                <a:ea typeface="Courier New"/>
                <a:cs typeface="Courier New"/>
                <a:sym typeface="Courier New"/>
              </a:rPr>
              <a:t>averag</a:t>
            </a:r>
            <a:r>
              <a:rPr lang="en-US" sz="2400" b="1" dirty="0">
                <a:latin typeface="Nunito" pitchFamily="2" charset="0"/>
                <a:ea typeface="Courier New"/>
                <a:cs typeface="Courier New"/>
                <a:sym typeface="Courier New"/>
              </a:rPr>
              <a:t> </a:t>
            </a:r>
            <a:r>
              <a:rPr lang="en-US" sz="2400" b="1" dirty="0" err="1">
                <a:solidFill>
                  <a:srgbClr val="005CB3"/>
                </a:solidFill>
                <a:latin typeface="Nunito" pitchFamily="2" charset="0"/>
                <a:ea typeface="Courier New"/>
                <a:cs typeface="Courier New"/>
                <a:sym typeface="Courier New"/>
              </a:rPr>
              <a:t>imagin</a:t>
            </a:r>
            <a:r>
              <a:rPr lang="en-US" sz="2400" dirty="0">
                <a:latin typeface="Nunito" pitchFamily="2" charset="0"/>
                <a:ea typeface="Courier New"/>
                <a:cs typeface="Courier New"/>
                <a:sym typeface="Courier New"/>
              </a:rPr>
              <a:t> four year old</a:t>
            </a:r>
            <a:r>
              <a:rPr lang="en-US" sz="2400" dirty="0">
                <a:solidFill>
                  <a:srgbClr val="005CB3"/>
                </a:solidFill>
                <a:latin typeface="Nunito" pitchFamily="2" charset="0"/>
                <a:ea typeface="Courier New"/>
                <a:cs typeface="Courier New"/>
                <a:sym typeface="Courier New"/>
              </a:rPr>
              <a:t> </a:t>
            </a:r>
            <a:r>
              <a:rPr lang="en-US" sz="2400" b="1" dirty="0" err="1">
                <a:solidFill>
                  <a:srgbClr val="005CB3"/>
                </a:solidFill>
                <a:latin typeface="Nunito" pitchFamily="2" charset="0"/>
                <a:ea typeface="Courier New"/>
                <a:cs typeface="Courier New"/>
                <a:sym typeface="Courier New"/>
              </a:rPr>
              <a:t>boi</a:t>
            </a:r>
            <a:r>
              <a:rPr lang="en-US" sz="2400" dirty="0">
                <a:latin typeface="Nunito" pitchFamily="2" charset="0"/>
                <a:ea typeface="Courier New"/>
                <a:cs typeface="Courier New"/>
                <a:sym typeface="Courier New"/>
              </a:rPr>
              <a:t> with a love for    </a:t>
            </a:r>
            <a:r>
              <a:rPr lang="en-US" sz="2400" b="1" dirty="0">
                <a:solidFill>
                  <a:srgbClr val="005CB3"/>
                </a:solidFill>
                <a:latin typeface="Nunito" pitchFamily="2" charset="0"/>
                <a:ea typeface="Courier New"/>
                <a:cs typeface="Courier New"/>
                <a:sym typeface="Courier New"/>
              </a:rPr>
              <a:t>form</a:t>
            </a:r>
            <a:r>
              <a:rPr lang="en-US" sz="2400" dirty="0">
                <a:latin typeface="Nunito" pitchFamily="2" charset="0"/>
                <a:ea typeface="Courier New"/>
                <a:cs typeface="Courier New"/>
                <a:sym typeface="Courier New"/>
              </a:rPr>
              <a:t> of </a:t>
            </a:r>
            <a:r>
              <a:rPr lang="en-US" sz="2400" b="1" dirty="0">
                <a:solidFill>
                  <a:srgbClr val="005CB3"/>
                </a:solidFill>
                <a:latin typeface="Nunito" pitchFamily="2" charset="0"/>
                <a:ea typeface="Courier New"/>
                <a:cs typeface="Courier New"/>
                <a:sym typeface="Courier New"/>
              </a:rPr>
              <a:t>transport </a:t>
            </a:r>
            <a:r>
              <a:rPr lang="en-US" sz="2400" b="1" dirty="0" err="1">
                <a:solidFill>
                  <a:srgbClr val="005CB3"/>
                </a:solidFill>
                <a:latin typeface="Nunito" pitchFamily="2" charset="0"/>
                <a:ea typeface="Courier New"/>
                <a:cs typeface="Courier New"/>
                <a:sym typeface="Courier New"/>
              </a:rPr>
              <a:t>machineri</a:t>
            </a:r>
            <a:r>
              <a:rPr lang="en-US" sz="2400" dirty="0">
                <a:solidFill>
                  <a:srgbClr val="005CB3"/>
                </a:solidFill>
                <a:latin typeface="Nunito" pitchFamily="2" charset="0"/>
                <a:ea typeface="Courier New"/>
                <a:cs typeface="Courier New"/>
                <a:sym typeface="Courier New"/>
              </a:rPr>
              <a:t> </a:t>
            </a:r>
            <a:r>
              <a:rPr lang="en-US" sz="2400" dirty="0">
                <a:latin typeface="Nunito" pitchFamily="2" charset="0"/>
                <a:ea typeface="Courier New"/>
                <a:cs typeface="Courier New"/>
                <a:sym typeface="Courier New"/>
              </a:rPr>
              <a:t>such as rocket </a:t>
            </a:r>
            <a:r>
              <a:rPr lang="en-US" sz="2400" b="1" dirty="0">
                <a:solidFill>
                  <a:srgbClr val="005CB3"/>
                </a:solidFill>
                <a:latin typeface="Nunito" pitchFamily="2" charset="0"/>
                <a:ea typeface="Courier New"/>
                <a:cs typeface="Courier New"/>
                <a:sym typeface="Courier New"/>
              </a:rPr>
              <a:t>ship</a:t>
            </a:r>
            <a:r>
              <a:rPr lang="en-US" sz="2400" dirty="0">
                <a:solidFill>
                  <a:srgbClr val="005CB3"/>
                </a:solidFill>
                <a:latin typeface="Nunito" pitchFamily="2" charset="0"/>
                <a:ea typeface="Courier New"/>
                <a:cs typeface="Courier New"/>
                <a:sym typeface="Courier New"/>
              </a:rPr>
              <a:t> </a:t>
            </a:r>
            <a:r>
              <a:rPr lang="en-US" sz="2400" dirty="0">
                <a:latin typeface="Nunito" pitchFamily="2" charset="0"/>
                <a:ea typeface="Courier New"/>
                <a:cs typeface="Courier New"/>
                <a:sym typeface="Courier New"/>
              </a:rPr>
              <a:t>and </a:t>
            </a:r>
            <a:r>
              <a:rPr lang="en-US" sz="2400" b="1" dirty="0" err="1">
                <a:solidFill>
                  <a:srgbClr val="005CB3"/>
                </a:solidFill>
                <a:latin typeface="Nunito" pitchFamily="2" charset="0"/>
                <a:ea typeface="Courier New"/>
                <a:cs typeface="Courier New"/>
                <a:sym typeface="Courier New"/>
              </a:rPr>
              <a:t>airplan</a:t>
            </a:r>
            <a:endParaRPr lang="en-US" sz="2400" b="1" dirty="0">
              <a:solidFill>
                <a:srgbClr val="005CB3"/>
              </a:solidFill>
              <a:latin typeface="Nunito" pitchFamily="2" charset="0"/>
              <a:ea typeface="Courier New"/>
              <a:cs typeface="Courier New"/>
              <a:sym typeface="Courier New"/>
            </a:endParaRPr>
          </a:p>
        </p:txBody>
      </p:sp>
    </p:spTree>
    <p:extLst>
      <p:ext uri="{BB962C8B-B14F-4D97-AF65-F5344CB8AC3E}">
        <p14:creationId xmlns:p14="http://schemas.microsoft.com/office/powerpoint/2010/main" val="368428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C3B6-397D-F490-82CD-EDB4E048737E}"/>
              </a:ext>
            </a:extLst>
          </p:cNvPr>
          <p:cNvSpPr>
            <a:spLocks noGrp="1"/>
          </p:cNvSpPr>
          <p:nvPr>
            <p:ph type="title"/>
          </p:nvPr>
        </p:nvSpPr>
        <p:spPr/>
        <p:txBody>
          <a:bodyPr/>
          <a:lstStyle/>
          <a:p>
            <a:r>
              <a:rPr lang="en-CA" dirty="0"/>
              <a:t>Lexical Semantics</a:t>
            </a:r>
          </a:p>
        </p:txBody>
      </p:sp>
      <p:sp>
        <p:nvSpPr>
          <p:cNvPr id="4" name="Slide Number Placeholder 3">
            <a:extLst>
              <a:ext uri="{FF2B5EF4-FFF2-40B4-BE49-F238E27FC236}">
                <a16:creationId xmlns:a16="http://schemas.microsoft.com/office/drawing/2014/main" id="{A73500A8-725B-CA6E-DB95-FAF834FD98C2}"/>
              </a:ext>
            </a:extLst>
          </p:cNvPr>
          <p:cNvSpPr>
            <a:spLocks noGrp="1"/>
          </p:cNvSpPr>
          <p:nvPr>
            <p:ph type="sldNum" sz="quarter" idx="12"/>
          </p:nvPr>
        </p:nvSpPr>
        <p:spPr/>
        <p:txBody>
          <a:bodyPr/>
          <a:lstStyle/>
          <a:p>
            <a:fld id="{A36FF760-4833-4FC2-9C74-46CD274694B2}" type="slidenum">
              <a:rPr lang="en-CA" smtClean="0"/>
              <a:pPr/>
              <a:t>16</a:t>
            </a:fld>
            <a:endParaRPr lang="en-CA"/>
          </a:p>
        </p:txBody>
      </p:sp>
      <p:pic>
        <p:nvPicPr>
          <p:cNvPr id="5" name="Google Shape;366;p28" descr="Fish">
            <a:extLst>
              <a:ext uri="{FF2B5EF4-FFF2-40B4-BE49-F238E27FC236}">
                <a16:creationId xmlns:a16="http://schemas.microsoft.com/office/drawing/2014/main" id="{46336C1D-F7F5-4333-AF9E-456BDDD37452}"/>
              </a:ext>
            </a:extLst>
          </p:cNvPr>
          <p:cNvPicPr preferRelativeResize="0"/>
          <p:nvPr/>
        </p:nvPicPr>
        <p:blipFill rotWithShape="1">
          <a:blip r:embed="rId2">
            <a:alphaModFix/>
          </a:blip>
          <a:srcRect/>
          <a:stretch/>
        </p:blipFill>
        <p:spPr>
          <a:xfrm rot="687039">
            <a:off x="5449900" y="1316984"/>
            <a:ext cx="1592640" cy="1592640"/>
          </a:xfrm>
          <a:prstGeom prst="rect">
            <a:avLst/>
          </a:prstGeom>
          <a:noFill/>
          <a:ln>
            <a:noFill/>
          </a:ln>
        </p:spPr>
      </p:pic>
      <p:pic>
        <p:nvPicPr>
          <p:cNvPr id="6" name="Google Shape;367;p28" descr="Electric guitar">
            <a:extLst>
              <a:ext uri="{FF2B5EF4-FFF2-40B4-BE49-F238E27FC236}">
                <a16:creationId xmlns:a16="http://schemas.microsoft.com/office/drawing/2014/main" id="{EC469B9A-7EF4-4035-FC25-924F7AAD8EE1}"/>
              </a:ext>
            </a:extLst>
          </p:cNvPr>
          <p:cNvPicPr preferRelativeResize="0"/>
          <p:nvPr/>
        </p:nvPicPr>
        <p:blipFill rotWithShape="1">
          <a:blip r:embed="rId3">
            <a:alphaModFix/>
          </a:blip>
          <a:srcRect/>
          <a:stretch/>
        </p:blipFill>
        <p:spPr>
          <a:xfrm rot="1715642">
            <a:off x="7927967" y="1026573"/>
            <a:ext cx="1754152" cy="1754152"/>
          </a:xfrm>
          <a:prstGeom prst="rect">
            <a:avLst/>
          </a:prstGeom>
          <a:noFill/>
          <a:ln>
            <a:noFill/>
          </a:ln>
        </p:spPr>
      </p:pic>
      <p:grpSp>
        <p:nvGrpSpPr>
          <p:cNvPr id="7" name="Google Shape;368;p28" descr="Thought bubble">
            <a:extLst>
              <a:ext uri="{FF2B5EF4-FFF2-40B4-BE49-F238E27FC236}">
                <a16:creationId xmlns:a16="http://schemas.microsoft.com/office/drawing/2014/main" id="{EAD9C80A-E4EF-F274-756C-71B8CA30EFC1}"/>
              </a:ext>
            </a:extLst>
          </p:cNvPr>
          <p:cNvGrpSpPr/>
          <p:nvPr/>
        </p:nvGrpSpPr>
        <p:grpSpPr>
          <a:xfrm rot="-1064973">
            <a:off x="7629447" y="961526"/>
            <a:ext cx="2598984" cy="2304121"/>
            <a:chOff x="9447649" y="772986"/>
            <a:chExt cx="2764596" cy="2450944"/>
          </a:xfrm>
        </p:grpSpPr>
        <p:sp>
          <p:nvSpPr>
            <p:cNvPr id="8" name="Google Shape;369;p28">
              <a:extLst>
                <a:ext uri="{FF2B5EF4-FFF2-40B4-BE49-F238E27FC236}">
                  <a16:creationId xmlns:a16="http://schemas.microsoft.com/office/drawing/2014/main" id="{3201EFD8-2EE7-268C-C71C-D19FB52A515D}"/>
                </a:ext>
              </a:extLst>
            </p:cNvPr>
            <p:cNvSpPr/>
            <p:nvPr/>
          </p:nvSpPr>
          <p:spPr>
            <a:xfrm>
              <a:off x="9447649" y="772986"/>
              <a:ext cx="2764596" cy="1925679"/>
            </a:xfrm>
            <a:custGeom>
              <a:avLst/>
              <a:gdLst/>
              <a:ahLst/>
              <a:cxnLst/>
              <a:rect l="l" t="t" r="r" b="b"/>
              <a:pathLst>
                <a:path w="2764596" h="1925679" extrusionOk="0">
                  <a:moveTo>
                    <a:pt x="1416392" y="71325"/>
                  </a:moveTo>
                  <a:cubicBezTo>
                    <a:pt x="1577536" y="70344"/>
                    <a:pt x="1716280" y="184851"/>
                    <a:pt x="1745877" y="343257"/>
                  </a:cubicBezTo>
                  <a:cubicBezTo>
                    <a:pt x="1745877" y="343506"/>
                    <a:pt x="1746198" y="343649"/>
                    <a:pt x="1746412" y="343471"/>
                  </a:cubicBezTo>
                  <a:cubicBezTo>
                    <a:pt x="1806311" y="298067"/>
                    <a:pt x="1879354" y="273387"/>
                    <a:pt x="1954515" y="273152"/>
                  </a:cubicBezTo>
                  <a:cubicBezTo>
                    <a:pt x="2140043" y="273740"/>
                    <a:pt x="2290283" y="424027"/>
                    <a:pt x="2290811" y="609555"/>
                  </a:cubicBezTo>
                  <a:cubicBezTo>
                    <a:pt x="2290993" y="635489"/>
                    <a:pt x="2287659" y="661327"/>
                    <a:pt x="2280897" y="686363"/>
                  </a:cubicBezTo>
                  <a:cubicBezTo>
                    <a:pt x="2280855" y="686556"/>
                    <a:pt x="2280973" y="686748"/>
                    <a:pt x="2281165" y="686791"/>
                  </a:cubicBezTo>
                  <a:cubicBezTo>
                    <a:pt x="2281219" y="686802"/>
                    <a:pt x="2281272" y="686802"/>
                    <a:pt x="2281325" y="686791"/>
                  </a:cubicBezTo>
                  <a:cubicBezTo>
                    <a:pt x="2307805" y="679841"/>
                    <a:pt x="2335109" y="676504"/>
                    <a:pt x="2362484" y="676878"/>
                  </a:cubicBezTo>
                  <a:cubicBezTo>
                    <a:pt x="2548255" y="679570"/>
                    <a:pt x="2696669" y="832349"/>
                    <a:pt x="2693977" y="1018119"/>
                  </a:cubicBezTo>
                  <a:cubicBezTo>
                    <a:pt x="2691317" y="1201800"/>
                    <a:pt x="2541797" y="1349380"/>
                    <a:pt x="2358098" y="1349647"/>
                  </a:cubicBezTo>
                  <a:cubicBezTo>
                    <a:pt x="2311881" y="1348392"/>
                    <a:pt x="2266349" y="1338183"/>
                    <a:pt x="2224022" y="1319587"/>
                  </a:cubicBezTo>
                  <a:cubicBezTo>
                    <a:pt x="2223865" y="1319509"/>
                    <a:pt x="2223669" y="1319570"/>
                    <a:pt x="2223591" y="1319730"/>
                  </a:cubicBezTo>
                  <a:cubicBezTo>
                    <a:pt x="2223562" y="1319784"/>
                    <a:pt x="2223551" y="1319848"/>
                    <a:pt x="2223559" y="1319908"/>
                  </a:cubicBezTo>
                  <a:lnTo>
                    <a:pt x="2223559" y="1342587"/>
                  </a:lnTo>
                  <a:cubicBezTo>
                    <a:pt x="2225017" y="1519946"/>
                    <a:pt x="2090246" y="1668795"/>
                    <a:pt x="1913615" y="1684909"/>
                  </a:cubicBezTo>
                  <a:cubicBezTo>
                    <a:pt x="1798209" y="1694380"/>
                    <a:pt x="1686281" y="1642672"/>
                    <a:pt x="1618683" y="1548658"/>
                  </a:cubicBezTo>
                  <a:cubicBezTo>
                    <a:pt x="1618572" y="1548519"/>
                    <a:pt x="1618369" y="1548497"/>
                    <a:pt x="1618230" y="1548608"/>
                  </a:cubicBezTo>
                  <a:cubicBezTo>
                    <a:pt x="1618162" y="1548665"/>
                    <a:pt x="1618120" y="1548747"/>
                    <a:pt x="1618112" y="1548836"/>
                  </a:cubicBezTo>
                  <a:cubicBezTo>
                    <a:pt x="1600586" y="1734153"/>
                    <a:pt x="1436150" y="1870177"/>
                    <a:pt x="1250833" y="1852650"/>
                  </a:cubicBezTo>
                  <a:cubicBezTo>
                    <a:pt x="1077982" y="1836304"/>
                    <a:pt x="945831" y="1691328"/>
                    <a:pt x="945521" y="1517706"/>
                  </a:cubicBezTo>
                  <a:cubicBezTo>
                    <a:pt x="945493" y="1505568"/>
                    <a:pt x="946570" y="1493455"/>
                    <a:pt x="948730" y="1481513"/>
                  </a:cubicBezTo>
                  <a:cubicBezTo>
                    <a:pt x="948809" y="1481374"/>
                    <a:pt x="948763" y="1481199"/>
                    <a:pt x="948624" y="1481120"/>
                  </a:cubicBezTo>
                  <a:cubicBezTo>
                    <a:pt x="948484" y="1481042"/>
                    <a:pt x="948310" y="1481088"/>
                    <a:pt x="948231" y="1481228"/>
                  </a:cubicBezTo>
                  <a:cubicBezTo>
                    <a:pt x="802398" y="1594326"/>
                    <a:pt x="592495" y="1567789"/>
                    <a:pt x="479396" y="1421956"/>
                  </a:cubicBezTo>
                  <a:cubicBezTo>
                    <a:pt x="440564" y="1371888"/>
                    <a:pt x="416769" y="1311810"/>
                    <a:pt x="410786" y="1248734"/>
                  </a:cubicBezTo>
                  <a:lnTo>
                    <a:pt x="407398" y="1248734"/>
                  </a:lnTo>
                  <a:cubicBezTo>
                    <a:pt x="221610" y="1248463"/>
                    <a:pt x="71213" y="1097634"/>
                    <a:pt x="71484" y="911843"/>
                  </a:cubicBezTo>
                  <a:cubicBezTo>
                    <a:pt x="71752" y="728144"/>
                    <a:pt x="219332" y="578624"/>
                    <a:pt x="403012" y="575964"/>
                  </a:cubicBezTo>
                  <a:cubicBezTo>
                    <a:pt x="430387" y="575586"/>
                    <a:pt x="457691" y="578924"/>
                    <a:pt x="484171" y="585877"/>
                  </a:cubicBezTo>
                  <a:cubicBezTo>
                    <a:pt x="484381" y="585920"/>
                    <a:pt x="484592" y="585785"/>
                    <a:pt x="484635" y="585574"/>
                  </a:cubicBezTo>
                  <a:cubicBezTo>
                    <a:pt x="484645" y="585521"/>
                    <a:pt x="484645" y="585467"/>
                    <a:pt x="484635" y="585414"/>
                  </a:cubicBezTo>
                  <a:cubicBezTo>
                    <a:pt x="478673" y="562646"/>
                    <a:pt x="475360" y="539265"/>
                    <a:pt x="474757" y="515737"/>
                  </a:cubicBezTo>
                  <a:cubicBezTo>
                    <a:pt x="470250" y="330673"/>
                    <a:pt x="616621" y="176992"/>
                    <a:pt x="801689" y="172484"/>
                  </a:cubicBezTo>
                  <a:cubicBezTo>
                    <a:pt x="917276" y="169671"/>
                    <a:pt x="1026152" y="226628"/>
                    <a:pt x="1089760" y="323181"/>
                  </a:cubicBezTo>
                  <a:cubicBezTo>
                    <a:pt x="1089842" y="323338"/>
                    <a:pt x="1090035" y="323402"/>
                    <a:pt x="1090191" y="323320"/>
                  </a:cubicBezTo>
                  <a:cubicBezTo>
                    <a:pt x="1090252" y="323288"/>
                    <a:pt x="1090298" y="323242"/>
                    <a:pt x="1090331" y="323181"/>
                  </a:cubicBezTo>
                  <a:cubicBezTo>
                    <a:pt x="1130593" y="175843"/>
                    <a:pt x="1263663" y="73058"/>
                    <a:pt x="1416392" y="71325"/>
                  </a:cubicBezTo>
                  <a:moveTo>
                    <a:pt x="1416392" y="8"/>
                  </a:moveTo>
                  <a:cubicBezTo>
                    <a:pt x="1274920" y="967"/>
                    <a:pt x="1143900" y="74662"/>
                    <a:pt x="1069613" y="195060"/>
                  </a:cubicBezTo>
                  <a:cubicBezTo>
                    <a:pt x="997105" y="134355"/>
                    <a:pt x="905584" y="101035"/>
                    <a:pt x="811017" y="100921"/>
                  </a:cubicBezTo>
                  <a:cubicBezTo>
                    <a:pt x="587520" y="101199"/>
                    <a:pt x="405808" y="281165"/>
                    <a:pt x="403369" y="504647"/>
                  </a:cubicBezTo>
                  <a:cubicBezTo>
                    <a:pt x="178185" y="507068"/>
                    <a:pt x="-2399" y="691580"/>
                    <a:pt x="24" y="916767"/>
                  </a:cubicBezTo>
                  <a:cubicBezTo>
                    <a:pt x="2190" y="1118067"/>
                    <a:pt x="150939" y="1287659"/>
                    <a:pt x="350238" y="1316057"/>
                  </a:cubicBezTo>
                  <a:cubicBezTo>
                    <a:pt x="404653" y="1533161"/>
                    <a:pt x="624762" y="1665044"/>
                    <a:pt x="841865" y="1610629"/>
                  </a:cubicBezTo>
                  <a:cubicBezTo>
                    <a:pt x="855512" y="1607209"/>
                    <a:pt x="868973" y="1603080"/>
                    <a:pt x="882192" y="1598259"/>
                  </a:cubicBezTo>
                  <a:cubicBezTo>
                    <a:pt x="926918" y="1819292"/>
                    <a:pt x="1142360" y="1962215"/>
                    <a:pt x="1363389" y="1917488"/>
                  </a:cubicBezTo>
                  <a:cubicBezTo>
                    <a:pt x="1492562" y="1891350"/>
                    <a:pt x="1601178" y="1804472"/>
                    <a:pt x="1655055" y="1684196"/>
                  </a:cubicBezTo>
                  <a:cubicBezTo>
                    <a:pt x="1722934" y="1732178"/>
                    <a:pt x="1804104" y="1757759"/>
                    <a:pt x="1887227" y="1757367"/>
                  </a:cubicBezTo>
                  <a:cubicBezTo>
                    <a:pt x="2087418" y="1757125"/>
                    <a:pt x="2257901" y="1611756"/>
                    <a:pt x="2289776" y="1414118"/>
                  </a:cubicBezTo>
                  <a:cubicBezTo>
                    <a:pt x="2312277" y="1418586"/>
                    <a:pt x="2335159" y="1420879"/>
                    <a:pt x="2358098" y="1420965"/>
                  </a:cubicBezTo>
                  <a:cubicBezTo>
                    <a:pt x="2583275" y="1420291"/>
                    <a:pt x="2765269" y="1237202"/>
                    <a:pt x="2764595" y="1012025"/>
                  </a:cubicBezTo>
                  <a:cubicBezTo>
                    <a:pt x="2763925" y="789373"/>
                    <a:pt x="2584762" y="608428"/>
                    <a:pt x="2362128" y="605561"/>
                  </a:cubicBezTo>
                  <a:cubicBezTo>
                    <a:pt x="2359689" y="382092"/>
                    <a:pt x="2177998" y="202135"/>
                    <a:pt x="1954515" y="201835"/>
                  </a:cubicBezTo>
                  <a:cubicBezTo>
                    <a:pt x="1896962" y="201931"/>
                    <a:pt x="1840051" y="213966"/>
                    <a:pt x="1787383" y="237173"/>
                  </a:cubicBezTo>
                  <a:cubicBezTo>
                    <a:pt x="1721276" y="91903"/>
                    <a:pt x="1575993" y="-973"/>
                    <a:pt x="1416392" y="8"/>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370;p28">
              <a:extLst>
                <a:ext uri="{FF2B5EF4-FFF2-40B4-BE49-F238E27FC236}">
                  <a16:creationId xmlns:a16="http://schemas.microsoft.com/office/drawing/2014/main" id="{C0118E41-303E-0A4D-0C83-F60F0AA6BDC8}"/>
                </a:ext>
              </a:extLst>
            </p:cNvPr>
            <p:cNvSpPr/>
            <p:nvPr/>
          </p:nvSpPr>
          <p:spPr>
            <a:xfrm>
              <a:off x="9935489" y="2504267"/>
              <a:ext cx="427902" cy="427902"/>
            </a:xfrm>
            <a:custGeom>
              <a:avLst/>
              <a:gdLst/>
              <a:ahLst/>
              <a:cxnLst/>
              <a:rect l="l" t="t" r="r" b="b"/>
              <a:pathLst>
                <a:path w="427902" h="427902" extrusionOk="0">
                  <a:moveTo>
                    <a:pt x="213951" y="71317"/>
                  </a:moveTo>
                  <a:cubicBezTo>
                    <a:pt x="292724" y="71317"/>
                    <a:pt x="356585" y="135178"/>
                    <a:pt x="356585" y="213951"/>
                  </a:cubicBezTo>
                  <a:cubicBezTo>
                    <a:pt x="356585" y="292724"/>
                    <a:pt x="292724" y="356585"/>
                    <a:pt x="213951" y="356585"/>
                  </a:cubicBezTo>
                  <a:cubicBezTo>
                    <a:pt x="135178" y="356585"/>
                    <a:pt x="71317" y="292724"/>
                    <a:pt x="71317" y="213951"/>
                  </a:cubicBezTo>
                  <a:cubicBezTo>
                    <a:pt x="71435" y="135224"/>
                    <a:pt x="135224" y="71435"/>
                    <a:pt x="213951" y="71317"/>
                  </a:cubicBezTo>
                  <a:moveTo>
                    <a:pt x="213951" y="0"/>
                  </a:moveTo>
                  <a:cubicBezTo>
                    <a:pt x="95790" y="0"/>
                    <a:pt x="0" y="95789"/>
                    <a:pt x="0" y="213951"/>
                  </a:cubicBezTo>
                  <a:cubicBezTo>
                    <a:pt x="0" y="332113"/>
                    <a:pt x="95790" y="427902"/>
                    <a:pt x="213951" y="427902"/>
                  </a:cubicBezTo>
                  <a:cubicBezTo>
                    <a:pt x="332113" y="427902"/>
                    <a:pt x="427902" y="332113"/>
                    <a:pt x="427902" y="213951"/>
                  </a:cubicBezTo>
                  <a:cubicBezTo>
                    <a:pt x="427902" y="95789"/>
                    <a:pt x="332113" y="0"/>
                    <a:pt x="213951" y="0"/>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 name="Google Shape;371;p28">
              <a:extLst>
                <a:ext uri="{FF2B5EF4-FFF2-40B4-BE49-F238E27FC236}">
                  <a16:creationId xmlns:a16="http://schemas.microsoft.com/office/drawing/2014/main" id="{1F933500-D6F6-B51A-D2BE-5A7F265CB191}"/>
                </a:ext>
              </a:extLst>
            </p:cNvPr>
            <p:cNvSpPr/>
            <p:nvPr/>
          </p:nvSpPr>
          <p:spPr>
            <a:xfrm>
              <a:off x="9715496" y="2903004"/>
              <a:ext cx="320926" cy="320926"/>
            </a:xfrm>
            <a:custGeom>
              <a:avLst/>
              <a:gdLst/>
              <a:ahLst/>
              <a:cxnLst/>
              <a:rect l="l" t="t" r="r" b="b"/>
              <a:pathLst>
                <a:path w="320926" h="320926" extrusionOk="0">
                  <a:moveTo>
                    <a:pt x="160463" y="71317"/>
                  </a:moveTo>
                  <a:cubicBezTo>
                    <a:pt x="209697" y="71317"/>
                    <a:pt x="249610" y="111229"/>
                    <a:pt x="249610" y="160463"/>
                  </a:cubicBezTo>
                  <a:cubicBezTo>
                    <a:pt x="249610" y="209697"/>
                    <a:pt x="209697" y="249610"/>
                    <a:pt x="160463" y="249610"/>
                  </a:cubicBezTo>
                  <a:cubicBezTo>
                    <a:pt x="111230" y="249610"/>
                    <a:pt x="71317" y="209697"/>
                    <a:pt x="71317" y="160463"/>
                  </a:cubicBezTo>
                  <a:cubicBezTo>
                    <a:pt x="71317" y="111229"/>
                    <a:pt x="111230" y="71317"/>
                    <a:pt x="160463" y="71317"/>
                  </a:cubicBezTo>
                  <a:moveTo>
                    <a:pt x="160463" y="0"/>
                  </a:moveTo>
                  <a:cubicBezTo>
                    <a:pt x="71841" y="0"/>
                    <a:pt x="0" y="71841"/>
                    <a:pt x="0" y="160463"/>
                  </a:cubicBezTo>
                  <a:cubicBezTo>
                    <a:pt x="0" y="249085"/>
                    <a:pt x="71841" y="320927"/>
                    <a:pt x="160463" y="320927"/>
                  </a:cubicBezTo>
                  <a:cubicBezTo>
                    <a:pt x="249086" y="320927"/>
                    <a:pt x="320927" y="249085"/>
                    <a:pt x="320927" y="160463"/>
                  </a:cubicBezTo>
                  <a:cubicBezTo>
                    <a:pt x="320927" y="71841"/>
                    <a:pt x="249086" y="0"/>
                    <a:pt x="160463" y="0"/>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1" name="Google Shape;372;p28" descr="Thought bubble">
            <a:extLst>
              <a:ext uri="{FF2B5EF4-FFF2-40B4-BE49-F238E27FC236}">
                <a16:creationId xmlns:a16="http://schemas.microsoft.com/office/drawing/2014/main" id="{8434D0DC-4662-B809-43C7-B1CFAE50C0FC}"/>
              </a:ext>
            </a:extLst>
          </p:cNvPr>
          <p:cNvGrpSpPr/>
          <p:nvPr/>
        </p:nvGrpSpPr>
        <p:grpSpPr>
          <a:xfrm rot="623732">
            <a:off x="4882017" y="1326548"/>
            <a:ext cx="2515950" cy="2045165"/>
            <a:chOff x="6485599" y="1082497"/>
            <a:chExt cx="2736865" cy="2224742"/>
          </a:xfrm>
        </p:grpSpPr>
        <p:sp>
          <p:nvSpPr>
            <p:cNvPr id="12" name="Google Shape;373;p28">
              <a:extLst>
                <a:ext uri="{FF2B5EF4-FFF2-40B4-BE49-F238E27FC236}">
                  <a16:creationId xmlns:a16="http://schemas.microsoft.com/office/drawing/2014/main" id="{A547990A-CED7-22FC-7BB1-D6BACBB7D085}"/>
                </a:ext>
              </a:extLst>
            </p:cNvPr>
            <p:cNvSpPr/>
            <p:nvPr/>
          </p:nvSpPr>
          <p:spPr>
            <a:xfrm>
              <a:off x="6485599" y="1082497"/>
              <a:ext cx="2736865" cy="1705937"/>
            </a:xfrm>
            <a:custGeom>
              <a:avLst/>
              <a:gdLst/>
              <a:ahLst/>
              <a:cxnLst/>
              <a:rect l="l" t="t" r="r" b="b"/>
              <a:pathLst>
                <a:path w="2736865" h="1705937" extrusionOk="0">
                  <a:moveTo>
                    <a:pt x="1402184" y="63186"/>
                  </a:moveTo>
                  <a:cubicBezTo>
                    <a:pt x="1561712" y="62317"/>
                    <a:pt x="1699065" y="163757"/>
                    <a:pt x="1728364" y="304087"/>
                  </a:cubicBezTo>
                  <a:cubicBezTo>
                    <a:pt x="1728364" y="304308"/>
                    <a:pt x="1728682" y="304435"/>
                    <a:pt x="1728894" y="304277"/>
                  </a:cubicBezTo>
                  <a:cubicBezTo>
                    <a:pt x="1788192" y="264054"/>
                    <a:pt x="1860502" y="242191"/>
                    <a:pt x="1934909" y="241982"/>
                  </a:cubicBezTo>
                  <a:cubicBezTo>
                    <a:pt x="2118576" y="242504"/>
                    <a:pt x="2267309" y="375641"/>
                    <a:pt x="2267832" y="539998"/>
                  </a:cubicBezTo>
                  <a:cubicBezTo>
                    <a:pt x="2268012" y="562973"/>
                    <a:pt x="2264711" y="585862"/>
                    <a:pt x="2258018" y="608041"/>
                  </a:cubicBezTo>
                  <a:cubicBezTo>
                    <a:pt x="2257976" y="608212"/>
                    <a:pt x="2258092" y="608383"/>
                    <a:pt x="2258283" y="608420"/>
                  </a:cubicBezTo>
                  <a:cubicBezTo>
                    <a:pt x="2258336" y="608430"/>
                    <a:pt x="2258389" y="608430"/>
                    <a:pt x="2258442" y="608420"/>
                  </a:cubicBezTo>
                  <a:cubicBezTo>
                    <a:pt x="2284656" y="602264"/>
                    <a:pt x="2311686" y="599307"/>
                    <a:pt x="2338786" y="599639"/>
                  </a:cubicBezTo>
                  <a:cubicBezTo>
                    <a:pt x="2522693" y="602024"/>
                    <a:pt x="2669619" y="737369"/>
                    <a:pt x="2666954" y="901940"/>
                  </a:cubicBezTo>
                  <a:cubicBezTo>
                    <a:pt x="2664320" y="1064661"/>
                    <a:pt x="2516300" y="1195401"/>
                    <a:pt x="2334444" y="1195637"/>
                  </a:cubicBezTo>
                  <a:cubicBezTo>
                    <a:pt x="2288691" y="1194526"/>
                    <a:pt x="2243615" y="1185481"/>
                    <a:pt x="2201713" y="1169008"/>
                  </a:cubicBezTo>
                  <a:cubicBezTo>
                    <a:pt x="2201558" y="1168938"/>
                    <a:pt x="2201364" y="1168992"/>
                    <a:pt x="2201286" y="1169134"/>
                  </a:cubicBezTo>
                  <a:cubicBezTo>
                    <a:pt x="2201258" y="1169181"/>
                    <a:pt x="2201247" y="1169238"/>
                    <a:pt x="2201254" y="1169292"/>
                  </a:cubicBezTo>
                  <a:lnTo>
                    <a:pt x="2201254" y="1189383"/>
                  </a:lnTo>
                  <a:cubicBezTo>
                    <a:pt x="2202698" y="1346503"/>
                    <a:pt x="2069279" y="1478367"/>
                    <a:pt x="1894419" y="1492642"/>
                  </a:cubicBezTo>
                  <a:cubicBezTo>
                    <a:pt x="1780172" y="1501032"/>
                    <a:pt x="1669366" y="1455224"/>
                    <a:pt x="1602446" y="1371938"/>
                  </a:cubicBezTo>
                  <a:cubicBezTo>
                    <a:pt x="1602337" y="1371815"/>
                    <a:pt x="1602135" y="1371796"/>
                    <a:pt x="1601998" y="1371894"/>
                  </a:cubicBezTo>
                  <a:cubicBezTo>
                    <a:pt x="1601931" y="1371945"/>
                    <a:pt x="1601888" y="1372017"/>
                    <a:pt x="1601881" y="1372096"/>
                  </a:cubicBezTo>
                  <a:cubicBezTo>
                    <a:pt x="1584531" y="1536267"/>
                    <a:pt x="1421745" y="1656768"/>
                    <a:pt x="1238286" y="1641242"/>
                  </a:cubicBezTo>
                  <a:cubicBezTo>
                    <a:pt x="1067169" y="1626761"/>
                    <a:pt x="936344" y="1498328"/>
                    <a:pt x="936037" y="1344519"/>
                  </a:cubicBezTo>
                  <a:cubicBezTo>
                    <a:pt x="936008" y="1333766"/>
                    <a:pt x="937075" y="1323035"/>
                    <a:pt x="939214" y="1312455"/>
                  </a:cubicBezTo>
                  <a:cubicBezTo>
                    <a:pt x="939291" y="1312332"/>
                    <a:pt x="939246" y="1312177"/>
                    <a:pt x="939108" y="1312108"/>
                  </a:cubicBezTo>
                  <a:cubicBezTo>
                    <a:pt x="938970" y="1312038"/>
                    <a:pt x="938797" y="1312079"/>
                    <a:pt x="938720" y="1312203"/>
                  </a:cubicBezTo>
                  <a:cubicBezTo>
                    <a:pt x="794350" y="1412395"/>
                    <a:pt x="586551" y="1388886"/>
                    <a:pt x="474588" y="1259695"/>
                  </a:cubicBezTo>
                  <a:cubicBezTo>
                    <a:pt x="436145" y="1215340"/>
                    <a:pt x="412589" y="1162118"/>
                    <a:pt x="406665" y="1106239"/>
                  </a:cubicBezTo>
                  <a:lnTo>
                    <a:pt x="403312" y="1106239"/>
                  </a:lnTo>
                  <a:cubicBezTo>
                    <a:pt x="219387" y="1105999"/>
                    <a:pt x="70499" y="972382"/>
                    <a:pt x="70767" y="807791"/>
                  </a:cubicBezTo>
                  <a:cubicBezTo>
                    <a:pt x="71032" y="645055"/>
                    <a:pt x="217131" y="512597"/>
                    <a:pt x="398970" y="510240"/>
                  </a:cubicBezTo>
                  <a:cubicBezTo>
                    <a:pt x="426070" y="509905"/>
                    <a:pt x="453100" y="512862"/>
                    <a:pt x="479314" y="519022"/>
                  </a:cubicBezTo>
                  <a:cubicBezTo>
                    <a:pt x="479523" y="519060"/>
                    <a:pt x="479731" y="518940"/>
                    <a:pt x="479773" y="518754"/>
                  </a:cubicBezTo>
                  <a:cubicBezTo>
                    <a:pt x="479784" y="518706"/>
                    <a:pt x="479784" y="518659"/>
                    <a:pt x="479773" y="518611"/>
                  </a:cubicBezTo>
                  <a:cubicBezTo>
                    <a:pt x="473871" y="498442"/>
                    <a:pt x="470592" y="477728"/>
                    <a:pt x="469995" y="456886"/>
                  </a:cubicBezTo>
                  <a:cubicBezTo>
                    <a:pt x="465533" y="292939"/>
                    <a:pt x="610436" y="156795"/>
                    <a:pt x="793647" y="152802"/>
                  </a:cubicBezTo>
                  <a:cubicBezTo>
                    <a:pt x="908075" y="150310"/>
                    <a:pt x="1015859" y="200768"/>
                    <a:pt x="1078829" y="286302"/>
                  </a:cubicBezTo>
                  <a:cubicBezTo>
                    <a:pt x="1078910" y="286441"/>
                    <a:pt x="1079100" y="286498"/>
                    <a:pt x="1079256" y="286426"/>
                  </a:cubicBezTo>
                  <a:cubicBezTo>
                    <a:pt x="1079316" y="286397"/>
                    <a:pt x="1079362" y="286356"/>
                    <a:pt x="1079394" y="286302"/>
                  </a:cubicBezTo>
                  <a:cubicBezTo>
                    <a:pt x="1119252" y="155778"/>
                    <a:pt x="1250987" y="64721"/>
                    <a:pt x="1402184" y="63186"/>
                  </a:cubicBezTo>
                  <a:moveTo>
                    <a:pt x="1402184" y="7"/>
                  </a:moveTo>
                  <a:cubicBezTo>
                    <a:pt x="1262132" y="857"/>
                    <a:pt x="1132426" y="66143"/>
                    <a:pt x="1058884" y="172801"/>
                  </a:cubicBezTo>
                  <a:cubicBezTo>
                    <a:pt x="987103" y="119023"/>
                    <a:pt x="896500" y="89506"/>
                    <a:pt x="802882" y="89405"/>
                  </a:cubicBezTo>
                  <a:cubicBezTo>
                    <a:pt x="581627" y="89651"/>
                    <a:pt x="401737" y="249080"/>
                    <a:pt x="399323" y="447061"/>
                  </a:cubicBezTo>
                  <a:cubicBezTo>
                    <a:pt x="176398" y="449206"/>
                    <a:pt x="-2375" y="612663"/>
                    <a:pt x="24" y="812154"/>
                  </a:cubicBezTo>
                  <a:cubicBezTo>
                    <a:pt x="2168" y="990483"/>
                    <a:pt x="149424" y="1140722"/>
                    <a:pt x="346724" y="1165880"/>
                  </a:cubicBezTo>
                  <a:cubicBezTo>
                    <a:pt x="400594" y="1358210"/>
                    <a:pt x="618495" y="1475043"/>
                    <a:pt x="833421" y="1426838"/>
                  </a:cubicBezTo>
                  <a:cubicBezTo>
                    <a:pt x="846930" y="1423808"/>
                    <a:pt x="860256" y="1420150"/>
                    <a:pt x="873342" y="1415879"/>
                  </a:cubicBezTo>
                  <a:cubicBezTo>
                    <a:pt x="917620" y="1611690"/>
                    <a:pt x="1130901" y="1738304"/>
                    <a:pt x="1349713" y="1698681"/>
                  </a:cubicBezTo>
                  <a:cubicBezTo>
                    <a:pt x="1477590" y="1675526"/>
                    <a:pt x="1585117" y="1598561"/>
                    <a:pt x="1638453" y="1492010"/>
                  </a:cubicBezTo>
                  <a:cubicBezTo>
                    <a:pt x="1705652" y="1534517"/>
                    <a:pt x="1786007" y="1557179"/>
                    <a:pt x="1868297" y="1556832"/>
                  </a:cubicBezTo>
                  <a:cubicBezTo>
                    <a:pt x="2066479" y="1556617"/>
                    <a:pt x="2235253" y="1427836"/>
                    <a:pt x="2266808" y="1252751"/>
                  </a:cubicBezTo>
                  <a:cubicBezTo>
                    <a:pt x="2289083" y="1256709"/>
                    <a:pt x="2311736" y="1258741"/>
                    <a:pt x="2334444" y="1258816"/>
                  </a:cubicBezTo>
                  <a:cubicBezTo>
                    <a:pt x="2557362" y="1258219"/>
                    <a:pt x="2737531" y="1096023"/>
                    <a:pt x="2736864" y="896542"/>
                  </a:cubicBezTo>
                  <a:cubicBezTo>
                    <a:pt x="2736200" y="699297"/>
                    <a:pt x="2558834" y="538999"/>
                    <a:pt x="2338433" y="536460"/>
                  </a:cubicBezTo>
                  <a:cubicBezTo>
                    <a:pt x="2336019" y="338491"/>
                    <a:pt x="2156151" y="179069"/>
                    <a:pt x="1934909" y="178803"/>
                  </a:cubicBezTo>
                  <a:cubicBezTo>
                    <a:pt x="1877934" y="178889"/>
                    <a:pt x="1821594" y="189550"/>
                    <a:pt x="1769454" y="210108"/>
                  </a:cubicBezTo>
                  <a:cubicBezTo>
                    <a:pt x="1704010" y="81416"/>
                    <a:pt x="1560184" y="-862"/>
                    <a:pt x="1402184" y="7"/>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374;p28">
              <a:extLst>
                <a:ext uri="{FF2B5EF4-FFF2-40B4-BE49-F238E27FC236}">
                  <a16:creationId xmlns:a16="http://schemas.microsoft.com/office/drawing/2014/main" id="{AB669E05-6799-13DA-94B5-BC119EA9B285}"/>
                </a:ext>
              </a:extLst>
            </p:cNvPr>
            <p:cNvSpPr/>
            <p:nvPr/>
          </p:nvSpPr>
          <p:spPr>
            <a:xfrm>
              <a:off x="8050182" y="2695301"/>
              <a:ext cx="423610" cy="379073"/>
            </a:xfrm>
            <a:custGeom>
              <a:avLst/>
              <a:gdLst/>
              <a:ahLst/>
              <a:cxnLst/>
              <a:rect l="l" t="t" r="r" b="b"/>
              <a:pathLst>
                <a:path w="423610" h="379073" extrusionOk="0">
                  <a:moveTo>
                    <a:pt x="211805" y="63179"/>
                  </a:moveTo>
                  <a:cubicBezTo>
                    <a:pt x="289788" y="63179"/>
                    <a:pt x="353008" y="119753"/>
                    <a:pt x="353008" y="189537"/>
                  </a:cubicBezTo>
                  <a:cubicBezTo>
                    <a:pt x="353008" y="259321"/>
                    <a:pt x="289788" y="315895"/>
                    <a:pt x="211805" y="315895"/>
                  </a:cubicBezTo>
                  <a:cubicBezTo>
                    <a:pt x="133822" y="315895"/>
                    <a:pt x="70602" y="259321"/>
                    <a:pt x="70602" y="189537"/>
                  </a:cubicBezTo>
                  <a:cubicBezTo>
                    <a:pt x="70718" y="119794"/>
                    <a:pt x="133868" y="63283"/>
                    <a:pt x="211805" y="63179"/>
                  </a:cubicBezTo>
                  <a:moveTo>
                    <a:pt x="211805" y="0"/>
                  </a:moveTo>
                  <a:cubicBezTo>
                    <a:pt x="94829" y="0"/>
                    <a:pt x="0" y="84859"/>
                    <a:pt x="0" y="189537"/>
                  </a:cubicBezTo>
                  <a:cubicBezTo>
                    <a:pt x="0" y="294215"/>
                    <a:pt x="94829" y="379074"/>
                    <a:pt x="211805" y="379074"/>
                  </a:cubicBezTo>
                  <a:cubicBezTo>
                    <a:pt x="328782" y="379074"/>
                    <a:pt x="423610" y="294215"/>
                    <a:pt x="423610" y="189537"/>
                  </a:cubicBezTo>
                  <a:cubicBezTo>
                    <a:pt x="423610" y="84859"/>
                    <a:pt x="328782" y="0"/>
                    <a:pt x="211805" y="0"/>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375;p28">
              <a:extLst>
                <a:ext uri="{FF2B5EF4-FFF2-40B4-BE49-F238E27FC236}">
                  <a16:creationId xmlns:a16="http://schemas.microsoft.com/office/drawing/2014/main" id="{11D5C680-C142-1157-511C-B0A6AE74B18F}"/>
                </a:ext>
              </a:extLst>
            </p:cNvPr>
            <p:cNvSpPr/>
            <p:nvPr/>
          </p:nvSpPr>
          <p:spPr>
            <a:xfrm>
              <a:off x="8443563" y="3022934"/>
              <a:ext cx="317707" cy="284305"/>
            </a:xfrm>
            <a:custGeom>
              <a:avLst/>
              <a:gdLst/>
              <a:ahLst/>
              <a:cxnLst/>
              <a:rect l="l" t="t" r="r" b="b"/>
              <a:pathLst>
                <a:path w="317707" h="284305" extrusionOk="0">
                  <a:moveTo>
                    <a:pt x="158854" y="63179"/>
                  </a:moveTo>
                  <a:cubicBezTo>
                    <a:pt x="207594" y="63179"/>
                    <a:pt x="247106" y="98537"/>
                    <a:pt x="247106" y="142153"/>
                  </a:cubicBezTo>
                  <a:cubicBezTo>
                    <a:pt x="247106" y="185768"/>
                    <a:pt x="207594" y="221126"/>
                    <a:pt x="158854" y="221126"/>
                  </a:cubicBezTo>
                  <a:cubicBezTo>
                    <a:pt x="110114" y="221126"/>
                    <a:pt x="70602" y="185768"/>
                    <a:pt x="70602" y="142153"/>
                  </a:cubicBezTo>
                  <a:cubicBezTo>
                    <a:pt x="70602" y="98537"/>
                    <a:pt x="110114" y="63179"/>
                    <a:pt x="158854" y="63179"/>
                  </a:cubicBezTo>
                  <a:moveTo>
                    <a:pt x="158854" y="0"/>
                  </a:moveTo>
                  <a:cubicBezTo>
                    <a:pt x="71121" y="0"/>
                    <a:pt x="0" y="63643"/>
                    <a:pt x="0" y="142153"/>
                  </a:cubicBezTo>
                  <a:cubicBezTo>
                    <a:pt x="0" y="220662"/>
                    <a:pt x="71121" y="284305"/>
                    <a:pt x="158854" y="284305"/>
                  </a:cubicBezTo>
                  <a:cubicBezTo>
                    <a:pt x="246587" y="284305"/>
                    <a:pt x="317708" y="220662"/>
                    <a:pt x="317708" y="142153"/>
                  </a:cubicBezTo>
                  <a:cubicBezTo>
                    <a:pt x="317708" y="63643"/>
                    <a:pt x="246587" y="0"/>
                    <a:pt x="158854" y="0"/>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5" name="Google Shape;376;p28" descr="Robot">
            <a:extLst>
              <a:ext uri="{FF2B5EF4-FFF2-40B4-BE49-F238E27FC236}">
                <a16:creationId xmlns:a16="http://schemas.microsoft.com/office/drawing/2014/main" id="{EABB1951-C461-EADF-E791-240A30619AF1}"/>
              </a:ext>
            </a:extLst>
          </p:cNvPr>
          <p:cNvGrpSpPr/>
          <p:nvPr/>
        </p:nvGrpSpPr>
        <p:grpSpPr>
          <a:xfrm>
            <a:off x="6264374" y="3040666"/>
            <a:ext cx="2695528" cy="3476670"/>
            <a:chOff x="6562633" y="2599491"/>
            <a:chExt cx="2695528" cy="3476670"/>
          </a:xfrm>
        </p:grpSpPr>
        <p:sp>
          <p:nvSpPr>
            <p:cNvPr id="16" name="Google Shape;377;p28">
              <a:extLst>
                <a:ext uri="{FF2B5EF4-FFF2-40B4-BE49-F238E27FC236}">
                  <a16:creationId xmlns:a16="http://schemas.microsoft.com/office/drawing/2014/main" id="{03EBA4FB-A033-6824-A389-B88857D3E86A}"/>
                </a:ext>
              </a:extLst>
            </p:cNvPr>
            <p:cNvSpPr/>
            <p:nvPr/>
          </p:nvSpPr>
          <p:spPr>
            <a:xfrm>
              <a:off x="6916125" y="5432451"/>
              <a:ext cx="2059873" cy="643710"/>
            </a:xfrm>
            <a:custGeom>
              <a:avLst/>
              <a:gdLst/>
              <a:ahLst/>
              <a:cxnLst/>
              <a:rect l="l" t="t" r="r" b="b"/>
              <a:pathLst>
                <a:path w="2059873" h="643710" extrusionOk="0">
                  <a:moveTo>
                    <a:pt x="1738018" y="0"/>
                  </a:moveTo>
                  <a:lnTo>
                    <a:pt x="321855" y="0"/>
                  </a:lnTo>
                  <a:cubicBezTo>
                    <a:pt x="144101" y="0"/>
                    <a:pt x="0" y="144101"/>
                    <a:pt x="0" y="321855"/>
                  </a:cubicBezTo>
                  <a:cubicBezTo>
                    <a:pt x="0" y="499609"/>
                    <a:pt x="144101" y="643711"/>
                    <a:pt x="321855" y="643711"/>
                  </a:cubicBezTo>
                  <a:lnTo>
                    <a:pt x="1738018" y="643711"/>
                  </a:lnTo>
                  <a:cubicBezTo>
                    <a:pt x="1915773" y="643711"/>
                    <a:pt x="2059873" y="499609"/>
                    <a:pt x="2059873" y="321855"/>
                  </a:cubicBezTo>
                  <a:cubicBezTo>
                    <a:pt x="2059873" y="144101"/>
                    <a:pt x="1915773" y="0"/>
                    <a:pt x="1738018" y="0"/>
                  </a:cubicBezTo>
                  <a:close/>
                  <a:moveTo>
                    <a:pt x="407683" y="450597"/>
                  </a:moveTo>
                  <a:cubicBezTo>
                    <a:pt x="336579" y="450597"/>
                    <a:pt x="278941" y="392959"/>
                    <a:pt x="278941" y="321855"/>
                  </a:cubicBezTo>
                  <a:cubicBezTo>
                    <a:pt x="278941" y="250751"/>
                    <a:pt x="336579" y="193113"/>
                    <a:pt x="407683" y="193113"/>
                  </a:cubicBezTo>
                  <a:cubicBezTo>
                    <a:pt x="478788" y="193113"/>
                    <a:pt x="536425" y="250751"/>
                    <a:pt x="536425" y="321855"/>
                  </a:cubicBezTo>
                  <a:cubicBezTo>
                    <a:pt x="536425" y="392959"/>
                    <a:pt x="478788" y="450597"/>
                    <a:pt x="407683" y="450597"/>
                  </a:cubicBezTo>
                  <a:close/>
                  <a:moveTo>
                    <a:pt x="1029937" y="450597"/>
                  </a:moveTo>
                  <a:cubicBezTo>
                    <a:pt x="958833" y="450597"/>
                    <a:pt x="901195" y="392959"/>
                    <a:pt x="901195" y="321855"/>
                  </a:cubicBezTo>
                  <a:cubicBezTo>
                    <a:pt x="901195" y="250751"/>
                    <a:pt x="958833" y="193113"/>
                    <a:pt x="1029937" y="193113"/>
                  </a:cubicBezTo>
                  <a:cubicBezTo>
                    <a:pt x="1101041" y="193113"/>
                    <a:pt x="1158679" y="250751"/>
                    <a:pt x="1158679" y="321855"/>
                  </a:cubicBezTo>
                  <a:cubicBezTo>
                    <a:pt x="1158679" y="392959"/>
                    <a:pt x="1101041" y="450597"/>
                    <a:pt x="1029937" y="450597"/>
                  </a:cubicBezTo>
                  <a:close/>
                  <a:moveTo>
                    <a:pt x="1652190" y="450597"/>
                  </a:moveTo>
                  <a:cubicBezTo>
                    <a:pt x="1581086" y="450597"/>
                    <a:pt x="1523448" y="392959"/>
                    <a:pt x="1523448" y="321855"/>
                  </a:cubicBezTo>
                  <a:cubicBezTo>
                    <a:pt x="1523448" y="250751"/>
                    <a:pt x="1581086" y="193113"/>
                    <a:pt x="1652190" y="193113"/>
                  </a:cubicBezTo>
                  <a:cubicBezTo>
                    <a:pt x="1723294" y="193113"/>
                    <a:pt x="1780932" y="250751"/>
                    <a:pt x="1780932" y="321855"/>
                  </a:cubicBezTo>
                  <a:cubicBezTo>
                    <a:pt x="1780932" y="392959"/>
                    <a:pt x="1723294" y="450597"/>
                    <a:pt x="1652190" y="450597"/>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378;p28">
              <a:extLst>
                <a:ext uri="{FF2B5EF4-FFF2-40B4-BE49-F238E27FC236}">
                  <a16:creationId xmlns:a16="http://schemas.microsoft.com/office/drawing/2014/main" id="{0D7F842E-4B40-22A0-7C7C-0CEDE9C08650}"/>
                </a:ext>
              </a:extLst>
            </p:cNvPr>
            <p:cNvSpPr/>
            <p:nvPr/>
          </p:nvSpPr>
          <p:spPr>
            <a:xfrm>
              <a:off x="8073664" y="3469814"/>
              <a:ext cx="128742" cy="128742"/>
            </a:xfrm>
            <a:custGeom>
              <a:avLst/>
              <a:gdLst/>
              <a:ahLst/>
              <a:cxnLst/>
              <a:rect l="l" t="t" r="r" b="b"/>
              <a:pathLst>
                <a:path w="128742" h="128742" extrusionOk="0">
                  <a:moveTo>
                    <a:pt x="128742" y="64371"/>
                  </a:moveTo>
                  <a:cubicBezTo>
                    <a:pt x="128742" y="99922"/>
                    <a:pt x="99922" y="128742"/>
                    <a:pt x="64371" y="128742"/>
                  </a:cubicBezTo>
                  <a:cubicBezTo>
                    <a:pt x="28820" y="128742"/>
                    <a:pt x="0" y="99922"/>
                    <a:pt x="0" y="64371"/>
                  </a:cubicBezTo>
                  <a:cubicBezTo>
                    <a:pt x="0" y="28820"/>
                    <a:pt x="28820" y="0"/>
                    <a:pt x="64371" y="0"/>
                  </a:cubicBezTo>
                  <a:cubicBezTo>
                    <a:pt x="99922" y="0"/>
                    <a:pt x="128742" y="28820"/>
                    <a:pt x="128742" y="64371"/>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379;p28">
              <a:extLst>
                <a:ext uri="{FF2B5EF4-FFF2-40B4-BE49-F238E27FC236}">
                  <a16:creationId xmlns:a16="http://schemas.microsoft.com/office/drawing/2014/main" id="{CB6B742D-38D8-1D93-DC80-F53DBB792914}"/>
                </a:ext>
              </a:extLst>
            </p:cNvPr>
            <p:cNvSpPr/>
            <p:nvPr/>
          </p:nvSpPr>
          <p:spPr>
            <a:xfrm>
              <a:off x="7391613" y="2599491"/>
              <a:ext cx="1115764" cy="1373882"/>
            </a:xfrm>
            <a:custGeom>
              <a:avLst/>
              <a:gdLst/>
              <a:ahLst/>
              <a:cxnLst/>
              <a:rect l="l" t="t" r="r" b="b"/>
              <a:pathLst>
                <a:path w="1115764" h="1373882" extrusionOk="0">
                  <a:moveTo>
                    <a:pt x="927372" y="515602"/>
                  </a:moveTo>
                  <a:lnTo>
                    <a:pt x="643711" y="515602"/>
                  </a:lnTo>
                  <a:lnTo>
                    <a:pt x="643711" y="320343"/>
                  </a:lnTo>
                  <a:cubicBezTo>
                    <a:pt x="725814" y="272940"/>
                    <a:pt x="753944" y="167959"/>
                    <a:pt x="706541" y="85857"/>
                  </a:cubicBezTo>
                  <a:cubicBezTo>
                    <a:pt x="659138" y="3755"/>
                    <a:pt x="554158" y="-24375"/>
                    <a:pt x="472054" y="23026"/>
                  </a:cubicBezTo>
                  <a:cubicBezTo>
                    <a:pt x="389951" y="70428"/>
                    <a:pt x="361821" y="175410"/>
                    <a:pt x="409224" y="257513"/>
                  </a:cubicBezTo>
                  <a:cubicBezTo>
                    <a:pt x="424291" y="283609"/>
                    <a:pt x="445958" y="305276"/>
                    <a:pt x="472054" y="320343"/>
                  </a:cubicBezTo>
                  <a:lnTo>
                    <a:pt x="472054" y="515602"/>
                  </a:lnTo>
                  <a:lnTo>
                    <a:pt x="188393" y="515602"/>
                  </a:lnTo>
                  <a:cubicBezTo>
                    <a:pt x="84446" y="515838"/>
                    <a:pt x="236" y="600048"/>
                    <a:pt x="0" y="703995"/>
                  </a:cubicBezTo>
                  <a:lnTo>
                    <a:pt x="0" y="1185490"/>
                  </a:lnTo>
                  <a:cubicBezTo>
                    <a:pt x="236" y="1289437"/>
                    <a:pt x="84446" y="1373647"/>
                    <a:pt x="188393" y="1373883"/>
                  </a:cubicBezTo>
                  <a:lnTo>
                    <a:pt x="927372" y="1373883"/>
                  </a:lnTo>
                  <a:cubicBezTo>
                    <a:pt x="1031319" y="1373647"/>
                    <a:pt x="1115529" y="1289437"/>
                    <a:pt x="1115765" y="1185490"/>
                  </a:cubicBezTo>
                  <a:lnTo>
                    <a:pt x="1115765" y="703995"/>
                  </a:lnTo>
                  <a:cubicBezTo>
                    <a:pt x="1115529" y="600048"/>
                    <a:pt x="1031319" y="515838"/>
                    <a:pt x="927372" y="515602"/>
                  </a:cubicBezTo>
                  <a:close/>
                  <a:moveTo>
                    <a:pt x="343312" y="1073485"/>
                  </a:moveTo>
                  <a:cubicBezTo>
                    <a:pt x="272208" y="1073485"/>
                    <a:pt x="214570" y="1015847"/>
                    <a:pt x="214570" y="944742"/>
                  </a:cubicBezTo>
                  <a:cubicBezTo>
                    <a:pt x="214570" y="873638"/>
                    <a:pt x="272208" y="816000"/>
                    <a:pt x="343312" y="816000"/>
                  </a:cubicBezTo>
                  <a:cubicBezTo>
                    <a:pt x="414416" y="816000"/>
                    <a:pt x="472054" y="873638"/>
                    <a:pt x="472054" y="944742"/>
                  </a:cubicBezTo>
                  <a:cubicBezTo>
                    <a:pt x="472054" y="1015847"/>
                    <a:pt x="414416" y="1073485"/>
                    <a:pt x="343312" y="1073485"/>
                  </a:cubicBezTo>
                  <a:close/>
                  <a:moveTo>
                    <a:pt x="772453" y="1073485"/>
                  </a:moveTo>
                  <a:cubicBezTo>
                    <a:pt x="701348" y="1073485"/>
                    <a:pt x="643711" y="1015847"/>
                    <a:pt x="643711" y="944742"/>
                  </a:cubicBezTo>
                  <a:cubicBezTo>
                    <a:pt x="643711" y="873638"/>
                    <a:pt x="701348" y="816000"/>
                    <a:pt x="772453" y="816000"/>
                  </a:cubicBezTo>
                  <a:cubicBezTo>
                    <a:pt x="843557" y="816000"/>
                    <a:pt x="901195" y="873638"/>
                    <a:pt x="901195" y="944742"/>
                  </a:cubicBezTo>
                  <a:cubicBezTo>
                    <a:pt x="901195" y="1015847"/>
                    <a:pt x="843557" y="1073485"/>
                    <a:pt x="772453" y="1073485"/>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380;p28">
              <a:extLst>
                <a:ext uri="{FF2B5EF4-FFF2-40B4-BE49-F238E27FC236}">
                  <a16:creationId xmlns:a16="http://schemas.microsoft.com/office/drawing/2014/main" id="{6A3B1A80-8157-26D0-2B2D-3E5062487535}"/>
                </a:ext>
              </a:extLst>
            </p:cNvPr>
            <p:cNvSpPr/>
            <p:nvPr/>
          </p:nvSpPr>
          <p:spPr>
            <a:xfrm>
              <a:off x="7644523" y="3469814"/>
              <a:ext cx="128742" cy="128742"/>
            </a:xfrm>
            <a:custGeom>
              <a:avLst/>
              <a:gdLst/>
              <a:ahLst/>
              <a:cxnLst/>
              <a:rect l="l" t="t" r="r" b="b"/>
              <a:pathLst>
                <a:path w="128742" h="128742" extrusionOk="0">
                  <a:moveTo>
                    <a:pt x="128742" y="64371"/>
                  </a:moveTo>
                  <a:cubicBezTo>
                    <a:pt x="128742" y="99922"/>
                    <a:pt x="99922" y="128742"/>
                    <a:pt x="64371" y="128742"/>
                  </a:cubicBezTo>
                  <a:cubicBezTo>
                    <a:pt x="28820" y="128742"/>
                    <a:pt x="0" y="99922"/>
                    <a:pt x="0" y="64371"/>
                  </a:cubicBezTo>
                  <a:cubicBezTo>
                    <a:pt x="0" y="28820"/>
                    <a:pt x="28820" y="0"/>
                    <a:pt x="64371" y="0"/>
                  </a:cubicBezTo>
                  <a:cubicBezTo>
                    <a:pt x="99922" y="0"/>
                    <a:pt x="128742" y="28820"/>
                    <a:pt x="128742" y="64371"/>
                  </a:cubicBez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381;p28">
              <a:extLst>
                <a:ext uri="{FF2B5EF4-FFF2-40B4-BE49-F238E27FC236}">
                  <a16:creationId xmlns:a16="http://schemas.microsoft.com/office/drawing/2014/main" id="{4AFEFD5F-54B5-991E-AA8C-388E9E30EF5A}"/>
                </a:ext>
              </a:extLst>
            </p:cNvPr>
            <p:cNvSpPr/>
            <p:nvPr/>
          </p:nvSpPr>
          <p:spPr>
            <a:xfrm>
              <a:off x="6562633" y="3530072"/>
              <a:ext cx="2695528" cy="1787369"/>
            </a:xfrm>
            <a:custGeom>
              <a:avLst/>
              <a:gdLst/>
              <a:ahLst/>
              <a:cxnLst/>
              <a:rect l="l" t="t" r="r" b="b"/>
              <a:pathLst>
                <a:path w="2695528" h="1787369" extrusionOk="0">
                  <a:moveTo>
                    <a:pt x="2502627" y="1336772"/>
                  </a:moveTo>
                  <a:lnTo>
                    <a:pt x="2502627" y="979298"/>
                  </a:lnTo>
                  <a:cubicBezTo>
                    <a:pt x="2502627" y="872880"/>
                    <a:pt x="2416361" y="786614"/>
                    <a:pt x="2309943" y="786614"/>
                  </a:cubicBezTo>
                  <a:lnTo>
                    <a:pt x="2073486" y="786614"/>
                  </a:lnTo>
                  <a:lnTo>
                    <a:pt x="2073486" y="572044"/>
                  </a:lnTo>
                  <a:lnTo>
                    <a:pt x="700237" y="572044"/>
                  </a:lnTo>
                  <a:lnTo>
                    <a:pt x="700237" y="829528"/>
                  </a:lnTo>
                  <a:lnTo>
                    <a:pt x="377953" y="829528"/>
                  </a:lnTo>
                  <a:cubicBezTo>
                    <a:pt x="366340" y="829528"/>
                    <a:pt x="356925" y="820113"/>
                    <a:pt x="356925" y="808500"/>
                  </a:cubicBezTo>
                  <a:lnTo>
                    <a:pt x="356925" y="452743"/>
                  </a:lnTo>
                  <a:cubicBezTo>
                    <a:pt x="504446" y="409177"/>
                    <a:pt x="588716" y="254270"/>
                    <a:pt x="545150" y="106753"/>
                  </a:cubicBezTo>
                  <a:cubicBezTo>
                    <a:pt x="533469" y="67203"/>
                    <a:pt x="513153" y="30744"/>
                    <a:pt x="485667" y="0"/>
                  </a:cubicBezTo>
                  <a:lnTo>
                    <a:pt x="356925" y="114151"/>
                  </a:lnTo>
                  <a:cubicBezTo>
                    <a:pt x="374932" y="133733"/>
                    <a:pt x="385158" y="159220"/>
                    <a:pt x="385677" y="185818"/>
                  </a:cubicBezTo>
                  <a:cubicBezTo>
                    <a:pt x="385355" y="245069"/>
                    <a:pt x="337060" y="292841"/>
                    <a:pt x="277809" y="292519"/>
                  </a:cubicBezTo>
                  <a:cubicBezTo>
                    <a:pt x="218557" y="292193"/>
                    <a:pt x="170790" y="243902"/>
                    <a:pt x="171111" y="184650"/>
                  </a:cubicBezTo>
                  <a:cubicBezTo>
                    <a:pt x="171249" y="159057"/>
                    <a:pt x="180531" y="134360"/>
                    <a:pt x="197285" y="115010"/>
                  </a:cubicBezTo>
                  <a:lnTo>
                    <a:pt x="68543" y="2146"/>
                  </a:lnTo>
                  <a:cubicBezTo>
                    <a:pt x="-32602" y="118348"/>
                    <a:pt x="-20393" y="294540"/>
                    <a:pt x="95810" y="395685"/>
                  </a:cubicBezTo>
                  <a:cubicBezTo>
                    <a:pt x="122099" y="418566"/>
                    <a:pt x="152440" y="436320"/>
                    <a:pt x="185269" y="448023"/>
                  </a:cubicBezTo>
                  <a:lnTo>
                    <a:pt x="185269" y="808500"/>
                  </a:lnTo>
                  <a:cubicBezTo>
                    <a:pt x="185269" y="914919"/>
                    <a:pt x="271535" y="1001184"/>
                    <a:pt x="377953" y="1001184"/>
                  </a:cubicBezTo>
                  <a:lnTo>
                    <a:pt x="700237" y="1001184"/>
                  </a:lnTo>
                  <a:lnTo>
                    <a:pt x="700237" y="1773637"/>
                  </a:lnTo>
                  <a:lnTo>
                    <a:pt x="2073486" y="1773637"/>
                  </a:lnTo>
                  <a:lnTo>
                    <a:pt x="2073486" y="958270"/>
                  </a:lnTo>
                  <a:lnTo>
                    <a:pt x="2309943" y="958270"/>
                  </a:lnTo>
                  <a:cubicBezTo>
                    <a:pt x="2321555" y="958270"/>
                    <a:pt x="2330970" y="967686"/>
                    <a:pt x="2330970" y="979298"/>
                  </a:cubicBezTo>
                  <a:lnTo>
                    <a:pt x="2330970" y="1336772"/>
                  </a:lnTo>
                  <a:cubicBezTo>
                    <a:pt x="2184393" y="1384188"/>
                    <a:pt x="2104011" y="1541451"/>
                    <a:pt x="2151427" y="1688028"/>
                  </a:cubicBezTo>
                  <a:cubicBezTo>
                    <a:pt x="2163297" y="1724711"/>
                    <a:pt x="2182638" y="1758536"/>
                    <a:pt x="2208236" y="1787369"/>
                  </a:cubicBezTo>
                  <a:lnTo>
                    <a:pt x="2336978" y="1673218"/>
                  </a:lnTo>
                  <a:cubicBezTo>
                    <a:pt x="2319220" y="1653752"/>
                    <a:pt x="2309419" y="1628330"/>
                    <a:pt x="2309513" y="1601981"/>
                  </a:cubicBezTo>
                  <a:cubicBezTo>
                    <a:pt x="2309565" y="1542729"/>
                    <a:pt x="2357637" y="1494734"/>
                    <a:pt x="2416888" y="1494786"/>
                  </a:cubicBezTo>
                  <a:cubicBezTo>
                    <a:pt x="2476140" y="1494837"/>
                    <a:pt x="2524135" y="1542910"/>
                    <a:pt x="2524084" y="1602161"/>
                  </a:cubicBezTo>
                  <a:cubicBezTo>
                    <a:pt x="2524062" y="1628150"/>
                    <a:pt x="2514608" y="1653246"/>
                    <a:pt x="2497477" y="1672789"/>
                  </a:cubicBezTo>
                  <a:lnTo>
                    <a:pt x="2626219" y="1785653"/>
                  </a:lnTo>
                  <a:cubicBezTo>
                    <a:pt x="2727758" y="1670111"/>
                    <a:pt x="2716407" y="1494134"/>
                    <a:pt x="2600865" y="1392595"/>
                  </a:cubicBezTo>
                  <a:cubicBezTo>
                    <a:pt x="2572280" y="1367469"/>
                    <a:pt x="2538842" y="1348471"/>
                    <a:pt x="2502627" y="1336772"/>
                  </a:cubicBezTo>
                  <a:close/>
                  <a:moveTo>
                    <a:pt x="1901830" y="1172841"/>
                  </a:moveTo>
                  <a:lnTo>
                    <a:pt x="1782529" y="1172841"/>
                  </a:lnTo>
                  <a:cubicBezTo>
                    <a:pt x="1778379" y="1173583"/>
                    <a:pt x="1774431" y="1175192"/>
                    <a:pt x="1770942" y="1177561"/>
                  </a:cubicBezTo>
                  <a:lnTo>
                    <a:pt x="1639625" y="1311882"/>
                  </a:lnTo>
                  <a:lnTo>
                    <a:pt x="1539636" y="1074997"/>
                  </a:lnTo>
                  <a:lnTo>
                    <a:pt x="1352960" y="1461223"/>
                  </a:lnTo>
                  <a:lnTo>
                    <a:pt x="1222072" y="958270"/>
                  </a:lnTo>
                  <a:lnTo>
                    <a:pt x="1121224" y="1172841"/>
                  </a:lnTo>
                  <a:lnTo>
                    <a:pt x="914807" y="1172841"/>
                  </a:lnTo>
                  <a:lnTo>
                    <a:pt x="914807" y="1087012"/>
                  </a:lnTo>
                  <a:lnTo>
                    <a:pt x="1066723" y="1087012"/>
                  </a:lnTo>
                  <a:lnTo>
                    <a:pt x="1245245" y="707223"/>
                  </a:lnTo>
                  <a:lnTo>
                    <a:pt x="1377421" y="1212751"/>
                  </a:lnTo>
                  <a:lnTo>
                    <a:pt x="1545214" y="869438"/>
                  </a:lnTo>
                  <a:lnTo>
                    <a:pt x="1668807" y="1162112"/>
                  </a:lnTo>
                  <a:lnTo>
                    <a:pt x="1711721" y="1119198"/>
                  </a:lnTo>
                  <a:cubicBezTo>
                    <a:pt x="1730564" y="1100127"/>
                    <a:pt x="1755772" y="1088669"/>
                    <a:pt x="1782529" y="1087012"/>
                  </a:cubicBezTo>
                  <a:lnTo>
                    <a:pt x="1901830" y="1087012"/>
                  </a:lnTo>
                  <a:close/>
                </a:path>
              </a:pathLst>
            </a:custGeom>
            <a:solidFill>
              <a:srgbClr val="005BB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1" name="Google Shape;382;p28" descr="Shopping cart">
            <a:extLst>
              <a:ext uri="{FF2B5EF4-FFF2-40B4-BE49-F238E27FC236}">
                <a16:creationId xmlns:a16="http://schemas.microsoft.com/office/drawing/2014/main" id="{3C7885F6-A2FC-E2F5-0A15-06A7FDCACC51}"/>
              </a:ext>
            </a:extLst>
          </p:cNvPr>
          <p:cNvPicPr preferRelativeResize="0"/>
          <p:nvPr/>
        </p:nvPicPr>
        <p:blipFill rotWithShape="1">
          <a:blip r:embed="rId4">
            <a:alphaModFix/>
          </a:blip>
          <a:srcRect/>
          <a:stretch/>
        </p:blipFill>
        <p:spPr>
          <a:xfrm>
            <a:off x="1949357" y="1522244"/>
            <a:ext cx="816065" cy="816065"/>
          </a:xfrm>
          <a:prstGeom prst="rect">
            <a:avLst/>
          </a:prstGeom>
          <a:noFill/>
          <a:ln>
            <a:noFill/>
          </a:ln>
        </p:spPr>
      </p:pic>
      <p:pic>
        <p:nvPicPr>
          <p:cNvPr id="22" name="Google Shape;383;p28" descr="Paper">
            <a:extLst>
              <a:ext uri="{FF2B5EF4-FFF2-40B4-BE49-F238E27FC236}">
                <a16:creationId xmlns:a16="http://schemas.microsoft.com/office/drawing/2014/main" id="{668C28C5-113D-E51C-D9DA-486B9BB651ED}"/>
              </a:ext>
            </a:extLst>
          </p:cNvPr>
          <p:cNvPicPr preferRelativeResize="0"/>
          <p:nvPr/>
        </p:nvPicPr>
        <p:blipFill rotWithShape="1">
          <a:blip r:embed="rId5">
            <a:alphaModFix/>
          </a:blip>
          <a:srcRect/>
          <a:stretch/>
        </p:blipFill>
        <p:spPr>
          <a:xfrm>
            <a:off x="1157427" y="1126900"/>
            <a:ext cx="3397455" cy="3397455"/>
          </a:xfrm>
          <a:prstGeom prst="rect">
            <a:avLst/>
          </a:prstGeom>
          <a:noFill/>
          <a:ln>
            <a:noFill/>
          </a:ln>
        </p:spPr>
      </p:pic>
      <p:sp>
        <p:nvSpPr>
          <p:cNvPr id="23" name="Google Shape;384;p28">
            <a:extLst>
              <a:ext uri="{FF2B5EF4-FFF2-40B4-BE49-F238E27FC236}">
                <a16:creationId xmlns:a16="http://schemas.microsoft.com/office/drawing/2014/main" id="{0D75BB1F-3F77-D150-2FC4-0B139260247A}"/>
              </a:ext>
            </a:extLst>
          </p:cNvPr>
          <p:cNvSpPr txBox="1"/>
          <p:nvPr/>
        </p:nvSpPr>
        <p:spPr>
          <a:xfrm>
            <a:off x="1979501" y="2493752"/>
            <a:ext cx="1972983" cy="156966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Clr>
                <a:schemeClr val="dk1"/>
              </a:buClr>
              <a:buSzPts val="3200"/>
              <a:buFont typeface="Courier New"/>
              <a:buAutoNum type="arabicPeriod"/>
            </a:pPr>
            <a:r>
              <a:rPr lang="en-US" sz="3200" dirty="0">
                <a:solidFill>
                  <a:schemeClr val="dk1"/>
                </a:solidFill>
                <a:latin typeface="Courier New"/>
                <a:ea typeface="Courier New"/>
                <a:cs typeface="Courier New"/>
                <a:sym typeface="Courier New"/>
              </a:rPr>
              <a:t>bass</a:t>
            </a:r>
            <a:endParaRPr dirty="0"/>
          </a:p>
          <a:p>
            <a:pPr marL="514350" marR="0" lvl="0" indent="-514350" algn="l" rtl="0">
              <a:spcBef>
                <a:spcPts val="0"/>
              </a:spcBef>
              <a:spcAft>
                <a:spcPts val="0"/>
              </a:spcAft>
              <a:buClr>
                <a:schemeClr val="dk1"/>
              </a:buClr>
              <a:buSzPts val="3200"/>
              <a:buFont typeface="Courier New"/>
              <a:buAutoNum type="arabicPeriod"/>
            </a:pPr>
            <a:r>
              <a:rPr lang="en-US" sz="3200" dirty="0">
                <a:solidFill>
                  <a:schemeClr val="dk1"/>
                </a:solidFill>
                <a:latin typeface="Courier New"/>
                <a:ea typeface="Courier New"/>
                <a:cs typeface="Courier New"/>
                <a:sym typeface="Courier New"/>
              </a:rPr>
              <a:t>…</a:t>
            </a:r>
            <a:endParaRPr dirty="0"/>
          </a:p>
          <a:p>
            <a:pPr marL="514350" marR="0" lvl="0" indent="-514350" algn="l" rtl="0">
              <a:spcBef>
                <a:spcPts val="0"/>
              </a:spcBef>
              <a:spcAft>
                <a:spcPts val="0"/>
              </a:spcAft>
              <a:buClr>
                <a:schemeClr val="dk1"/>
              </a:buClr>
              <a:buSzPts val="3200"/>
              <a:buFont typeface="Courier New"/>
              <a:buAutoNum type="arabicPeriod"/>
            </a:pPr>
            <a:r>
              <a:rPr lang="en-US" sz="3200" dirty="0">
                <a:solidFill>
                  <a:schemeClr val="dk1"/>
                </a:solidFill>
                <a:latin typeface="Courier New"/>
                <a:ea typeface="Courier New"/>
                <a:cs typeface="Courier New"/>
                <a:sym typeface="Courier New"/>
              </a:rPr>
              <a:t>…</a:t>
            </a:r>
            <a:endParaRPr dirty="0"/>
          </a:p>
        </p:txBody>
      </p:sp>
    </p:spTree>
    <p:extLst>
      <p:ext uri="{BB962C8B-B14F-4D97-AF65-F5344CB8AC3E}">
        <p14:creationId xmlns:p14="http://schemas.microsoft.com/office/powerpoint/2010/main" val="145390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60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60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60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2BEF-5D29-820C-D3D8-AD639A8D4820}"/>
              </a:ext>
            </a:extLst>
          </p:cNvPr>
          <p:cNvSpPr>
            <a:spLocks noGrp="1"/>
          </p:cNvSpPr>
          <p:nvPr>
            <p:ph type="title"/>
          </p:nvPr>
        </p:nvSpPr>
        <p:spPr/>
        <p:txBody>
          <a:bodyPr/>
          <a:lstStyle/>
          <a:p>
            <a:r>
              <a:rPr lang="en-US" altLang="zh-CN" dirty="0"/>
              <a:t>Variability and Ambiguity in Words</a:t>
            </a:r>
            <a:endParaRPr lang="en-CA" dirty="0"/>
          </a:p>
        </p:txBody>
      </p:sp>
      <p:sp>
        <p:nvSpPr>
          <p:cNvPr id="3" name="Content Placeholder 2">
            <a:extLst>
              <a:ext uri="{FF2B5EF4-FFF2-40B4-BE49-F238E27FC236}">
                <a16:creationId xmlns:a16="http://schemas.microsoft.com/office/drawing/2014/main" id="{636D9CA4-6408-F1CC-9EDD-24510AB84C9A}"/>
              </a:ext>
            </a:extLst>
          </p:cNvPr>
          <p:cNvSpPr>
            <a:spLocks noGrp="1"/>
          </p:cNvSpPr>
          <p:nvPr>
            <p:ph idx="1"/>
          </p:nvPr>
        </p:nvSpPr>
        <p:spPr/>
        <p:txBody>
          <a:bodyPr/>
          <a:lstStyle/>
          <a:p>
            <a:pPr marL="0" indent="0">
              <a:buNone/>
            </a:pPr>
            <a:r>
              <a:rPr lang="en-CA" dirty="0"/>
              <a:t>Lemmatization and stemming tackles the problem of variability---multiple forms could share the same or similar meanings.</a:t>
            </a:r>
          </a:p>
          <a:p>
            <a:pPr marL="0" indent="0">
              <a:buNone/>
            </a:pPr>
            <a:r>
              <a:rPr lang="en-CA" dirty="0"/>
              <a:t>On the other hand, one wordform could refer to multiple meanings.</a:t>
            </a:r>
          </a:p>
        </p:txBody>
      </p:sp>
      <p:sp>
        <p:nvSpPr>
          <p:cNvPr id="4" name="Slide Number Placeholder 3">
            <a:extLst>
              <a:ext uri="{FF2B5EF4-FFF2-40B4-BE49-F238E27FC236}">
                <a16:creationId xmlns:a16="http://schemas.microsoft.com/office/drawing/2014/main" id="{B89C48CD-9708-BB6A-0BCC-87F03E95A64F}"/>
              </a:ext>
            </a:extLst>
          </p:cNvPr>
          <p:cNvSpPr>
            <a:spLocks noGrp="1"/>
          </p:cNvSpPr>
          <p:nvPr>
            <p:ph type="sldNum" sz="quarter" idx="12"/>
          </p:nvPr>
        </p:nvSpPr>
        <p:spPr/>
        <p:txBody>
          <a:bodyPr/>
          <a:lstStyle/>
          <a:p>
            <a:fld id="{A36FF760-4833-4FC2-9C74-46CD274694B2}" type="slidenum">
              <a:rPr lang="en-CA" smtClean="0"/>
              <a:pPr/>
              <a:t>17</a:t>
            </a:fld>
            <a:endParaRPr lang="en-CA"/>
          </a:p>
        </p:txBody>
      </p:sp>
      <p:pic>
        <p:nvPicPr>
          <p:cNvPr id="6" name="Picture 5">
            <a:extLst>
              <a:ext uri="{FF2B5EF4-FFF2-40B4-BE49-F238E27FC236}">
                <a16:creationId xmlns:a16="http://schemas.microsoft.com/office/drawing/2014/main" id="{D03A088B-60C0-106B-9BF0-98426C66ACBF}"/>
              </a:ext>
            </a:extLst>
          </p:cNvPr>
          <p:cNvPicPr>
            <a:picLocks noChangeAspect="1"/>
          </p:cNvPicPr>
          <p:nvPr/>
        </p:nvPicPr>
        <p:blipFill>
          <a:blip r:embed="rId2"/>
          <a:stretch>
            <a:fillRect/>
          </a:stretch>
        </p:blipFill>
        <p:spPr>
          <a:xfrm>
            <a:off x="2727832" y="2787082"/>
            <a:ext cx="6736336" cy="3751830"/>
          </a:xfrm>
          <a:prstGeom prst="rect">
            <a:avLst/>
          </a:prstGeom>
        </p:spPr>
      </p:pic>
    </p:spTree>
    <p:extLst>
      <p:ext uri="{BB962C8B-B14F-4D97-AF65-F5344CB8AC3E}">
        <p14:creationId xmlns:p14="http://schemas.microsoft.com/office/powerpoint/2010/main" val="1216796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BB5F0-668E-4AB6-C199-95A7C1832D78}"/>
              </a:ext>
            </a:extLst>
          </p:cNvPr>
          <p:cNvSpPr>
            <a:spLocks noGrp="1"/>
          </p:cNvSpPr>
          <p:nvPr>
            <p:ph type="title"/>
          </p:nvPr>
        </p:nvSpPr>
        <p:spPr/>
        <p:txBody>
          <a:bodyPr/>
          <a:lstStyle/>
          <a:p>
            <a:r>
              <a:rPr lang="en-US" altLang="zh-CN" dirty="0"/>
              <a:t>Polysemy vs. Homonymy</a:t>
            </a:r>
            <a:endParaRPr lang="en-CA" dirty="0"/>
          </a:p>
        </p:txBody>
      </p:sp>
      <p:sp>
        <p:nvSpPr>
          <p:cNvPr id="3" name="Content Placeholder 2">
            <a:extLst>
              <a:ext uri="{FF2B5EF4-FFF2-40B4-BE49-F238E27FC236}">
                <a16:creationId xmlns:a16="http://schemas.microsoft.com/office/drawing/2014/main" id="{E57C6E29-7656-CD96-E666-EFD9006AA2CC}"/>
              </a:ext>
            </a:extLst>
          </p:cNvPr>
          <p:cNvSpPr>
            <a:spLocks noGrp="1"/>
          </p:cNvSpPr>
          <p:nvPr>
            <p:ph idx="1"/>
          </p:nvPr>
        </p:nvSpPr>
        <p:spPr/>
        <p:txBody>
          <a:bodyPr/>
          <a:lstStyle/>
          <a:p>
            <a:r>
              <a:rPr lang="en-CA" dirty="0">
                <a:solidFill>
                  <a:srgbClr val="0070C0"/>
                </a:solidFill>
              </a:rPr>
              <a:t>Polysemy</a:t>
            </a:r>
            <a:r>
              <a:rPr lang="en-CA" dirty="0"/>
              <a:t>: a word has multiple </a:t>
            </a:r>
            <a:r>
              <a:rPr lang="en-CA" dirty="0">
                <a:solidFill>
                  <a:srgbClr val="0070C0"/>
                </a:solidFill>
              </a:rPr>
              <a:t>related</a:t>
            </a:r>
            <a:r>
              <a:rPr lang="en-CA" dirty="0"/>
              <a:t> meanings. </a:t>
            </a:r>
          </a:p>
          <a:p>
            <a:pPr lvl="1"/>
            <a:r>
              <a:rPr lang="en-CA" dirty="0"/>
              <a:t>She is a </a:t>
            </a:r>
            <a:r>
              <a:rPr lang="en-CA" dirty="0">
                <a:solidFill>
                  <a:srgbClr val="0070C0"/>
                </a:solidFill>
              </a:rPr>
              <a:t>star</a:t>
            </a:r>
            <a:r>
              <a:rPr lang="en-CA" dirty="0"/>
              <a:t>. </a:t>
            </a:r>
          </a:p>
          <a:p>
            <a:pPr lvl="1"/>
            <a:r>
              <a:rPr lang="en-CA" dirty="0"/>
              <a:t>(pointing to the sky) The </a:t>
            </a:r>
            <a:r>
              <a:rPr lang="en-CA" dirty="0">
                <a:solidFill>
                  <a:srgbClr val="0070C0"/>
                </a:solidFill>
              </a:rPr>
              <a:t>star</a:t>
            </a:r>
            <a:r>
              <a:rPr lang="en-CA" dirty="0"/>
              <a:t> is shining. </a:t>
            </a:r>
          </a:p>
          <a:p>
            <a:r>
              <a:rPr lang="en-CA" dirty="0">
                <a:solidFill>
                  <a:srgbClr val="0070C0"/>
                </a:solidFill>
              </a:rPr>
              <a:t>Homonymy</a:t>
            </a:r>
            <a:r>
              <a:rPr lang="en-CA" dirty="0"/>
              <a:t>: a word has multiple meanings originated from different sources.</a:t>
            </a:r>
          </a:p>
          <a:p>
            <a:pPr lvl="1"/>
            <a:r>
              <a:rPr lang="en-CA" dirty="0"/>
              <a:t>I need to go to the </a:t>
            </a:r>
            <a:r>
              <a:rPr lang="en-CA" dirty="0">
                <a:solidFill>
                  <a:srgbClr val="0070C0"/>
                </a:solidFill>
              </a:rPr>
              <a:t>bank</a:t>
            </a:r>
            <a:r>
              <a:rPr lang="en-CA" dirty="0"/>
              <a:t> as I don’t have enough cash. </a:t>
            </a:r>
          </a:p>
          <a:p>
            <a:pPr lvl="1"/>
            <a:r>
              <a:rPr lang="en-CA" dirty="0"/>
              <a:t>I am sitting on the </a:t>
            </a:r>
            <a:r>
              <a:rPr lang="en-CA" dirty="0">
                <a:solidFill>
                  <a:srgbClr val="0070C0"/>
                </a:solidFill>
              </a:rPr>
              <a:t>bank</a:t>
            </a:r>
            <a:r>
              <a:rPr lang="en-CA" dirty="0"/>
              <a:t> of the river. </a:t>
            </a:r>
          </a:p>
          <a:p>
            <a:pPr marL="0" indent="0">
              <a:buNone/>
            </a:pPr>
            <a:endParaRPr lang="en-CA" dirty="0"/>
          </a:p>
          <a:p>
            <a:pPr marL="0" indent="0">
              <a:buNone/>
            </a:pPr>
            <a:r>
              <a:rPr lang="en-CA" dirty="0"/>
              <a:t>Question: which one do you think is the case for crane? </a:t>
            </a:r>
          </a:p>
        </p:txBody>
      </p:sp>
      <p:sp>
        <p:nvSpPr>
          <p:cNvPr id="4" name="Slide Number Placeholder 3">
            <a:extLst>
              <a:ext uri="{FF2B5EF4-FFF2-40B4-BE49-F238E27FC236}">
                <a16:creationId xmlns:a16="http://schemas.microsoft.com/office/drawing/2014/main" id="{78D0CF79-03C2-7D1C-CB0F-04B5B5BE58F8}"/>
              </a:ext>
            </a:extLst>
          </p:cNvPr>
          <p:cNvSpPr>
            <a:spLocks noGrp="1"/>
          </p:cNvSpPr>
          <p:nvPr>
            <p:ph type="sldNum" sz="quarter" idx="12"/>
          </p:nvPr>
        </p:nvSpPr>
        <p:spPr/>
        <p:txBody>
          <a:bodyPr/>
          <a:lstStyle/>
          <a:p>
            <a:fld id="{A36FF760-4833-4FC2-9C74-46CD274694B2}" type="slidenum">
              <a:rPr lang="en-CA" smtClean="0"/>
              <a:pPr/>
              <a:t>18</a:t>
            </a:fld>
            <a:endParaRPr lang="en-CA"/>
          </a:p>
        </p:txBody>
      </p:sp>
    </p:spTree>
    <p:extLst>
      <p:ext uri="{BB962C8B-B14F-4D97-AF65-F5344CB8AC3E}">
        <p14:creationId xmlns:p14="http://schemas.microsoft.com/office/powerpoint/2010/main" val="279647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FD5E-DCE7-8955-FA08-ADB9CDFA0C03}"/>
              </a:ext>
            </a:extLst>
          </p:cNvPr>
          <p:cNvSpPr>
            <a:spLocks noGrp="1"/>
          </p:cNvSpPr>
          <p:nvPr>
            <p:ph type="title"/>
          </p:nvPr>
        </p:nvSpPr>
        <p:spPr/>
        <p:txBody>
          <a:bodyPr/>
          <a:lstStyle/>
          <a:p>
            <a:r>
              <a:rPr lang="en-CA" dirty="0"/>
              <a:t>Synonyms</a:t>
            </a:r>
          </a:p>
        </p:txBody>
      </p:sp>
      <p:sp>
        <p:nvSpPr>
          <p:cNvPr id="3" name="Content Placeholder 2">
            <a:extLst>
              <a:ext uri="{FF2B5EF4-FFF2-40B4-BE49-F238E27FC236}">
                <a16:creationId xmlns:a16="http://schemas.microsoft.com/office/drawing/2014/main" id="{05C58431-305B-532A-0D37-4E1B94FC6919}"/>
              </a:ext>
            </a:extLst>
          </p:cNvPr>
          <p:cNvSpPr>
            <a:spLocks noGrp="1"/>
          </p:cNvSpPr>
          <p:nvPr>
            <p:ph idx="1"/>
          </p:nvPr>
        </p:nvSpPr>
        <p:spPr/>
        <p:txBody>
          <a:bodyPr/>
          <a:lstStyle/>
          <a:p>
            <a:pPr marL="0" indent="0">
              <a:buNone/>
            </a:pPr>
            <a:r>
              <a:rPr lang="en-CA" dirty="0">
                <a:solidFill>
                  <a:srgbClr val="0070C0"/>
                </a:solidFill>
              </a:rPr>
              <a:t>Synonyms</a:t>
            </a:r>
            <a:r>
              <a:rPr lang="en-CA" dirty="0"/>
              <a:t> (informal definition): words that have the same meanings according to some criteria. </a:t>
            </a:r>
          </a:p>
          <a:p>
            <a:pPr lvl="1"/>
            <a:r>
              <a:rPr lang="en-US" altLang="zh-CN" i="1" dirty="0"/>
              <a:t>couch vs. sofa</a:t>
            </a:r>
          </a:p>
          <a:p>
            <a:pPr lvl="1"/>
            <a:r>
              <a:rPr lang="en-US" i="1" dirty="0"/>
              <a:t>big vs. large</a:t>
            </a:r>
          </a:p>
          <a:p>
            <a:pPr lvl="1"/>
            <a:r>
              <a:rPr lang="en-US" i="1" dirty="0"/>
              <a:t>water vs. H</a:t>
            </a:r>
            <a:r>
              <a:rPr lang="en-CA" baseline="-25000" dirty="0"/>
              <a:t>2</a:t>
            </a:r>
            <a:r>
              <a:rPr lang="en-US" i="1" dirty="0"/>
              <a:t>O</a:t>
            </a:r>
          </a:p>
          <a:p>
            <a:r>
              <a:rPr lang="en-US" dirty="0"/>
              <a:t>There are very few (or no) examples of perfect synonymy. </a:t>
            </a:r>
          </a:p>
          <a:p>
            <a:r>
              <a:rPr lang="en-US" dirty="0"/>
              <a:t>Synonymy is a relation between senses rather than words. </a:t>
            </a:r>
          </a:p>
          <a:p>
            <a:pPr marL="0" indent="0">
              <a:buNone/>
            </a:pPr>
            <a:endParaRPr lang="en-CA" dirty="0"/>
          </a:p>
        </p:txBody>
      </p:sp>
      <p:sp>
        <p:nvSpPr>
          <p:cNvPr id="4" name="Slide Number Placeholder 3">
            <a:extLst>
              <a:ext uri="{FF2B5EF4-FFF2-40B4-BE49-F238E27FC236}">
                <a16:creationId xmlns:a16="http://schemas.microsoft.com/office/drawing/2014/main" id="{B0F82120-4281-7C17-F0D2-018349090B28}"/>
              </a:ext>
            </a:extLst>
          </p:cNvPr>
          <p:cNvSpPr>
            <a:spLocks noGrp="1"/>
          </p:cNvSpPr>
          <p:nvPr>
            <p:ph type="sldNum" sz="quarter" idx="12"/>
          </p:nvPr>
        </p:nvSpPr>
        <p:spPr/>
        <p:txBody>
          <a:bodyPr/>
          <a:lstStyle/>
          <a:p>
            <a:fld id="{A36FF760-4833-4FC2-9C74-46CD274694B2}" type="slidenum">
              <a:rPr lang="en-CA" smtClean="0"/>
              <a:pPr/>
              <a:t>19</a:t>
            </a:fld>
            <a:endParaRPr lang="en-CA"/>
          </a:p>
        </p:txBody>
      </p:sp>
      <p:sp>
        <p:nvSpPr>
          <p:cNvPr id="5" name="Content Placeholder 2">
            <a:extLst>
              <a:ext uri="{FF2B5EF4-FFF2-40B4-BE49-F238E27FC236}">
                <a16:creationId xmlns:a16="http://schemas.microsoft.com/office/drawing/2014/main" id="{E8097AF9-CC91-177B-3AEF-865EE88153D8}"/>
              </a:ext>
            </a:extLst>
          </p:cNvPr>
          <p:cNvSpPr txBox="1">
            <a:spLocks/>
          </p:cNvSpPr>
          <p:nvPr/>
        </p:nvSpPr>
        <p:spPr>
          <a:xfrm>
            <a:off x="404751" y="4533580"/>
            <a:ext cx="5615049" cy="182276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i="1" dirty="0"/>
              <a:t>How big is the plane?</a:t>
            </a:r>
          </a:p>
          <a:p>
            <a:r>
              <a:rPr lang="en-CA" i="1" dirty="0"/>
              <a:t>How large is the plane?</a:t>
            </a:r>
          </a:p>
        </p:txBody>
      </p:sp>
      <p:sp>
        <p:nvSpPr>
          <p:cNvPr id="6" name="Content Placeholder 3">
            <a:extLst>
              <a:ext uri="{FF2B5EF4-FFF2-40B4-BE49-F238E27FC236}">
                <a16:creationId xmlns:a16="http://schemas.microsoft.com/office/drawing/2014/main" id="{0C06D324-5531-3B1B-A22D-35C53625D872}"/>
              </a:ext>
            </a:extLst>
          </p:cNvPr>
          <p:cNvSpPr txBox="1">
            <a:spLocks/>
          </p:cNvSpPr>
          <p:nvPr/>
        </p:nvSpPr>
        <p:spPr>
          <a:xfrm>
            <a:off x="6172200" y="4533579"/>
            <a:ext cx="5615048" cy="1822769"/>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i="1" dirty="0"/>
              <a:t>Miss Nelson became a kind of big sister to Benjamin. </a:t>
            </a:r>
          </a:p>
          <a:p>
            <a:r>
              <a:rPr lang="en-CA" i="1" dirty="0"/>
              <a:t>Miss Nelson became a kind of large sister to Benjamin. (*)</a:t>
            </a:r>
          </a:p>
          <a:p>
            <a:endParaRPr lang="en-CA" i="1" dirty="0"/>
          </a:p>
        </p:txBody>
      </p:sp>
    </p:spTree>
    <p:extLst>
      <p:ext uri="{BB962C8B-B14F-4D97-AF65-F5344CB8AC3E}">
        <p14:creationId xmlns:p14="http://schemas.microsoft.com/office/powerpoint/2010/main" val="51041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FB9A-3ED5-7E0F-A215-CA90E6E80416}"/>
              </a:ext>
            </a:extLst>
          </p:cNvPr>
          <p:cNvSpPr>
            <a:spLocks noGrp="1"/>
          </p:cNvSpPr>
          <p:nvPr>
            <p:ph type="title"/>
          </p:nvPr>
        </p:nvSpPr>
        <p:spPr/>
        <p:txBody>
          <a:bodyPr/>
          <a:lstStyle/>
          <a:p>
            <a:r>
              <a:rPr lang="en-US" altLang="zh-CN" dirty="0"/>
              <a:t>Antonyms</a:t>
            </a:r>
            <a:endParaRPr lang="en-CA" dirty="0"/>
          </a:p>
        </p:txBody>
      </p:sp>
      <p:sp>
        <p:nvSpPr>
          <p:cNvPr id="3" name="Content Placeholder 2">
            <a:extLst>
              <a:ext uri="{FF2B5EF4-FFF2-40B4-BE49-F238E27FC236}">
                <a16:creationId xmlns:a16="http://schemas.microsoft.com/office/drawing/2014/main" id="{57065179-BE1F-3DB1-DDA4-93F366C03CF5}"/>
              </a:ext>
            </a:extLst>
          </p:cNvPr>
          <p:cNvSpPr>
            <a:spLocks noGrp="1"/>
          </p:cNvSpPr>
          <p:nvPr>
            <p:ph idx="1"/>
          </p:nvPr>
        </p:nvSpPr>
        <p:spPr/>
        <p:txBody>
          <a:bodyPr/>
          <a:lstStyle/>
          <a:p>
            <a:pPr marL="0" indent="0">
              <a:buNone/>
            </a:pPr>
            <a:r>
              <a:rPr lang="en-CA" dirty="0"/>
              <a:t>Antonyms: senses that are opposite with respect to (at least) one dimensionality of meaning.</a:t>
            </a:r>
          </a:p>
          <a:p>
            <a:r>
              <a:rPr lang="en-CA" i="1" dirty="0"/>
              <a:t>dark and light</a:t>
            </a:r>
          </a:p>
          <a:p>
            <a:r>
              <a:rPr lang="en-CA" i="1" dirty="0"/>
              <a:t>dark and bright</a:t>
            </a:r>
          </a:p>
          <a:p>
            <a:r>
              <a:rPr lang="en-CA" i="1" dirty="0"/>
              <a:t>hot and cold</a:t>
            </a:r>
          </a:p>
          <a:p>
            <a:r>
              <a:rPr lang="en-CA" i="1" dirty="0"/>
              <a:t>in and out</a:t>
            </a:r>
          </a:p>
        </p:txBody>
      </p:sp>
      <p:sp>
        <p:nvSpPr>
          <p:cNvPr id="4" name="Slide Number Placeholder 3">
            <a:extLst>
              <a:ext uri="{FF2B5EF4-FFF2-40B4-BE49-F238E27FC236}">
                <a16:creationId xmlns:a16="http://schemas.microsoft.com/office/drawing/2014/main" id="{9163DB78-7AF8-4AEB-8811-042658316502}"/>
              </a:ext>
            </a:extLst>
          </p:cNvPr>
          <p:cNvSpPr>
            <a:spLocks noGrp="1"/>
          </p:cNvSpPr>
          <p:nvPr>
            <p:ph type="sldNum" sz="quarter" idx="12"/>
          </p:nvPr>
        </p:nvSpPr>
        <p:spPr/>
        <p:txBody>
          <a:bodyPr/>
          <a:lstStyle/>
          <a:p>
            <a:fld id="{A36FF760-4833-4FC2-9C74-46CD274694B2}" type="slidenum">
              <a:rPr lang="en-CA" smtClean="0"/>
              <a:pPr/>
              <a:t>20</a:t>
            </a:fld>
            <a:endParaRPr lang="en-CA"/>
          </a:p>
        </p:txBody>
      </p:sp>
    </p:spTree>
    <p:extLst>
      <p:ext uri="{BB962C8B-B14F-4D97-AF65-F5344CB8AC3E}">
        <p14:creationId xmlns:p14="http://schemas.microsoft.com/office/powerpoint/2010/main" val="3451830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850EE-AB76-76E8-88DE-CF8A22044543}"/>
              </a:ext>
            </a:extLst>
          </p:cNvPr>
          <p:cNvSpPr>
            <a:spLocks noGrp="1"/>
          </p:cNvSpPr>
          <p:nvPr>
            <p:ph type="title"/>
          </p:nvPr>
        </p:nvSpPr>
        <p:spPr/>
        <p:txBody>
          <a:bodyPr/>
          <a:lstStyle/>
          <a:p>
            <a:r>
              <a:rPr lang="en-CA" dirty="0"/>
              <a:t>Hyponymy/Hypernymy, and Meronym/</a:t>
            </a:r>
            <a:r>
              <a:rPr lang="en-CA" dirty="0" err="1"/>
              <a:t>Holonym</a:t>
            </a:r>
            <a:endParaRPr lang="en-CA" dirty="0"/>
          </a:p>
        </p:txBody>
      </p:sp>
      <p:sp>
        <p:nvSpPr>
          <p:cNvPr id="3" name="Content Placeholder 2">
            <a:extLst>
              <a:ext uri="{FF2B5EF4-FFF2-40B4-BE49-F238E27FC236}">
                <a16:creationId xmlns:a16="http://schemas.microsoft.com/office/drawing/2014/main" id="{654DF984-B84F-6F79-9338-6945FEB17EAA}"/>
              </a:ext>
            </a:extLst>
          </p:cNvPr>
          <p:cNvSpPr>
            <a:spLocks noGrp="1"/>
          </p:cNvSpPr>
          <p:nvPr>
            <p:ph idx="1"/>
          </p:nvPr>
        </p:nvSpPr>
        <p:spPr/>
        <p:txBody>
          <a:bodyPr>
            <a:normAutofit/>
          </a:bodyPr>
          <a:lstStyle/>
          <a:p>
            <a:r>
              <a:rPr lang="en-CA" dirty="0"/>
              <a:t>Sense A is a </a:t>
            </a:r>
            <a:r>
              <a:rPr lang="en-CA" dirty="0">
                <a:solidFill>
                  <a:srgbClr val="0070C0"/>
                </a:solidFill>
              </a:rPr>
              <a:t>hyponym</a:t>
            </a:r>
            <a:r>
              <a:rPr lang="en-CA" dirty="0"/>
              <a:t> of sense B if A is more specific, denoting a subclass of B.</a:t>
            </a:r>
          </a:p>
          <a:p>
            <a:r>
              <a:rPr lang="en-CA" dirty="0"/>
              <a:t>Conversely, B is a hypernym of A. </a:t>
            </a:r>
          </a:p>
          <a:p>
            <a:pPr lvl="1"/>
            <a:r>
              <a:rPr lang="en-CA" i="1" dirty="0"/>
              <a:t>dog</a:t>
            </a:r>
            <a:r>
              <a:rPr lang="en-CA" dirty="0"/>
              <a:t> is a hyponym of </a:t>
            </a:r>
            <a:r>
              <a:rPr lang="en-CA" i="1" dirty="0"/>
              <a:t>animal</a:t>
            </a:r>
          </a:p>
          <a:p>
            <a:pPr lvl="1"/>
            <a:r>
              <a:rPr lang="en-CA" i="1" dirty="0"/>
              <a:t>corgi </a:t>
            </a:r>
            <a:r>
              <a:rPr lang="en-CA" dirty="0"/>
              <a:t>is a hyponym of </a:t>
            </a:r>
            <a:r>
              <a:rPr lang="en-CA" i="1" dirty="0"/>
              <a:t>dog</a:t>
            </a:r>
          </a:p>
          <a:p>
            <a:pPr lvl="1"/>
            <a:endParaRPr lang="en-CA" i="1" dirty="0"/>
          </a:p>
          <a:p>
            <a:r>
              <a:rPr lang="en-CA" dirty="0"/>
              <a:t>Sense A is a meronym of sense B if A is a part of B. </a:t>
            </a:r>
          </a:p>
          <a:p>
            <a:r>
              <a:rPr lang="en-CA" dirty="0"/>
              <a:t>Conversely, B is a </a:t>
            </a:r>
            <a:r>
              <a:rPr lang="en-CA" dirty="0" err="1"/>
              <a:t>holonym</a:t>
            </a:r>
            <a:r>
              <a:rPr lang="en-CA" dirty="0"/>
              <a:t> of A.</a:t>
            </a:r>
          </a:p>
          <a:p>
            <a:pPr lvl="1"/>
            <a:r>
              <a:rPr lang="en-CA" i="1" dirty="0"/>
              <a:t>hand </a:t>
            </a:r>
            <a:r>
              <a:rPr lang="en-CA" dirty="0"/>
              <a:t>is a meronym of </a:t>
            </a:r>
            <a:r>
              <a:rPr lang="en-CA" i="1" dirty="0"/>
              <a:t>body</a:t>
            </a:r>
          </a:p>
          <a:p>
            <a:pPr lvl="1"/>
            <a:r>
              <a:rPr lang="en-CA" dirty="0"/>
              <a:t>Finger is a meronym of </a:t>
            </a:r>
            <a:r>
              <a:rPr lang="en-CA" i="1" dirty="0"/>
              <a:t>hand</a:t>
            </a:r>
          </a:p>
          <a:p>
            <a:pPr lvl="1"/>
            <a:endParaRPr lang="en-CA" sz="1100" i="1" dirty="0"/>
          </a:p>
          <a:p>
            <a:pPr marL="0" indent="0">
              <a:buNone/>
            </a:pPr>
            <a:r>
              <a:rPr lang="en-CA" dirty="0"/>
              <a:t>The WordNet database: </a:t>
            </a:r>
            <a:r>
              <a:rPr lang="en-CA" dirty="0">
                <a:hlinkClick r:id="rId2"/>
              </a:rPr>
              <a:t>https://wordnet.princeton.edu</a:t>
            </a:r>
            <a:r>
              <a:rPr lang="en-CA" dirty="0"/>
              <a:t> </a:t>
            </a:r>
          </a:p>
          <a:p>
            <a:pPr lvl="1"/>
            <a:endParaRPr lang="en-CA" i="1" dirty="0"/>
          </a:p>
        </p:txBody>
      </p:sp>
      <p:sp>
        <p:nvSpPr>
          <p:cNvPr id="4" name="Slide Number Placeholder 3">
            <a:extLst>
              <a:ext uri="{FF2B5EF4-FFF2-40B4-BE49-F238E27FC236}">
                <a16:creationId xmlns:a16="http://schemas.microsoft.com/office/drawing/2014/main" id="{2640D3C2-5DD3-74F6-A1BA-F0D6F7A5C0C9}"/>
              </a:ext>
            </a:extLst>
          </p:cNvPr>
          <p:cNvSpPr>
            <a:spLocks noGrp="1"/>
          </p:cNvSpPr>
          <p:nvPr>
            <p:ph type="sldNum" sz="quarter" idx="12"/>
          </p:nvPr>
        </p:nvSpPr>
        <p:spPr/>
        <p:txBody>
          <a:bodyPr/>
          <a:lstStyle/>
          <a:p>
            <a:fld id="{A36FF760-4833-4FC2-9C74-46CD274694B2}" type="slidenum">
              <a:rPr lang="en-CA" smtClean="0"/>
              <a:pPr/>
              <a:t>21</a:t>
            </a:fld>
            <a:endParaRPr lang="en-CA"/>
          </a:p>
        </p:txBody>
      </p:sp>
    </p:spTree>
    <p:extLst>
      <p:ext uri="{BB962C8B-B14F-4D97-AF65-F5344CB8AC3E}">
        <p14:creationId xmlns:p14="http://schemas.microsoft.com/office/powerpoint/2010/main" val="44411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C8A8-2FF5-7EDB-C5C8-047B8BD3E53A}"/>
              </a:ext>
            </a:extLst>
          </p:cNvPr>
          <p:cNvSpPr>
            <a:spLocks noGrp="1"/>
          </p:cNvSpPr>
          <p:nvPr>
            <p:ph type="title"/>
          </p:nvPr>
        </p:nvSpPr>
        <p:spPr/>
        <p:txBody>
          <a:bodyPr/>
          <a:lstStyle/>
          <a:p>
            <a:r>
              <a:rPr lang="en-CA" dirty="0"/>
              <a:t>Word Sense Disambiguation</a:t>
            </a:r>
          </a:p>
        </p:txBody>
      </p:sp>
      <p:sp>
        <p:nvSpPr>
          <p:cNvPr id="3" name="Content Placeholder 2">
            <a:extLst>
              <a:ext uri="{FF2B5EF4-FFF2-40B4-BE49-F238E27FC236}">
                <a16:creationId xmlns:a16="http://schemas.microsoft.com/office/drawing/2014/main" id="{D0D76A98-09E6-1322-B65E-35F43EB4165E}"/>
              </a:ext>
            </a:extLst>
          </p:cNvPr>
          <p:cNvSpPr>
            <a:spLocks noGrp="1"/>
          </p:cNvSpPr>
          <p:nvPr>
            <p:ph idx="1"/>
          </p:nvPr>
        </p:nvSpPr>
        <p:spPr/>
        <p:txBody>
          <a:bodyPr/>
          <a:lstStyle/>
          <a:p>
            <a:r>
              <a:rPr lang="en-CA" dirty="0"/>
              <a:t>Word-Sense Disambiguation (WSD): the task of determining which sense of a word is used in a particular context, given a set of predefined possible senses.</a:t>
            </a:r>
          </a:p>
          <a:p>
            <a:r>
              <a:rPr lang="en-CA" dirty="0"/>
              <a:t>Relatedly, word sense induction (WSI) requires clustering word usages into senses without predefined ground truths. </a:t>
            </a:r>
          </a:p>
          <a:p>
            <a:endParaRPr lang="en-CA" dirty="0"/>
          </a:p>
          <a:p>
            <a:pPr marL="0" indent="0">
              <a:buNone/>
            </a:pPr>
            <a:r>
              <a:rPr lang="en-CA" dirty="0"/>
              <a:t>Default solution (as of 2026): encode the context of words with a pretrained model, and train a neural network to predict the sense. </a:t>
            </a:r>
          </a:p>
          <a:p>
            <a:pPr marL="0" indent="0">
              <a:buNone/>
            </a:pPr>
            <a:endParaRPr lang="en-CA" dirty="0"/>
          </a:p>
          <a:p>
            <a:pPr marL="0" indent="0">
              <a:buNone/>
            </a:pPr>
            <a:r>
              <a:rPr lang="en-CA" dirty="0"/>
              <a:t>Or… prompting a pretrained language model. </a:t>
            </a:r>
          </a:p>
        </p:txBody>
      </p:sp>
      <p:sp>
        <p:nvSpPr>
          <p:cNvPr id="4" name="Slide Number Placeholder 3">
            <a:extLst>
              <a:ext uri="{FF2B5EF4-FFF2-40B4-BE49-F238E27FC236}">
                <a16:creationId xmlns:a16="http://schemas.microsoft.com/office/drawing/2014/main" id="{108BD493-2157-4171-5E2D-77F4540FD39F}"/>
              </a:ext>
            </a:extLst>
          </p:cNvPr>
          <p:cNvSpPr>
            <a:spLocks noGrp="1"/>
          </p:cNvSpPr>
          <p:nvPr>
            <p:ph type="sldNum" sz="quarter" idx="12"/>
          </p:nvPr>
        </p:nvSpPr>
        <p:spPr/>
        <p:txBody>
          <a:bodyPr/>
          <a:lstStyle/>
          <a:p>
            <a:fld id="{A36FF760-4833-4FC2-9C74-46CD274694B2}" type="slidenum">
              <a:rPr lang="en-CA" smtClean="0"/>
              <a:pPr/>
              <a:t>22</a:t>
            </a:fld>
            <a:endParaRPr lang="en-CA"/>
          </a:p>
        </p:txBody>
      </p:sp>
    </p:spTree>
    <p:extLst>
      <p:ext uri="{BB962C8B-B14F-4D97-AF65-F5344CB8AC3E}">
        <p14:creationId xmlns:p14="http://schemas.microsoft.com/office/powerpoint/2010/main" val="428043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20235-1ED7-F3AB-3BF1-24AED6BA2685}"/>
              </a:ext>
            </a:extLst>
          </p:cNvPr>
          <p:cNvSpPr>
            <a:spLocks noGrp="1"/>
          </p:cNvSpPr>
          <p:nvPr>
            <p:ph type="title"/>
          </p:nvPr>
        </p:nvSpPr>
        <p:spPr/>
        <p:txBody>
          <a:bodyPr/>
          <a:lstStyle/>
          <a:p>
            <a:r>
              <a:rPr lang="en-CA" dirty="0"/>
              <a:t>The Role of Word Senses </a:t>
            </a:r>
          </a:p>
        </p:txBody>
      </p:sp>
      <p:sp>
        <p:nvSpPr>
          <p:cNvPr id="3" name="Content Placeholder 2">
            <a:extLst>
              <a:ext uri="{FF2B5EF4-FFF2-40B4-BE49-F238E27FC236}">
                <a16:creationId xmlns:a16="http://schemas.microsoft.com/office/drawing/2014/main" id="{BD5F4FE1-AB16-A74F-6B6C-A6DA51C6CDB7}"/>
              </a:ext>
            </a:extLst>
          </p:cNvPr>
          <p:cNvSpPr>
            <a:spLocks noGrp="1"/>
          </p:cNvSpPr>
          <p:nvPr>
            <p:ph idx="1"/>
          </p:nvPr>
        </p:nvSpPr>
        <p:spPr/>
        <p:txBody>
          <a:bodyPr/>
          <a:lstStyle/>
          <a:p>
            <a:pPr marL="0" indent="0">
              <a:buNone/>
            </a:pPr>
            <a:r>
              <a:rPr lang="en-CA" dirty="0"/>
              <a:t>A practical question: We now have powerful neural language models, which do not distinguish word senses. Is WSD still a meaningful task? </a:t>
            </a:r>
          </a:p>
          <a:p>
            <a:pPr marL="0" indent="0">
              <a:buNone/>
            </a:pPr>
            <a:r>
              <a:rPr lang="en-CA" dirty="0"/>
              <a:t>A philosophical question in lexical semantics: Do discrete word senses even “exist”? </a:t>
            </a:r>
          </a:p>
          <a:p>
            <a:pPr marL="0" indent="0">
              <a:buNone/>
            </a:pPr>
            <a:r>
              <a:rPr lang="en-CA" dirty="0"/>
              <a:t>[Li. 2024. </a:t>
            </a:r>
            <a:r>
              <a:rPr lang="en-CA" i="1" dirty="0"/>
              <a:t>Semantic minimalism and the continuous nature of polysemy. </a:t>
            </a:r>
            <a:r>
              <a:rPr lang="en-CA" dirty="0"/>
              <a:t>Mind and Language] </a:t>
            </a:r>
          </a:p>
        </p:txBody>
      </p:sp>
      <p:sp>
        <p:nvSpPr>
          <p:cNvPr id="4" name="Slide Number Placeholder 3">
            <a:extLst>
              <a:ext uri="{FF2B5EF4-FFF2-40B4-BE49-F238E27FC236}">
                <a16:creationId xmlns:a16="http://schemas.microsoft.com/office/drawing/2014/main" id="{2C61616F-DBF8-CCF6-226A-FD92AC9E58C7}"/>
              </a:ext>
            </a:extLst>
          </p:cNvPr>
          <p:cNvSpPr>
            <a:spLocks noGrp="1"/>
          </p:cNvSpPr>
          <p:nvPr>
            <p:ph type="sldNum" sz="quarter" idx="12"/>
          </p:nvPr>
        </p:nvSpPr>
        <p:spPr/>
        <p:txBody>
          <a:bodyPr/>
          <a:lstStyle/>
          <a:p>
            <a:fld id="{A36FF760-4833-4FC2-9C74-46CD274694B2}" type="slidenum">
              <a:rPr lang="en-CA" smtClean="0"/>
              <a:pPr/>
              <a:t>23</a:t>
            </a:fld>
            <a:endParaRPr lang="en-CA" dirty="0"/>
          </a:p>
        </p:txBody>
      </p:sp>
    </p:spTree>
    <p:extLst>
      <p:ext uri="{BB962C8B-B14F-4D97-AF65-F5344CB8AC3E}">
        <p14:creationId xmlns:p14="http://schemas.microsoft.com/office/powerpoint/2010/main" val="138300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EB759-C649-68C4-B6CE-86EF09FDD39D}"/>
              </a:ext>
            </a:extLst>
          </p:cNvPr>
          <p:cNvSpPr>
            <a:spLocks noGrp="1"/>
          </p:cNvSpPr>
          <p:nvPr>
            <p:ph type="title"/>
          </p:nvPr>
        </p:nvSpPr>
        <p:spPr/>
        <p:txBody>
          <a:bodyPr/>
          <a:lstStyle/>
          <a:p>
            <a:r>
              <a:rPr lang="en-CA" dirty="0"/>
              <a:t>Tokenization</a:t>
            </a:r>
          </a:p>
        </p:txBody>
      </p:sp>
      <p:sp>
        <p:nvSpPr>
          <p:cNvPr id="3" name="Content Placeholder 2">
            <a:extLst>
              <a:ext uri="{FF2B5EF4-FFF2-40B4-BE49-F238E27FC236}">
                <a16:creationId xmlns:a16="http://schemas.microsoft.com/office/drawing/2014/main" id="{C0391DE1-4FBD-FFE7-6A9C-2100624E78D4}"/>
              </a:ext>
            </a:extLst>
          </p:cNvPr>
          <p:cNvSpPr>
            <a:spLocks noGrp="1"/>
          </p:cNvSpPr>
          <p:nvPr>
            <p:ph idx="1"/>
          </p:nvPr>
        </p:nvSpPr>
        <p:spPr/>
        <p:txBody>
          <a:bodyPr/>
          <a:lstStyle/>
          <a:p>
            <a:r>
              <a:rPr lang="en-CA" dirty="0"/>
              <a:t>Tokenization: the process that converts running text (i.e., a sequence of characters) into a sequence of tokens. </a:t>
            </a:r>
          </a:p>
        </p:txBody>
      </p:sp>
      <p:sp>
        <p:nvSpPr>
          <p:cNvPr id="4" name="Slide Number Placeholder 3">
            <a:extLst>
              <a:ext uri="{FF2B5EF4-FFF2-40B4-BE49-F238E27FC236}">
                <a16:creationId xmlns:a16="http://schemas.microsoft.com/office/drawing/2014/main" id="{27CC82E6-A2ED-0FA3-3E72-CEA254AB82B3}"/>
              </a:ext>
            </a:extLst>
          </p:cNvPr>
          <p:cNvSpPr>
            <a:spLocks noGrp="1"/>
          </p:cNvSpPr>
          <p:nvPr>
            <p:ph type="sldNum" sz="quarter" idx="12"/>
          </p:nvPr>
        </p:nvSpPr>
        <p:spPr/>
        <p:txBody>
          <a:bodyPr/>
          <a:lstStyle/>
          <a:p>
            <a:fld id="{A36FF760-4833-4FC2-9C74-46CD274694B2}" type="slidenum">
              <a:rPr lang="en-CA" smtClean="0"/>
              <a:pPr/>
              <a:t>24</a:t>
            </a:fld>
            <a:endParaRPr lang="en-CA"/>
          </a:p>
        </p:txBody>
      </p:sp>
      <p:sp>
        <p:nvSpPr>
          <p:cNvPr id="5" name="Google Shape;606;p51">
            <a:extLst>
              <a:ext uri="{FF2B5EF4-FFF2-40B4-BE49-F238E27FC236}">
                <a16:creationId xmlns:a16="http://schemas.microsoft.com/office/drawing/2014/main" id="{57C1F62D-B29A-A934-1FE2-E2BEF7503C27}"/>
              </a:ext>
            </a:extLst>
          </p:cNvPr>
          <p:cNvSpPr txBox="1"/>
          <p:nvPr/>
        </p:nvSpPr>
        <p:spPr>
          <a:xfrm>
            <a:off x="1644650" y="2392610"/>
            <a:ext cx="890270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ourier New" panose="02070309020205020404" pitchFamily="49" charset="0"/>
                <a:ea typeface="Courier New"/>
                <a:cs typeface="Courier New" panose="02070309020205020404" pitchFamily="49" charset="0"/>
                <a:sym typeface="Courier New"/>
              </a:rPr>
              <a:t>“Oh!” said Lydia stoutly, “I am not afraid; for though I _am_ the youngest, I’m the tallest.”</a:t>
            </a:r>
            <a:endParaRPr sz="2400" dirty="0">
              <a:latin typeface="Courier New" panose="02070309020205020404" pitchFamily="49" charset="0"/>
              <a:cs typeface="Courier New" panose="02070309020205020404" pitchFamily="49" charset="0"/>
            </a:endParaRPr>
          </a:p>
        </p:txBody>
      </p:sp>
      <p:sp>
        <p:nvSpPr>
          <p:cNvPr id="6" name="Google Shape;608;p51">
            <a:extLst>
              <a:ext uri="{FF2B5EF4-FFF2-40B4-BE49-F238E27FC236}">
                <a16:creationId xmlns:a16="http://schemas.microsoft.com/office/drawing/2014/main" id="{4918BA03-10DC-F955-1C76-237B08DDE173}"/>
              </a:ext>
            </a:extLst>
          </p:cNvPr>
          <p:cNvSpPr txBox="1"/>
          <p:nvPr/>
        </p:nvSpPr>
        <p:spPr>
          <a:xfrm>
            <a:off x="1032222" y="5116960"/>
            <a:ext cx="10127557"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ourier New" panose="02070309020205020404" pitchFamily="49" charset="0"/>
                <a:ea typeface="Courier New"/>
                <a:cs typeface="Courier New" panose="02070309020205020404" pitchFamily="49" charset="0"/>
                <a:sym typeface="Courier New"/>
              </a:rPr>
              <a:t>“ Oh ! ” said Lydia stoutly , “ I am not afraid ; for though I _ am _ the youngest , I ’m the tallest . ”</a:t>
            </a:r>
            <a:endParaRPr sz="2400" dirty="0">
              <a:latin typeface="Courier New" panose="02070309020205020404" pitchFamily="49" charset="0"/>
              <a:cs typeface="Courier New" panose="02070309020205020404" pitchFamily="49" charset="0"/>
            </a:endParaRPr>
          </a:p>
        </p:txBody>
      </p:sp>
      <p:sp>
        <p:nvSpPr>
          <p:cNvPr id="7" name="Google Shape;609;p51">
            <a:extLst>
              <a:ext uri="{FF2B5EF4-FFF2-40B4-BE49-F238E27FC236}">
                <a16:creationId xmlns:a16="http://schemas.microsoft.com/office/drawing/2014/main" id="{B9971B2E-FF52-12DF-511E-112EBD199ABB}"/>
              </a:ext>
            </a:extLst>
          </p:cNvPr>
          <p:cNvSpPr/>
          <p:nvPr/>
        </p:nvSpPr>
        <p:spPr>
          <a:xfrm>
            <a:off x="4935260" y="3753073"/>
            <a:ext cx="2321481" cy="834380"/>
          </a:xfrm>
          <a:prstGeom prst="rect">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rgbClr val="0070C0"/>
                </a:solidFill>
                <a:latin typeface="Nunito" pitchFamily="2" charset="0"/>
                <a:ea typeface="Calibri"/>
                <a:cs typeface="Calibri"/>
                <a:sym typeface="Calibri"/>
              </a:rPr>
              <a:t>tokenizer</a:t>
            </a:r>
            <a:endParaRPr sz="2400" dirty="0">
              <a:solidFill>
                <a:srgbClr val="0070C0"/>
              </a:solidFill>
              <a:latin typeface="Nunito" pitchFamily="2" charset="0"/>
            </a:endParaRPr>
          </a:p>
        </p:txBody>
      </p:sp>
      <p:cxnSp>
        <p:nvCxnSpPr>
          <p:cNvPr id="8" name="Google Shape;613;p51">
            <a:extLst>
              <a:ext uri="{FF2B5EF4-FFF2-40B4-BE49-F238E27FC236}">
                <a16:creationId xmlns:a16="http://schemas.microsoft.com/office/drawing/2014/main" id="{FCB46B01-BEC4-BB59-F743-BB3603AF96F0}"/>
              </a:ext>
            </a:extLst>
          </p:cNvPr>
          <p:cNvCxnSpPr>
            <a:cxnSpLocks/>
            <a:stCxn id="5" idx="2"/>
            <a:endCxn id="7" idx="0"/>
          </p:cNvCxnSpPr>
          <p:nvPr/>
        </p:nvCxnSpPr>
        <p:spPr>
          <a:xfrm>
            <a:off x="6096000" y="3223566"/>
            <a:ext cx="1" cy="529507"/>
          </a:xfrm>
          <a:prstGeom prst="straightConnector1">
            <a:avLst/>
          </a:prstGeom>
          <a:noFill/>
          <a:ln w="41275" cap="flat" cmpd="sng">
            <a:solidFill>
              <a:srgbClr val="288CD2"/>
            </a:solidFill>
            <a:prstDash val="solid"/>
            <a:miter lim="800000"/>
            <a:headEnd type="none" w="sm" len="sm"/>
            <a:tailEnd type="triangle" w="lg" len="lg"/>
          </a:ln>
        </p:spPr>
      </p:cxnSp>
      <p:cxnSp>
        <p:nvCxnSpPr>
          <p:cNvPr id="9" name="Google Shape;614;p51">
            <a:extLst>
              <a:ext uri="{FF2B5EF4-FFF2-40B4-BE49-F238E27FC236}">
                <a16:creationId xmlns:a16="http://schemas.microsoft.com/office/drawing/2014/main" id="{7F6FD69E-43B9-BB6F-4605-ED1B29E562CB}"/>
              </a:ext>
            </a:extLst>
          </p:cNvPr>
          <p:cNvCxnSpPr>
            <a:cxnSpLocks/>
            <a:stCxn id="7" idx="2"/>
            <a:endCxn id="6" idx="0"/>
          </p:cNvCxnSpPr>
          <p:nvPr/>
        </p:nvCxnSpPr>
        <p:spPr>
          <a:xfrm>
            <a:off x="6096001" y="4587453"/>
            <a:ext cx="0" cy="529507"/>
          </a:xfrm>
          <a:prstGeom prst="straightConnector1">
            <a:avLst/>
          </a:prstGeom>
          <a:noFill/>
          <a:ln w="41275" cap="flat" cmpd="sng">
            <a:solidFill>
              <a:srgbClr val="288CD2"/>
            </a:solidFill>
            <a:prstDash val="solid"/>
            <a:miter lim="800000"/>
            <a:headEnd type="none" w="sm" len="sm"/>
            <a:tailEnd type="triangle" w="lg" len="lg"/>
          </a:ln>
        </p:spPr>
      </p:cxnSp>
    </p:spTree>
    <p:extLst>
      <p:ext uri="{BB962C8B-B14F-4D97-AF65-F5344CB8AC3E}">
        <p14:creationId xmlns:p14="http://schemas.microsoft.com/office/powerpoint/2010/main" val="376798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7FFBE-FA9C-FA11-8137-BBE38AE4588B}"/>
              </a:ext>
            </a:extLst>
          </p:cNvPr>
          <p:cNvSpPr>
            <a:spLocks noGrp="1"/>
          </p:cNvSpPr>
          <p:nvPr>
            <p:ph type="title"/>
          </p:nvPr>
        </p:nvSpPr>
        <p:spPr/>
        <p:txBody>
          <a:bodyPr/>
          <a:lstStyle/>
          <a:p>
            <a:r>
              <a:rPr lang="en-US" altLang="zh-CN" dirty="0"/>
              <a:t>Conventions in Rule-Based Tokenizers</a:t>
            </a:r>
            <a:endParaRPr lang="en-CA" dirty="0"/>
          </a:p>
        </p:txBody>
      </p:sp>
      <p:sp>
        <p:nvSpPr>
          <p:cNvPr id="3" name="Content Placeholder 2">
            <a:extLst>
              <a:ext uri="{FF2B5EF4-FFF2-40B4-BE49-F238E27FC236}">
                <a16:creationId xmlns:a16="http://schemas.microsoft.com/office/drawing/2014/main" id="{F7F6B5F6-2071-191D-98AE-3B4842AF0975}"/>
              </a:ext>
            </a:extLst>
          </p:cNvPr>
          <p:cNvSpPr>
            <a:spLocks noGrp="1"/>
          </p:cNvSpPr>
          <p:nvPr>
            <p:ph idx="1"/>
          </p:nvPr>
        </p:nvSpPr>
        <p:spPr/>
        <p:txBody>
          <a:bodyPr/>
          <a:lstStyle/>
          <a:p>
            <a:endParaRPr lang="en-CA" dirty="0"/>
          </a:p>
          <a:p>
            <a:endParaRPr lang="en-CA" dirty="0"/>
          </a:p>
          <a:p>
            <a:endParaRPr lang="en-CA" dirty="0"/>
          </a:p>
          <a:p>
            <a:endParaRPr lang="en-CA" dirty="0"/>
          </a:p>
          <a:p>
            <a:endParaRPr lang="en-CA" dirty="0"/>
          </a:p>
          <a:p>
            <a:endParaRPr lang="en-CA" dirty="0"/>
          </a:p>
          <a:p>
            <a:pPr marL="0" indent="0">
              <a:buNone/>
            </a:pPr>
            <a:r>
              <a:rPr lang="en-CA" dirty="0"/>
              <a:t>It is important to check and ensure consistency when comparing results across different tokenizers.</a:t>
            </a:r>
          </a:p>
          <a:p>
            <a:pPr marL="0" indent="0">
              <a:buNone/>
            </a:pPr>
            <a:r>
              <a:rPr lang="en-CA" dirty="0"/>
              <a:t>See </a:t>
            </a:r>
            <a:r>
              <a:rPr lang="en-CA" dirty="0" err="1">
                <a:latin typeface="Courier New" panose="02070309020205020404" pitchFamily="49" charset="0"/>
                <a:cs typeface="Courier New" panose="02070309020205020404" pitchFamily="49" charset="0"/>
              </a:rPr>
              <a:t>nltk.tokenize</a:t>
            </a:r>
            <a:r>
              <a:rPr lang="en-CA" dirty="0"/>
              <a:t>, which also works for sentence tokenization.</a:t>
            </a:r>
          </a:p>
          <a:p>
            <a:pPr marL="0" indent="0">
              <a:buNone/>
            </a:pPr>
            <a:endParaRPr lang="en-CA" dirty="0"/>
          </a:p>
        </p:txBody>
      </p:sp>
      <p:sp>
        <p:nvSpPr>
          <p:cNvPr id="4" name="Slide Number Placeholder 3">
            <a:extLst>
              <a:ext uri="{FF2B5EF4-FFF2-40B4-BE49-F238E27FC236}">
                <a16:creationId xmlns:a16="http://schemas.microsoft.com/office/drawing/2014/main" id="{D24860B6-1873-C9DE-D50B-5E76881F61E9}"/>
              </a:ext>
            </a:extLst>
          </p:cNvPr>
          <p:cNvSpPr>
            <a:spLocks noGrp="1"/>
          </p:cNvSpPr>
          <p:nvPr>
            <p:ph type="sldNum" sz="quarter" idx="12"/>
          </p:nvPr>
        </p:nvSpPr>
        <p:spPr/>
        <p:txBody>
          <a:bodyPr/>
          <a:lstStyle/>
          <a:p>
            <a:fld id="{A36FF760-4833-4FC2-9C74-46CD274694B2}" type="slidenum">
              <a:rPr lang="en-CA" smtClean="0"/>
              <a:pPr/>
              <a:t>25</a:t>
            </a:fld>
            <a:endParaRPr lang="en-CA"/>
          </a:p>
        </p:txBody>
      </p:sp>
      <p:sp>
        <p:nvSpPr>
          <p:cNvPr id="5" name="Google Shape;621;p52">
            <a:extLst>
              <a:ext uri="{FF2B5EF4-FFF2-40B4-BE49-F238E27FC236}">
                <a16:creationId xmlns:a16="http://schemas.microsoft.com/office/drawing/2014/main" id="{C653AD83-43E1-6B15-5D74-F73BAE720285}"/>
              </a:ext>
            </a:extLst>
          </p:cNvPr>
          <p:cNvSpPr txBox="1"/>
          <p:nvPr/>
        </p:nvSpPr>
        <p:spPr>
          <a:xfrm>
            <a:off x="2458064" y="2432940"/>
            <a:ext cx="1846075"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Nunito" pitchFamily="2" charset="0"/>
                <a:ea typeface="Courier New"/>
                <a:cs typeface="Courier New"/>
                <a:sym typeface="Courier New"/>
              </a:rPr>
              <a:t>don’t</a:t>
            </a:r>
            <a:endParaRPr sz="2400" dirty="0">
              <a:latin typeface="Nunito" pitchFamily="2" charset="0"/>
            </a:endParaRPr>
          </a:p>
          <a:p>
            <a:pPr marL="0" marR="0" lvl="0" indent="0" algn="l" rtl="0">
              <a:spcBef>
                <a:spcPts val="0"/>
              </a:spcBef>
              <a:spcAft>
                <a:spcPts val="0"/>
              </a:spcAft>
              <a:buNone/>
            </a:pPr>
            <a:r>
              <a:rPr lang="en-US" sz="2400" dirty="0">
                <a:solidFill>
                  <a:schemeClr val="dk1"/>
                </a:solidFill>
                <a:latin typeface="Nunito" pitchFamily="2" charset="0"/>
                <a:ea typeface="Courier New"/>
                <a:cs typeface="Courier New"/>
                <a:sym typeface="Courier New"/>
              </a:rPr>
              <a:t>aren’t </a:t>
            </a:r>
            <a:endParaRPr sz="2400" dirty="0">
              <a:solidFill>
                <a:schemeClr val="dk1"/>
              </a:solidFill>
              <a:latin typeface="Nunito" pitchFamily="2" charset="0"/>
              <a:ea typeface="Courier New"/>
              <a:cs typeface="Courier New"/>
              <a:sym typeface="Courier New"/>
            </a:endParaRPr>
          </a:p>
          <a:p>
            <a:pPr marL="0" marR="0" lvl="0" indent="0" algn="l" rtl="0">
              <a:spcBef>
                <a:spcPts val="0"/>
              </a:spcBef>
              <a:spcAft>
                <a:spcPts val="0"/>
              </a:spcAft>
              <a:buNone/>
            </a:pPr>
            <a:r>
              <a:rPr lang="en-US" sz="2400" dirty="0">
                <a:solidFill>
                  <a:schemeClr val="dk1"/>
                </a:solidFill>
                <a:latin typeface="Nunito" pitchFamily="2" charset="0"/>
                <a:ea typeface="Courier New"/>
                <a:cs typeface="Courier New"/>
                <a:sym typeface="Courier New"/>
              </a:rPr>
              <a:t>can’t</a:t>
            </a:r>
            <a:endParaRPr sz="2400" dirty="0">
              <a:latin typeface="Nunito" pitchFamily="2" charset="0"/>
            </a:endParaRPr>
          </a:p>
          <a:p>
            <a:pPr marL="0" marR="0" lvl="0" indent="0" algn="l" rtl="0">
              <a:spcBef>
                <a:spcPts val="0"/>
              </a:spcBef>
              <a:spcAft>
                <a:spcPts val="0"/>
              </a:spcAft>
              <a:buNone/>
            </a:pPr>
            <a:r>
              <a:rPr lang="en-US" sz="2400" dirty="0">
                <a:solidFill>
                  <a:schemeClr val="dk1"/>
                </a:solidFill>
                <a:latin typeface="Nunito" pitchFamily="2" charset="0"/>
                <a:ea typeface="Courier New"/>
                <a:cs typeface="Courier New"/>
                <a:sym typeface="Courier New"/>
              </a:rPr>
              <a:t>won’t</a:t>
            </a:r>
            <a:endParaRPr sz="2400" dirty="0">
              <a:latin typeface="Nunito" pitchFamily="2" charset="0"/>
            </a:endParaRPr>
          </a:p>
        </p:txBody>
      </p:sp>
      <p:cxnSp>
        <p:nvCxnSpPr>
          <p:cNvPr id="6" name="Google Shape;622;p52">
            <a:extLst>
              <a:ext uri="{FF2B5EF4-FFF2-40B4-BE49-F238E27FC236}">
                <a16:creationId xmlns:a16="http://schemas.microsoft.com/office/drawing/2014/main" id="{0E8511B1-DA89-D197-7516-9468103CD8CD}"/>
              </a:ext>
            </a:extLst>
          </p:cNvPr>
          <p:cNvCxnSpPr/>
          <p:nvPr/>
        </p:nvCxnSpPr>
        <p:spPr>
          <a:xfrm>
            <a:off x="2337925" y="2256747"/>
            <a:ext cx="7327900" cy="0"/>
          </a:xfrm>
          <a:prstGeom prst="straightConnector1">
            <a:avLst/>
          </a:prstGeom>
          <a:noFill/>
          <a:ln w="34925" cap="flat" cmpd="sng">
            <a:solidFill>
              <a:srgbClr val="288CD2"/>
            </a:solidFill>
            <a:prstDash val="solid"/>
            <a:miter lim="800000"/>
            <a:headEnd type="none" w="sm" len="sm"/>
            <a:tailEnd type="none" w="sm" len="sm"/>
          </a:ln>
        </p:spPr>
      </p:cxnSp>
      <p:cxnSp>
        <p:nvCxnSpPr>
          <p:cNvPr id="7" name="Google Shape;623;p52">
            <a:extLst>
              <a:ext uri="{FF2B5EF4-FFF2-40B4-BE49-F238E27FC236}">
                <a16:creationId xmlns:a16="http://schemas.microsoft.com/office/drawing/2014/main" id="{800D6807-8F3E-10D6-DCAC-D13878BBAC9E}"/>
              </a:ext>
            </a:extLst>
          </p:cNvPr>
          <p:cNvCxnSpPr>
            <a:cxnSpLocks/>
          </p:cNvCxnSpPr>
          <p:nvPr/>
        </p:nvCxnSpPr>
        <p:spPr>
          <a:xfrm>
            <a:off x="4560425" y="1596346"/>
            <a:ext cx="0" cy="2412000"/>
          </a:xfrm>
          <a:prstGeom prst="straightConnector1">
            <a:avLst/>
          </a:prstGeom>
          <a:noFill/>
          <a:ln w="34925" cap="flat" cmpd="sng">
            <a:solidFill>
              <a:srgbClr val="288CD2"/>
            </a:solidFill>
            <a:prstDash val="solid"/>
            <a:miter lim="800000"/>
            <a:headEnd type="none" w="sm" len="sm"/>
            <a:tailEnd type="none" w="sm" len="sm"/>
          </a:ln>
        </p:spPr>
      </p:cxnSp>
      <p:cxnSp>
        <p:nvCxnSpPr>
          <p:cNvPr id="8" name="Google Shape;624;p52">
            <a:extLst>
              <a:ext uri="{FF2B5EF4-FFF2-40B4-BE49-F238E27FC236}">
                <a16:creationId xmlns:a16="http://schemas.microsoft.com/office/drawing/2014/main" id="{96DC1DB7-EA34-C87B-9358-E8B079DE9A02}"/>
              </a:ext>
            </a:extLst>
          </p:cNvPr>
          <p:cNvCxnSpPr>
            <a:cxnSpLocks/>
          </p:cNvCxnSpPr>
          <p:nvPr/>
        </p:nvCxnSpPr>
        <p:spPr>
          <a:xfrm flipH="1">
            <a:off x="7468721" y="1596346"/>
            <a:ext cx="4" cy="2412000"/>
          </a:xfrm>
          <a:prstGeom prst="straightConnector1">
            <a:avLst/>
          </a:prstGeom>
          <a:noFill/>
          <a:ln w="34925" cap="flat" cmpd="sng">
            <a:solidFill>
              <a:srgbClr val="288CD2"/>
            </a:solidFill>
            <a:prstDash val="solid"/>
            <a:miter lim="800000"/>
            <a:headEnd type="none" w="sm" len="sm"/>
            <a:tailEnd type="none" w="sm" len="sm"/>
          </a:ln>
        </p:spPr>
      </p:cxnSp>
      <p:sp>
        <p:nvSpPr>
          <p:cNvPr id="9" name="Google Shape;625;p52">
            <a:extLst>
              <a:ext uri="{FF2B5EF4-FFF2-40B4-BE49-F238E27FC236}">
                <a16:creationId xmlns:a16="http://schemas.microsoft.com/office/drawing/2014/main" id="{5021FB5E-9831-A001-9DF9-08C39DAEC1A4}"/>
              </a:ext>
            </a:extLst>
          </p:cNvPr>
          <p:cNvSpPr txBox="1"/>
          <p:nvPr/>
        </p:nvSpPr>
        <p:spPr>
          <a:xfrm>
            <a:off x="5054964" y="2432940"/>
            <a:ext cx="2046222"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do n’t</a:t>
            </a:r>
            <a:endParaRPr sz="2400">
              <a:solidFill>
                <a:schemeClr val="dk1"/>
              </a:solidFill>
              <a:latin typeface="Nunito" pitchFamily="2" charset="0"/>
              <a:ea typeface="Courier New"/>
              <a:cs typeface="Courier New"/>
              <a:sym typeface="Courier New"/>
            </a:endParaRPr>
          </a:p>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are n’t</a:t>
            </a:r>
            <a:endParaRPr sz="2400">
              <a:solidFill>
                <a:schemeClr val="dk1"/>
              </a:solidFill>
              <a:latin typeface="Nunito" pitchFamily="2" charset="0"/>
              <a:ea typeface="Courier New"/>
              <a:cs typeface="Courier New"/>
              <a:sym typeface="Courier New"/>
            </a:endParaRPr>
          </a:p>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ca n’t</a:t>
            </a:r>
            <a:endParaRPr sz="2400">
              <a:solidFill>
                <a:schemeClr val="dk1"/>
              </a:solidFill>
              <a:latin typeface="Nunito" pitchFamily="2" charset="0"/>
              <a:ea typeface="Courier New"/>
              <a:cs typeface="Courier New"/>
              <a:sym typeface="Courier New"/>
            </a:endParaRPr>
          </a:p>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wo n’t</a:t>
            </a:r>
            <a:endParaRPr sz="2400">
              <a:solidFill>
                <a:schemeClr val="dk1"/>
              </a:solidFill>
              <a:latin typeface="Nunito" pitchFamily="2" charset="0"/>
              <a:ea typeface="Courier New"/>
              <a:cs typeface="Courier New"/>
              <a:sym typeface="Courier New"/>
            </a:endParaRPr>
          </a:p>
        </p:txBody>
      </p:sp>
      <p:sp>
        <p:nvSpPr>
          <p:cNvPr id="10" name="Google Shape;626;p52">
            <a:extLst>
              <a:ext uri="{FF2B5EF4-FFF2-40B4-BE49-F238E27FC236}">
                <a16:creationId xmlns:a16="http://schemas.microsoft.com/office/drawing/2014/main" id="{D2E2E6CE-0711-AE18-2923-20590AFC37FF}"/>
              </a:ext>
            </a:extLst>
          </p:cNvPr>
          <p:cNvSpPr txBox="1"/>
          <p:nvPr/>
        </p:nvSpPr>
        <p:spPr>
          <a:xfrm>
            <a:off x="7646529" y="2432940"/>
            <a:ext cx="2592326"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don ’t</a:t>
            </a:r>
            <a:endParaRPr sz="2400">
              <a:latin typeface="Nunito" pitchFamily="2" charset="0"/>
            </a:endParaRPr>
          </a:p>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aren ’t</a:t>
            </a:r>
            <a:endParaRPr sz="2400">
              <a:latin typeface="Nunito" pitchFamily="2" charset="0"/>
            </a:endParaRPr>
          </a:p>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can ’t</a:t>
            </a:r>
            <a:endParaRPr sz="2400">
              <a:latin typeface="Nunito" pitchFamily="2" charset="0"/>
            </a:endParaRPr>
          </a:p>
          <a:p>
            <a:pPr marL="0" marR="0" lvl="0" indent="0" algn="l" rtl="0">
              <a:spcBef>
                <a:spcPts val="0"/>
              </a:spcBef>
              <a:spcAft>
                <a:spcPts val="0"/>
              </a:spcAft>
              <a:buNone/>
            </a:pPr>
            <a:r>
              <a:rPr lang="en-US" sz="2400">
                <a:solidFill>
                  <a:schemeClr val="dk1"/>
                </a:solidFill>
                <a:latin typeface="Nunito" pitchFamily="2" charset="0"/>
                <a:ea typeface="Courier New"/>
                <a:cs typeface="Courier New"/>
                <a:sym typeface="Courier New"/>
              </a:rPr>
              <a:t>won ’t</a:t>
            </a:r>
            <a:endParaRPr sz="2400">
              <a:latin typeface="Nunito" pitchFamily="2" charset="0"/>
            </a:endParaRPr>
          </a:p>
        </p:txBody>
      </p:sp>
      <p:sp>
        <p:nvSpPr>
          <p:cNvPr id="11" name="Google Shape;627;p52">
            <a:extLst>
              <a:ext uri="{FF2B5EF4-FFF2-40B4-BE49-F238E27FC236}">
                <a16:creationId xmlns:a16="http://schemas.microsoft.com/office/drawing/2014/main" id="{954277B2-344F-C39F-0EBA-9A29AFD6422B}"/>
              </a:ext>
            </a:extLst>
          </p:cNvPr>
          <p:cNvSpPr/>
          <p:nvPr/>
        </p:nvSpPr>
        <p:spPr>
          <a:xfrm>
            <a:off x="4633575" y="1621747"/>
            <a:ext cx="2835146" cy="6038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dk1"/>
                </a:solidFill>
                <a:latin typeface="Nunito" pitchFamily="2" charset="0"/>
                <a:ea typeface="Calibri"/>
                <a:cs typeface="Calibri"/>
                <a:sym typeface="Calibri"/>
              </a:rPr>
              <a:t>Penn Treebank</a:t>
            </a:r>
            <a:endParaRPr sz="2400" b="1" dirty="0">
              <a:latin typeface="Nunito" pitchFamily="2" charset="0"/>
            </a:endParaRPr>
          </a:p>
        </p:txBody>
      </p:sp>
      <p:sp>
        <p:nvSpPr>
          <p:cNvPr id="12" name="Google Shape;628;p52">
            <a:extLst>
              <a:ext uri="{FF2B5EF4-FFF2-40B4-BE49-F238E27FC236}">
                <a16:creationId xmlns:a16="http://schemas.microsoft.com/office/drawing/2014/main" id="{1F9C00DE-EBB1-BBDD-065F-8AC7A9365915}"/>
              </a:ext>
            </a:extLst>
          </p:cNvPr>
          <p:cNvSpPr/>
          <p:nvPr/>
        </p:nvSpPr>
        <p:spPr>
          <a:xfrm>
            <a:off x="7646529" y="1621747"/>
            <a:ext cx="1854194" cy="6038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dk1"/>
                </a:solidFill>
                <a:latin typeface="Nunito" pitchFamily="2" charset="0"/>
                <a:ea typeface="Calibri"/>
                <a:cs typeface="Calibri"/>
                <a:sym typeface="Calibri"/>
              </a:rPr>
              <a:t>Moses</a:t>
            </a:r>
            <a:endParaRPr sz="2400" b="1" dirty="0">
              <a:latin typeface="Nunito" pitchFamily="2" charset="0"/>
            </a:endParaRPr>
          </a:p>
        </p:txBody>
      </p:sp>
      <p:sp>
        <p:nvSpPr>
          <p:cNvPr id="16" name="TextBox 15">
            <a:extLst>
              <a:ext uri="{FF2B5EF4-FFF2-40B4-BE49-F238E27FC236}">
                <a16:creationId xmlns:a16="http://schemas.microsoft.com/office/drawing/2014/main" id="{3F876551-0E95-B944-ED18-D005F65248F1}"/>
              </a:ext>
            </a:extLst>
          </p:cNvPr>
          <p:cNvSpPr txBox="1"/>
          <p:nvPr/>
        </p:nvSpPr>
        <p:spPr>
          <a:xfrm>
            <a:off x="404751" y="6075113"/>
            <a:ext cx="6094708" cy="369332"/>
          </a:xfrm>
          <a:prstGeom prst="rect">
            <a:avLst/>
          </a:prstGeom>
          <a:noFill/>
        </p:spPr>
        <p:txBody>
          <a:bodyPr wrap="square">
            <a:spAutoFit/>
          </a:bodyPr>
          <a:lstStyle/>
          <a:p>
            <a:r>
              <a:rPr lang="en-CA" dirty="0">
                <a:latin typeface="Nunito" pitchFamily="2" charset="0"/>
              </a:rPr>
              <a:t>[https://www.nltk.org/api/nltk.tokenize.html]</a:t>
            </a:r>
          </a:p>
        </p:txBody>
      </p:sp>
    </p:spTree>
    <p:extLst>
      <p:ext uri="{BB962C8B-B14F-4D97-AF65-F5344CB8AC3E}">
        <p14:creationId xmlns:p14="http://schemas.microsoft.com/office/powerpoint/2010/main" val="80869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329F8-137E-BAC4-9615-1751B31AB225}"/>
              </a:ext>
            </a:extLst>
          </p:cNvPr>
          <p:cNvSpPr>
            <a:spLocks noGrp="1"/>
          </p:cNvSpPr>
          <p:nvPr>
            <p:ph type="title"/>
          </p:nvPr>
        </p:nvSpPr>
        <p:spPr/>
        <p:txBody>
          <a:bodyPr/>
          <a:lstStyle/>
          <a:p>
            <a:r>
              <a:rPr lang="en-CA" dirty="0"/>
              <a:t>Tokenization across Languages</a:t>
            </a:r>
          </a:p>
        </p:txBody>
      </p:sp>
      <p:sp>
        <p:nvSpPr>
          <p:cNvPr id="3" name="Content Placeholder 2">
            <a:extLst>
              <a:ext uri="{FF2B5EF4-FFF2-40B4-BE49-F238E27FC236}">
                <a16:creationId xmlns:a16="http://schemas.microsoft.com/office/drawing/2014/main" id="{BD787F58-B383-9F55-D913-36D8C333BDE5}"/>
              </a:ext>
            </a:extLst>
          </p:cNvPr>
          <p:cNvSpPr>
            <a:spLocks noGrp="1"/>
          </p:cNvSpPr>
          <p:nvPr>
            <p:ph idx="1"/>
          </p:nvPr>
        </p:nvSpPr>
        <p:spPr/>
        <p:txBody>
          <a:bodyPr/>
          <a:lstStyle/>
          <a:p>
            <a:pPr marL="0" indent="0">
              <a:buNone/>
            </a:pPr>
            <a:r>
              <a:rPr lang="en-CA" dirty="0"/>
              <a:t>There is no explicit whitespace between words in some languages, and tokenization becomes highly nontrivial in these cases. </a:t>
            </a:r>
          </a:p>
          <a:p>
            <a:pPr marL="0" indent="0">
              <a:buNone/>
            </a:pPr>
            <a:endParaRPr lang="en-CA" dirty="0"/>
          </a:p>
          <a:p>
            <a:pPr marL="0" indent="0" algn="ctr">
              <a:lnSpc>
                <a:spcPct val="90000"/>
              </a:lnSpc>
              <a:spcAft>
                <a:spcPts val="0"/>
              </a:spcAft>
              <a:buClr>
                <a:schemeClr val="dk1"/>
              </a:buClr>
              <a:buSzPts val="2800"/>
              <a:buNone/>
            </a:pPr>
            <a:r>
              <a:rPr lang="zh-CN" altLang="en-US" dirty="0">
                <a:latin typeface="Arial"/>
                <a:ea typeface="Arial"/>
                <a:cs typeface="Arial"/>
                <a:sym typeface="Arial"/>
              </a:rPr>
              <a:t>姚明        进入     总决赛</a:t>
            </a:r>
          </a:p>
          <a:p>
            <a:pPr marL="0" indent="0" algn="ctr">
              <a:lnSpc>
                <a:spcPct val="90000"/>
              </a:lnSpc>
              <a:spcAft>
                <a:spcPts val="0"/>
              </a:spcAft>
              <a:buClr>
                <a:schemeClr val="dk1"/>
              </a:buClr>
              <a:buSzPts val="2800"/>
              <a:buNone/>
            </a:pPr>
            <a:r>
              <a:rPr lang="zh-CN" altLang="en-US" dirty="0"/>
              <a:t>“</a:t>
            </a:r>
            <a:r>
              <a:rPr lang="en-US" dirty="0" err="1"/>
              <a:t>YaoMing</a:t>
            </a:r>
            <a:r>
              <a:rPr lang="en-US" dirty="0"/>
              <a:t>   reaches   finals”</a:t>
            </a:r>
          </a:p>
          <a:p>
            <a:pPr indent="-127000" algn="ctr">
              <a:lnSpc>
                <a:spcPct val="90000"/>
              </a:lnSpc>
              <a:spcAft>
                <a:spcPts val="0"/>
              </a:spcAft>
              <a:buClr>
                <a:schemeClr val="dk1"/>
              </a:buClr>
              <a:buSzPts val="1600"/>
              <a:buNone/>
            </a:pPr>
            <a:endParaRPr lang="en-US" sz="1400" dirty="0"/>
          </a:p>
          <a:p>
            <a:pPr marL="0" indent="0" algn="ctr">
              <a:lnSpc>
                <a:spcPct val="90000"/>
              </a:lnSpc>
              <a:spcAft>
                <a:spcPts val="0"/>
              </a:spcAft>
              <a:buClr>
                <a:schemeClr val="dk1"/>
              </a:buClr>
              <a:buSzPts val="2800"/>
              <a:buNone/>
            </a:pPr>
            <a:r>
              <a:rPr lang="en-US" dirty="0">
                <a:latin typeface="Arial"/>
                <a:ea typeface="Arial"/>
                <a:cs typeface="Arial"/>
                <a:sym typeface="Arial"/>
              </a:rPr>
              <a:t>  </a:t>
            </a:r>
            <a:r>
              <a:rPr lang="zh-CN" altLang="en-US" dirty="0">
                <a:latin typeface="Arial"/>
                <a:ea typeface="Arial"/>
                <a:cs typeface="Arial"/>
                <a:sym typeface="Arial"/>
              </a:rPr>
              <a:t>姚     明       进入       总      决赛</a:t>
            </a:r>
          </a:p>
          <a:p>
            <a:pPr marL="0" indent="0" algn="ctr">
              <a:lnSpc>
                <a:spcPct val="90000"/>
              </a:lnSpc>
              <a:spcAft>
                <a:spcPts val="0"/>
              </a:spcAft>
              <a:buClr>
                <a:schemeClr val="dk1"/>
              </a:buClr>
              <a:buSzPts val="2800"/>
              <a:buNone/>
            </a:pPr>
            <a:r>
              <a:rPr lang="zh-CN" altLang="en-US" dirty="0"/>
              <a:t>“</a:t>
            </a:r>
            <a:r>
              <a:rPr lang="en-US" dirty="0"/>
              <a:t>Yao  Ming   reaches  overall  finals”</a:t>
            </a:r>
          </a:p>
          <a:p>
            <a:pPr marL="0" indent="0">
              <a:buNone/>
            </a:pPr>
            <a:endParaRPr lang="en-CA" dirty="0"/>
          </a:p>
        </p:txBody>
      </p:sp>
      <p:sp>
        <p:nvSpPr>
          <p:cNvPr id="4" name="Slide Number Placeholder 3">
            <a:extLst>
              <a:ext uri="{FF2B5EF4-FFF2-40B4-BE49-F238E27FC236}">
                <a16:creationId xmlns:a16="http://schemas.microsoft.com/office/drawing/2014/main" id="{CD9CE940-ED7A-7BF6-8CA8-311FA06E64A2}"/>
              </a:ext>
            </a:extLst>
          </p:cNvPr>
          <p:cNvSpPr>
            <a:spLocks noGrp="1"/>
          </p:cNvSpPr>
          <p:nvPr>
            <p:ph type="sldNum" sz="quarter" idx="12"/>
          </p:nvPr>
        </p:nvSpPr>
        <p:spPr/>
        <p:txBody>
          <a:bodyPr/>
          <a:lstStyle/>
          <a:p>
            <a:fld id="{A36FF760-4833-4FC2-9C74-46CD274694B2}" type="slidenum">
              <a:rPr lang="en-CA" smtClean="0"/>
              <a:pPr/>
              <a:t>26</a:t>
            </a:fld>
            <a:endParaRPr lang="en-CA"/>
          </a:p>
        </p:txBody>
      </p:sp>
      <p:sp>
        <p:nvSpPr>
          <p:cNvPr id="6" name="Google Shape;636;p53">
            <a:extLst>
              <a:ext uri="{FF2B5EF4-FFF2-40B4-BE49-F238E27FC236}">
                <a16:creationId xmlns:a16="http://schemas.microsoft.com/office/drawing/2014/main" id="{41BEAEEF-3DB3-11D1-CC90-48AB1F5E7997}"/>
              </a:ext>
            </a:extLst>
          </p:cNvPr>
          <p:cNvSpPr/>
          <p:nvPr/>
        </p:nvSpPr>
        <p:spPr>
          <a:xfrm>
            <a:off x="8446434" y="2576079"/>
            <a:ext cx="2990127" cy="6038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a:solidFill>
                  <a:srgbClr val="005CB3"/>
                </a:solidFill>
                <a:latin typeface="Calibri"/>
                <a:ea typeface="Calibri"/>
                <a:cs typeface="Calibri"/>
                <a:sym typeface="Calibri"/>
              </a:rPr>
              <a:t>Chinese Treebank</a:t>
            </a:r>
            <a:endParaRPr/>
          </a:p>
        </p:txBody>
      </p:sp>
      <p:sp>
        <p:nvSpPr>
          <p:cNvPr id="7" name="Google Shape;637;p53">
            <a:extLst>
              <a:ext uri="{FF2B5EF4-FFF2-40B4-BE49-F238E27FC236}">
                <a16:creationId xmlns:a16="http://schemas.microsoft.com/office/drawing/2014/main" id="{31555504-0D27-4DE7-3CCA-F20466E33E68}"/>
              </a:ext>
            </a:extLst>
          </p:cNvPr>
          <p:cNvSpPr/>
          <p:nvPr/>
        </p:nvSpPr>
        <p:spPr>
          <a:xfrm>
            <a:off x="8583401" y="3898153"/>
            <a:ext cx="2853160" cy="6038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800" dirty="0">
                <a:solidFill>
                  <a:srgbClr val="005CB3"/>
                </a:solidFill>
                <a:latin typeface="Calibri"/>
                <a:ea typeface="Calibri"/>
                <a:cs typeface="Calibri"/>
                <a:sym typeface="Calibri"/>
              </a:rPr>
              <a:t>Peking University</a:t>
            </a:r>
            <a:endParaRPr dirty="0"/>
          </a:p>
        </p:txBody>
      </p:sp>
    </p:spTree>
    <p:extLst>
      <p:ext uri="{BB962C8B-B14F-4D97-AF65-F5344CB8AC3E}">
        <p14:creationId xmlns:p14="http://schemas.microsoft.com/office/powerpoint/2010/main" val="173820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9E5D1-50A7-799E-FCE5-BD019F96AC13}"/>
              </a:ext>
            </a:extLst>
          </p:cNvPr>
          <p:cNvSpPr>
            <a:spLocks noGrp="1"/>
          </p:cNvSpPr>
          <p:nvPr>
            <p:ph type="title"/>
          </p:nvPr>
        </p:nvSpPr>
        <p:spPr/>
        <p:txBody>
          <a:bodyPr/>
          <a:lstStyle/>
          <a:p>
            <a:r>
              <a:rPr lang="en-US" altLang="zh-CN" dirty="0"/>
              <a:t>Word Types vs. Word Tokens</a:t>
            </a:r>
            <a:endParaRPr lang="en-CA" dirty="0"/>
          </a:p>
        </p:txBody>
      </p:sp>
      <p:sp>
        <p:nvSpPr>
          <p:cNvPr id="4" name="Slide Number Placeholder 3">
            <a:extLst>
              <a:ext uri="{FF2B5EF4-FFF2-40B4-BE49-F238E27FC236}">
                <a16:creationId xmlns:a16="http://schemas.microsoft.com/office/drawing/2014/main" id="{80ECA47A-1F23-623D-582A-64B53AEB0806}"/>
              </a:ext>
            </a:extLst>
          </p:cNvPr>
          <p:cNvSpPr>
            <a:spLocks noGrp="1"/>
          </p:cNvSpPr>
          <p:nvPr>
            <p:ph type="sldNum" sz="quarter" idx="12"/>
          </p:nvPr>
        </p:nvSpPr>
        <p:spPr/>
        <p:txBody>
          <a:bodyPr/>
          <a:lstStyle/>
          <a:p>
            <a:fld id="{A36FF760-4833-4FC2-9C74-46CD274694B2}" type="slidenum">
              <a:rPr lang="en-CA" smtClean="0"/>
              <a:pPr/>
              <a:t>27</a:t>
            </a:fld>
            <a:endParaRPr lang="en-CA"/>
          </a:p>
        </p:txBody>
      </p:sp>
      <p:sp>
        <p:nvSpPr>
          <p:cNvPr id="7" name="Google Shape;649;p55">
            <a:extLst>
              <a:ext uri="{FF2B5EF4-FFF2-40B4-BE49-F238E27FC236}">
                <a16:creationId xmlns:a16="http://schemas.microsoft.com/office/drawing/2014/main" id="{B274528D-38F3-26F0-065F-428AC2182138}"/>
              </a:ext>
            </a:extLst>
          </p:cNvPr>
          <p:cNvSpPr txBox="1"/>
          <p:nvPr/>
        </p:nvSpPr>
        <p:spPr>
          <a:xfrm>
            <a:off x="1644650" y="1138736"/>
            <a:ext cx="89027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dk1"/>
                </a:solidFill>
                <a:latin typeface="Courier New"/>
                <a:ea typeface="Courier New"/>
                <a:cs typeface="Courier New"/>
                <a:sym typeface="Courier New"/>
              </a:rPr>
              <a:t>“ oh ! ” said </a:t>
            </a:r>
            <a:r>
              <a:rPr lang="en-US" sz="3200" dirty="0" err="1">
                <a:solidFill>
                  <a:schemeClr val="dk1"/>
                </a:solidFill>
                <a:latin typeface="Courier New"/>
                <a:ea typeface="Courier New"/>
                <a:cs typeface="Courier New"/>
                <a:sym typeface="Courier New"/>
              </a:rPr>
              <a:t>lydia</a:t>
            </a:r>
            <a:r>
              <a:rPr lang="en-US" sz="3200" dirty="0">
                <a:solidFill>
                  <a:schemeClr val="dk1"/>
                </a:solidFill>
                <a:latin typeface="Courier New"/>
                <a:ea typeface="Courier New"/>
                <a:cs typeface="Courier New"/>
                <a:sym typeface="Courier New"/>
              </a:rPr>
              <a:t> stoutly , “ </a:t>
            </a:r>
            <a:r>
              <a:rPr lang="en-US" sz="3200" dirty="0" err="1">
                <a:solidFill>
                  <a:schemeClr val="dk1"/>
                </a:solidFill>
                <a:latin typeface="Courier New"/>
                <a:ea typeface="Courier New"/>
                <a:cs typeface="Courier New"/>
                <a:sym typeface="Courier New"/>
              </a:rPr>
              <a:t>i</a:t>
            </a:r>
            <a:r>
              <a:rPr lang="en-US" sz="3200" dirty="0">
                <a:solidFill>
                  <a:schemeClr val="dk1"/>
                </a:solidFill>
                <a:latin typeface="Courier New"/>
                <a:ea typeface="Courier New"/>
                <a:cs typeface="Courier New"/>
                <a:sym typeface="Courier New"/>
              </a:rPr>
              <a:t> am not afraid ; for though </a:t>
            </a:r>
            <a:r>
              <a:rPr lang="en-US" sz="3200" dirty="0" err="1">
                <a:solidFill>
                  <a:schemeClr val="dk1"/>
                </a:solidFill>
                <a:latin typeface="Courier New"/>
                <a:ea typeface="Courier New"/>
                <a:cs typeface="Courier New"/>
                <a:sym typeface="Courier New"/>
              </a:rPr>
              <a:t>i</a:t>
            </a:r>
            <a:r>
              <a:rPr lang="en-US" sz="3200" dirty="0">
                <a:solidFill>
                  <a:schemeClr val="dk1"/>
                </a:solidFill>
                <a:latin typeface="Courier New"/>
                <a:ea typeface="Courier New"/>
                <a:cs typeface="Courier New"/>
                <a:sym typeface="Courier New"/>
              </a:rPr>
              <a:t> _ am _ the youngest , </a:t>
            </a:r>
            <a:r>
              <a:rPr lang="en-US" sz="3200" dirty="0" err="1">
                <a:solidFill>
                  <a:schemeClr val="dk1"/>
                </a:solidFill>
                <a:latin typeface="Courier New"/>
                <a:ea typeface="Courier New"/>
                <a:cs typeface="Courier New"/>
                <a:sym typeface="Courier New"/>
              </a:rPr>
              <a:t>i</a:t>
            </a:r>
            <a:r>
              <a:rPr lang="en-US" sz="3200" dirty="0">
                <a:solidFill>
                  <a:schemeClr val="dk1"/>
                </a:solidFill>
                <a:latin typeface="Courier New"/>
                <a:ea typeface="Courier New"/>
                <a:cs typeface="Courier New"/>
                <a:sym typeface="Courier New"/>
              </a:rPr>
              <a:t> ’m the tallest . ”</a:t>
            </a:r>
            <a:endParaRPr dirty="0"/>
          </a:p>
        </p:txBody>
      </p:sp>
      <p:sp>
        <p:nvSpPr>
          <p:cNvPr id="8" name="Google Shape;651;p55">
            <a:extLst>
              <a:ext uri="{FF2B5EF4-FFF2-40B4-BE49-F238E27FC236}">
                <a16:creationId xmlns:a16="http://schemas.microsoft.com/office/drawing/2014/main" id="{B43999FC-7897-2D45-2BDD-F60D604E5575}"/>
              </a:ext>
            </a:extLst>
          </p:cNvPr>
          <p:cNvSpPr txBox="1"/>
          <p:nvPr/>
        </p:nvSpPr>
        <p:spPr>
          <a:xfrm>
            <a:off x="2260599" y="3050246"/>
            <a:ext cx="1854202"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3 i</a:t>
            </a:r>
            <a:endParaRPr sz="32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_</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am</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the</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t>
            </a:r>
            <a:endParaRPr/>
          </a:p>
        </p:txBody>
      </p:sp>
      <p:sp>
        <p:nvSpPr>
          <p:cNvPr id="9" name="Google Shape;652;p55">
            <a:extLst>
              <a:ext uri="{FF2B5EF4-FFF2-40B4-BE49-F238E27FC236}">
                <a16:creationId xmlns:a16="http://schemas.microsoft.com/office/drawing/2014/main" id="{1AD48DA1-BF43-BDDC-C5EB-03018DEC7249}"/>
              </a:ext>
            </a:extLst>
          </p:cNvPr>
          <p:cNvSpPr txBox="1"/>
          <p:nvPr/>
        </p:nvSpPr>
        <p:spPr>
          <a:xfrm>
            <a:off x="4464049" y="3050246"/>
            <a:ext cx="2203451"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afraid</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for</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lydia</a:t>
            </a:r>
            <a:endParaRPr sz="32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not</a:t>
            </a:r>
            <a:endParaRPr/>
          </a:p>
        </p:txBody>
      </p:sp>
      <p:sp>
        <p:nvSpPr>
          <p:cNvPr id="10" name="Google Shape;653;p55">
            <a:extLst>
              <a:ext uri="{FF2B5EF4-FFF2-40B4-BE49-F238E27FC236}">
                <a16:creationId xmlns:a16="http://schemas.microsoft.com/office/drawing/2014/main" id="{B38D75CC-F4F4-AE37-BB8F-521D20615209}"/>
              </a:ext>
            </a:extLst>
          </p:cNvPr>
          <p:cNvSpPr txBox="1"/>
          <p:nvPr/>
        </p:nvSpPr>
        <p:spPr>
          <a:xfrm>
            <a:off x="7016748" y="3050246"/>
            <a:ext cx="2768600"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oh</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said</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stoutly</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tallest</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though</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youngest</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’m</a:t>
            </a:r>
            <a:endParaRPr/>
          </a:p>
        </p:txBody>
      </p:sp>
      <p:sp>
        <p:nvSpPr>
          <p:cNvPr id="11" name="Google Shape;654;p55">
            <a:extLst>
              <a:ext uri="{FF2B5EF4-FFF2-40B4-BE49-F238E27FC236}">
                <a16:creationId xmlns:a16="http://schemas.microsoft.com/office/drawing/2014/main" id="{71D49EFC-7F9F-E7C5-2AE4-A807877CA1D3}"/>
              </a:ext>
            </a:extLst>
          </p:cNvPr>
          <p:cNvSpPr/>
          <p:nvPr/>
        </p:nvSpPr>
        <p:spPr>
          <a:xfrm>
            <a:off x="1930400" y="2935946"/>
            <a:ext cx="8001000" cy="3653730"/>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790338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A0CC7-0C95-2915-DE69-0E4E34DA7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CC73A-4F43-7BB2-03ED-E1CE1BDA4F93}"/>
              </a:ext>
            </a:extLst>
          </p:cNvPr>
          <p:cNvSpPr>
            <a:spLocks noGrp="1"/>
          </p:cNvSpPr>
          <p:nvPr>
            <p:ph type="title"/>
          </p:nvPr>
        </p:nvSpPr>
        <p:spPr/>
        <p:txBody>
          <a:bodyPr/>
          <a:lstStyle/>
          <a:p>
            <a:r>
              <a:rPr lang="en-US" altLang="zh-CN" dirty="0"/>
              <a:t>Word Types vs. Word Tokens</a:t>
            </a:r>
            <a:endParaRPr lang="en-CA" dirty="0"/>
          </a:p>
        </p:txBody>
      </p:sp>
      <p:sp>
        <p:nvSpPr>
          <p:cNvPr id="4" name="Slide Number Placeholder 3">
            <a:extLst>
              <a:ext uri="{FF2B5EF4-FFF2-40B4-BE49-F238E27FC236}">
                <a16:creationId xmlns:a16="http://schemas.microsoft.com/office/drawing/2014/main" id="{E5034C2D-A242-1AA8-23E8-6E451663027A}"/>
              </a:ext>
            </a:extLst>
          </p:cNvPr>
          <p:cNvSpPr>
            <a:spLocks noGrp="1"/>
          </p:cNvSpPr>
          <p:nvPr>
            <p:ph type="sldNum" sz="quarter" idx="12"/>
          </p:nvPr>
        </p:nvSpPr>
        <p:spPr/>
        <p:txBody>
          <a:bodyPr/>
          <a:lstStyle/>
          <a:p>
            <a:fld id="{A36FF760-4833-4FC2-9C74-46CD274694B2}" type="slidenum">
              <a:rPr lang="en-CA" smtClean="0"/>
              <a:pPr/>
              <a:t>28</a:t>
            </a:fld>
            <a:endParaRPr lang="en-CA"/>
          </a:p>
        </p:txBody>
      </p:sp>
      <p:sp>
        <p:nvSpPr>
          <p:cNvPr id="8" name="Google Shape;651;p55">
            <a:extLst>
              <a:ext uri="{FF2B5EF4-FFF2-40B4-BE49-F238E27FC236}">
                <a16:creationId xmlns:a16="http://schemas.microsoft.com/office/drawing/2014/main" id="{FF495259-BB10-AFAA-F546-4DD3A8E8ACA0}"/>
              </a:ext>
            </a:extLst>
          </p:cNvPr>
          <p:cNvSpPr txBox="1"/>
          <p:nvPr/>
        </p:nvSpPr>
        <p:spPr>
          <a:xfrm>
            <a:off x="623899" y="1352074"/>
            <a:ext cx="1854202"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3 i</a:t>
            </a:r>
            <a:endParaRPr sz="32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_</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am</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the</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2 ”</a:t>
            </a:r>
            <a:endParaRPr/>
          </a:p>
        </p:txBody>
      </p:sp>
      <p:sp>
        <p:nvSpPr>
          <p:cNvPr id="9" name="Google Shape;652;p55">
            <a:extLst>
              <a:ext uri="{FF2B5EF4-FFF2-40B4-BE49-F238E27FC236}">
                <a16:creationId xmlns:a16="http://schemas.microsoft.com/office/drawing/2014/main" id="{DC3E42DB-564C-8DBE-E8E7-5E649E2C93E3}"/>
              </a:ext>
            </a:extLst>
          </p:cNvPr>
          <p:cNvSpPr txBox="1"/>
          <p:nvPr/>
        </p:nvSpPr>
        <p:spPr>
          <a:xfrm>
            <a:off x="2827349" y="1352074"/>
            <a:ext cx="2203451"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afraid</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for</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lydia</a:t>
            </a:r>
            <a:endParaRPr sz="32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not</a:t>
            </a:r>
            <a:endParaRPr/>
          </a:p>
        </p:txBody>
      </p:sp>
      <p:sp>
        <p:nvSpPr>
          <p:cNvPr id="10" name="Google Shape;653;p55">
            <a:extLst>
              <a:ext uri="{FF2B5EF4-FFF2-40B4-BE49-F238E27FC236}">
                <a16:creationId xmlns:a16="http://schemas.microsoft.com/office/drawing/2014/main" id="{FBFAA6A8-3785-B313-6DD9-1B7989AAABF9}"/>
              </a:ext>
            </a:extLst>
          </p:cNvPr>
          <p:cNvSpPr txBox="1"/>
          <p:nvPr/>
        </p:nvSpPr>
        <p:spPr>
          <a:xfrm>
            <a:off x="5380048" y="1352074"/>
            <a:ext cx="2768600"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oh</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said</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stoutly</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tallest</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though</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youngest</a:t>
            </a:r>
            <a:endParaRPr/>
          </a:p>
          <a:p>
            <a:pPr marL="0" marR="0" lvl="0" indent="0" algn="l" rtl="0">
              <a:spcBef>
                <a:spcPts val="0"/>
              </a:spcBef>
              <a:spcAft>
                <a:spcPts val="0"/>
              </a:spcAft>
              <a:buNone/>
            </a:pPr>
            <a:r>
              <a:rPr lang="en-US" sz="3200">
                <a:solidFill>
                  <a:schemeClr val="dk1"/>
                </a:solidFill>
                <a:latin typeface="Courier New"/>
                <a:ea typeface="Courier New"/>
                <a:cs typeface="Courier New"/>
                <a:sym typeface="Courier New"/>
              </a:rPr>
              <a:t>1 ’m</a:t>
            </a:r>
            <a:endParaRPr/>
          </a:p>
        </p:txBody>
      </p:sp>
      <p:sp>
        <p:nvSpPr>
          <p:cNvPr id="11" name="Google Shape;654;p55">
            <a:extLst>
              <a:ext uri="{FF2B5EF4-FFF2-40B4-BE49-F238E27FC236}">
                <a16:creationId xmlns:a16="http://schemas.microsoft.com/office/drawing/2014/main" id="{9885811E-FF78-6EC0-DD1E-44A3704CD755}"/>
              </a:ext>
            </a:extLst>
          </p:cNvPr>
          <p:cNvSpPr/>
          <p:nvPr/>
        </p:nvSpPr>
        <p:spPr>
          <a:xfrm>
            <a:off x="293700" y="1237774"/>
            <a:ext cx="8001000" cy="3653730"/>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Content Placeholder 2">
            <a:extLst>
              <a:ext uri="{FF2B5EF4-FFF2-40B4-BE49-F238E27FC236}">
                <a16:creationId xmlns:a16="http://schemas.microsoft.com/office/drawing/2014/main" id="{E62AAFE7-1A66-8874-8145-842D0651C77E}"/>
              </a:ext>
            </a:extLst>
          </p:cNvPr>
          <p:cNvSpPr>
            <a:spLocks noGrp="1"/>
          </p:cNvSpPr>
          <p:nvPr>
            <p:ph idx="1"/>
          </p:nvPr>
        </p:nvSpPr>
        <p:spPr>
          <a:xfrm>
            <a:off x="404751" y="5140618"/>
            <a:ext cx="11382498" cy="1215731"/>
          </a:xfrm>
        </p:spPr>
        <p:txBody>
          <a:bodyPr>
            <a:normAutofit/>
          </a:bodyPr>
          <a:lstStyle/>
          <a:p>
            <a:pPr marL="0" indent="0">
              <a:buNone/>
            </a:pPr>
            <a:r>
              <a:rPr lang="en-CA" dirty="0">
                <a:solidFill>
                  <a:srgbClr val="0070C0"/>
                </a:solidFill>
              </a:rPr>
              <a:t>Type</a:t>
            </a:r>
            <a:r>
              <a:rPr lang="en-CA" dirty="0"/>
              <a:t>: a</a:t>
            </a:r>
            <a:r>
              <a:rPr lang="zh-CN" altLang="en-US" dirty="0"/>
              <a:t> </a:t>
            </a:r>
            <a:r>
              <a:rPr lang="en-CA" altLang="zh-CN" dirty="0"/>
              <a:t>unique</a:t>
            </a:r>
            <a:r>
              <a:rPr lang="zh-CN" altLang="en-US" dirty="0"/>
              <a:t> </a:t>
            </a:r>
            <a:r>
              <a:rPr lang="en-CA" altLang="zh-CN" dirty="0"/>
              <a:t>word</a:t>
            </a:r>
            <a:r>
              <a:rPr lang="zh-CN" altLang="en-US" dirty="0"/>
              <a:t> </a:t>
            </a:r>
            <a:r>
              <a:rPr lang="en-CA" altLang="zh-CN" dirty="0"/>
              <a:t>(an</a:t>
            </a:r>
            <a:r>
              <a:rPr lang="zh-CN" altLang="en-US" dirty="0"/>
              <a:t> </a:t>
            </a:r>
            <a:r>
              <a:rPr lang="en-CA" altLang="zh-CN" dirty="0"/>
              <a:t>entry</a:t>
            </a:r>
            <a:r>
              <a:rPr lang="zh-CN" altLang="en-US" dirty="0"/>
              <a:t> </a:t>
            </a:r>
            <a:r>
              <a:rPr lang="en-CA" altLang="zh-CN" dirty="0"/>
              <a:t>in</a:t>
            </a:r>
            <a:r>
              <a:rPr lang="zh-CN" altLang="en-US" dirty="0"/>
              <a:t> </a:t>
            </a:r>
            <a:r>
              <a:rPr lang="en-CA" altLang="zh-CN" dirty="0"/>
              <a:t>a</a:t>
            </a:r>
            <a:r>
              <a:rPr lang="zh-CN" altLang="en-US" dirty="0"/>
              <a:t> </a:t>
            </a:r>
            <a:r>
              <a:rPr lang="en-CA" altLang="zh-CN" dirty="0"/>
              <a:t>vocabulary</a:t>
            </a:r>
            <a:r>
              <a:rPr lang="zh-CN" altLang="en-US" dirty="0"/>
              <a:t> </a:t>
            </a:r>
            <a:r>
              <a:rPr lang="en-CA" altLang="zh-CN" dirty="0"/>
              <a:t>or</a:t>
            </a:r>
            <a:r>
              <a:rPr lang="zh-CN" altLang="en-US" dirty="0"/>
              <a:t> </a:t>
            </a:r>
            <a:r>
              <a:rPr lang="en-CA" altLang="zh-CN" dirty="0"/>
              <a:t>dictionary) – 21 types.</a:t>
            </a:r>
            <a:r>
              <a:rPr lang="zh-CN" altLang="en-US" dirty="0"/>
              <a:t> </a:t>
            </a:r>
            <a:endParaRPr lang="en-CA" altLang="zh-CN" dirty="0"/>
          </a:p>
          <a:p>
            <a:pPr marL="0" indent="0">
              <a:buNone/>
            </a:pPr>
            <a:r>
              <a:rPr lang="en-CA" dirty="0">
                <a:solidFill>
                  <a:srgbClr val="0070C0"/>
                </a:solidFill>
              </a:rPr>
              <a:t>Token</a:t>
            </a:r>
            <a:r>
              <a:rPr lang="en-CA" dirty="0"/>
              <a:t>: an instance of a type in the text – 29 tokens.</a:t>
            </a:r>
          </a:p>
        </p:txBody>
      </p:sp>
    </p:spTree>
    <p:extLst>
      <p:ext uri="{BB962C8B-B14F-4D97-AF65-F5344CB8AC3E}">
        <p14:creationId xmlns:p14="http://schemas.microsoft.com/office/powerpoint/2010/main" val="3848555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9E08A-92AE-A233-965F-D2F6A8718D91}"/>
              </a:ext>
            </a:extLst>
          </p:cNvPr>
          <p:cNvSpPr>
            <a:spLocks noGrp="1"/>
          </p:cNvSpPr>
          <p:nvPr>
            <p:ph type="title"/>
          </p:nvPr>
        </p:nvSpPr>
        <p:spPr/>
        <p:txBody>
          <a:bodyPr/>
          <a:lstStyle/>
          <a:p>
            <a:r>
              <a:rPr lang="en-CA" dirty="0"/>
              <a:t>Type/Token Ratio</a:t>
            </a:r>
          </a:p>
        </p:txBody>
      </p:sp>
      <p:sp>
        <p:nvSpPr>
          <p:cNvPr id="3" name="Content Placeholder 2">
            <a:extLst>
              <a:ext uri="{FF2B5EF4-FFF2-40B4-BE49-F238E27FC236}">
                <a16:creationId xmlns:a16="http://schemas.microsoft.com/office/drawing/2014/main" id="{883E11CE-E623-AFA9-0433-5AA2FEFEFC10}"/>
              </a:ext>
            </a:extLst>
          </p:cNvPr>
          <p:cNvSpPr>
            <a:spLocks noGrp="1"/>
          </p:cNvSpPr>
          <p:nvPr>
            <p:ph idx="1"/>
          </p:nvPr>
        </p:nvSpPr>
        <p:spPr/>
        <p:txBody>
          <a:bodyPr/>
          <a:lstStyle/>
          <a:p>
            <a:pPr marL="0" indent="0">
              <a:buNone/>
            </a:pPr>
            <a:r>
              <a:rPr lang="en-CA" dirty="0"/>
              <a:t>How does the type/token ratio change when adding more data?</a:t>
            </a:r>
          </a:p>
        </p:txBody>
      </p:sp>
      <p:sp>
        <p:nvSpPr>
          <p:cNvPr id="4" name="Slide Number Placeholder 3">
            <a:extLst>
              <a:ext uri="{FF2B5EF4-FFF2-40B4-BE49-F238E27FC236}">
                <a16:creationId xmlns:a16="http://schemas.microsoft.com/office/drawing/2014/main" id="{D418932C-6934-8D8B-89F3-984F54828D50}"/>
              </a:ext>
            </a:extLst>
          </p:cNvPr>
          <p:cNvSpPr>
            <a:spLocks noGrp="1"/>
          </p:cNvSpPr>
          <p:nvPr>
            <p:ph type="sldNum" sz="quarter" idx="12"/>
          </p:nvPr>
        </p:nvSpPr>
        <p:spPr/>
        <p:txBody>
          <a:bodyPr/>
          <a:lstStyle/>
          <a:p>
            <a:fld id="{A36FF760-4833-4FC2-9C74-46CD274694B2}" type="slidenum">
              <a:rPr lang="en-CA" smtClean="0"/>
              <a:pPr/>
              <a:t>29</a:t>
            </a:fld>
            <a:endParaRPr lang="en-CA"/>
          </a:p>
        </p:txBody>
      </p:sp>
      <p:graphicFrame>
        <p:nvGraphicFramePr>
          <p:cNvPr id="700" name="Google Shape;700;p60"/>
          <p:cNvGraphicFramePr/>
          <p:nvPr>
            <p:extLst>
              <p:ext uri="{D42A27DB-BD31-4B8C-83A1-F6EECF244321}">
                <p14:modId xmlns:p14="http://schemas.microsoft.com/office/powerpoint/2010/main" val="2953211921"/>
              </p:ext>
            </p:extLst>
          </p:nvPr>
        </p:nvGraphicFramePr>
        <p:xfrm>
          <a:off x="1028700" y="1073151"/>
          <a:ext cx="10820400" cy="5053013"/>
        </p:xfrm>
        <a:graphic>
          <a:graphicData uri="http://schemas.openxmlformats.org/drawingml/2006/chart">
            <c:chart xmlns:c="http://schemas.openxmlformats.org/drawingml/2006/chart" xmlns:r="http://schemas.openxmlformats.org/officeDocument/2006/relationships" r:id="rId3"/>
          </a:graphicData>
        </a:graphic>
      </p:graphicFrame>
      <p:sp>
        <p:nvSpPr>
          <p:cNvPr id="701" name="Google Shape;701;p60"/>
          <p:cNvSpPr txBox="1"/>
          <p:nvPr/>
        </p:nvSpPr>
        <p:spPr>
          <a:xfrm>
            <a:off x="4749800" y="6136699"/>
            <a:ext cx="21336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Nunito" pitchFamily="2" charset="0"/>
                <a:ea typeface="Calibri"/>
                <a:cs typeface="Calibri"/>
                <a:sym typeface="Calibri"/>
              </a:rPr>
              <a:t># tokens</a:t>
            </a:r>
            <a:endParaRPr sz="2400">
              <a:latin typeface="Nunito" pitchFamily="2" charset="0"/>
            </a:endParaRPr>
          </a:p>
        </p:txBody>
      </p:sp>
      <p:sp>
        <p:nvSpPr>
          <p:cNvPr id="702" name="Google Shape;702;p60"/>
          <p:cNvSpPr txBox="1"/>
          <p:nvPr/>
        </p:nvSpPr>
        <p:spPr>
          <a:xfrm>
            <a:off x="342900" y="2294703"/>
            <a:ext cx="2133600"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Nunito" pitchFamily="2" charset="0"/>
                <a:ea typeface="Calibri"/>
                <a:cs typeface="Calibri"/>
                <a:sym typeface="Calibri"/>
              </a:rPr>
              <a:t>type/token ratio</a:t>
            </a:r>
            <a:endParaRPr sz="2400" dirty="0">
              <a:latin typeface="Nunito" pitchFamily="2" charset="0"/>
            </a:endParaRPr>
          </a:p>
        </p:txBody>
      </p:sp>
      <p:pic>
        <p:nvPicPr>
          <p:cNvPr id="703" name="Google Shape;703;p60" descr="1200px-Wikipedia-logo-v2-en.svg.png"/>
          <p:cNvPicPr preferRelativeResize="0"/>
          <p:nvPr/>
        </p:nvPicPr>
        <p:blipFill rotWithShape="1">
          <a:blip r:embed="rId4">
            <a:alphaModFix/>
          </a:blip>
          <a:srcRect/>
          <a:stretch/>
        </p:blipFill>
        <p:spPr>
          <a:xfrm>
            <a:off x="6666228" y="2673804"/>
            <a:ext cx="1802699" cy="2070099"/>
          </a:xfrm>
          <a:prstGeom prst="rect">
            <a:avLst/>
          </a:prstGeom>
          <a:noFill/>
          <a:ln>
            <a:noFill/>
          </a:ln>
        </p:spPr>
      </p:pic>
    </p:spTree>
    <p:extLst>
      <p:ext uri="{BB962C8B-B14F-4D97-AF65-F5344CB8AC3E}">
        <p14:creationId xmlns:p14="http://schemas.microsoft.com/office/powerpoint/2010/main" val="318463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00" grpId="0">
        <p:bldAsOne/>
      </p:bldGraphic>
      <p:bldP spid="701" grpId="0"/>
      <p:bldP spid="70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F868-BC48-DEF6-3104-F37962453E8D}"/>
              </a:ext>
            </a:extLst>
          </p:cNvPr>
          <p:cNvSpPr>
            <a:spLocks noGrp="1"/>
          </p:cNvSpPr>
          <p:nvPr>
            <p:ph type="title"/>
          </p:nvPr>
        </p:nvSpPr>
        <p:spPr/>
        <p:txBody>
          <a:bodyPr/>
          <a:lstStyle/>
          <a:p>
            <a:r>
              <a:rPr lang="en-US" altLang="zh-CN" dirty="0"/>
              <a:t>Type/Token Ratio: Wikipedia vs. Twitter</a:t>
            </a:r>
            <a:endParaRPr lang="en-CA" dirty="0"/>
          </a:p>
        </p:txBody>
      </p:sp>
      <p:sp>
        <p:nvSpPr>
          <p:cNvPr id="3" name="Content Placeholder 2">
            <a:extLst>
              <a:ext uri="{FF2B5EF4-FFF2-40B4-BE49-F238E27FC236}">
                <a16:creationId xmlns:a16="http://schemas.microsoft.com/office/drawing/2014/main" id="{6B4A123A-E119-8D6F-E266-D3EBC045C8D1}"/>
              </a:ext>
            </a:extLst>
          </p:cNvPr>
          <p:cNvSpPr>
            <a:spLocks noGrp="1"/>
          </p:cNvSpPr>
          <p:nvPr>
            <p:ph idx="1"/>
          </p:nvPr>
        </p:nvSpPr>
        <p:spPr/>
        <p:txBody>
          <a:bodyPr/>
          <a:lstStyle/>
          <a:p>
            <a:pPr marL="0" indent="0">
              <a:buNone/>
            </a:pPr>
            <a:r>
              <a:rPr lang="en-CA" dirty="0"/>
              <a:t>How do the type/token ratio curves compare between Wikipedia and Twitter?</a:t>
            </a:r>
          </a:p>
        </p:txBody>
      </p:sp>
      <p:sp>
        <p:nvSpPr>
          <p:cNvPr id="4" name="Slide Number Placeholder 3">
            <a:extLst>
              <a:ext uri="{FF2B5EF4-FFF2-40B4-BE49-F238E27FC236}">
                <a16:creationId xmlns:a16="http://schemas.microsoft.com/office/drawing/2014/main" id="{A6535E3C-C4CB-0530-0BBD-298187616CF7}"/>
              </a:ext>
            </a:extLst>
          </p:cNvPr>
          <p:cNvSpPr>
            <a:spLocks noGrp="1"/>
          </p:cNvSpPr>
          <p:nvPr>
            <p:ph type="sldNum" sz="quarter" idx="12"/>
          </p:nvPr>
        </p:nvSpPr>
        <p:spPr/>
        <p:txBody>
          <a:bodyPr/>
          <a:lstStyle/>
          <a:p>
            <a:fld id="{A36FF760-4833-4FC2-9C74-46CD274694B2}" type="slidenum">
              <a:rPr lang="en-CA" smtClean="0"/>
              <a:pPr/>
              <a:t>30</a:t>
            </a:fld>
            <a:endParaRPr lang="en-CA"/>
          </a:p>
        </p:txBody>
      </p:sp>
      <p:pic>
        <p:nvPicPr>
          <p:cNvPr id="5" name="Google Shape;728;p63" descr="1200px-Wikipedia-logo-v2-en.svg.png">
            <a:extLst>
              <a:ext uri="{FF2B5EF4-FFF2-40B4-BE49-F238E27FC236}">
                <a16:creationId xmlns:a16="http://schemas.microsoft.com/office/drawing/2014/main" id="{2C849D74-4A62-9004-06A0-48170A747063}"/>
              </a:ext>
            </a:extLst>
          </p:cNvPr>
          <p:cNvPicPr preferRelativeResize="0"/>
          <p:nvPr/>
        </p:nvPicPr>
        <p:blipFill rotWithShape="1">
          <a:blip r:embed="rId2">
            <a:alphaModFix/>
          </a:blip>
          <a:srcRect/>
          <a:stretch/>
        </p:blipFill>
        <p:spPr>
          <a:xfrm>
            <a:off x="2726388" y="2260258"/>
            <a:ext cx="2455212" cy="2819402"/>
          </a:xfrm>
          <a:prstGeom prst="rect">
            <a:avLst/>
          </a:prstGeom>
          <a:noFill/>
          <a:ln>
            <a:noFill/>
          </a:ln>
        </p:spPr>
      </p:pic>
      <p:sp>
        <p:nvSpPr>
          <p:cNvPr id="6" name="Google Shape;729;p63">
            <a:extLst>
              <a:ext uri="{FF2B5EF4-FFF2-40B4-BE49-F238E27FC236}">
                <a16:creationId xmlns:a16="http://schemas.microsoft.com/office/drawing/2014/main" id="{46EED6C9-7C69-91E8-8E50-5C8B1EFA4DA1}"/>
              </a:ext>
            </a:extLst>
          </p:cNvPr>
          <p:cNvSpPr txBox="1"/>
          <p:nvPr/>
        </p:nvSpPr>
        <p:spPr>
          <a:xfrm>
            <a:off x="5314950" y="3131151"/>
            <a:ext cx="1562100" cy="9201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4000"/>
              <a:buFont typeface="Arial"/>
              <a:buNone/>
            </a:pPr>
            <a:r>
              <a:rPr lang="en-US" sz="4000">
                <a:solidFill>
                  <a:schemeClr val="dk1"/>
                </a:solidFill>
                <a:latin typeface="Calibri"/>
                <a:ea typeface="Calibri"/>
                <a:cs typeface="Calibri"/>
                <a:sym typeface="Calibri"/>
              </a:rPr>
              <a:t>vs.</a:t>
            </a:r>
            <a:endParaRPr/>
          </a:p>
        </p:txBody>
      </p:sp>
      <p:pic>
        <p:nvPicPr>
          <p:cNvPr id="7" name="Google Shape;730;p63" descr="A picture containing graphics, drawing&#10;&#10;Description automatically generated">
            <a:extLst>
              <a:ext uri="{FF2B5EF4-FFF2-40B4-BE49-F238E27FC236}">
                <a16:creationId xmlns:a16="http://schemas.microsoft.com/office/drawing/2014/main" id="{816C8089-BDB2-A32D-E431-DD95F09DEBC3}"/>
              </a:ext>
            </a:extLst>
          </p:cNvPr>
          <p:cNvPicPr preferRelativeResize="0"/>
          <p:nvPr/>
        </p:nvPicPr>
        <p:blipFill rotWithShape="1">
          <a:blip r:embed="rId3">
            <a:alphaModFix/>
          </a:blip>
          <a:srcRect/>
          <a:stretch/>
        </p:blipFill>
        <p:spPr>
          <a:xfrm>
            <a:off x="6965950" y="2600631"/>
            <a:ext cx="2519594" cy="2049269"/>
          </a:xfrm>
          <a:prstGeom prst="rect">
            <a:avLst/>
          </a:prstGeom>
          <a:noFill/>
          <a:ln>
            <a:noFill/>
          </a:ln>
        </p:spPr>
      </p:pic>
    </p:spTree>
    <p:extLst>
      <p:ext uri="{BB962C8B-B14F-4D97-AF65-F5344CB8AC3E}">
        <p14:creationId xmlns:p14="http://schemas.microsoft.com/office/powerpoint/2010/main" val="466540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9A3E-1ACC-49B3-5EE7-57266DB9F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396FE-5F4C-6F2C-8095-D3613EE71445}"/>
              </a:ext>
            </a:extLst>
          </p:cNvPr>
          <p:cNvSpPr>
            <a:spLocks noGrp="1"/>
          </p:cNvSpPr>
          <p:nvPr>
            <p:ph type="title"/>
          </p:nvPr>
        </p:nvSpPr>
        <p:spPr/>
        <p:txBody>
          <a:bodyPr/>
          <a:lstStyle/>
          <a:p>
            <a:r>
              <a:rPr lang="en-US" altLang="zh-CN" dirty="0"/>
              <a:t>Type/Token Ratio: Wikipedia vs. Twitter</a:t>
            </a:r>
            <a:endParaRPr lang="en-CA" dirty="0"/>
          </a:p>
        </p:txBody>
      </p:sp>
      <p:sp>
        <p:nvSpPr>
          <p:cNvPr id="3" name="Content Placeholder 2">
            <a:extLst>
              <a:ext uri="{FF2B5EF4-FFF2-40B4-BE49-F238E27FC236}">
                <a16:creationId xmlns:a16="http://schemas.microsoft.com/office/drawing/2014/main" id="{F8C55FFF-64F2-3FF1-EDF0-BD5D134C1FAF}"/>
              </a:ext>
            </a:extLst>
          </p:cNvPr>
          <p:cNvSpPr>
            <a:spLocks noGrp="1"/>
          </p:cNvSpPr>
          <p:nvPr>
            <p:ph idx="1"/>
          </p:nvPr>
        </p:nvSpPr>
        <p:spPr/>
        <p:txBody>
          <a:bodyPr/>
          <a:lstStyle/>
          <a:p>
            <a:pPr marL="0" indent="0">
              <a:buNone/>
            </a:pPr>
            <a:r>
              <a:rPr lang="en-CA" dirty="0"/>
              <a:t>How do the type/token ratio curves compare between Wikipedia and Twitter?</a:t>
            </a:r>
          </a:p>
        </p:txBody>
      </p:sp>
      <p:sp>
        <p:nvSpPr>
          <p:cNvPr id="4" name="Slide Number Placeholder 3">
            <a:extLst>
              <a:ext uri="{FF2B5EF4-FFF2-40B4-BE49-F238E27FC236}">
                <a16:creationId xmlns:a16="http://schemas.microsoft.com/office/drawing/2014/main" id="{8B2CF8E9-77B0-C6B7-0139-4EC3D401D87D}"/>
              </a:ext>
            </a:extLst>
          </p:cNvPr>
          <p:cNvSpPr>
            <a:spLocks noGrp="1"/>
          </p:cNvSpPr>
          <p:nvPr>
            <p:ph type="sldNum" sz="quarter" idx="12"/>
          </p:nvPr>
        </p:nvSpPr>
        <p:spPr/>
        <p:txBody>
          <a:bodyPr/>
          <a:lstStyle/>
          <a:p>
            <a:fld id="{A36FF760-4833-4FC2-9C74-46CD274694B2}" type="slidenum">
              <a:rPr lang="en-CA" smtClean="0"/>
              <a:pPr/>
              <a:t>31</a:t>
            </a:fld>
            <a:endParaRPr lang="en-CA"/>
          </a:p>
        </p:txBody>
      </p:sp>
      <p:graphicFrame>
        <p:nvGraphicFramePr>
          <p:cNvPr id="8" name="Google Shape;736;p64">
            <a:extLst>
              <a:ext uri="{FF2B5EF4-FFF2-40B4-BE49-F238E27FC236}">
                <a16:creationId xmlns:a16="http://schemas.microsoft.com/office/drawing/2014/main" id="{31E727F1-7F67-2E6E-5B97-F80E25053F1B}"/>
              </a:ext>
            </a:extLst>
          </p:cNvPr>
          <p:cNvGraphicFramePr/>
          <p:nvPr>
            <p:extLst>
              <p:ext uri="{D42A27DB-BD31-4B8C-83A1-F6EECF244321}">
                <p14:modId xmlns:p14="http://schemas.microsoft.com/office/powerpoint/2010/main" val="2358038768"/>
              </p:ext>
            </p:extLst>
          </p:nvPr>
        </p:nvGraphicFramePr>
        <p:xfrm>
          <a:off x="742468" y="165101"/>
          <a:ext cx="11595100" cy="6075364"/>
        </p:xfrm>
        <a:graphic>
          <a:graphicData uri="http://schemas.openxmlformats.org/drawingml/2006/chart">
            <c:chart xmlns:c="http://schemas.openxmlformats.org/drawingml/2006/chart" xmlns:r="http://schemas.openxmlformats.org/officeDocument/2006/relationships" r:id="rId2"/>
          </a:graphicData>
        </a:graphic>
      </p:graphicFrame>
      <p:sp>
        <p:nvSpPr>
          <p:cNvPr id="9" name="Google Shape;737;p64">
            <a:extLst>
              <a:ext uri="{FF2B5EF4-FFF2-40B4-BE49-F238E27FC236}">
                <a16:creationId xmlns:a16="http://schemas.microsoft.com/office/drawing/2014/main" id="{569EC3F8-C19A-34BF-AE37-2D9AD6F6BB13}"/>
              </a:ext>
            </a:extLst>
          </p:cNvPr>
          <p:cNvSpPr txBox="1"/>
          <p:nvPr/>
        </p:nvSpPr>
        <p:spPr>
          <a:xfrm>
            <a:off x="5245633" y="6079212"/>
            <a:ext cx="21336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Nunito" pitchFamily="2" charset="0"/>
                <a:ea typeface="Calibri"/>
                <a:cs typeface="Calibri"/>
                <a:sym typeface="Calibri"/>
              </a:rPr>
              <a:t># tokens</a:t>
            </a:r>
            <a:endParaRPr>
              <a:latin typeface="Nunito" pitchFamily="2" charset="0"/>
            </a:endParaRPr>
          </a:p>
        </p:txBody>
      </p:sp>
      <p:sp>
        <p:nvSpPr>
          <p:cNvPr id="10" name="Google Shape;738;p64">
            <a:extLst>
              <a:ext uri="{FF2B5EF4-FFF2-40B4-BE49-F238E27FC236}">
                <a16:creationId xmlns:a16="http://schemas.microsoft.com/office/drawing/2014/main" id="{CF27DCAB-2F8F-BA1C-C6F0-CBBCB4FB74B4}"/>
              </a:ext>
            </a:extLst>
          </p:cNvPr>
          <p:cNvSpPr txBox="1"/>
          <p:nvPr/>
        </p:nvSpPr>
        <p:spPr>
          <a:xfrm>
            <a:off x="306831" y="2594460"/>
            <a:ext cx="1859746"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Nunito" pitchFamily="2" charset="0"/>
                <a:ea typeface="Calibri"/>
                <a:cs typeface="Calibri"/>
                <a:sym typeface="Calibri"/>
              </a:rPr>
              <a:t>type/token ratio</a:t>
            </a:r>
            <a:endParaRPr dirty="0">
              <a:latin typeface="Nunito" pitchFamily="2" charset="0"/>
            </a:endParaRPr>
          </a:p>
        </p:txBody>
      </p:sp>
      <p:pic>
        <p:nvPicPr>
          <p:cNvPr id="11" name="Google Shape;739;p64" descr="1200px-Wikipedia-logo-v2-en.svg.png">
            <a:extLst>
              <a:ext uri="{FF2B5EF4-FFF2-40B4-BE49-F238E27FC236}">
                <a16:creationId xmlns:a16="http://schemas.microsoft.com/office/drawing/2014/main" id="{5DA00120-12BB-8235-3F8A-E0E95162469D}"/>
              </a:ext>
            </a:extLst>
          </p:cNvPr>
          <p:cNvPicPr preferRelativeResize="0"/>
          <p:nvPr/>
        </p:nvPicPr>
        <p:blipFill rotWithShape="1">
          <a:blip r:embed="rId3">
            <a:alphaModFix/>
          </a:blip>
          <a:srcRect/>
          <a:stretch/>
        </p:blipFill>
        <p:spPr>
          <a:xfrm>
            <a:off x="4433097" y="1874691"/>
            <a:ext cx="1515152" cy="1739900"/>
          </a:xfrm>
          <a:prstGeom prst="rect">
            <a:avLst/>
          </a:prstGeom>
          <a:noFill/>
          <a:ln>
            <a:noFill/>
          </a:ln>
        </p:spPr>
      </p:pic>
      <p:pic>
        <p:nvPicPr>
          <p:cNvPr id="12" name="Google Shape;740;p64" descr="A picture containing graphics, drawing&#10;&#10;Description automatically generated">
            <a:extLst>
              <a:ext uri="{FF2B5EF4-FFF2-40B4-BE49-F238E27FC236}">
                <a16:creationId xmlns:a16="http://schemas.microsoft.com/office/drawing/2014/main" id="{69A37381-03EF-2AEA-4AFA-66C55F183208}"/>
              </a:ext>
            </a:extLst>
          </p:cNvPr>
          <p:cNvPicPr preferRelativeResize="0"/>
          <p:nvPr/>
        </p:nvPicPr>
        <p:blipFill rotWithShape="1">
          <a:blip r:embed="rId4">
            <a:alphaModFix/>
          </a:blip>
          <a:srcRect/>
          <a:stretch/>
        </p:blipFill>
        <p:spPr>
          <a:xfrm>
            <a:off x="8493418" y="3840955"/>
            <a:ext cx="1436558" cy="1168400"/>
          </a:xfrm>
          <a:prstGeom prst="rect">
            <a:avLst/>
          </a:prstGeom>
          <a:noFill/>
          <a:ln>
            <a:noFill/>
          </a:ln>
        </p:spPr>
      </p:pic>
    </p:spTree>
    <p:extLst>
      <p:ext uri="{BB962C8B-B14F-4D97-AF65-F5344CB8AC3E}">
        <p14:creationId xmlns:p14="http://schemas.microsoft.com/office/powerpoint/2010/main" val="1635818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65"/>
          <p:cNvSpPr txBox="1"/>
          <p:nvPr/>
        </p:nvSpPr>
        <p:spPr>
          <a:xfrm>
            <a:off x="1000761" y="351898"/>
            <a:ext cx="30734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224571 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1189 rly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1119 realy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731 rlly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590 reallly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234 realllly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216 reallyy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156 relly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146 reallllly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132 rily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104 reallyyy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89 realllllly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89 reeeally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84 reaaally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82 reaally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72 reeeeally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65 reaaaally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57 reallyyyy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53 rilly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50 reallllllly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48 reeeeeally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41 reeally</a:t>
            </a:r>
            <a:endParaRPr sz="1800">
              <a:solidFill>
                <a:schemeClr val="dk1"/>
              </a:solidFill>
              <a:latin typeface="Courier New"/>
              <a:ea typeface="Courier New"/>
              <a:cs typeface="Courier New"/>
              <a:sym typeface="Courier New"/>
            </a:endParaRPr>
          </a:p>
        </p:txBody>
      </p:sp>
      <p:sp>
        <p:nvSpPr>
          <p:cNvPr id="747" name="Google Shape;747;p65"/>
          <p:cNvSpPr txBox="1"/>
          <p:nvPr/>
        </p:nvSpPr>
        <p:spPr>
          <a:xfrm>
            <a:off x="4264660" y="351897"/>
            <a:ext cx="348996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38 really2</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37 reaaaaally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35 reallyyyyy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31 reely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30 realllyyy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27 reaaly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27 realllyy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26 realllyyyy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25 realllllllly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22 reaaallly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21 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19 reeaally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18 reallllyyy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16 reaaaallly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15 reaallly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15 reallllllllly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15 reallllyy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15 reallyreally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15 realyy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14 reallllyyyy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14 reeeeeeally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13 reeeaaally</a:t>
            </a:r>
            <a:endParaRPr sz="1800">
              <a:solidFill>
                <a:schemeClr val="dk1"/>
              </a:solidFill>
              <a:latin typeface="Courier New"/>
              <a:ea typeface="Courier New"/>
              <a:cs typeface="Courier New"/>
              <a:sym typeface="Courier New"/>
            </a:endParaRPr>
          </a:p>
        </p:txBody>
      </p:sp>
      <p:sp>
        <p:nvSpPr>
          <p:cNvPr id="748" name="Google Shape;748;p65"/>
          <p:cNvSpPr txBox="1"/>
          <p:nvPr/>
        </p:nvSpPr>
        <p:spPr>
          <a:xfrm>
            <a:off x="7508239" y="351896"/>
            <a:ext cx="44450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12 reaaaaaally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12 rreally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11 reaallyy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11 realllllyyy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11 reeeallly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11 reeeeallly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10 reaaaly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10 reallyreallyreally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9 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9 really-really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9 reallys</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9 reeeeeeeally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 realky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 reallyyyyyy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 reallyyyyyyy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8 reeeaally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r3ally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raelly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reaaaaaaally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realllllllllllly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reallllllyyy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reeeeaaally</a:t>
            </a:r>
            <a:endParaRPr sz="1800">
              <a:solidFill>
                <a:schemeClr val="dk1"/>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46"/>
                                        </p:tgtEl>
                                        <p:attrNameLst>
                                          <p:attrName>style.visibility</p:attrName>
                                        </p:attrNameLst>
                                      </p:cBhvr>
                                      <p:to>
                                        <p:strVal val="visible"/>
                                      </p:to>
                                    </p:set>
                                    <p:animEffect transition="in" filter="fade">
                                      <p:cBhvr>
                                        <p:cTn id="7" dur="1000"/>
                                        <p:tgtEl>
                                          <p:spTgt spid="746"/>
                                        </p:tgtEl>
                                      </p:cBhvr>
                                    </p:animEffect>
                                  </p:childTnLst>
                                </p:cTn>
                              </p:par>
                              <p:par>
                                <p:cTn id="8" presetID="10" presetClass="entr" presetSubtype="0" fill="hold" nodeType="withEffect">
                                  <p:stCondLst>
                                    <p:cond delay="3000"/>
                                  </p:stCondLst>
                                  <p:childTnLst>
                                    <p:set>
                                      <p:cBhvr>
                                        <p:cTn id="9" dur="1" fill="hold">
                                          <p:stCondLst>
                                            <p:cond delay="0"/>
                                          </p:stCondLst>
                                        </p:cTn>
                                        <p:tgtEl>
                                          <p:spTgt spid="747"/>
                                        </p:tgtEl>
                                        <p:attrNameLst>
                                          <p:attrName>style.visibility</p:attrName>
                                        </p:attrNameLst>
                                      </p:cBhvr>
                                      <p:to>
                                        <p:strVal val="visible"/>
                                      </p:to>
                                    </p:set>
                                    <p:animEffect transition="in" filter="fade">
                                      <p:cBhvr>
                                        <p:cTn id="10" dur="1000"/>
                                        <p:tgtEl>
                                          <p:spTgt spid="747"/>
                                        </p:tgtEl>
                                      </p:cBhvr>
                                    </p:animEffect>
                                  </p:childTnLst>
                                </p:cTn>
                              </p:par>
                              <p:par>
                                <p:cTn id="11" presetID="10" presetClass="entr" presetSubtype="0" fill="hold" nodeType="withEffect">
                                  <p:stCondLst>
                                    <p:cond delay="6000"/>
                                  </p:stCondLst>
                                  <p:childTnLst>
                                    <p:set>
                                      <p:cBhvr>
                                        <p:cTn id="12" dur="1" fill="hold">
                                          <p:stCondLst>
                                            <p:cond delay="0"/>
                                          </p:stCondLst>
                                        </p:cTn>
                                        <p:tgtEl>
                                          <p:spTgt spid="748"/>
                                        </p:tgtEl>
                                        <p:attrNameLst>
                                          <p:attrName>style.visibility</p:attrName>
                                        </p:attrNameLst>
                                      </p:cBhvr>
                                      <p:to>
                                        <p:strVal val="visible"/>
                                      </p:to>
                                    </p:set>
                                    <p:animEffect transition="in" filter="fade">
                                      <p:cBhvr>
                                        <p:cTn id="13" dur="1000"/>
                                        <p:tgtEl>
                                          <p:spTgt spid="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6"/>
          <p:cNvSpPr txBox="1"/>
          <p:nvPr/>
        </p:nvSpPr>
        <p:spPr>
          <a:xfrm>
            <a:off x="259081" y="365760"/>
            <a:ext cx="398780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reeeealy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reeeeeeeeeally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7 relaly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reaaaaaallly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realllllllllly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realllyyyyy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realyl</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reeeaaaally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reeeaaallly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6 reeeaaalllyyy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reaaaaallly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reaaaalllly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reaalllyy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reallllllllllllly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reallllllllllly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reeallyyy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reeeeaaallly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reeeeaally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reeeeeeeeally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rellly</a:t>
            </a:r>
            <a:endParaRPr sz="1800">
              <a:solidFill>
                <a:schemeClr val="dk1"/>
              </a:solidFill>
              <a:latin typeface="Courier New"/>
              <a:ea typeface="Courier New"/>
              <a:cs typeface="Courier New"/>
              <a:sym typeface="Courier New"/>
            </a:endParaRPr>
          </a:p>
        </p:txBody>
      </p:sp>
      <p:sp>
        <p:nvSpPr>
          <p:cNvPr id="755" name="Google Shape;755;p66"/>
          <p:cNvSpPr txBox="1"/>
          <p:nvPr/>
        </p:nvSpPr>
        <p:spPr>
          <a:xfrm>
            <a:off x="3896361" y="365760"/>
            <a:ext cx="421132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rrly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5 rrrreally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reaaaaly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reaaalllly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reaaalllyy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reaalllyyy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realllllllyyyy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realllllyyyy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reeaaaally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reeealy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reeeeeeeeeeally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4 rllly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r34lly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reaaaaaaaally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reaaaaaly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reaaaallllly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reaaaallyy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reaallyyyy</a:t>
            </a:r>
            <a:endParaRPr sz="1800">
              <a:solidFill>
                <a:schemeClr val="dk1"/>
              </a:solidFill>
              <a:latin typeface="Courier New"/>
              <a:ea typeface="Courier New"/>
              <a:cs typeface="Courier New"/>
              <a:sym typeface="Courier New"/>
            </a:endParaRPr>
          </a:p>
        </p:txBody>
      </p:sp>
      <p:sp>
        <p:nvSpPr>
          <p:cNvPr id="756" name="Google Shape;756;p66"/>
          <p:cNvSpPr txBox="1"/>
          <p:nvPr/>
        </p:nvSpPr>
        <p:spPr>
          <a:xfrm>
            <a:off x="7432041" y="365759"/>
            <a:ext cx="421132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realiy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realllllllllllllllly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reallllllyy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reallllllyyyy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reallllllyyyyyyy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reallllyyyyy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realluy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reallyl</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reallyyyyyyyyy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reeaalllly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reeaalllyyy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reeaaly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reeeaaallllyyy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reeeaallly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reeeeaaaaally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reeeealllly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3 reeeeealllly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reaaaaaaaaaally</a:t>
            </a:r>
            <a:endParaRPr sz="1800">
              <a:solidFill>
                <a:schemeClr val="dk1"/>
              </a:solidFill>
              <a:latin typeface="Courier New"/>
              <a:ea typeface="Courier New"/>
              <a:cs typeface="Courier New"/>
              <a:sym typeface="Courier New"/>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54"/>
                                        </p:tgtEl>
                                        <p:attrNameLst>
                                          <p:attrName>style.visibility</p:attrName>
                                        </p:attrNameLst>
                                      </p:cBhvr>
                                      <p:to>
                                        <p:strVal val="visible"/>
                                      </p:to>
                                    </p:set>
                                    <p:animEffect transition="in" filter="fade">
                                      <p:cBhvr>
                                        <p:cTn id="7" dur="500"/>
                                        <p:tgtEl>
                                          <p:spTgt spid="754"/>
                                        </p:tgtEl>
                                      </p:cBhvr>
                                    </p:animEffect>
                                  </p:childTnLst>
                                </p:cTn>
                              </p:par>
                              <p:par>
                                <p:cTn id="8" presetID="10" presetClass="entr" presetSubtype="0" fill="hold" nodeType="withEffect">
                                  <p:stCondLst>
                                    <p:cond delay="1000"/>
                                  </p:stCondLst>
                                  <p:childTnLst>
                                    <p:set>
                                      <p:cBhvr>
                                        <p:cTn id="9" dur="1" fill="hold">
                                          <p:stCondLst>
                                            <p:cond delay="0"/>
                                          </p:stCondLst>
                                        </p:cTn>
                                        <p:tgtEl>
                                          <p:spTgt spid="755"/>
                                        </p:tgtEl>
                                        <p:attrNameLst>
                                          <p:attrName>style.visibility</p:attrName>
                                        </p:attrNameLst>
                                      </p:cBhvr>
                                      <p:to>
                                        <p:strVal val="visible"/>
                                      </p:to>
                                    </p:set>
                                    <p:animEffect transition="in" filter="fade">
                                      <p:cBhvr>
                                        <p:cTn id="10" dur="500"/>
                                        <p:tgtEl>
                                          <p:spTgt spid="755"/>
                                        </p:tgtEl>
                                      </p:cBhvr>
                                    </p:animEffect>
                                  </p:childTnLst>
                                </p:cTn>
                              </p:par>
                              <p:par>
                                <p:cTn id="11" presetID="10" presetClass="entr" presetSubtype="0" fill="hold" nodeType="withEffect">
                                  <p:stCondLst>
                                    <p:cond delay="2000"/>
                                  </p:stCondLst>
                                  <p:childTnLst>
                                    <p:set>
                                      <p:cBhvr>
                                        <p:cTn id="12" dur="1" fill="hold">
                                          <p:stCondLst>
                                            <p:cond delay="0"/>
                                          </p:stCondLst>
                                        </p:cTn>
                                        <p:tgtEl>
                                          <p:spTgt spid="756"/>
                                        </p:tgtEl>
                                        <p:attrNameLst>
                                          <p:attrName>style.visibility</p:attrName>
                                        </p:attrNameLst>
                                      </p:cBhvr>
                                      <p:to>
                                        <p:strVal val="visible"/>
                                      </p:to>
                                    </p:set>
                                    <p:animEffect transition="in" filter="fade">
                                      <p:cBhvr>
                                        <p:cTn id="13" dur="500"/>
                                        <p:tgtEl>
                                          <p:spTgt spid="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67"/>
          <p:cNvSpPr txBox="1"/>
          <p:nvPr/>
        </p:nvSpPr>
        <p:spPr>
          <a:xfrm>
            <a:off x="-76199" y="335279"/>
            <a:ext cx="446532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reaaaaaaaaally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reaaaaaaaallly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reaaaaaalllllyyy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reaaaaallllly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reaaaaalllly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reaaalllllyyy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reaaalllyyy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reaallllyy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reaalyy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reallllllllllllllllly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reallllllllllllllly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realllllllyyyyy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reallllllyyyyy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realllllyyyyyy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reallllyyyyyy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realllyyyyyy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really*</a:t>
            </a:r>
            <a:endParaRPr/>
          </a:p>
        </p:txBody>
      </p:sp>
      <p:sp>
        <p:nvSpPr>
          <p:cNvPr id="763" name="Google Shape;763;p67"/>
          <p:cNvSpPr txBox="1"/>
          <p:nvPr/>
        </p:nvSpPr>
        <p:spPr>
          <a:xfrm>
            <a:off x="3713481" y="335280"/>
            <a:ext cx="4465320"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reallyyyyyyyy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reallyyyyyyyyyyyy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reaqlly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reeaallly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reeaalllyy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reeaallyy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reeeeaaaalllyyy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reeeeaaalllly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reeeeaaallllyyyy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reeeeallllyyy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reeeeallyyy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reeeeeaaallllly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reeeeeaaally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reeeeeaally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reeeeeallly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reeeeeealy</a:t>
            </a:r>
            <a:endParaRPr sz="1800">
              <a:solidFill>
                <a:schemeClr val="dk1"/>
              </a:solidFill>
              <a:latin typeface="Courier New"/>
              <a:ea typeface="Courier New"/>
              <a:cs typeface="Courier New"/>
              <a:sym typeface="Courier New"/>
            </a:endParaRPr>
          </a:p>
        </p:txBody>
      </p:sp>
      <p:sp>
        <p:nvSpPr>
          <p:cNvPr id="764" name="Google Shape;764;p67"/>
          <p:cNvSpPr txBox="1"/>
          <p:nvPr/>
        </p:nvSpPr>
        <p:spPr>
          <a:xfrm>
            <a:off x="7096759" y="335280"/>
            <a:ext cx="4709162" cy="61863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reeely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rellys</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reqally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rlyyy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rlyyyy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rreeaallyy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2 rrreally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r-r-r-really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r3aly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r3ly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raaahhhlllaaayyyy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raeally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re-eaaaaaaaly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re-he-he-he-ealy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re-he-he-heeeeally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re3ally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rea(l)ly</a:t>
            </a:r>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reaaaaaaaaaaaaaaaaaaally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reaaaaaaaaaaaaaaaally</a:t>
            </a:r>
            <a:endParaRPr sz="18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a:solidFill>
                  <a:schemeClr val="dk1"/>
                </a:solidFill>
                <a:latin typeface="Courier New"/>
                <a:ea typeface="Courier New"/>
                <a:cs typeface="Courier New"/>
                <a:sym typeface="Courier New"/>
              </a:rPr>
              <a:t>      1 reaaaaaaaaaaaaaaallllly</a:t>
            </a:r>
            <a:endParaRPr sz="1800">
              <a:solidFill>
                <a:schemeClr val="dk1"/>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62"/>
                                        </p:tgtEl>
                                        <p:attrNameLst>
                                          <p:attrName>style.visibility</p:attrName>
                                        </p:attrNameLst>
                                      </p:cBhvr>
                                      <p:to>
                                        <p:strVal val="visible"/>
                                      </p:to>
                                    </p:set>
                                    <p:animEffect transition="in" filter="fade">
                                      <p:cBhvr>
                                        <p:cTn id="7" dur="500"/>
                                        <p:tgtEl>
                                          <p:spTgt spid="762"/>
                                        </p:tgtEl>
                                      </p:cBhvr>
                                    </p:animEffect>
                                  </p:childTnLst>
                                </p:cTn>
                              </p:par>
                              <p:par>
                                <p:cTn id="8" presetID="10" presetClass="entr" presetSubtype="0" fill="hold" nodeType="withEffect">
                                  <p:stCondLst>
                                    <p:cond delay="1000"/>
                                  </p:stCondLst>
                                  <p:childTnLst>
                                    <p:set>
                                      <p:cBhvr>
                                        <p:cTn id="9" dur="1" fill="hold">
                                          <p:stCondLst>
                                            <p:cond delay="0"/>
                                          </p:stCondLst>
                                        </p:cTn>
                                        <p:tgtEl>
                                          <p:spTgt spid="763"/>
                                        </p:tgtEl>
                                        <p:attrNameLst>
                                          <p:attrName>style.visibility</p:attrName>
                                        </p:attrNameLst>
                                      </p:cBhvr>
                                      <p:to>
                                        <p:strVal val="visible"/>
                                      </p:to>
                                    </p:set>
                                    <p:animEffect transition="in" filter="fade">
                                      <p:cBhvr>
                                        <p:cTn id="10" dur="1000"/>
                                        <p:tgtEl>
                                          <p:spTgt spid="763"/>
                                        </p:tgtEl>
                                      </p:cBhvr>
                                    </p:animEffect>
                                  </p:childTnLst>
                                </p:cTn>
                              </p:par>
                              <p:par>
                                <p:cTn id="11" presetID="10" presetClass="entr" presetSubtype="0" fill="hold" nodeType="withEffect">
                                  <p:stCondLst>
                                    <p:cond delay="2000"/>
                                  </p:stCondLst>
                                  <p:childTnLst>
                                    <p:set>
                                      <p:cBhvr>
                                        <p:cTn id="12" dur="1" fill="hold">
                                          <p:stCondLst>
                                            <p:cond delay="0"/>
                                          </p:stCondLst>
                                        </p:cTn>
                                        <p:tgtEl>
                                          <p:spTgt spid="764"/>
                                        </p:tgtEl>
                                        <p:attrNameLst>
                                          <p:attrName>style.visibility</p:attrName>
                                        </p:attrNameLst>
                                      </p:cBhvr>
                                      <p:to>
                                        <p:strVal val="visible"/>
                                      </p:to>
                                    </p:set>
                                    <p:animEffect transition="in" filter="fade">
                                      <p:cBhvr>
                                        <p:cTn id="13" dur="1000"/>
                                        <p:tgtEl>
                                          <p:spTgt spid="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68"/>
          <p:cNvSpPr txBox="1"/>
          <p:nvPr/>
        </p:nvSpPr>
        <p:spPr>
          <a:xfrm>
            <a:off x="-438875" y="154071"/>
            <a:ext cx="4096473" cy="67710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reaaaaaaaaaaallllly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reaaaaaaaaaalllllllyyyyyyyyy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reaaaaaaaallllllyyyyy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reaaaaaaaallllyyyy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reaaaaaalllyyyy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reaaaaalllllyyyyyyy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reaaaaallyy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reaaaallyyy</a:t>
            </a:r>
            <a:endParaRPr sz="1400">
              <a:solidFill>
                <a:schemeClr val="dk1"/>
              </a:solidFill>
              <a:latin typeface="Courier New"/>
              <a:ea typeface="Courier New"/>
              <a:cs typeface="Courier New"/>
              <a:sym typeface="Courier New"/>
            </a:endParaRPr>
          </a:p>
        </p:txBody>
      </p:sp>
      <p:sp>
        <p:nvSpPr>
          <p:cNvPr id="771" name="Google Shape;771;p68"/>
          <p:cNvSpPr txBox="1"/>
          <p:nvPr/>
        </p:nvSpPr>
        <p:spPr>
          <a:xfrm>
            <a:off x="3558637" y="143911"/>
            <a:ext cx="4497340" cy="67710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reaaallyyyy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reaalllyyyyyy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realaaay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realkly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reallhy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reallllllllllllllllllllllllllllllllll </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lllllllllllllllllllllllllllllllllly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reallllllllllllllllllllllllllllllllll</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llllllllllllllllllllly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reallllllllllllllllllllllllllllllllll</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reallllllllllllllllllllly</a:t>
            </a:r>
            <a:endParaRPr sz="1400">
              <a:solidFill>
                <a:schemeClr val="dk1"/>
              </a:solidFill>
              <a:latin typeface="Courier New"/>
              <a:ea typeface="Courier New"/>
              <a:cs typeface="Courier New"/>
              <a:sym typeface="Courier New"/>
            </a:endParaRPr>
          </a:p>
        </p:txBody>
      </p:sp>
      <p:sp>
        <p:nvSpPr>
          <p:cNvPr id="772" name="Google Shape;772;p68"/>
          <p:cNvSpPr txBox="1"/>
          <p:nvPr/>
        </p:nvSpPr>
        <p:spPr>
          <a:xfrm>
            <a:off x="7870777" y="148411"/>
            <a:ext cx="4321223" cy="65556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reallllllllyz</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realllllyly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reallllyyyyyyyyy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realllylyyy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realllyyyyyyyyy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really(really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really/really/really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really100</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really2x</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really_</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reallyii</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reallyreallyreallyreallyreallyr33lly</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1 reallyreallyreallyreallyreallyreally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reallyreallyreallyreallyreallyreally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reallyreallyreallyreallyreally</a:t>
            </a:r>
            <a:endParaRPr sz="1400">
              <a:solidFill>
                <a:schemeClr val="dk1"/>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70"/>
                                        </p:tgtEl>
                                        <p:attrNameLst>
                                          <p:attrName>style.visibility</p:attrName>
                                        </p:attrNameLst>
                                      </p:cBhvr>
                                      <p:to>
                                        <p:strVal val="visible"/>
                                      </p:to>
                                    </p:set>
                                    <p:animEffect transition="in" filter="fade">
                                      <p:cBhvr>
                                        <p:cTn id="7" dur="500"/>
                                        <p:tgtEl>
                                          <p:spTgt spid="770"/>
                                        </p:tgtEl>
                                      </p:cBhvr>
                                    </p:animEffect>
                                  </p:childTnLst>
                                </p:cTn>
                              </p:par>
                              <p:par>
                                <p:cTn id="8" presetID="10" presetClass="entr" presetSubtype="0" fill="hold" nodeType="withEffect">
                                  <p:stCondLst>
                                    <p:cond delay="500"/>
                                  </p:stCondLst>
                                  <p:childTnLst>
                                    <p:set>
                                      <p:cBhvr>
                                        <p:cTn id="9" dur="1" fill="hold">
                                          <p:stCondLst>
                                            <p:cond delay="0"/>
                                          </p:stCondLst>
                                        </p:cTn>
                                        <p:tgtEl>
                                          <p:spTgt spid="771"/>
                                        </p:tgtEl>
                                        <p:attrNameLst>
                                          <p:attrName>style.visibility</p:attrName>
                                        </p:attrNameLst>
                                      </p:cBhvr>
                                      <p:to>
                                        <p:strVal val="visible"/>
                                      </p:to>
                                    </p:set>
                                    <p:animEffect transition="in" filter="fade">
                                      <p:cBhvr>
                                        <p:cTn id="10" dur="500"/>
                                        <p:tgtEl>
                                          <p:spTgt spid="771"/>
                                        </p:tgtEl>
                                      </p:cBhvr>
                                    </p:animEffect>
                                  </p:childTnLst>
                                </p:cTn>
                              </p:par>
                              <p:par>
                                <p:cTn id="11" presetID="10" presetClass="entr" presetSubtype="0" fill="hold" nodeType="withEffect">
                                  <p:stCondLst>
                                    <p:cond delay="1000"/>
                                  </p:stCondLst>
                                  <p:childTnLst>
                                    <p:set>
                                      <p:cBhvr>
                                        <p:cTn id="12" dur="1" fill="hold">
                                          <p:stCondLst>
                                            <p:cond delay="0"/>
                                          </p:stCondLst>
                                        </p:cTn>
                                        <p:tgtEl>
                                          <p:spTgt spid="772"/>
                                        </p:tgtEl>
                                        <p:attrNameLst>
                                          <p:attrName>style.visibility</p:attrName>
                                        </p:attrNameLst>
                                      </p:cBhvr>
                                      <p:to>
                                        <p:strVal val="visible"/>
                                      </p:to>
                                    </p:set>
                                    <p:animEffect transition="in" filter="fade">
                                      <p:cBhvr>
                                        <p:cTn id="13" dur="500"/>
                                        <p:tgtEl>
                                          <p:spTgt spid="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69"/>
          <p:cNvSpPr txBox="1"/>
          <p:nvPr/>
        </p:nvSpPr>
        <p:spPr>
          <a:xfrm>
            <a:off x="-264160" y="45141"/>
            <a:ext cx="4597400" cy="69865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reallyyyyyyyyyyy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really😒      </a:t>
            </a:r>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realoly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realys</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reawly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ree-hee-heally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reeaaaaaaaaaaaaaaaaalllllllllyyy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reeaaaaaaaalllllllly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reeaaaaalllllly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reealllyyyyy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reeeaaaaaaaly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reeeaaalllllyyyy</a:t>
            </a:r>
            <a:endParaRPr sz="1400">
              <a:solidFill>
                <a:schemeClr val="dk1"/>
              </a:solidFill>
              <a:latin typeface="Courier New"/>
              <a:ea typeface="Courier New"/>
              <a:cs typeface="Courier New"/>
              <a:sym typeface="Courier New"/>
            </a:endParaRPr>
          </a:p>
        </p:txBody>
      </p:sp>
      <p:sp>
        <p:nvSpPr>
          <p:cNvPr id="779" name="Google Shape;779;p69"/>
          <p:cNvSpPr txBox="1"/>
          <p:nvPr/>
        </p:nvSpPr>
        <p:spPr>
          <a:xfrm>
            <a:off x="3695700" y="45141"/>
            <a:ext cx="4310380" cy="67710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reeeallys</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reeeeaaaaaaallllllyyyyyyy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reeeeaaaaaallllllyyyyy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reeeeaaaaallllllly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reeeeaaaallllyyyyyy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reeeeallllly</a:t>
            </a:r>
            <a:endParaRPr sz="1400">
              <a:solidFill>
                <a:schemeClr val="dk1"/>
              </a:solidFill>
              <a:latin typeface="Courier New"/>
              <a:ea typeface="Courier New"/>
              <a:cs typeface="Courier New"/>
              <a:sym typeface="Courier New"/>
            </a:endParaRPr>
          </a:p>
        </p:txBody>
      </p:sp>
      <p:sp>
        <p:nvSpPr>
          <p:cNvPr id="780" name="Google Shape;780;p69"/>
          <p:cNvSpPr txBox="1"/>
          <p:nvPr/>
        </p:nvSpPr>
        <p:spPr>
          <a:xfrm>
            <a:off x="7002780" y="45140"/>
            <a:ext cx="4988560" cy="67710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reeeealllyyyy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reeeeeaaaaallllllly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reeeeeaaallllyyy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reeeeeeaaaaalllllyyyy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reeeeeeaaaaally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reeeeeealllyyyy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reeeeeeeaaaallly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reeeeeeeallyy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reeeeeeeeaaaaaaaalllllyyyyyy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reeeeeeeeeaaaaaaaaalllllllllyyyyyyyy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reeeeeeeeeaaaaaaallllllllyyyyyyyy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reeeeeeeeeaaaaaalllyyy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reeeeeeeeeallllly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reeeeeeeeeeaaally</a:t>
            </a:r>
            <a:endParaRPr sz="1400">
              <a:solidFill>
                <a:schemeClr val="dk1"/>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78"/>
                                        </p:tgtEl>
                                        <p:attrNameLst>
                                          <p:attrName>style.visibility</p:attrName>
                                        </p:attrNameLst>
                                      </p:cBhvr>
                                      <p:to>
                                        <p:strVal val="visible"/>
                                      </p:to>
                                    </p:set>
                                    <p:animEffect transition="in" filter="fade">
                                      <p:cBhvr>
                                        <p:cTn id="7" dur="500"/>
                                        <p:tgtEl>
                                          <p:spTgt spid="778"/>
                                        </p:tgtEl>
                                      </p:cBhvr>
                                    </p:animEffect>
                                  </p:childTnLst>
                                </p:cTn>
                              </p:par>
                              <p:par>
                                <p:cTn id="8" presetID="10" presetClass="entr" presetSubtype="0" fill="hold" nodeType="withEffect">
                                  <p:stCondLst>
                                    <p:cond delay="400"/>
                                  </p:stCondLst>
                                  <p:childTnLst>
                                    <p:set>
                                      <p:cBhvr>
                                        <p:cTn id="9" dur="1" fill="hold">
                                          <p:stCondLst>
                                            <p:cond delay="0"/>
                                          </p:stCondLst>
                                        </p:cTn>
                                        <p:tgtEl>
                                          <p:spTgt spid="779"/>
                                        </p:tgtEl>
                                        <p:attrNameLst>
                                          <p:attrName>style.visibility</p:attrName>
                                        </p:attrNameLst>
                                      </p:cBhvr>
                                      <p:to>
                                        <p:strVal val="visible"/>
                                      </p:to>
                                    </p:set>
                                    <p:animEffect transition="in" filter="fade">
                                      <p:cBhvr>
                                        <p:cTn id="10" dur="500"/>
                                        <p:tgtEl>
                                          <p:spTgt spid="779"/>
                                        </p:tgtEl>
                                      </p:cBhvr>
                                    </p:animEffect>
                                  </p:childTnLst>
                                </p:cTn>
                              </p:par>
                              <p:par>
                                <p:cTn id="11" presetID="10" presetClass="entr" presetSubtype="0" fill="hold" nodeType="withEffect">
                                  <p:stCondLst>
                                    <p:cond delay="800"/>
                                  </p:stCondLst>
                                  <p:childTnLst>
                                    <p:set>
                                      <p:cBhvr>
                                        <p:cTn id="12" dur="1" fill="hold">
                                          <p:stCondLst>
                                            <p:cond delay="0"/>
                                          </p:stCondLst>
                                        </p:cTn>
                                        <p:tgtEl>
                                          <p:spTgt spid="780"/>
                                        </p:tgtEl>
                                        <p:attrNameLst>
                                          <p:attrName>style.visibility</p:attrName>
                                        </p:attrNameLst>
                                      </p:cBhvr>
                                      <p:to>
                                        <p:strVal val="visible"/>
                                      </p:to>
                                    </p:set>
                                    <p:animEffect transition="in" filter="fade">
                                      <p:cBhvr>
                                        <p:cTn id="13" dur="500"/>
                                        <p:tgtEl>
                                          <p:spTgt spid="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70"/>
          <p:cNvSpPr txBox="1"/>
          <p:nvPr/>
        </p:nvSpPr>
        <p:spPr>
          <a:xfrm>
            <a:off x="-256540" y="243840"/>
            <a:ext cx="6728460" cy="63401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reeeeeeeeeeeeally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reeeeeeeeeeeeeaaally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reeeeeeeeeeeeeeeaaaallly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reeeeeeeeeeeeeeeeally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reeeeeeeeeeeeeeeeeeeeeesalllllllllllllllllllllllllly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reeeeeeelly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reeeeeely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reeeeely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reeeelllllyyy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reeellllyy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reelllyy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reheheally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relally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rellllllly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rellyrell</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rellzy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rieeely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rlllllly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rllllllyy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rllyrlly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rlyrlyrly</a:t>
            </a:r>
            <a:endParaRPr sz="1400">
              <a:solidFill>
                <a:schemeClr val="dk1"/>
              </a:solidFill>
              <a:latin typeface="Courier New"/>
              <a:ea typeface="Courier New"/>
              <a:cs typeface="Courier New"/>
              <a:sym typeface="Courier New"/>
            </a:endParaRPr>
          </a:p>
        </p:txBody>
      </p:sp>
      <p:sp>
        <p:nvSpPr>
          <p:cNvPr id="787" name="Google Shape;787;p70"/>
          <p:cNvSpPr txBox="1"/>
          <p:nvPr/>
        </p:nvSpPr>
        <p:spPr>
          <a:xfrm>
            <a:off x="5859780" y="243840"/>
            <a:ext cx="6159500" cy="63401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rraarreellyy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rreaalllyyy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rreaally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rreeaaallllyyyy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rreeaallllyy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rreeaallyyy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rreeeaaaaallllyyyy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rreeeaaallllyyy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rreeeeeeaaaaallllllllyyyyyy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rreeeeeeallly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rreeeeeely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rrreallyyy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rrreeeaaalllyyy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rrreeealllyyy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rrreeeeaalllllyy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rrreeeeallly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rrrlyyy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rrrreeeally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rrrreeeeeeaaaaallllllllyyyyyy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rrrrreeeeaaalllly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rrrrreeeeaaalllyy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rrrrrreally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rrrrrrealy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rrrrrrreeeeeeaaaalllllyyyyyyy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rrrrrrrrrreally</a:t>
            </a:r>
            <a:endParaRPr sz="140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400">
                <a:solidFill>
                  <a:schemeClr val="dk1"/>
                </a:solidFill>
                <a:latin typeface="Courier New"/>
                <a:ea typeface="Courier New"/>
                <a:cs typeface="Courier New"/>
                <a:sym typeface="Courier New"/>
              </a:rPr>
              <a:t>      1 rrrrrrrrrrrrrrrreeeeeeeeeeeaaaaaaalllllllyyyyyy</a:t>
            </a:r>
            <a:endParaRPr sz="1400">
              <a:solidFill>
                <a:schemeClr val="dk1"/>
              </a:solidFill>
              <a:latin typeface="Courier New"/>
              <a:ea typeface="Courier New"/>
              <a:cs typeface="Courier New"/>
              <a:sym typeface="Courier New"/>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86"/>
                                        </p:tgtEl>
                                        <p:attrNameLst>
                                          <p:attrName>style.visibility</p:attrName>
                                        </p:attrNameLst>
                                      </p:cBhvr>
                                      <p:to>
                                        <p:strVal val="visible"/>
                                      </p:to>
                                    </p:set>
                                    <p:animEffect transition="in" filter="fade">
                                      <p:cBhvr>
                                        <p:cTn id="7" dur="500"/>
                                        <p:tgtEl>
                                          <p:spTgt spid="786"/>
                                        </p:tgtEl>
                                      </p:cBhvr>
                                    </p:animEffect>
                                  </p:childTnLst>
                                </p:cTn>
                              </p:par>
                              <p:par>
                                <p:cTn id="8" presetID="10" presetClass="entr" presetSubtype="0" fill="hold" nodeType="withEffect">
                                  <p:stCondLst>
                                    <p:cond delay="500"/>
                                  </p:stCondLst>
                                  <p:childTnLst>
                                    <p:set>
                                      <p:cBhvr>
                                        <p:cTn id="9" dur="1" fill="hold">
                                          <p:stCondLst>
                                            <p:cond delay="0"/>
                                          </p:stCondLst>
                                        </p:cTn>
                                        <p:tgtEl>
                                          <p:spTgt spid="787"/>
                                        </p:tgtEl>
                                        <p:attrNameLst>
                                          <p:attrName>style.visibility</p:attrName>
                                        </p:attrNameLst>
                                      </p:cBhvr>
                                      <p:to>
                                        <p:strVal val="visible"/>
                                      </p:to>
                                    </p:set>
                                    <p:animEffect transition="in" filter="fade">
                                      <p:cBhvr>
                                        <p:cTn id="10" dur="500"/>
                                        <p:tgtEl>
                                          <p:spTgt spid="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D237-FBCB-37BA-128D-D0CBC0769EF0}"/>
              </a:ext>
            </a:extLst>
          </p:cNvPr>
          <p:cNvSpPr>
            <a:spLocks noGrp="1"/>
          </p:cNvSpPr>
          <p:nvPr>
            <p:ph type="title"/>
          </p:nvPr>
        </p:nvSpPr>
        <p:spPr/>
        <p:txBody>
          <a:bodyPr/>
          <a:lstStyle/>
          <a:p>
            <a:r>
              <a:rPr lang="en-CA" dirty="0"/>
              <a:t>How are words distributed?</a:t>
            </a:r>
          </a:p>
        </p:txBody>
      </p:sp>
      <p:sp>
        <p:nvSpPr>
          <p:cNvPr id="4" name="Slide Number Placeholder 3">
            <a:extLst>
              <a:ext uri="{FF2B5EF4-FFF2-40B4-BE49-F238E27FC236}">
                <a16:creationId xmlns:a16="http://schemas.microsoft.com/office/drawing/2014/main" id="{9231AD6E-0532-16A9-DAFC-5425DE0635BC}"/>
              </a:ext>
            </a:extLst>
          </p:cNvPr>
          <p:cNvSpPr>
            <a:spLocks noGrp="1"/>
          </p:cNvSpPr>
          <p:nvPr>
            <p:ph type="sldNum" sz="quarter" idx="12"/>
          </p:nvPr>
        </p:nvSpPr>
        <p:spPr/>
        <p:txBody>
          <a:bodyPr/>
          <a:lstStyle/>
          <a:p>
            <a:fld id="{A36FF760-4833-4FC2-9C74-46CD274694B2}" type="slidenum">
              <a:rPr lang="en-CA" smtClean="0"/>
              <a:pPr/>
              <a:t>38</a:t>
            </a:fld>
            <a:endParaRPr lang="en-CA"/>
          </a:p>
        </p:txBody>
      </p:sp>
      <p:sp>
        <p:nvSpPr>
          <p:cNvPr id="5" name="Google Shape;801;p72">
            <a:extLst>
              <a:ext uri="{FF2B5EF4-FFF2-40B4-BE49-F238E27FC236}">
                <a16:creationId xmlns:a16="http://schemas.microsoft.com/office/drawing/2014/main" id="{8D97A71D-2E90-DA86-019A-2FD8C166BD0B}"/>
              </a:ext>
            </a:extLst>
          </p:cNvPr>
          <p:cNvSpPr txBox="1"/>
          <p:nvPr/>
        </p:nvSpPr>
        <p:spPr>
          <a:xfrm>
            <a:off x="504891" y="1365606"/>
            <a:ext cx="307340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224571 really</a:t>
            </a:r>
            <a:endParaRPr dirty="0"/>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1189 rly</a:t>
            </a:r>
            <a:endParaRPr dirty="0"/>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1119 </a:t>
            </a:r>
            <a:r>
              <a:rPr lang="en-US" sz="1800" dirty="0" err="1">
                <a:solidFill>
                  <a:schemeClr val="dk1"/>
                </a:solidFill>
                <a:latin typeface="Courier New"/>
                <a:ea typeface="Courier New"/>
                <a:cs typeface="Courier New"/>
                <a:sym typeface="Courier New"/>
              </a:rPr>
              <a:t>realy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731 </a:t>
            </a:r>
            <a:r>
              <a:rPr lang="en-US" sz="1800" dirty="0" err="1">
                <a:solidFill>
                  <a:schemeClr val="dk1"/>
                </a:solidFill>
                <a:latin typeface="Courier New"/>
                <a:ea typeface="Courier New"/>
                <a:cs typeface="Courier New"/>
                <a:sym typeface="Courier New"/>
              </a:rPr>
              <a:t>rlly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590 </a:t>
            </a:r>
            <a:r>
              <a:rPr lang="en-US" sz="1800" dirty="0" err="1">
                <a:solidFill>
                  <a:schemeClr val="dk1"/>
                </a:solidFill>
                <a:latin typeface="Courier New"/>
                <a:ea typeface="Courier New"/>
                <a:cs typeface="Courier New"/>
                <a:sym typeface="Courier New"/>
              </a:rPr>
              <a:t>reallly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234 </a:t>
            </a:r>
            <a:r>
              <a:rPr lang="en-US" sz="1800" dirty="0" err="1">
                <a:solidFill>
                  <a:schemeClr val="dk1"/>
                </a:solidFill>
                <a:latin typeface="Courier New"/>
                <a:ea typeface="Courier New"/>
                <a:cs typeface="Courier New"/>
                <a:sym typeface="Courier New"/>
              </a:rPr>
              <a:t>realllly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216 </a:t>
            </a:r>
            <a:r>
              <a:rPr lang="en-US" sz="1800" dirty="0" err="1">
                <a:solidFill>
                  <a:schemeClr val="dk1"/>
                </a:solidFill>
                <a:latin typeface="Courier New"/>
                <a:ea typeface="Courier New"/>
                <a:cs typeface="Courier New"/>
                <a:sym typeface="Courier New"/>
              </a:rPr>
              <a:t>reallyy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156 </a:t>
            </a:r>
            <a:r>
              <a:rPr lang="en-US" sz="1800" dirty="0" err="1">
                <a:solidFill>
                  <a:schemeClr val="dk1"/>
                </a:solidFill>
                <a:latin typeface="Courier New"/>
                <a:ea typeface="Courier New"/>
                <a:cs typeface="Courier New"/>
                <a:sym typeface="Courier New"/>
              </a:rPr>
              <a:t>relly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146 </a:t>
            </a:r>
            <a:r>
              <a:rPr lang="en-US" sz="1800" dirty="0" err="1">
                <a:solidFill>
                  <a:schemeClr val="dk1"/>
                </a:solidFill>
                <a:latin typeface="Courier New"/>
                <a:ea typeface="Courier New"/>
                <a:cs typeface="Courier New"/>
                <a:sym typeface="Courier New"/>
              </a:rPr>
              <a:t>reallllly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132 </a:t>
            </a:r>
            <a:r>
              <a:rPr lang="en-US" sz="1800" dirty="0" err="1">
                <a:solidFill>
                  <a:schemeClr val="dk1"/>
                </a:solidFill>
                <a:latin typeface="Courier New"/>
                <a:ea typeface="Courier New"/>
                <a:cs typeface="Courier New"/>
                <a:sym typeface="Courier New"/>
              </a:rPr>
              <a:t>rily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104 </a:t>
            </a:r>
            <a:r>
              <a:rPr lang="en-US" sz="1800" dirty="0" err="1">
                <a:solidFill>
                  <a:schemeClr val="dk1"/>
                </a:solidFill>
                <a:latin typeface="Courier New"/>
                <a:ea typeface="Courier New"/>
                <a:cs typeface="Courier New"/>
                <a:sym typeface="Courier New"/>
              </a:rPr>
              <a:t>reallyyy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89 </a:t>
            </a:r>
            <a:r>
              <a:rPr lang="en-US" sz="1800" dirty="0" err="1">
                <a:solidFill>
                  <a:schemeClr val="dk1"/>
                </a:solidFill>
                <a:latin typeface="Courier New"/>
                <a:ea typeface="Courier New"/>
                <a:cs typeface="Courier New"/>
                <a:sym typeface="Courier New"/>
              </a:rPr>
              <a:t>realllllly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89 </a:t>
            </a:r>
            <a:r>
              <a:rPr lang="en-US" sz="1800" dirty="0" err="1">
                <a:solidFill>
                  <a:schemeClr val="dk1"/>
                </a:solidFill>
                <a:latin typeface="Courier New"/>
                <a:ea typeface="Courier New"/>
                <a:cs typeface="Courier New"/>
                <a:sym typeface="Courier New"/>
              </a:rPr>
              <a:t>reeeally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84 </a:t>
            </a:r>
            <a:r>
              <a:rPr lang="en-US" sz="1800" dirty="0" err="1">
                <a:solidFill>
                  <a:schemeClr val="dk1"/>
                </a:solidFill>
                <a:latin typeface="Courier New"/>
                <a:ea typeface="Courier New"/>
                <a:cs typeface="Courier New"/>
                <a:sym typeface="Courier New"/>
              </a:rPr>
              <a:t>reaaally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82 </a:t>
            </a:r>
            <a:r>
              <a:rPr lang="en-US" sz="1800" dirty="0" err="1">
                <a:solidFill>
                  <a:schemeClr val="dk1"/>
                </a:solidFill>
                <a:latin typeface="Courier New"/>
                <a:ea typeface="Courier New"/>
                <a:cs typeface="Courier New"/>
                <a:sym typeface="Courier New"/>
              </a:rPr>
              <a:t>reaally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72 </a:t>
            </a:r>
            <a:r>
              <a:rPr lang="en-US" sz="1800" dirty="0" err="1">
                <a:solidFill>
                  <a:schemeClr val="dk1"/>
                </a:solidFill>
                <a:latin typeface="Courier New"/>
                <a:ea typeface="Courier New"/>
                <a:cs typeface="Courier New"/>
                <a:sym typeface="Courier New"/>
              </a:rPr>
              <a:t>reeeeally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65 </a:t>
            </a:r>
            <a:r>
              <a:rPr lang="en-US" sz="1800" dirty="0" err="1">
                <a:solidFill>
                  <a:schemeClr val="dk1"/>
                </a:solidFill>
                <a:latin typeface="Courier New"/>
                <a:ea typeface="Courier New"/>
                <a:cs typeface="Courier New"/>
                <a:sym typeface="Courier New"/>
              </a:rPr>
              <a:t>reaaaally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a:t>
            </a:r>
            <a:endParaRPr dirty="0"/>
          </a:p>
        </p:txBody>
      </p:sp>
      <p:sp>
        <p:nvSpPr>
          <p:cNvPr id="6" name="Google Shape;802;p72">
            <a:extLst>
              <a:ext uri="{FF2B5EF4-FFF2-40B4-BE49-F238E27FC236}">
                <a16:creationId xmlns:a16="http://schemas.microsoft.com/office/drawing/2014/main" id="{BAE57224-A3ED-DAF0-E5DB-C9D722E0BE8B}"/>
              </a:ext>
            </a:extLst>
          </p:cNvPr>
          <p:cNvSpPr txBox="1"/>
          <p:nvPr/>
        </p:nvSpPr>
        <p:spPr>
          <a:xfrm>
            <a:off x="3024635" y="1365605"/>
            <a:ext cx="8099289"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rreeeeeeaaaaallllllllyyyyyy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rreeeeeeallly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rreeeeeely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rrreallyyy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rrreeeaaalllyyy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rrreeealllyyy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rrreeeeaalllllyy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rrreeeeallly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rrrlyyy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rrrreeeally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rrrreeeeeeaaaaallllllllyyyyyy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rrrrreeeeaaalllly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rrrrreeeeaaalllyy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rrrrrreally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rrrrrrealy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rrrrrrreeeeeeaaaalllllyyyyyyy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rrrrrrrrrreally</a:t>
            </a:r>
            <a:endParaRPr sz="1800"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US" sz="1800" dirty="0">
                <a:solidFill>
                  <a:schemeClr val="dk1"/>
                </a:solidFill>
                <a:latin typeface="Courier New"/>
                <a:ea typeface="Courier New"/>
                <a:cs typeface="Courier New"/>
                <a:sym typeface="Courier New"/>
              </a:rPr>
              <a:t>      1 </a:t>
            </a:r>
            <a:r>
              <a:rPr lang="en-US" sz="1800" dirty="0" err="1">
                <a:solidFill>
                  <a:schemeClr val="dk1"/>
                </a:solidFill>
                <a:latin typeface="Courier New"/>
                <a:ea typeface="Courier New"/>
                <a:cs typeface="Courier New"/>
                <a:sym typeface="Courier New"/>
              </a:rPr>
              <a:t>rrrrrrrrrrrrrrrreeeeeeeeeeeaaaaaaalllllllyyyyyy</a:t>
            </a:r>
            <a:endParaRPr sz="1800" dirty="0">
              <a:solidFill>
                <a:schemeClr val="dk1"/>
              </a:solidFill>
              <a:latin typeface="Courier New"/>
              <a:ea typeface="Courier New"/>
              <a:cs typeface="Courier New"/>
              <a:sym typeface="Courier New"/>
            </a:endParaRPr>
          </a:p>
        </p:txBody>
      </p:sp>
    </p:spTree>
    <p:extLst>
      <p:ext uri="{BB962C8B-B14F-4D97-AF65-F5344CB8AC3E}">
        <p14:creationId xmlns:p14="http://schemas.microsoft.com/office/powerpoint/2010/main" val="139601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4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59CA2-47B6-725F-6303-6ECDF4AA065D}"/>
              </a:ext>
            </a:extLst>
          </p:cNvPr>
          <p:cNvSpPr>
            <a:spLocks noGrp="1"/>
          </p:cNvSpPr>
          <p:nvPr>
            <p:ph type="title"/>
          </p:nvPr>
        </p:nvSpPr>
        <p:spPr/>
        <p:txBody>
          <a:bodyPr/>
          <a:lstStyle/>
          <a:p>
            <a:r>
              <a:rPr lang="en-CA" dirty="0"/>
              <a:t>Zipf’s Law</a:t>
            </a:r>
          </a:p>
        </p:txBody>
      </p:sp>
      <p:sp>
        <p:nvSpPr>
          <p:cNvPr id="3" name="Content Placeholder 2">
            <a:extLst>
              <a:ext uri="{FF2B5EF4-FFF2-40B4-BE49-F238E27FC236}">
                <a16:creationId xmlns:a16="http://schemas.microsoft.com/office/drawing/2014/main" id="{C40EF0D4-C92F-4238-5A6D-033F60B2E9B7}"/>
              </a:ext>
            </a:extLst>
          </p:cNvPr>
          <p:cNvSpPr>
            <a:spLocks noGrp="1"/>
          </p:cNvSpPr>
          <p:nvPr>
            <p:ph idx="1"/>
          </p:nvPr>
        </p:nvSpPr>
        <p:spPr/>
        <p:txBody>
          <a:bodyPr/>
          <a:lstStyle/>
          <a:p>
            <a:pPr marL="0" indent="0">
              <a:buNone/>
            </a:pPr>
            <a:r>
              <a:rPr lang="en-US" dirty="0"/>
              <a:t>Frequency of a word is (roughly) inversely proportional to its rank in the word frequency list.</a:t>
            </a:r>
          </a:p>
          <a:p>
            <a:pPr marL="0" indent="0">
              <a:buNone/>
            </a:pPr>
            <a:endParaRPr lang="en-US" dirty="0"/>
          </a:p>
          <a:p>
            <a:pPr marL="0" indent="0">
              <a:buNone/>
            </a:pPr>
            <a:endParaRPr lang="en-CA" dirty="0"/>
          </a:p>
        </p:txBody>
      </p:sp>
      <p:sp>
        <p:nvSpPr>
          <p:cNvPr id="4" name="Slide Number Placeholder 3">
            <a:extLst>
              <a:ext uri="{FF2B5EF4-FFF2-40B4-BE49-F238E27FC236}">
                <a16:creationId xmlns:a16="http://schemas.microsoft.com/office/drawing/2014/main" id="{AFD5289E-386E-C894-D477-CAB6ED4D5AEA}"/>
              </a:ext>
            </a:extLst>
          </p:cNvPr>
          <p:cNvSpPr>
            <a:spLocks noGrp="1"/>
          </p:cNvSpPr>
          <p:nvPr>
            <p:ph type="sldNum" sz="quarter" idx="12"/>
          </p:nvPr>
        </p:nvSpPr>
        <p:spPr/>
        <p:txBody>
          <a:bodyPr/>
          <a:lstStyle/>
          <a:p>
            <a:fld id="{A36FF760-4833-4FC2-9C74-46CD274694B2}" type="slidenum">
              <a:rPr lang="en-CA" smtClean="0"/>
              <a:pPr/>
              <a:t>39</a:t>
            </a:fld>
            <a:endParaRPr lang="en-CA"/>
          </a:p>
        </p:txBody>
      </p:sp>
      <p:pic>
        <p:nvPicPr>
          <p:cNvPr id="5" name="Google Shape;808;p73">
            <a:extLst>
              <a:ext uri="{FF2B5EF4-FFF2-40B4-BE49-F238E27FC236}">
                <a16:creationId xmlns:a16="http://schemas.microsoft.com/office/drawing/2014/main" id="{12B75229-8401-4168-8EC0-CC55EEB172CA}"/>
              </a:ext>
            </a:extLst>
          </p:cNvPr>
          <p:cNvPicPr preferRelativeResize="0"/>
          <p:nvPr/>
        </p:nvPicPr>
        <p:blipFill rotWithShape="1">
          <a:blip r:embed="rId2">
            <a:alphaModFix/>
          </a:blip>
          <a:srcRect/>
          <a:stretch/>
        </p:blipFill>
        <p:spPr>
          <a:xfrm>
            <a:off x="989035" y="2325783"/>
            <a:ext cx="10213930" cy="4173883"/>
          </a:xfrm>
          <a:prstGeom prst="rect">
            <a:avLst/>
          </a:prstGeom>
          <a:noFill/>
          <a:ln>
            <a:noFill/>
          </a:ln>
        </p:spPr>
      </p:pic>
      <p:sp>
        <p:nvSpPr>
          <p:cNvPr id="6" name="Google Shape;809;p73">
            <a:extLst>
              <a:ext uri="{FF2B5EF4-FFF2-40B4-BE49-F238E27FC236}">
                <a16:creationId xmlns:a16="http://schemas.microsoft.com/office/drawing/2014/main" id="{F3D51308-CCF7-FA46-E822-E279E0E04426}"/>
              </a:ext>
            </a:extLst>
          </p:cNvPr>
          <p:cNvSpPr txBox="1"/>
          <p:nvPr/>
        </p:nvSpPr>
        <p:spPr>
          <a:xfrm>
            <a:off x="9557730" y="4532217"/>
            <a:ext cx="2133600" cy="58477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4284F3"/>
                </a:solidFill>
                <a:latin typeface="Calibri"/>
                <a:ea typeface="Calibri"/>
                <a:cs typeface="Calibri"/>
                <a:sym typeface="Calibri"/>
              </a:rPr>
              <a:t>“long tail”</a:t>
            </a:r>
            <a:endParaRPr dirty="0"/>
          </a:p>
        </p:txBody>
      </p:sp>
      <p:sp>
        <p:nvSpPr>
          <p:cNvPr id="7" name="Google Shape;810;p73">
            <a:extLst>
              <a:ext uri="{FF2B5EF4-FFF2-40B4-BE49-F238E27FC236}">
                <a16:creationId xmlns:a16="http://schemas.microsoft.com/office/drawing/2014/main" id="{BE00B456-3969-624E-DF37-B444444EBAC3}"/>
              </a:ext>
            </a:extLst>
          </p:cNvPr>
          <p:cNvSpPr txBox="1"/>
          <p:nvPr/>
        </p:nvSpPr>
        <p:spPr>
          <a:xfrm rot="16200000">
            <a:off x="-772326" y="3749953"/>
            <a:ext cx="296926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count (in millions)</a:t>
            </a:r>
            <a:endParaRPr dirty="0"/>
          </a:p>
        </p:txBody>
      </p:sp>
      <p:sp>
        <p:nvSpPr>
          <p:cNvPr id="8" name="Google Shape;812;p73">
            <a:extLst>
              <a:ext uri="{FF2B5EF4-FFF2-40B4-BE49-F238E27FC236}">
                <a16:creationId xmlns:a16="http://schemas.microsoft.com/office/drawing/2014/main" id="{FBDF4EC0-3C21-6644-7841-5A0174305F40}"/>
              </a:ext>
            </a:extLst>
          </p:cNvPr>
          <p:cNvSpPr txBox="1"/>
          <p:nvPr/>
        </p:nvSpPr>
        <p:spPr>
          <a:xfrm>
            <a:off x="770051" y="6382668"/>
            <a:ext cx="99091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rank 1</a:t>
            </a:r>
            <a:endParaRPr dirty="0"/>
          </a:p>
        </p:txBody>
      </p:sp>
      <p:sp>
        <p:nvSpPr>
          <p:cNvPr id="9" name="Google Shape;813;p73">
            <a:extLst>
              <a:ext uri="{FF2B5EF4-FFF2-40B4-BE49-F238E27FC236}">
                <a16:creationId xmlns:a16="http://schemas.microsoft.com/office/drawing/2014/main" id="{EABADED5-DEA1-8501-2BF8-DCB3F1399643}"/>
              </a:ext>
            </a:extLst>
          </p:cNvPr>
          <p:cNvSpPr txBox="1"/>
          <p:nvPr/>
        </p:nvSpPr>
        <p:spPr>
          <a:xfrm>
            <a:off x="2615509" y="6390352"/>
            <a:ext cx="99091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rank 5</a:t>
            </a:r>
            <a:endParaRPr/>
          </a:p>
        </p:txBody>
      </p:sp>
      <p:sp>
        <p:nvSpPr>
          <p:cNvPr id="10" name="Google Shape;814;p73">
            <a:extLst>
              <a:ext uri="{FF2B5EF4-FFF2-40B4-BE49-F238E27FC236}">
                <a16:creationId xmlns:a16="http://schemas.microsoft.com/office/drawing/2014/main" id="{C1BFFBD1-85DF-06C8-440E-3D0622D1D95C}"/>
              </a:ext>
            </a:extLst>
          </p:cNvPr>
          <p:cNvSpPr txBox="1"/>
          <p:nvPr/>
        </p:nvSpPr>
        <p:spPr>
          <a:xfrm>
            <a:off x="4514774" y="6382668"/>
            <a:ext cx="113525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rank 10</a:t>
            </a:r>
            <a:endParaRPr/>
          </a:p>
        </p:txBody>
      </p:sp>
      <p:cxnSp>
        <p:nvCxnSpPr>
          <p:cNvPr id="11" name="Google Shape;815;p73">
            <a:extLst>
              <a:ext uri="{FF2B5EF4-FFF2-40B4-BE49-F238E27FC236}">
                <a16:creationId xmlns:a16="http://schemas.microsoft.com/office/drawing/2014/main" id="{1081F264-12BC-A1E1-F348-246BBBD53011}"/>
              </a:ext>
            </a:extLst>
          </p:cNvPr>
          <p:cNvCxnSpPr/>
          <p:nvPr/>
        </p:nvCxnSpPr>
        <p:spPr>
          <a:xfrm rot="10800000" flipH="1">
            <a:off x="1428215" y="6163149"/>
            <a:ext cx="314074" cy="276142"/>
          </a:xfrm>
          <a:prstGeom prst="straightConnector1">
            <a:avLst/>
          </a:prstGeom>
          <a:noFill/>
          <a:ln w="31750" cap="rnd" cmpd="sng">
            <a:solidFill>
              <a:schemeClr val="dk1"/>
            </a:solidFill>
            <a:prstDash val="solid"/>
            <a:miter lim="800000"/>
            <a:headEnd type="none" w="sm" len="sm"/>
            <a:tailEnd type="triangle" w="lg" len="lg"/>
          </a:ln>
        </p:spPr>
      </p:cxnSp>
      <p:cxnSp>
        <p:nvCxnSpPr>
          <p:cNvPr id="12" name="Google Shape;816;p73">
            <a:extLst>
              <a:ext uri="{FF2B5EF4-FFF2-40B4-BE49-F238E27FC236}">
                <a16:creationId xmlns:a16="http://schemas.microsoft.com/office/drawing/2014/main" id="{3D8B3CBE-B0A8-E823-0445-A16D68C93BFE}"/>
              </a:ext>
            </a:extLst>
          </p:cNvPr>
          <p:cNvCxnSpPr/>
          <p:nvPr/>
        </p:nvCxnSpPr>
        <p:spPr>
          <a:xfrm rot="10800000" flipH="1">
            <a:off x="3110968" y="6095384"/>
            <a:ext cx="183273" cy="316868"/>
          </a:xfrm>
          <a:prstGeom prst="straightConnector1">
            <a:avLst/>
          </a:prstGeom>
          <a:noFill/>
          <a:ln w="31750" cap="rnd" cmpd="sng">
            <a:solidFill>
              <a:schemeClr val="dk1"/>
            </a:solidFill>
            <a:prstDash val="solid"/>
            <a:miter lim="800000"/>
            <a:headEnd type="none" w="sm" len="sm"/>
            <a:tailEnd type="triangle" w="lg" len="lg"/>
          </a:ln>
        </p:spPr>
      </p:cxnSp>
      <p:sp>
        <p:nvSpPr>
          <p:cNvPr id="13" name="Google Shape;817;p73">
            <a:extLst>
              <a:ext uri="{FF2B5EF4-FFF2-40B4-BE49-F238E27FC236}">
                <a16:creationId xmlns:a16="http://schemas.microsoft.com/office/drawing/2014/main" id="{6252E6A9-96FF-E18C-5B8E-C1B0BD945C10}"/>
              </a:ext>
            </a:extLst>
          </p:cNvPr>
          <p:cNvSpPr txBox="1"/>
          <p:nvPr/>
        </p:nvSpPr>
        <p:spPr>
          <a:xfrm>
            <a:off x="5323744" y="6382668"/>
            <a:ext cx="113525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t>
            </a:r>
            <a:endParaRPr/>
          </a:p>
        </p:txBody>
      </p:sp>
      <p:cxnSp>
        <p:nvCxnSpPr>
          <p:cNvPr id="14" name="Google Shape;818;p73">
            <a:extLst>
              <a:ext uri="{FF2B5EF4-FFF2-40B4-BE49-F238E27FC236}">
                <a16:creationId xmlns:a16="http://schemas.microsoft.com/office/drawing/2014/main" id="{892CA588-E8C1-DD3A-5C30-7CEB553FD707}"/>
              </a:ext>
            </a:extLst>
          </p:cNvPr>
          <p:cNvCxnSpPr/>
          <p:nvPr/>
        </p:nvCxnSpPr>
        <p:spPr>
          <a:xfrm rot="10800000" flipH="1">
            <a:off x="4975106" y="6122423"/>
            <a:ext cx="183273" cy="316868"/>
          </a:xfrm>
          <a:prstGeom prst="straightConnector1">
            <a:avLst/>
          </a:prstGeom>
          <a:noFill/>
          <a:ln w="31750" cap="rnd" cmpd="sng">
            <a:solidFill>
              <a:schemeClr val="dk1"/>
            </a:solidFill>
            <a:prstDash val="solid"/>
            <a:miter lim="800000"/>
            <a:headEnd type="none" w="sm" len="sm"/>
            <a:tailEnd type="triangle" w="lg" len="lg"/>
          </a:ln>
        </p:spPr>
      </p:cxnSp>
    </p:spTree>
    <p:extLst>
      <p:ext uri="{BB962C8B-B14F-4D97-AF65-F5344CB8AC3E}">
        <p14:creationId xmlns:p14="http://schemas.microsoft.com/office/powerpoint/2010/main" val="263990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81EA2-5EFB-3751-EBD2-228BC9A47348}"/>
              </a:ext>
            </a:extLst>
          </p:cNvPr>
          <p:cNvSpPr>
            <a:spLocks noGrp="1"/>
          </p:cNvSpPr>
          <p:nvPr>
            <p:ph type="title"/>
          </p:nvPr>
        </p:nvSpPr>
        <p:spPr/>
        <p:txBody>
          <a:bodyPr/>
          <a:lstStyle/>
          <a:p>
            <a:r>
              <a:rPr lang="en-CA" dirty="0"/>
              <a:t>Tokenization in Modern NLP Systems</a:t>
            </a:r>
          </a:p>
        </p:txBody>
      </p:sp>
      <p:sp>
        <p:nvSpPr>
          <p:cNvPr id="3" name="Content Placeholder 2">
            <a:extLst>
              <a:ext uri="{FF2B5EF4-FFF2-40B4-BE49-F238E27FC236}">
                <a16:creationId xmlns:a16="http://schemas.microsoft.com/office/drawing/2014/main" id="{C3A386B4-81D4-02D3-A325-95EA33B03935}"/>
              </a:ext>
            </a:extLst>
          </p:cNvPr>
          <p:cNvSpPr>
            <a:spLocks noGrp="1"/>
          </p:cNvSpPr>
          <p:nvPr>
            <p:ph idx="1"/>
          </p:nvPr>
        </p:nvSpPr>
        <p:spPr/>
        <p:txBody>
          <a:bodyPr/>
          <a:lstStyle/>
          <a:p>
            <a:pPr marL="0" indent="0">
              <a:buNone/>
            </a:pPr>
            <a:r>
              <a:rPr lang="en-CA" dirty="0"/>
              <a:t>There are so many word types, but the words have shared internal structures and meanings (recall what we’ve talked about in morphology).</a:t>
            </a:r>
          </a:p>
          <a:p>
            <a:pPr marL="0" indent="0">
              <a:buNone/>
            </a:pPr>
            <a:endParaRPr lang="en-CA" dirty="0"/>
          </a:p>
          <a:p>
            <a:pPr marL="0" indent="0">
              <a:buNone/>
            </a:pPr>
            <a:r>
              <a:rPr lang="en-CA" dirty="0"/>
              <a:t>Modern NLP systems always convert tokens into numerical indices for further processing. Can we do better than assigning each word a unique index?</a:t>
            </a:r>
          </a:p>
        </p:txBody>
      </p:sp>
      <p:sp>
        <p:nvSpPr>
          <p:cNvPr id="4" name="Slide Number Placeholder 3">
            <a:extLst>
              <a:ext uri="{FF2B5EF4-FFF2-40B4-BE49-F238E27FC236}">
                <a16:creationId xmlns:a16="http://schemas.microsoft.com/office/drawing/2014/main" id="{F684E1F5-34F6-FCA4-E9B4-721CD2AB0BB9}"/>
              </a:ext>
            </a:extLst>
          </p:cNvPr>
          <p:cNvSpPr>
            <a:spLocks noGrp="1"/>
          </p:cNvSpPr>
          <p:nvPr>
            <p:ph type="sldNum" sz="quarter" idx="12"/>
          </p:nvPr>
        </p:nvSpPr>
        <p:spPr/>
        <p:txBody>
          <a:bodyPr/>
          <a:lstStyle/>
          <a:p>
            <a:fld id="{A36FF760-4833-4FC2-9C74-46CD274694B2}" type="slidenum">
              <a:rPr lang="en-CA" smtClean="0"/>
              <a:pPr/>
              <a:t>40</a:t>
            </a:fld>
            <a:endParaRPr lang="en-CA"/>
          </a:p>
        </p:txBody>
      </p:sp>
      <p:sp>
        <p:nvSpPr>
          <p:cNvPr id="5" name="Google Shape;835;p75">
            <a:extLst>
              <a:ext uri="{FF2B5EF4-FFF2-40B4-BE49-F238E27FC236}">
                <a16:creationId xmlns:a16="http://schemas.microsoft.com/office/drawing/2014/main" id="{F3154A32-B51D-12A0-05CA-039BF54EDD45}"/>
              </a:ext>
            </a:extLst>
          </p:cNvPr>
          <p:cNvSpPr/>
          <p:nvPr/>
        </p:nvSpPr>
        <p:spPr>
          <a:xfrm>
            <a:off x="1900768" y="4501983"/>
            <a:ext cx="1659466" cy="936978"/>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a:solidFill>
                  <a:schemeClr val="lt1"/>
                </a:solidFill>
                <a:latin typeface="Nunito" pitchFamily="2" charset="0"/>
                <a:ea typeface="Calibri"/>
                <a:cs typeface="Calibri"/>
                <a:sym typeface="Calibri"/>
              </a:rPr>
              <a:t>tokenizer</a:t>
            </a:r>
            <a:endParaRPr>
              <a:latin typeface="Nunito" pitchFamily="2" charset="0"/>
            </a:endParaRPr>
          </a:p>
        </p:txBody>
      </p:sp>
      <p:sp>
        <p:nvSpPr>
          <p:cNvPr id="6" name="Google Shape;836;p75">
            <a:extLst>
              <a:ext uri="{FF2B5EF4-FFF2-40B4-BE49-F238E27FC236}">
                <a16:creationId xmlns:a16="http://schemas.microsoft.com/office/drawing/2014/main" id="{551FBEC3-0B86-5029-3CFA-66FB02219E83}"/>
              </a:ext>
            </a:extLst>
          </p:cNvPr>
          <p:cNvSpPr/>
          <p:nvPr/>
        </p:nvSpPr>
        <p:spPr>
          <a:xfrm>
            <a:off x="5236635" y="4501983"/>
            <a:ext cx="1659466" cy="936978"/>
          </a:xfrm>
          <a:prstGeom prst="rect">
            <a:avLst/>
          </a:prstGeom>
          <a:solidFill>
            <a:schemeClr val="dk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lt1"/>
                </a:solidFill>
                <a:latin typeface="Nunito" pitchFamily="2" charset="0"/>
                <a:ea typeface="Calibri"/>
                <a:cs typeface="Calibri"/>
                <a:sym typeface="Calibri"/>
              </a:rPr>
              <a:t>NLP model</a:t>
            </a:r>
            <a:endParaRPr dirty="0">
              <a:latin typeface="Nunito" pitchFamily="2" charset="0"/>
            </a:endParaRPr>
          </a:p>
        </p:txBody>
      </p:sp>
      <p:sp>
        <p:nvSpPr>
          <p:cNvPr id="7" name="Google Shape;837;p75">
            <a:extLst>
              <a:ext uri="{FF2B5EF4-FFF2-40B4-BE49-F238E27FC236}">
                <a16:creationId xmlns:a16="http://schemas.microsoft.com/office/drawing/2014/main" id="{EE2A2707-88F5-7D18-E564-3E03A9DAE4AC}"/>
              </a:ext>
            </a:extLst>
          </p:cNvPr>
          <p:cNvSpPr/>
          <p:nvPr/>
        </p:nvSpPr>
        <p:spPr>
          <a:xfrm>
            <a:off x="8602134" y="4501983"/>
            <a:ext cx="2150530" cy="936978"/>
          </a:xfrm>
          <a:prstGeom prst="rect">
            <a:avLst/>
          </a:prstGeom>
          <a:solidFill>
            <a:schemeClr val="accen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err="1">
                <a:solidFill>
                  <a:schemeClr val="lt1"/>
                </a:solidFill>
                <a:latin typeface="Nunito" pitchFamily="2" charset="0"/>
                <a:ea typeface="Calibri"/>
                <a:cs typeface="Calibri"/>
                <a:sym typeface="Calibri"/>
              </a:rPr>
              <a:t>detokenizer</a:t>
            </a:r>
            <a:endParaRPr sz="2800" dirty="0">
              <a:solidFill>
                <a:schemeClr val="lt1"/>
              </a:solidFill>
              <a:latin typeface="Nunito" pitchFamily="2" charset="0"/>
              <a:ea typeface="Calibri"/>
              <a:cs typeface="Calibri"/>
              <a:sym typeface="Calibri"/>
            </a:endParaRPr>
          </a:p>
        </p:txBody>
      </p:sp>
      <p:sp>
        <p:nvSpPr>
          <p:cNvPr id="8" name="Google Shape;838;p75">
            <a:extLst>
              <a:ext uri="{FF2B5EF4-FFF2-40B4-BE49-F238E27FC236}">
                <a16:creationId xmlns:a16="http://schemas.microsoft.com/office/drawing/2014/main" id="{56058B7E-7ACF-2952-4067-9608BBD961F8}"/>
              </a:ext>
            </a:extLst>
          </p:cNvPr>
          <p:cNvSpPr/>
          <p:nvPr/>
        </p:nvSpPr>
        <p:spPr>
          <a:xfrm>
            <a:off x="3718279" y="4885806"/>
            <a:ext cx="338667" cy="158045"/>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pitchFamily="2" charset="0"/>
              <a:ea typeface="Calibri"/>
              <a:cs typeface="Calibri"/>
              <a:sym typeface="Calibri"/>
            </a:endParaRPr>
          </a:p>
        </p:txBody>
      </p:sp>
      <p:sp>
        <p:nvSpPr>
          <p:cNvPr id="9" name="Google Shape;839;p75">
            <a:extLst>
              <a:ext uri="{FF2B5EF4-FFF2-40B4-BE49-F238E27FC236}">
                <a16:creationId xmlns:a16="http://schemas.microsoft.com/office/drawing/2014/main" id="{0C2BD6F0-E459-AE5D-C363-B3E166C16C69}"/>
              </a:ext>
            </a:extLst>
          </p:cNvPr>
          <p:cNvSpPr/>
          <p:nvPr/>
        </p:nvSpPr>
        <p:spPr>
          <a:xfrm>
            <a:off x="4600221" y="4885806"/>
            <a:ext cx="338667" cy="158045"/>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pitchFamily="2" charset="0"/>
              <a:ea typeface="Calibri"/>
              <a:cs typeface="Calibri"/>
              <a:sym typeface="Calibri"/>
            </a:endParaRPr>
          </a:p>
        </p:txBody>
      </p:sp>
      <p:sp>
        <p:nvSpPr>
          <p:cNvPr id="10" name="Google Shape;840;p75">
            <a:extLst>
              <a:ext uri="{FF2B5EF4-FFF2-40B4-BE49-F238E27FC236}">
                <a16:creationId xmlns:a16="http://schemas.microsoft.com/office/drawing/2014/main" id="{5FDD1D5C-3BB3-9547-3DAE-63F5FDC009DF}"/>
              </a:ext>
            </a:extLst>
          </p:cNvPr>
          <p:cNvSpPr/>
          <p:nvPr/>
        </p:nvSpPr>
        <p:spPr>
          <a:xfrm>
            <a:off x="7090129" y="4885805"/>
            <a:ext cx="338667" cy="158045"/>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pitchFamily="2" charset="0"/>
              <a:ea typeface="Calibri"/>
              <a:cs typeface="Calibri"/>
              <a:sym typeface="Calibri"/>
            </a:endParaRPr>
          </a:p>
        </p:txBody>
      </p:sp>
      <p:sp>
        <p:nvSpPr>
          <p:cNvPr id="11" name="Google Shape;841;p75">
            <a:extLst>
              <a:ext uri="{FF2B5EF4-FFF2-40B4-BE49-F238E27FC236}">
                <a16:creationId xmlns:a16="http://schemas.microsoft.com/office/drawing/2014/main" id="{A98210DC-5405-BF60-D954-1305BF57B56A}"/>
              </a:ext>
            </a:extLst>
          </p:cNvPr>
          <p:cNvSpPr/>
          <p:nvPr/>
        </p:nvSpPr>
        <p:spPr>
          <a:xfrm>
            <a:off x="7936088" y="4885804"/>
            <a:ext cx="338667" cy="158045"/>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unito" pitchFamily="2" charset="0"/>
              <a:ea typeface="Calibri"/>
              <a:cs typeface="Calibri"/>
              <a:sym typeface="Calibri"/>
            </a:endParaRPr>
          </a:p>
        </p:txBody>
      </p:sp>
      <p:sp>
        <p:nvSpPr>
          <p:cNvPr id="12" name="Google Shape;842;p75">
            <a:extLst>
              <a:ext uri="{FF2B5EF4-FFF2-40B4-BE49-F238E27FC236}">
                <a16:creationId xmlns:a16="http://schemas.microsoft.com/office/drawing/2014/main" id="{E5A345F5-4AA4-F91A-5EC1-618335D436D4}"/>
              </a:ext>
            </a:extLst>
          </p:cNvPr>
          <p:cNvSpPr txBox="1"/>
          <p:nvPr/>
        </p:nvSpPr>
        <p:spPr>
          <a:xfrm>
            <a:off x="4073879" y="4624194"/>
            <a:ext cx="1117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Nunito" pitchFamily="2" charset="0"/>
                <a:ea typeface="Calibri"/>
                <a:cs typeface="Calibri"/>
                <a:sym typeface="Calibri"/>
              </a:rPr>
              <a:t>…</a:t>
            </a:r>
            <a:endParaRPr>
              <a:latin typeface="Nunito" pitchFamily="2" charset="0"/>
            </a:endParaRPr>
          </a:p>
        </p:txBody>
      </p:sp>
      <p:sp>
        <p:nvSpPr>
          <p:cNvPr id="13" name="Google Shape;843;p75">
            <a:extLst>
              <a:ext uri="{FF2B5EF4-FFF2-40B4-BE49-F238E27FC236}">
                <a16:creationId xmlns:a16="http://schemas.microsoft.com/office/drawing/2014/main" id="{E0314B55-AE6D-490A-840A-FB611D53565F}"/>
              </a:ext>
            </a:extLst>
          </p:cNvPr>
          <p:cNvSpPr txBox="1"/>
          <p:nvPr/>
        </p:nvSpPr>
        <p:spPr>
          <a:xfrm>
            <a:off x="7448553" y="4624194"/>
            <a:ext cx="11176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Nunito" pitchFamily="2" charset="0"/>
                <a:ea typeface="Calibri"/>
                <a:cs typeface="Calibri"/>
                <a:sym typeface="Calibri"/>
              </a:rPr>
              <a:t>…</a:t>
            </a:r>
            <a:endParaRPr>
              <a:latin typeface="Nunito" pitchFamily="2" charset="0"/>
            </a:endParaRPr>
          </a:p>
        </p:txBody>
      </p:sp>
      <p:sp>
        <p:nvSpPr>
          <p:cNvPr id="14" name="Google Shape;844;p75">
            <a:extLst>
              <a:ext uri="{FF2B5EF4-FFF2-40B4-BE49-F238E27FC236}">
                <a16:creationId xmlns:a16="http://schemas.microsoft.com/office/drawing/2014/main" id="{8198A1B8-B09C-10FA-3C94-E06D1A907BA5}"/>
              </a:ext>
            </a:extLst>
          </p:cNvPr>
          <p:cNvSpPr txBox="1"/>
          <p:nvPr/>
        </p:nvSpPr>
        <p:spPr>
          <a:xfrm>
            <a:off x="609603" y="3733606"/>
            <a:ext cx="244864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Nunito" pitchFamily="2" charset="0"/>
                <a:ea typeface="Calibri"/>
                <a:cs typeface="Calibri"/>
                <a:sym typeface="Calibri"/>
              </a:rPr>
              <a:t>Raw text input</a:t>
            </a:r>
            <a:endParaRPr dirty="0">
              <a:latin typeface="Nunito" pitchFamily="2" charset="0"/>
            </a:endParaRPr>
          </a:p>
        </p:txBody>
      </p:sp>
      <p:sp>
        <p:nvSpPr>
          <p:cNvPr id="15" name="Google Shape;845;p75">
            <a:extLst>
              <a:ext uri="{FF2B5EF4-FFF2-40B4-BE49-F238E27FC236}">
                <a16:creationId xmlns:a16="http://schemas.microsoft.com/office/drawing/2014/main" id="{413994AC-8A2C-6AAB-5C2C-519A1B8C17BA}"/>
              </a:ext>
            </a:extLst>
          </p:cNvPr>
          <p:cNvSpPr txBox="1"/>
          <p:nvPr/>
        </p:nvSpPr>
        <p:spPr>
          <a:xfrm>
            <a:off x="9550396" y="5772571"/>
            <a:ext cx="240453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Nunito" pitchFamily="2" charset="0"/>
                <a:ea typeface="Calibri"/>
                <a:cs typeface="Calibri"/>
                <a:sym typeface="Calibri"/>
              </a:rPr>
              <a:t>Raw text output</a:t>
            </a:r>
            <a:endParaRPr>
              <a:latin typeface="Nunito" pitchFamily="2" charset="0"/>
            </a:endParaRPr>
          </a:p>
        </p:txBody>
      </p:sp>
    </p:spTree>
    <p:extLst>
      <p:ext uri="{BB962C8B-B14F-4D97-AF65-F5344CB8AC3E}">
        <p14:creationId xmlns:p14="http://schemas.microsoft.com/office/powerpoint/2010/main" val="137796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p:bldP spid="13" grpId="0"/>
      <p:bldP spid="14" grpId="0"/>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5923-03AD-908F-E08E-49EED49DB1E6}"/>
              </a:ext>
            </a:extLst>
          </p:cNvPr>
          <p:cNvSpPr>
            <a:spLocks noGrp="1"/>
          </p:cNvSpPr>
          <p:nvPr>
            <p:ph type="title"/>
          </p:nvPr>
        </p:nvSpPr>
        <p:spPr/>
        <p:txBody>
          <a:bodyPr/>
          <a:lstStyle/>
          <a:p>
            <a:r>
              <a:rPr lang="en-CA" dirty="0"/>
              <a:t>Data-</a:t>
            </a:r>
            <a:r>
              <a:rPr lang="en-US" altLang="zh-CN" dirty="0"/>
              <a:t>Driven </a:t>
            </a:r>
            <a:r>
              <a:rPr lang="en-US" altLang="zh-CN" dirty="0" err="1"/>
              <a:t>Subword</a:t>
            </a:r>
            <a:r>
              <a:rPr lang="en-US" altLang="zh-CN" dirty="0"/>
              <a:t>-Based Tokenizers</a:t>
            </a:r>
            <a:endParaRPr lang="en-CA" dirty="0"/>
          </a:p>
        </p:txBody>
      </p:sp>
      <p:sp>
        <p:nvSpPr>
          <p:cNvPr id="3" name="Content Placeholder 2">
            <a:extLst>
              <a:ext uri="{FF2B5EF4-FFF2-40B4-BE49-F238E27FC236}">
                <a16:creationId xmlns:a16="http://schemas.microsoft.com/office/drawing/2014/main" id="{11C23858-5FE1-0DFB-1AD6-D6076B685A9C}"/>
              </a:ext>
            </a:extLst>
          </p:cNvPr>
          <p:cNvSpPr>
            <a:spLocks noGrp="1"/>
          </p:cNvSpPr>
          <p:nvPr>
            <p:ph idx="1"/>
          </p:nvPr>
        </p:nvSpPr>
        <p:spPr/>
        <p:txBody>
          <a:bodyPr/>
          <a:lstStyle/>
          <a:p>
            <a:pPr marL="0" indent="0">
              <a:buNone/>
            </a:pPr>
            <a:r>
              <a:rPr lang="en-CA" dirty="0"/>
              <a:t>Data-driven tokenizers offer an option that </a:t>
            </a:r>
            <a:r>
              <a:rPr lang="en-CA" dirty="0">
                <a:solidFill>
                  <a:srgbClr val="0070C0"/>
                </a:solidFill>
              </a:rPr>
              <a:t>learns</a:t>
            </a:r>
            <a:r>
              <a:rPr lang="en-CA" dirty="0"/>
              <a:t> the tokenization rules from data, tokenizing texts into </a:t>
            </a:r>
            <a:r>
              <a:rPr lang="en-CA" dirty="0" err="1">
                <a:solidFill>
                  <a:srgbClr val="0070C0"/>
                </a:solidFill>
              </a:rPr>
              <a:t>subword</a:t>
            </a:r>
            <a:r>
              <a:rPr lang="en-CA" dirty="0">
                <a:solidFill>
                  <a:srgbClr val="0070C0"/>
                </a:solidFill>
              </a:rPr>
              <a:t> units </a:t>
            </a:r>
            <a:r>
              <a:rPr lang="en-CA" dirty="0"/>
              <a:t>(</a:t>
            </a:r>
            <a:r>
              <a:rPr lang="en-CA" dirty="0" err="1"/>
              <a:t>a.k.a</a:t>
            </a:r>
            <a:r>
              <a:rPr lang="en-CA" dirty="0"/>
              <a:t>, </a:t>
            </a:r>
            <a:r>
              <a:rPr lang="en-CA" dirty="0" err="1"/>
              <a:t>wordpieces</a:t>
            </a:r>
            <a:r>
              <a:rPr lang="en-CA" dirty="0"/>
              <a:t>) using statistics of character sequences in the dataset. </a:t>
            </a:r>
          </a:p>
          <a:p>
            <a:pPr marL="0" indent="0">
              <a:buNone/>
            </a:pPr>
            <a:endParaRPr lang="en-CA" dirty="0"/>
          </a:p>
          <a:p>
            <a:pPr marL="0" indent="0">
              <a:buNone/>
            </a:pPr>
            <a:r>
              <a:rPr lang="en-CA" dirty="0"/>
              <a:t>Two most popular methods:</a:t>
            </a:r>
          </a:p>
          <a:p>
            <a:r>
              <a:rPr lang="en-CA" dirty="0"/>
              <a:t>Byte Pair Encoding (BPE): Gage (1994), </a:t>
            </a:r>
            <a:r>
              <a:rPr lang="en-CA" dirty="0" err="1"/>
              <a:t>Sennrich</a:t>
            </a:r>
            <a:r>
              <a:rPr lang="en-CA" dirty="0"/>
              <a:t> et al. (2016).</a:t>
            </a:r>
          </a:p>
          <a:p>
            <a:r>
              <a:rPr lang="en-CA" dirty="0" err="1"/>
              <a:t>SentencePiece</a:t>
            </a:r>
            <a:r>
              <a:rPr lang="en-CA" dirty="0"/>
              <a:t>: Kudo (2018).</a:t>
            </a:r>
          </a:p>
        </p:txBody>
      </p:sp>
      <p:sp>
        <p:nvSpPr>
          <p:cNvPr id="4" name="Slide Number Placeholder 3">
            <a:extLst>
              <a:ext uri="{FF2B5EF4-FFF2-40B4-BE49-F238E27FC236}">
                <a16:creationId xmlns:a16="http://schemas.microsoft.com/office/drawing/2014/main" id="{15D063FE-5880-A0E8-FC8C-11000087D183}"/>
              </a:ext>
            </a:extLst>
          </p:cNvPr>
          <p:cNvSpPr>
            <a:spLocks noGrp="1"/>
          </p:cNvSpPr>
          <p:nvPr>
            <p:ph type="sldNum" sz="quarter" idx="12"/>
          </p:nvPr>
        </p:nvSpPr>
        <p:spPr/>
        <p:txBody>
          <a:bodyPr/>
          <a:lstStyle/>
          <a:p>
            <a:fld id="{A36FF760-4833-4FC2-9C74-46CD274694B2}" type="slidenum">
              <a:rPr lang="en-CA" smtClean="0"/>
              <a:pPr/>
              <a:t>41</a:t>
            </a:fld>
            <a:endParaRPr lang="en-CA"/>
          </a:p>
        </p:txBody>
      </p:sp>
      <p:sp>
        <p:nvSpPr>
          <p:cNvPr id="6" name="TextBox 5">
            <a:extLst>
              <a:ext uri="{FF2B5EF4-FFF2-40B4-BE49-F238E27FC236}">
                <a16:creationId xmlns:a16="http://schemas.microsoft.com/office/drawing/2014/main" id="{79E5D76B-165C-F1F5-C3C4-53B408C36189}"/>
              </a:ext>
            </a:extLst>
          </p:cNvPr>
          <p:cNvSpPr txBox="1"/>
          <p:nvPr/>
        </p:nvSpPr>
        <p:spPr>
          <a:xfrm>
            <a:off x="404751" y="5260100"/>
            <a:ext cx="11102741" cy="1477328"/>
          </a:xfrm>
          <a:prstGeom prst="rect">
            <a:avLst/>
          </a:prstGeom>
          <a:noFill/>
        </p:spPr>
        <p:txBody>
          <a:bodyPr wrap="square">
            <a:spAutoFit/>
          </a:bodyPr>
          <a:lstStyle/>
          <a:p>
            <a:r>
              <a:rPr lang="en-US" b="0" i="0" dirty="0">
                <a:solidFill>
                  <a:srgbClr val="222222"/>
                </a:solidFill>
                <a:effectLst/>
                <a:latin typeface="Nunito" pitchFamily="2" charset="0"/>
              </a:rPr>
              <a:t>[Gage, P. (1994). A new algorithm for data compression. </a:t>
            </a:r>
            <a:r>
              <a:rPr lang="en-US" b="0" i="1" dirty="0">
                <a:solidFill>
                  <a:srgbClr val="222222"/>
                </a:solidFill>
                <a:effectLst/>
                <a:latin typeface="Nunito" pitchFamily="2" charset="0"/>
              </a:rPr>
              <a:t>The C Users Journal</a:t>
            </a:r>
            <a:r>
              <a:rPr lang="en-US" b="0" i="0" dirty="0">
                <a:solidFill>
                  <a:srgbClr val="222222"/>
                </a:solidFill>
                <a:effectLst/>
                <a:latin typeface="Nunito" pitchFamily="2" charset="0"/>
              </a:rPr>
              <a:t>, </a:t>
            </a:r>
            <a:r>
              <a:rPr lang="en-US" b="0" i="1" dirty="0">
                <a:solidFill>
                  <a:srgbClr val="222222"/>
                </a:solidFill>
                <a:effectLst/>
                <a:latin typeface="Nunito" pitchFamily="2" charset="0"/>
              </a:rPr>
              <a:t>12</a:t>
            </a:r>
            <a:r>
              <a:rPr lang="en-US" b="0" i="0" dirty="0">
                <a:solidFill>
                  <a:srgbClr val="222222"/>
                </a:solidFill>
                <a:effectLst/>
                <a:latin typeface="Nunito" pitchFamily="2" charset="0"/>
              </a:rPr>
              <a:t>(2), 23-38.]</a:t>
            </a:r>
          </a:p>
          <a:p>
            <a:r>
              <a:rPr lang="en-US" dirty="0">
                <a:solidFill>
                  <a:srgbClr val="222222"/>
                </a:solidFill>
                <a:latin typeface="Nunito" pitchFamily="2" charset="0"/>
              </a:rPr>
              <a:t>[</a:t>
            </a:r>
            <a:r>
              <a:rPr lang="en-US" b="0" i="0" dirty="0" err="1">
                <a:solidFill>
                  <a:srgbClr val="222222"/>
                </a:solidFill>
                <a:effectLst/>
                <a:latin typeface="Nunito" pitchFamily="2" charset="0"/>
              </a:rPr>
              <a:t>Sennrich</a:t>
            </a:r>
            <a:r>
              <a:rPr lang="en-US" b="0" i="0" dirty="0">
                <a:solidFill>
                  <a:srgbClr val="222222"/>
                </a:solidFill>
                <a:effectLst/>
                <a:latin typeface="Nunito" pitchFamily="2" charset="0"/>
              </a:rPr>
              <a:t>, R., Haddow, B., &amp; Birch, A. (2016). Neural machine translation of rare words with </a:t>
            </a:r>
            <a:r>
              <a:rPr lang="en-US" b="0" i="0" dirty="0" err="1">
                <a:solidFill>
                  <a:srgbClr val="222222"/>
                </a:solidFill>
                <a:effectLst/>
                <a:latin typeface="Nunito" pitchFamily="2" charset="0"/>
              </a:rPr>
              <a:t>subword</a:t>
            </a:r>
            <a:r>
              <a:rPr lang="en-US" b="0" i="0" dirty="0">
                <a:solidFill>
                  <a:srgbClr val="222222"/>
                </a:solidFill>
                <a:effectLst/>
                <a:latin typeface="Nunito" pitchFamily="2" charset="0"/>
              </a:rPr>
              <a:t> units. In </a:t>
            </a:r>
            <a:r>
              <a:rPr lang="en-US" b="0" i="1" dirty="0">
                <a:solidFill>
                  <a:srgbClr val="222222"/>
                </a:solidFill>
                <a:effectLst/>
                <a:latin typeface="Nunito" pitchFamily="2" charset="0"/>
              </a:rPr>
              <a:t>Proceedings of ACL</a:t>
            </a:r>
            <a:r>
              <a:rPr lang="en-US" b="0" i="0" dirty="0">
                <a:solidFill>
                  <a:srgbClr val="222222"/>
                </a:solidFill>
                <a:effectLst/>
                <a:latin typeface="Nunito" pitchFamily="2" charset="0"/>
              </a:rPr>
              <a:t> (pp. 1715-1725).] </a:t>
            </a:r>
          </a:p>
          <a:p>
            <a:r>
              <a:rPr lang="en-CA" dirty="0">
                <a:latin typeface="Nunito" pitchFamily="2" charset="0"/>
              </a:rPr>
              <a:t>[</a:t>
            </a:r>
            <a:r>
              <a:rPr lang="en-US" dirty="0">
                <a:latin typeface="Nunito" pitchFamily="2" charset="0"/>
              </a:rPr>
              <a:t>Kudo, T. (2018). </a:t>
            </a:r>
            <a:r>
              <a:rPr lang="en-US" dirty="0" err="1">
                <a:latin typeface="Nunito" pitchFamily="2" charset="0"/>
              </a:rPr>
              <a:t>Subword</a:t>
            </a:r>
            <a:r>
              <a:rPr lang="en-US" dirty="0">
                <a:latin typeface="Nunito" pitchFamily="2" charset="0"/>
              </a:rPr>
              <a:t> Regularization: Improving Neural Network Translation Models with Multiple </a:t>
            </a:r>
            <a:r>
              <a:rPr lang="en-US" dirty="0" err="1">
                <a:latin typeface="Nunito" pitchFamily="2" charset="0"/>
              </a:rPr>
              <a:t>Subword</a:t>
            </a:r>
            <a:r>
              <a:rPr lang="en-US" dirty="0">
                <a:latin typeface="Nunito" pitchFamily="2" charset="0"/>
              </a:rPr>
              <a:t> Candidates. In </a:t>
            </a:r>
            <a:r>
              <a:rPr lang="en-US" i="1" dirty="0">
                <a:latin typeface="Nunito" pitchFamily="2" charset="0"/>
              </a:rPr>
              <a:t>Proceedings of ACL </a:t>
            </a:r>
            <a:r>
              <a:rPr lang="en-US" dirty="0">
                <a:latin typeface="Nunito" pitchFamily="2" charset="0"/>
              </a:rPr>
              <a:t>(pp. 66-75).]</a:t>
            </a:r>
            <a:endParaRPr lang="en-CA" dirty="0">
              <a:latin typeface="Nunito" pitchFamily="2" charset="0"/>
            </a:endParaRPr>
          </a:p>
        </p:txBody>
      </p:sp>
    </p:spTree>
    <p:extLst>
      <p:ext uri="{BB962C8B-B14F-4D97-AF65-F5344CB8AC3E}">
        <p14:creationId xmlns:p14="http://schemas.microsoft.com/office/powerpoint/2010/main" val="225263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AD4A9-5EA3-8A9B-0E44-DBEAA94EA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317FA-C88E-A3E9-3E65-FFF89111AF0A}"/>
              </a:ext>
            </a:extLst>
          </p:cNvPr>
          <p:cNvSpPr>
            <a:spLocks noGrp="1"/>
          </p:cNvSpPr>
          <p:nvPr>
            <p:ph type="title"/>
          </p:nvPr>
        </p:nvSpPr>
        <p:spPr/>
        <p:txBody>
          <a:bodyPr/>
          <a:lstStyle/>
          <a:p>
            <a:r>
              <a:rPr lang="en-CA" dirty="0"/>
              <a:t>Byte Pair Encoding</a:t>
            </a:r>
          </a:p>
        </p:txBody>
      </p:sp>
      <p:sp>
        <p:nvSpPr>
          <p:cNvPr id="3" name="Content Placeholder 2">
            <a:extLst>
              <a:ext uri="{FF2B5EF4-FFF2-40B4-BE49-F238E27FC236}">
                <a16:creationId xmlns:a16="http://schemas.microsoft.com/office/drawing/2014/main" id="{6345C51B-06B3-ED77-A400-0C077CF19CC5}"/>
              </a:ext>
            </a:extLst>
          </p:cNvPr>
          <p:cNvSpPr>
            <a:spLocks noGrp="1"/>
          </p:cNvSpPr>
          <p:nvPr>
            <p:ph idx="1"/>
          </p:nvPr>
        </p:nvSpPr>
        <p:spPr/>
        <p:txBody>
          <a:bodyPr/>
          <a:lstStyle/>
          <a:p>
            <a:pPr marL="0" indent="0">
              <a:buNone/>
            </a:pPr>
            <a:r>
              <a:rPr lang="en-CA" dirty="0"/>
              <a:t>Originally introduced by Gage (1994) for data compression, and later adapted (and revived) by </a:t>
            </a:r>
            <a:r>
              <a:rPr lang="en-CA" dirty="0" err="1"/>
              <a:t>Sennrich</a:t>
            </a:r>
            <a:r>
              <a:rPr lang="en-CA" dirty="0"/>
              <a:t> et al. (2016) for NLP. </a:t>
            </a:r>
          </a:p>
          <a:p>
            <a:pPr marL="0" indent="0">
              <a:buNone/>
            </a:pPr>
            <a:r>
              <a:rPr lang="en-CA" dirty="0"/>
              <a:t>Key idea: </a:t>
            </a:r>
            <a:r>
              <a:rPr lang="en-CA" dirty="0">
                <a:solidFill>
                  <a:srgbClr val="0070C0"/>
                </a:solidFill>
              </a:rPr>
              <a:t>merge</a:t>
            </a:r>
            <a:r>
              <a:rPr lang="en-CA" dirty="0"/>
              <a:t> symbols with a greedy algorithm. </a:t>
            </a:r>
          </a:p>
          <a:p>
            <a:pPr marL="0" indent="0">
              <a:buNone/>
            </a:pPr>
            <a:r>
              <a:rPr lang="en-CA" dirty="0"/>
              <a:t>Initialize the vocabulary with the set of characters, and iteratively merge the most frequent pair of symbols to extend the vocabulary. </a:t>
            </a:r>
          </a:p>
        </p:txBody>
      </p:sp>
      <p:sp>
        <p:nvSpPr>
          <p:cNvPr id="4" name="Slide Number Placeholder 3">
            <a:extLst>
              <a:ext uri="{FF2B5EF4-FFF2-40B4-BE49-F238E27FC236}">
                <a16:creationId xmlns:a16="http://schemas.microsoft.com/office/drawing/2014/main" id="{C28199FE-0A52-30A0-EEF2-1CB4311B78D0}"/>
              </a:ext>
            </a:extLst>
          </p:cNvPr>
          <p:cNvSpPr>
            <a:spLocks noGrp="1"/>
          </p:cNvSpPr>
          <p:nvPr>
            <p:ph type="sldNum" sz="quarter" idx="12"/>
          </p:nvPr>
        </p:nvSpPr>
        <p:spPr/>
        <p:txBody>
          <a:bodyPr/>
          <a:lstStyle/>
          <a:p>
            <a:fld id="{A36FF760-4833-4FC2-9C74-46CD274694B2}" type="slidenum">
              <a:rPr lang="en-CA" smtClean="0"/>
              <a:pPr/>
              <a:t>42</a:t>
            </a:fld>
            <a:endParaRPr lang="en-CA"/>
          </a:p>
        </p:txBody>
      </p:sp>
      <p:sp>
        <p:nvSpPr>
          <p:cNvPr id="5" name="Google Shape;651;p55">
            <a:extLst>
              <a:ext uri="{FF2B5EF4-FFF2-40B4-BE49-F238E27FC236}">
                <a16:creationId xmlns:a16="http://schemas.microsoft.com/office/drawing/2014/main" id="{0CDF8D12-E238-71CE-2E58-F21EDA356D4B}"/>
              </a:ext>
            </a:extLst>
          </p:cNvPr>
          <p:cNvSpPr txBox="1"/>
          <p:nvPr/>
        </p:nvSpPr>
        <p:spPr>
          <a:xfrm>
            <a:off x="3528174" y="4132723"/>
            <a:ext cx="5135653"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Training Corpus</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c a t</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s</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o n c a t e n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e g o r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z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endParaRPr sz="2400" dirty="0"/>
          </a:p>
        </p:txBody>
      </p:sp>
      <p:sp>
        <p:nvSpPr>
          <p:cNvPr id="6" name="Google Shape;654;p55">
            <a:extLst>
              <a:ext uri="{FF2B5EF4-FFF2-40B4-BE49-F238E27FC236}">
                <a16:creationId xmlns:a16="http://schemas.microsoft.com/office/drawing/2014/main" id="{74901301-328A-CE1B-A410-8F95B59FD456}"/>
              </a:ext>
            </a:extLst>
          </p:cNvPr>
          <p:cNvSpPr/>
          <p:nvPr/>
        </p:nvSpPr>
        <p:spPr>
          <a:xfrm>
            <a:off x="3389969" y="4041803"/>
            <a:ext cx="5412062" cy="2120793"/>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4547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4BA1-E145-AE17-5E55-31AA4EDE1DAF}"/>
              </a:ext>
            </a:extLst>
          </p:cNvPr>
          <p:cNvSpPr>
            <a:spLocks noGrp="1"/>
          </p:cNvSpPr>
          <p:nvPr>
            <p:ph type="title"/>
          </p:nvPr>
        </p:nvSpPr>
        <p:spPr/>
        <p:txBody>
          <a:bodyPr/>
          <a:lstStyle/>
          <a:p>
            <a:r>
              <a:rPr lang="en-CA" dirty="0"/>
              <a:t>Byte Pair Encoding</a:t>
            </a:r>
          </a:p>
        </p:txBody>
      </p:sp>
      <p:sp>
        <p:nvSpPr>
          <p:cNvPr id="4" name="Slide Number Placeholder 3">
            <a:extLst>
              <a:ext uri="{FF2B5EF4-FFF2-40B4-BE49-F238E27FC236}">
                <a16:creationId xmlns:a16="http://schemas.microsoft.com/office/drawing/2014/main" id="{0CF7EDEF-2422-3963-0230-E7E42D59F5B8}"/>
              </a:ext>
            </a:extLst>
          </p:cNvPr>
          <p:cNvSpPr>
            <a:spLocks noGrp="1"/>
          </p:cNvSpPr>
          <p:nvPr>
            <p:ph type="sldNum" sz="quarter" idx="12"/>
          </p:nvPr>
        </p:nvSpPr>
        <p:spPr/>
        <p:txBody>
          <a:bodyPr/>
          <a:lstStyle/>
          <a:p>
            <a:fld id="{A36FF760-4833-4FC2-9C74-46CD274694B2}" type="slidenum">
              <a:rPr lang="en-CA" smtClean="0"/>
              <a:pPr/>
              <a:t>43</a:t>
            </a:fld>
            <a:endParaRPr lang="en-CA"/>
          </a:p>
        </p:txBody>
      </p:sp>
      <p:sp>
        <p:nvSpPr>
          <p:cNvPr id="5" name="Google Shape;651;p55">
            <a:extLst>
              <a:ext uri="{FF2B5EF4-FFF2-40B4-BE49-F238E27FC236}">
                <a16:creationId xmlns:a16="http://schemas.microsoft.com/office/drawing/2014/main" id="{0B219A2C-5AF5-F7AD-A6E2-5AFBA87ED518}"/>
              </a:ext>
            </a:extLst>
          </p:cNvPr>
          <p:cNvSpPr txBox="1"/>
          <p:nvPr/>
        </p:nvSpPr>
        <p:spPr>
          <a:xfrm>
            <a:off x="542955" y="1399127"/>
            <a:ext cx="5135653"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Training Corpus</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c a t</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s</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o n c a t e n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e g o r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z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endParaRPr sz="2400" dirty="0"/>
          </a:p>
        </p:txBody>
      </p:sp>
      <p:sp>
        <p:nvSpPr>
          <p:cNvPr id="6" name="Google Shape;654;p55">
            <a:extLst>
              <a:ext uri="{FF2B5EF4-FFF2-40B4-BE49-F238E27FC236}">
                <a16:creationId xmlns:a16="http://schemas.microsoft.com/office/drawing/2014/main" id="{163F753C-9D6D-5EA4-C540-3A2C40E4DE99}"/>
              </a:ext>
            </a:extLst>
          </p:cNvPr>
          <p:cNvSpPr/>
          <p:nvPr/>
        </p:nvSpPr>
        <p:spPr>
          <a:xfrm>
            <a:off x="404751" y="1274281"/>
            <a:ext cx="5412062" cy="2120793"/>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 name="Google Shape;651;p55">
            <a:extLst>
              <a:ext uri="{FF2B5EF4-FFF2-40B4-BE49-F238E27FC236}">
                <a16:creationId xmlns:a16="http://schemas.microsoft.com/office/drawing/2014/main" id="{F2ED9938-E961-BC9A-2FB9-28158923D223}"/>
              </a:ext>
            </a:extLst>
          </p:cNvPr>
          <p:cNvSpPr txBox="1"/>
          <p:nvPr/>
        </p:nvSpPr>
        <p:spPr>
          <a:xfrm>
            <a:off x="6095999" y="1365200"/>
            <a:ext cx="535972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Initial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a:t>
            </a:r>
            <a:endParaRPr sz="2400" dirty="0"/>
          </a:p>
        </p:txBody>
      </p:sp>
      <p:sp>
        <p:nvSpPr>
          <p:cNvPr id="9" name="Google Shape;654;p55">
            <a:extLst>
              <a:ext uri="{FF2B5EF4-FFF2-40B4-BE49-F238E27FC236}">
                <a16:creationId xmlns:a16="http://schemas.microsoft.com/office/drawing/2014/main" id="{C108DAC4-89A3-C535-8266-FEEADE6DB485}"/>
              </a:ext>
            </a:extLst>
          </p:cNvPr>
          <p:cNvSpPr/>
          <p:nvPr/>
        </p:nvSpPr>
        <p:spPr>
          <a:xfrm>
            <a:off x="6095998" y="1274281"/>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 name="Google Shape;651;p55">
            <a:extLst>
              <a:ext uri="{FF2B5EF4-FFF2-40B4-BE49-F238E27FC236}">
                <a16:creationId xmlns:a16="http://schemas.microsoft.com/office/drawing/2014/main" id="{B8D7190A-BEB4-72C2-F86C-AA4193B3299A}"/>
              </a:ext>
            </a:extLst>
          </p:cNvPr>
          <p:cNvSpPr txBox="1"/>
          <p:nvPr/>
        </p:nvSpPr>
        <p:spPr>
          <a:xfrm>
            <a:off x="6095998" y="2449663"/>
            <a:ext cx="5967657"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Count Symbol-Pair Frequencies </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&lt;a t&gt;</a:t>
            </a:r>
            <a:r>
              <a:rPr lang="en-CA" altLang="zh-CN" sz="2400" dirty="0">
                <a:solidFill>
                  <a:schemeClr val="dk1"/>
                </a:solidFill>
                <a:latin typeface="Courier New"/>
                <a:ea typeface="Courier New"/>
                <a:cs typeface="Courier New"/>
                <a:sym typeface="Courier New"/>
              </a:rPr>
              <a:t>: 6, &lt;c a&gt;: 4, &lt;o n&gt;: 3, …</a:t>
            </a:r>
            <a:endParaRPr sz="2400" dirty="0"/>
          </a:p>
        </p:txBody>
      </p:sp>
      <p:sp>
        <p:nvSpPr>
          <p:cNvPr id="11" name="Google Shape;654;p55">
            <a:extLst>
              <a:ext uri="{FF2B5EF4-FFF2-40B4-BE49-F238E27FC236}">
                <a16:creationId xmlns:a16="http://schemas.microsoft.com/office/drawing/2014/main" id="{216D1B81-3C37-8D20-EA21-52D5B0874E19}"/>
              </a:ext>
            </a:extLst>
          </p:cNvPr>
          <p:cNvSpPr/>
          <p:nvPr/>
        </p:nvSpPr>
        <p:spPr>
          <a:xfrm>
            <a:off x="6096000" y="2358744"/>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 name="Google Shape;651;p55">
            <a:extLst>
              <a:ext uri="{FF2B5EF4-FFF2-40B4-BE49-F238E27FC236}">
                <a16:creationId xmlns:a16="http://schemas.microsoft.com/office/drawing/2014/main" id="{7A8864EF-FAF4-614F-C344-ABA69017A67E}"/>
              </a:ext>
            </a:extLst>
          </p:cNvPr>
          <p:cNvSpPr txBox="1"/>
          <p:nvPr/>
        </p:nvSpPr>
        <p:spPr>
          <a:xfrm>
            <a:off x="6095999" y="3532572"/>
            <a:ext cx="535972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Update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 at</a:t>
            </a:r>
            <a:endParaRPr sz="2400" dirty="0"/>
          </a:p>
        </p:txBody>
      </p:sp>
      <p:sp>
        <p:nvSpPr>
          <p:cNvPr id="13" name="Google Shape;654;p55">
            <a:extLst>
              <a:ext uri="{FF2B5EF4-FFF2-40B4-BE49-F238E27FC236}">
                <a16:creationId xmlns:a16="http://schemas.microsoft.com/office/drawing/2014/main" id="{A9656179-0DFE-6827-830C-F3EEA133CE5E}"/>
              </a:ext>
            </a:extLst>
          </p:cNvPr>
          <p:cNvSpPr/>
          <p:nvPr/>
        </p:nvSpPr>
        <p:spPr>
          <a:xfrm>
            <a:off x="6095998" y="3441653"/>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882948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5CCAC-AA59-9B03-BF95-06FB9D16E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21EE8-1231-C4AA-AED1-B3E8C008B272}"/>
              </a:ext>
            </a:extLst>
          </p:cNvPr>
          <p:cNvSpPr>
            <a:spLocks noGrp="1"/>
          </p:cNvSpPr>
          <p:nvPr>
            <p:ph type="title"/>
          </p:nvPr>
        </p:nvSpPr>
        <p:spPr/>
        <p:txBody>
          <a:bodyPr/>
          <a:lstStyle/>
          <a:p>
            <a:r>
              <a:rPr lang="en-CA" dirty="0"/>
              <a:t>Byte Pair Encoding</a:t>
            </a:r>
          </a:p>
        </p:txBody>
      </p:sp>
      <p:sp>
        <p:nvSpPr>
          <p:cNvPr id="4" name="Slide Number Placeholder 3">
            <a:extLst>
              <a:ext uri="{FF2B5EF4-FFF2-40B4-BE49-F238E27FC236}">
                <a16:creationId xmlns:a16="http://schemas.microsoft.com/office/drawing/2014/main" id="{F46203B3-6F22-5E58-F3A5-BDB81F42482A}"/>
              </a:ext>
            </a:extLst>
          </p:cNvPr>
          <p:cNvSpPr>
            <a:spLocks noGrp="1"/>
          </p:cNvSpPr>
          <p:nvPr>
            <p:ph type="sldNum" sz="quarter" idx="12"/>
          </p:nvPr>
        </p:nvSpPr>
        <p:spPr/>
        <p:txBody>
          <a:bodyPr/>
          <a:lstStyle/>
          <a:p>
            <a:fld id="{A36FF760-4833-4FC2-9C74-46CD274694B2}" type="slidenum">
              <a:rPr lang="en-CA" smtClean="0"/>
              <a:pPr/>
              <a:t>44</a:t>
            </a:fld>
            <a:endParaRPr lang="en-CA"/>
          </a:p>
        </p:txBody>
      </p:sp>
      <p:sp>
        <p:nvSpPr>
          <p:cNvPr id="5" name="Google Shape;651;p55">
            <a:extLst>
              <a:ext uri="{FF2B5EF4-FFF2-40B4-BE49-F238E27FC236}">
                <a16:creationId xmlns:a16="http://schemas.microsoft.com/office/drawing/2014/main" id="{0BC84144-7481-BC93-D880-937DC168746E}"/>
              </a:ext>
            </a:extLst>
          </p:cNvPr>
          <p:cNvSpPr txBox="1"/>
          <p:nvPr/>
        </p:nvSpPr>
        <p:spPr>
          <a:xfrm>
            <a:off x="542955" y="1399127"/>
            <a:ext cx="5135653"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Training Corpus</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c a t</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s</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o n c a t e n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e g o r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z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endParaRPr sz="2400" dirty="0"/>
          </a:p>
        </p:txBody>
      </p:sp>
      <p:sp>
        <p:nvSpPr>
          <p:cNvPr id="6" name="Google Shape;654;p55">
            <a:extLst>
              <a:ext uri="{FF2B5EF4-FFF2-40B4-BE49-F238E27FC236}">
                <a16:creationId xmlns:a16="http://schemas.microsoft.com/office/drawing/2014/main" id="{45CCB883-A62A-7FC7-E52A-E82F621C5B91}"/>
              </a:ext>
            </a:extLst>
          </p:cNvPr>
          <p:cNvSpPr/>
          <p:nvPr/>
        </p:nvSpPr>
        <p:spPr>
          <a:xfrm>
            <a:off x="404751" y="1274281"/>
            <a:ext cx="5412062" cy="2120793"/>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 name="Google Shape;651;p55">
            <a:extLst>
              <a:ext uri="{FF2B5EF4-FFF2-40B4-BE49-F238E27FC236}">
                <a16:creationId xmlns:a16="http://schemas.microsoft.com/office/drawing/2014/main" id="{11C1063F-45BA-6319-B03D-AF949977748A}"/>
              </a:ext>
            </a:extLst>
          </p:cNvPr>
          <p:cNvSpPr txBox="1"/>
          <p:nvPr/>
        </p:nvSpPr>
        <p:spPr>
          <a:xfrm>
            <a:off x="6095999" y="1365200"/>
            <a:ext cx="535972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Current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 at</a:t>
            </a:r>
            <a:endParaRPr sz="2400" dirty="0"/>
          </a:p>
        </p:txBody>
      </p:sp>
      <p:sp>
        <p:nvSpPr>
          <p:cNvPr id="9" name="Google Shape;654;p55">
            <a:extLst>
              <a:ext uri="{FF2B5EF4-FFF2-40B4-BE49-F238E27FC236}">
                <a16:creationId xmlns:a16="http://schemas.microsoft.com/office/drawing/2014/main" id="{2F06B6DE-5F8A-B813-768F-E3FB2F69E9D6}"/>
              </a:ext>
            </a:extLst>
          </p:cNvPr>
          <p:cNvSpPr/>
          <p:nvPr/>
        </p:nvSpPr>
        <p:spPr>
          <a:xfrm>
            <a:off x="6095998" y="1274281"/>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 name="Google Shape;651;p55">
            <a:extLst>
              <a:ext uri="{FF2B5EF4-FFF2-40B4-BE49-F238E27FC236}">
                <a16:creationId xmlns:a16="http://schemas.microsoft.com/office/drawing/2014/main" id="{410E4A77-0F10-6AA3-0CA0-0852D8F649BC}"/>
              </a:ext>
            </a:extLst>
          </p:cNvPr>
          <p:cNvSpPr txBox="1"/>
          <p:nvPr/>
        </p:nvSpPr>
        <p:spPr>
          <a:xfrm>
            <a:off x="6095998" y="2449663"/>
            <a:ext cx="5967657"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Count Symbol-Pair Frequencies </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&lt;c at&gt;</a:t>
            </a:r>
            <a:r>
              <a:rPr lang="en-CA" altLang="zh-CN" sz="2400" dirty="0">
                <a:solidFill>
                  <a:schemeClr val="dk1"/>
                </a:solidFill>
                <a:latin typeface="Courier New"/>
                <a:ea typeface="Courier New"/>
                <a:cs typeface="Courier New"/>
                <a:sym typeface="Courier New"/>
              </a:rPr>
              <a:t>: 4, &lt;o n&gt;: 3, …</a:t>
            </a:r>
            <a:endParaRPr sz="2400" dirty="0"/>
          </a:p>
        </p:txBody>
      </p:sp>
      <p:sp>
        <p:nvSpPr>
          <p:cNvPr id="11" name="Google Shape;654;p55">
            <a:extLst>
              <a:ext uri="{FF2B5EF4-FFF2-40B4-BE49-F238E27FC236}">
                <a16:creationId xmlns:a16="http://schemas.microsoft.com/office/drawing/2014/main" id="{BBB17EB6-4C95-A630-9731-EA6C288A62BF}"/>
              </a:ext>
            </a:extLst>
          </p:cNvPr>
          <p:cNvSpPr/>
          <p:nvPr/>
        </p:nvSpPr>
        <p:spPr>
          <a:xfrm>
            <a:off x="6096000" y="2358744"/>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 name="Google Shape;651;p55">
            <a:extLst>
              <a:ext uri="{FF2B5EF4-FFF2-40B4-BE49-F238E27FC236}">
                <a16:creationId xmlns:a16="http://schemas.microsoft.com/office/drawing/2014/main" id="{1A6FB097-8D81-2155-E27B-EDB88D8F9A0A}"/>
              </a:ext>
            </a:extLst>
          </p:cNvPr>
          <p:cNvSpPr txBox="1"/>
          <p:nvPr/>
        </p:nvSpPr>
        <p:spPr>
          <a:xfrm>
            <a:off x="6095999" y="3532572"/>
            <a:ext cx="535972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Update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 at cat</a:t>
            </a:r>
            <a:endParaRPr sz="2400" dirty="0"/>
          </a:p>
        </p:txBody>
      </p:sp>
      <p:sp>
        <p:nvSpPr>
          <p:cNvPr id="13" name="Google Shape;654;p55">
            <a:extLst>
              <a:ext uri="{FF2B5EF4-FFF2-40B4-BE49-F238E27FC236}">
                <a16:creationId xmlns:a16="http://schemas.microsoft.com/office/drawing/2014/main" id="{4C8132AE-5DCB-B6E9-0580-208C1C8B055F}"/>
              </a:ext>
            </a:extLst>
          </p:cNvPr>
          <p:cNvSpPr/>
          <p:nvPr/>
        </p:nvSpPr>
        <p:spPr>
          <a:xfrm>
            <a:off x="6095998" y="3441653"/>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 name="Content Placeholder 2">
            <a:extLst>
              <a:ext uri="{FF2B5EF4-FFF2-40B4-BE49-F238E27FC236}">
                <a16:creationId xmlns:a16="http://schemas.microsoft.com/office/drawing/2014/main" id="{E72B5603-4427-BF47-EAFB-72105D034B9A}"/>
              </a:ext>
            </a:extLst>
          </p:cNvPr>
          <p:cNvSpPr>
            <a:spLocks noGrp="1"/>
          </p:cNvSpPr>
          <p:nvPr>
            <p:ph idx="1"/>
          </p:nvPr>
        </p:nvSpPr>
        <p:spPr>
          <a:xfrm>
            <a:off x="404751" y="4971570"/>
            <a:ext cx="11382498" cy="1384779"/>
          </a:xfrm>
        </p:spPr>
        <p:txBody>
          <a:bodyPr/>
          <a:lstStyle/>
          <a:p>
            <a:pPr marL="0" indent="0">
              <a:buNone/>
            </a:pPr>
            <a:r>
              <a:rPr lang="en-CA" dirty="0"/>
              <a:t>Repeat this process until the vocabulary reaches the desired size.</a:t>
            </a:r>
          </a:p>
        </p:txBody>
      </p:sp>
    </p:spTree>
    <p:extLst>
      <p:ext uri="{BB962C8B-B14F-4D97-AF65-F5344CB8AC3E}">
        <p14:creationId xmlns:p14="http://schemas.microsoft.com/office/powerpoint/2010/main" val="182147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animBg="1"/>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24E5-4D1A-0C49-E6F9-C8D41A8D7F99}"/>
              </a:ext>
            </a:extLst>
          </p:cNvPr>
          <p:cNvSpPr>
            <a:spLocks noGrp="1"/>
          </p:cNvSpPr>
          <p:nvPr>
            <p:ph type="title"/>
          </p:nvPr>
        </p:nvSpPr>
        <p:spPr/>
        <p:txBody>
          <a:bodyPr/>
          <a:lstStyle/>
          <a:p>
            <a:r>
              <a:rPr lang="en-CA" dirty="0"/>
              <a:t>Byte Pair Encoding</a:t>
            </a:r>
          </a:p>
        </p:txBody>
      </p:sp>
      <p:sp>
        <p:nvSpPr>
          <p:cNvPr id="3" name="Content Placeholder 2">
            <a:extLst>
              <a:ext uri="{FF2B5EF4-FFF2-40B4-BE49-F238E27FC236}">
                <a16:creationId xmlns:a16="http://schemas.microsoft.com/office/drawing/2014/main" id="{DA0F0E99-B62B-F661-83C3-E4317C45272C}"/>
              </a:ext>
            </a:extLst>
          </p:cNvPr>
          <p:cNvSpPr>
            <a:spLocks noGrp="1"/>
          </p:cNvSpPr>
          <p:nvPr>
            <p:ph idx="1"/>
          </p:nvPr>
        </p:nvSpPr>
        <p:spPr/>
        <p:txBody>
          <a:bodyPr/>
          <a:lstStyle/>
          <a:p>
            <a:pPr marL="0" indent="0">
              <a:buNone/>
            </a:pPr>
            <a:r>
              <a:rPr lang="en-CA" dirty="0"/>
              <a:t>The BPE proposal is not optimal in terms of compression rate under the same vocabulary size.</a:t>
            </a:r>
          </a:p>
        </p:txBody>
      </p:sp>
      <p:sp>
        <p:nvSpPr>
          <p:cNvPr id="4" name="Slide Number Placeholder 3">
            <a:extLst>
              <a:ext uri="{FF2B5EF4-FFF2-40B4-BE49-F238E27FC236}">
                <a16:creationId xmlns:a16="http://schemas.microsoft.com/office/drawing/2014/main" id="{919CADB5-5B3F-CA69-F1BB-CEC0F916A77F}"/>
              </a:ext>
            </a:extLst>
          </p:cNvPr>
          <p:cNvSpPr>
            <a:spLocks noGrp="1"/>
          </p:cNvSpPr>
          <p:nvPr>
            <p:ph type="sldNum" sz="quarter" idx="12"/>
          </p:nvPr>
        </p:nvSpPr>
        <p:spPr/>
        <p:txBody>
          <a:bodyPr/>
          <a:lstStyle/>
          <a:p>
            <a:fld id="{A36FF760-4833-4FC2-9C74-46CD274694B2}" type="slidenum">
              <a:rPr lang="en-CA" smtClean="0"/>
              <a:pPr/>
              <a:t>45</a:t>
            </a:fld>
            <a:endParaRPr lang="en-CA"/>
          </a:p>
        </p:txBody>
      </p:sp>
      <p:sp>
        <p:nvSpPr>
          <p:cNvPr id="6" name="Google Shape;651;p55">
            <a:extLst>
              <a:ext uri="{FF2B5EF4-FFF2-40B4-BE49-F238E27FC236}">
                <a16:creationId xmlns:a16="http://schemas.microsoft.com/office/drawing/2014/main" id="{8ECED3DA-77E7-6822-F98D-233A255CA282}"/>
              </a:ext>
            </a:extLst>
          </p:cNvPr>
          <p:cNvSpPr txBox="1"/>
          <p:nvPr/>
        </p:nvSpPr>
        <p:spPr>
          <a:xfrm>
            <a:off x="542955" y="2851403"/>
            <a:ext cx="5135653"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Training Corpus</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c a t</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s</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o n c a t e n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p>
          <a:p>
            <a:pPr marL="0" marR="0" lvl="0" indent="0" algn="l" rtl="0">
              <a:spcBef>
                <a:spcPts val="0"/>
              </a:spcBef>
              <a:spcAft>
                <a:spcPts val="0"/>
              </a:spcAft>
              <a:buNone/>
            </a:pPr>
            <a:r>
              <a:rPr lang="en-US" sz="2400" dirty="0">
                <a:solidFill>
                  <a:schemeClr val="dk1"/>
                </a:solidFill>
                <a:latin typeface="Courier New"/>
                <a:cs typeface="Courier New"/>
                <a:sym typeface="Courier New"/>
              </a:rPr>
              <a:t>c a t e g o r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z a t </a:t>
            </a:r>
            <a:r>
              <a:rPr lang="en-US" sz="2400" dirty="0" err="1">
                <a:solidFill>
                  <a:schemeClr val="dk1"/>
                </a:solidFill>
                <a:latin typeface="Courier New"/>
                <a:cs typeface="Courier New"/>
                <a:sym typeface="Courier New"/>
              </a:rPr>
              <a:t>i</a:t>
            </a:r>
            <a:r>
              <a:rPr lang="en-US" sz="2400" dirty="0">
                <a:solidFill>
                  <a:schemeClr val="dk1"/>
                </a:solidFill>
                <a:latin typeface="Courier New"/>
                <a:cs typeface="Courier New"/>
                <a:sym typeface="Courier New"/>
              </a:rPr>
              <a:t> o n</a:t>
            </a:r>
            <a:endParaRPr sz="2400" dirty="0"/>
          </a:p>
        </p:txBody>
      </p:sp>
      <p:sp>
        <p:nvSpPr>
          <p:cNvPr id="7" name="Google Shape;654;p55">
            <a:extLst>
              <a:ext uri="{FF2B5EF4-FFF2-40B4-BE49-F238E27FC236}">
                <a16:creationId xmlns:a16="http://schemas.microsoft.com/office/drawing/2014/main" id="{A58B7599-D31F-B0E6-24B4-1E045CF4492B}"/>
              </a:ext>
            </a:extLst>
          </p:cNvPr>
          <p:cNvSpPr/>
          <p:nvPr/>
        </p:nvSpPr>
        <p:spPr>
          <a:xfrm>
            <a:off x="404751" y="2726557"/>
            <a:ext cx="5412062" cy="2120793"/>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 name="Google Shape;651;p55">
            <a:extLst>
              <a:ext uri="{FF2B5EF4-FFF2-40B4-BE49-F238E27FC236}">
                <a16:creationId xmlns:a16="http://schemas.microsoft.com/office/drawing/2014/main" id="{0489FFCD-8352-11D2-3328-13174393ADF2}"/>
              </a:ext>
            </a:extLst>
          </p:cNvPr>
          <p:cNvSpPr txBox="1"/>
          <p:nvPr/>
        </p:nvSpPr>
        <p:spPr>
          <a:xfrm>
            <a:off x="6095999" y="2630345"/>
            <a:ext cx="535972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Terminate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 at cat</a:t>
            </a:r>
            <a:endParaRPr sz="2400" dirty="0"/>
          </a:p>
        </p:txBody>
      </p:sp>
      <p:sp>
        <p:nvSpPr>
          <p:cNvPr id="9" name="Google Shape;654;p55">
            <a:extLst>
              <a:ext uri="{FF2B5EF4-FFF2-40B4-BE49-F238E27FC236}">
                <a16:creationId xmlns:a16="http://schemas.microsoft.com/office/drawing/2014/main" id="{B830A79D-F1C1-1226-F889-6335BDE67521}"/>
              </a:ext>
            </a:extLst>
          </p:cNvPr>
          <p:cNvSpPr/>
          <p:nvPr/>
        </p:nvSpPr>
        <p:spPr>
          <a:xfrm>
            <a:off x="6095998" y="2539426"/>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 name="Google Shape;651;p55">
            <a:extLst>
              <a:ext uri="{FF2B5EF4-FFF2-40B4-BE49-F238E27FC236}">
                <a16:creationId xmlns:a16="http://schemas.microsoft.com/office/drawing/2014/main" id="{14A61647-356C-B7C1-AF23-DB47D20B0130}"/>
              </a:ext>
            </a:extLst>
          </p:cNvPr>
          <p:cNvSpPr txBox="1"/>
          <p:nvPr/>
        </p:nvSpPr>
        <p:spPr>
          <a:xfrm>
            <a:off x="6095999" y="4130651"/>
            <a:ext cx="5359722"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A Better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 cat on</a:t>
            </a:r>
            <a:endParaRPr sz="2400" dirty="0"/>
          </a:p>
        </p:txBody>
      </p:sp>
      <p:sp>
        <p:nvSpPr>
          <p:cNvPr id="11" name="Google Shape;654;p55">
            <a:extLst>
              <a:ext uri="{FF2B5EF4-FFF2-40B4-BE49-F238E27FC236}">
                <a16:creationId xmlns:a16="http://schemas.microsoft.com/office/drawing/2014/main" id="{8F871F2F-E4AA-6B1C-A3F6-9222CEC3B23B}"/>
              </a:ext>
            </a:extLst>
          </p:cNvPr>
          <p:cNvSpPr/>
          <p:nvPr/>
        </p:nvSpPr>
        <p:spPr>
          <a:xfrm>
            <a:off x="6095998" y="4039732"/>
            <a:ext cx="5829453" cy="1000204"/>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23262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95CF-E283-B724-5B06-0FC258C33B3A}"/>
              </a:ext>
            </a:extLst>
          </p:cNvPr>
          <p:cNvSpPr>
            <a:spLocks noGrp="1"/>
          </p:cNvSpPr>
          <p:nvPr>
            <p:ph type="title"/>
          </p:nvPr>
        </p:nvSpPr>
        <p:spPr/>
        <p:txBody>
          <a:bodyPr/>
          <a:lstStyle/>
          <a:p>
            <a:r>
              <a:rPr lang="en-CA" dirty="0"/>
              <a:t>Apply Trained BPE to New Corpus</a:t>
            </a:r>
          </a:p>
        </p:txBody>
      </p:sp>
      <p:sp>
        <p:nvSpPr>
          <p:cNvPr id="3" name="Content Placeholder 2">
            <a:extLst>
              <a:ext uri="{FF2B5EF4-FFF2-40B4-BE49-F238E27FC236}">
                <a16:creationId xmlns:a16="http://schemas.microsoft.com/office/drawing/2014/main" id="{F354B130-1B14-6655-582D-C1108AD96C46}"/>
              </a:ext>
            </a:extLst>
          </p:cNvPr>
          <p:cNvSpPr>
            <a:spLocks noGrp="1"/>
          </p:cNvSpPr>
          <p:nvPr>
            <p:ph idx="1"/>
          </p:nvPr>
        </p:nvSpPr>
        <p:spPr/>
        <p:txBody>
          <a:bodyPr>
            <a:normAutofit/>
          </a:bodyPr>
          <a:lstStyle/>
          <a:p>
            <a:pPr marL="0" indent="0">
              <a:buNone/>
            </a:pPr>
            <a:r>
              <a:rPr lang="en-CA" dirty="0"/>
              <a:t>In addition to having the tokens, we will also need to know the “merge rules.”</a:t>
            </a:r>
          </a:p>
          <a:p>
            <a:pPr marL="0" indent="0">
              <a:buNone/>
            </a:pPr>
            <a:r>
              <a:rPr lang="en-CA" dirty="0"/>
              <a:t>Starting from individual characters, and merge following the rules.</a:t>
            </a:r>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r>
              <a:rPr lang="en-CA" dirty="0"/>
              <a:t>If there is unknown character, add a new term (unlikely in real practice). </a:t>
            </a:r>
          </a:p>
        </p:txBody>
      </p:sp>
      <p:sp>
        <p:nvSpPr>
          <p:cNvPr id="4" name="Slide Number Placeholder 3">
            <a:extLst>
              <a:ext uri="{FF2B5EF4-FFF2-40B4-BE49-F238E27FC236}">
                <a16:creationId xmlns:a16="http://schemas.microsoft.com/office/drawing/2014/main" id="{77CDC43E-AF5F-067E-D3CF-FA561A098EA7}"/>
              </a:ext>
            </a:extLst>
          </p:cNvPr>
          <p:cNvSpPr>
            <a:spLocks noGrp="1"/>
          </p:cNvSpPr>
          <p:nvPr>
            <p:ph type="sldNum" sz="quarter" idx="12"/>
          </p:nvPr>
        </p:nvSpPr>
        <p:spPr/>
        <p:txBody>
          <a:bodyPr/>
          <a:lstStyle/>
          <a:p>
            <a:fld id="{A36FF760-4833-4FC2-9C74-46CD274694B2}" type="slidenum">
              <a:rPr lang="en-CA" smtClean="0"/>
              <a:pPr/>
              <a:t>46</a:t>
            </a:fld>
            <a:endParaRPr lang="en-CA"/>
          </a:p>
        </p:txBody>
      </p:sp>
      <mc:AlternateContent xmlns:mc="http://schemas.openxmlformats.org/markup-compatibility/2006" xmlns:a14="http://schemas.microsoft.com/office/drawing/2010/main">
        <mc:Choice Requires="a14">
          <p:sp>
            <p:nvSpPr>
              <p:cNvPr id="5" name="Google Shape;651;p55">
                <a:extLst>
                  <a:ext uri="{FF2B5EF4-FFF2-40B4-BE49-F238E27FC236}">
                    <a16:creationId xmlns:a16="http://schemas.microsoft.com/office/drawing/2014/main" id="{9E716191-A2F3-3BB6-9C6F-0B15BB1ABD0A}"/>
                  </a:ext>
                </a:extLst>
              </p:cNvPr>
              <p:cNvSpPr txBox="1"/>
              <p:nvPr/>
            </p:nvSpPr>
            <p:spPr>
              <a:xfrm>
                <a:off x="486655" y="2691817"/>
                <a:ext cx="5359722"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Terminate Vocabulary</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a c e g </a:t>
                </a:r>
                <a:r>
                  <a:rPr lang="en-US" altLang="zh-CN" sz="2400" dirty="0" err="1">
                    <a:solidFill>
                      <a:schemeClr val="dk1"/>
                    </a:solidFill>
                    <a:latin typeface="Courier New"/>
                    <a:ea typeface="Courier New"/>
                    <a:cs typeface="Courier New"/>
                    <a:sym typeface="Courier New"/>
                  </a:rPr>
                  <a:t>i</a:t>
                </a:r>
                <a:r>
                  <a:rPr lang="en-US" altLang="zh-CN" sz="2400" dirty="0">
                    <a:solidFill>
                      <a:schemeClr val="dk1"/>
                    </a:solidFill>
                    <a:latin typeface="Courier New"/>
                    <a:ea typeface="Courier New"/>
                    <a:cs typeface="Courier New"/>
                    <a:sym typeface="Courier New"/>
                  </a:rPr>
                  <a:t> n o r s t z at cat</a:t>
                </a:r>
              </a:p>
              <a:p>
                <a:endParaRPr lang="en-US" altLang="zh-CN" sz="2400" b="1" dirty="0">
                  <a:solidFill>
                    <a:schemeClr val="dk1"/>
                  </a:solidFill>
                  <a:latin typeface="Nunito" pitchFamily="2" charset="0"/>
                  <a:ea typeface="Courier New"/>
                  <a:cs typeface="Courier New"/>
                  <a:sym typeface="Courier New"/>
                </a:endParaRPr>
              </a:p>
              <a:p>
                <a:r>
                  <a:rPr lang="en-US" altLang="zh-CN" sz="2400" b="1" dirty="0">
                    <a:solidFill>
                      <a:schemeClr val="dk1"/>
                    </a:solidFill>
                    <a:latin typeface="Nunito" pitchFamily="2" charset="0"/>
                    <a:ea typeface="Courier New"/>
                    <a:cs typeface="Courier New"/>
                    <a:sym typeface="Courier New"/>
                  </a:rPr>
                  <a:t>Merge Rules</a:t>
                </a:r>
              </a:p>
              <a:p>
                <a:pPr lvl="0"/>
                <a:r>
                  <a:rPr lang="en-US" altLang="zh-CN" sz="2400" dirty="0">
                    <a:solidFill>
                      <a:schemeClr val="dk1"/>
                    </a:solidFill>
                    <a:latin typeface="Courier New"/>
                    <a:ea typeface="Courier New"/>
                    <a:cs typeface="Courier New"/>
                    <a:sym typeface="Courier New"/>
                  </a:rPr>
                  <a:t>a t </a:t>
                </a:r>
                <a14:m>
                  <m:oMath xmlns:m="http://schemas.openxmlformats.org/officeDocument/2006/math">
                    <m:r>
                      <a:rPr lang="en-CA" altLang="zh-CN" sz="2400" b="0" i="1" smtClean="0">
                        <a:solidFill>
                          <a:schemeClr val="dk1"/>
                        </a:solidFill>
                        <a:latin typeface="Cambria Math" panose="02040503050406030204" pitchFamily="18" charset="0"/>
                        <a:ea typeface="Courier New"/>
                        <a:cs typeface="Courier New"/>
                        <a:sym typeface="Courier New"/>
                      </a:rPr>
                      <m:t>→</m:t>
                    </m:r>
                  </m:oMath>
                </a14:m>
                <a:r>
                  <a:rPr lang="en-CA" sz="2400" dirty="0"/>
                  <a:t>  </a:t>
                </a:r>
                <a:r>
                  <a:rPr lang="en-US" altLang="zh-CN" sz="2400" dirty="0">
                    <a:solidFill>
                      <a:schemeClr val="dk1"/>
                    </a:solidFill>
                    <a:latin typeface="Courier New"/>
                    <a:ea typeface="Courier New"/>
                    <a:cs typeface="Courier New"/>
                    <a:sym typeface="Courier New"/>
                  </a:rPr>
                  <a:t>at</a:t>
                </a:r>
              </a:p>
              <a:p>
                <a:r>
                  <a:rPr lang="en-US" altLang="zh-CN" sz="2400" dirty="0">
                    <a:solidFill>
                      <a:schemeClr val="dk1"/>
                    </a:solidFill>
                    <a:latin typeface="Courier New"/>
                    <a:ea typeface="Courier New"/>
                    <a:cs typeface="Courier New"/>
                    <a:sym typeface="Courier New"/>
                  </a:rPr>
                  <a:t>c at </a:t>
                </a:r>
                <a14:m>
                  <m:oMath xmlns:m="http://schemas.openxmlformats.org/officeDocument/2006/math">
                    <m:r>
                      <a:rPr lang="en-US" altLang="zh-CN" sz="2400" i="1">
                        <a:solidFill>
                          <a:schemeClr val="dk1"/>
                        </a:solidFill>
                        <a:latin typeface="Cambria Math" panose="02040503050406030204" pitchFamily="18" charset="0"/>
                        <a:ea typeface="Courier New"/>
                        <a:cs typeface="Courier New"/>
                        <a:sym typeface="Courier New"/>
                      </a:rPr>
                      <m:t>→</m:t>
                    </m:r>
                  </m:oMath>
                </a14:m>
                <a:r>
                  <a:rPr lang="en-US" sz="2400" dirty="0"/>
                  <a:t>  </a:t>
                </a:r>
                <a:r>
                  <a:rPr lang="en-US" altLang="zh-CN" sz="2400" dirty="0">
                    <a:solidFill>
                      <a:schemeClr val="dk1"/>
                    </a:solidFill>
                    <a:latin typeface="Courier New"/>
                    <a:ea typeface="Courier New"/>
                    <a:cs typeface="Courier New"/>
                    <a:sym typeface="Courier New"/>
                  </a:rPr>
                  <a:t>cat</a:t>
                </a:r>
                <a:endParaRPr lang="en-US" sz="2400" dirty="0"/>
              </a:p>
              <a:p>
                <a:pPr lvl="0"/>
                <a:endParaRPr sz="2400" dirty="0"/>
              </a:p>
            </p:txBody>
          </p:sp>
        </mc:Choice>
        <mc:Fallback xmlns="">
          <p:sp>
            <p:nvSpPr>
              <p:cNvPr id="5" name="Google Shape;651;p55">
                <a:extLst>
                  <a:ext uri="{FF2B5EF4-FFF2-40B4-BE49-F238E27FC236}">
                    <a16:creationId xmlns:a16="http://schemas.microsoft.com/office/drawing/2014/main" id="{9E716191-A2F3-3BB6-9C6F-0B15BB1ABD0A}"/>
                  </a:ext>
                </a:extLst>
              </p:cNvPr>
              <p:cNvSpPr txBox="1">
                <a:spLocks noRot="1" noChangeAspect="1" noMove="1" noResize="1" noEditPoints="1" noAdjustHandles="1" noChangeArrowheads="1" noChangeShapeType="1" noTextEdit="1"/>
              </p:cNvSpPr>
              <p:nvPr/>
            </p:nvSpPr>
            <p:spPr>
              <a:xfrm>
                <a:off x="486655" y="2691817"/>
                <a:ext cx="5359722" cy="2677616"/>
              </a:xfrm>
              <a:prstGeom prst="rect">
                <a:avLst/>
              </a:prstGeom>
              <a:blipFill>
                <a:blip r:embed="rId2"/>
                <a:stretch>
                  <a:fillRect l="-1820" t="-1822" r="-569"/>
                </a:stretch>
              </a:blipFill>
              <a:ln>
                <a:noFill/>
              </a:ln>
            </p:spPr>
            <p:txBody>
              <a:bodyPr/>
              <a:lstStyle/>
              <a:p>
                <a:r>
                  <a:rPr lang="en-CA">
                    <a:noFill/>
                  </a:rPr>
                  <a:t> </a:t>
                </a:r>
              </a:p>
            </p:txBody>
          </p:sp>
        </mc:Fallback>
      </mc:AlternateContent>
      <p:sp>
        <p:nvSpPr>
          <p:cNvPr id="6" name="Google Shape;654;p55">
            <a:extLst>
              <a:ext uri="{FF2B5EF4-FFF2-40B4-BE49-F238E27FC236}">
                <a16:creationId xmlns:a16="http://schemas.microsoft.com/office/drawing/2014/main" id="{2B047F0A-4BBA-D163-1A53-B1F4365F9415}"/>
              </a:ext>
            </a:extLst>
          </p:cNvPr>
          <p:cNvSpPr/>
          <p:nvPr/>
        </p:nvSpPr>
        <p:spPr>
          <a:xfrm>
            <a:off x="486655" y="2600897"/>
            <a:ext cx="5609346" cy="2570457"/>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 name="Google Shape;651;p55">
            <a:extLst>
              <a:ext uri="{FF2B5EF4-FFF2-40B4-BE49-F238E27FC236}">
                <a16:creationId xmlns:a16="http://schemas.microsoft.com/office/drawing/2014/main" id="{6F1A479F-6DAE-846B-A481-F891C558CEEE}"/>
              </a:ext>
            </a:extLst>
          </p:cNvPr>
          <p:cNvSpPr txBox="1"/>
          <p:nvPr/>
        </p:nvSpPr>
        <p:spPr>
          <a:xfrm>
            <a:off x="6513391" y="2725743"/>
            <a:ext cx="5135653"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Word to be tokenized</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c a t e g o r </a:t>
            </a:r>
            <a:r>
              <a:rPr lang="en-US" altLang="zh-CN" sz="2400" dirty="0">
                <a:solidFill>
                  <a:srgbClr val="C00000"/>
                </a:solidFill>
                <a:latin typeface="Courier New"/>
                <a:ea typeface="Courier New"/>
                <a:cs typeface="Courier New"/>
                <a:sym typeface="Courier New"/>
              </a:rPr>
              <a:t>y</a:t>
            </a:r>
            <a:endParaRPr sz="2400" dirty="0">
              <a:solidFill>
                <a:srgbClr val="C00000"/>
              </a:solidFill>
            </a:endParaRPr>
          </a:p>
        </p:txBody>
      </p:sp>
      <p:sp>
        <p:nvSpPr>
          <p:cNvPr id="8" name="Google Shape;654;p55">
            <a:extLst>
              <a:ext uri="{FF2B5EF4-FFF2-40B4-BE49-F238E27FC236}">
                <a16:creationId xmlns:a16="http://schemas.microsoft.com/office/drawing/2014/main" id="{5637A3CC-22D6-C322-5DDB-A1912926D861}"/>
              </a:ext>
            </a:extLst>
          </p:cNvPr>
          <p:cNvSpPr/>
          <p:nvPr/>
        </p:nvSpPr>
        <p:spPr>
          <a:xfrm>
            <a:off x="6375187" y="2600897"/>
            <a:ext cx="5412062" cy="2570457"/>
          </a:xfrm>
          <a:prstGeom prst="roundRect">
            <a:avLst>
              <a:gd name="adj" fmla="val 9737"/>
            </a:avLst>
          </a:prstGeom>
          <a:noFill/>
          <a:ln w="28575" cap="flat" cmpd="sng">
            <a:solidFill>
              <a:srgbClr val="28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9" name="Google Shape;651;p55">
            <a:extLst>
              <a:ext uri="{FF2B5EF4-FFF2-40B4-BE49-F238E27FC236}">
                <a16:creationId xmlns:a16="http://schemas.microsoft.com/office/drawing/2014/main" id="{A9965EC4-A8E6-0A7B-86F2-BDA1CDF02F13}"/>
              </a:ext>
            </a:extLst>
          </p:cNvPr>
          <p:cNvSpPr txBox="1"/>
          <p:nvPr/>
        </p:nvSpPr>
        <p:spPr>
          <a:xfrm>
            <a:off x="6513391" y="3840955"/>
            <a:ext cx="5135653"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2400" b="1" dirty="0">
                <a:solidFill>
                  <a:schemeClr val="dk1"/>
                </a:solidFill>
                <a:latin typeface="Nunito" pitchFamily="2" charset="0"/>
                <a:ea typeface="Courier New"/>
                <a:cs typeface="Courier New"/>
                <a:sym typeface="Courier New"/>
              </a:rPr>
              <a:t>Result</a:t>
            </a:r>
          </a:p>
          <a:p>
            <a:pPr marL="0" marR="0" lvl="0" indent="0" algn="l" rtl="0">
              <a:spcBef>
                <a:spcPts val="0"/>
              </a:spcBef>
              <a:spcAft>
                <a:spcPts val="0"/>
              </a:spcAft>
              <a:buNone/>
            </a:pPr>
            <a:r>
              <a:rPr lang="en-US" altLang="zh-CN" sz="2400" dirty="0">
                <a:solidFill>
                  <a:schemeClr val="dk1"/>
                </a:solidFill>
                <a:latin typeface="Courier New"/>
                <a:ea typeface="Courier New"/>
                <a:cs typeface="Courier New"/>
                <a:sym typeface="Courier New"/>
              </a:rPr>
              <a:t>cat e g o r </a:t>
            </a:r>
            <a:r>
              <a:rPr lang="en-US" altLang="zh-CN" sz="2400" dirty="0">
                <a:solidFill>
                  <a:srgbClr val="C00000"/>
                </a:solidFill>
                <a:latin typeface="Courier New"/>
                <a:ea typeface="Courier New"/>
                <a:cs typeface="Courier New"/>
                <a:sym typeface="Courier New"/>
              </a:rPr>
              <a:t>y</a:t>
            </a:r>
            <a:endParaRPr sz="2400" dirty="0">
              <a:solidFill>
                <a:srgbClr val="C00000"/>
              </a:solidFill>
            </a:endParaRPr>
          </a:p>
        </p:txBody>
      </p:sp>
    </p:spTree>
    <p:extLst>
      <p:ext uri="{BB962C8B-B14F-4D97-AF65-F5344CB8AC3E}">
        <p14:creationId xmlns:p14="http://schemas.microsoft.com/office/powerpoint/2010/main" val="326140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08624-89B3-A7A0-7764-6EE32A6CF9AB}"/>
              </a:ext>
            </a:extLst>
          </p:cNvPr>
          <p:cNvSpPr>
            <a:spLocks noGrp="1"/>
          </p:cNvSpPr>
          <p:nvPr>
            <p:ph type="title"/>
          </p:nvPr>
        </p:nvSpPr>
        <p:spPr/>
        <p:txBody>
          <a:bodyPr/>
          <a:lstStyle/>
          <a:p>
            <a:r>
              <a:rPr lang="en-CA" dirty="0" err="1"/>
              <a:t>SentencePiece</a:t>
            </a:r>
            <a:r>
              <a:rPr lang="en-CA" dirty="0"/>
              <a:t> Tokenization</a:t>
            </a:r>
          </a:p>
        </p:txBody>
      </p:sp>
      <p:sp>
        <p:nvSpPr>
          <p:cNvPr id="3" name="Content Placeholder 2">
            <a:extLst>
              <a:ext uri="{FF2B5EF4-FFF2-40B4-BE49-F238E27FC236}">
                <a16:creationId xmlns:a16="http://schemas.microsoft.com/office/drawing/2014/main" id="{27322424-B946-7F39-A638-B2831A664047}"/>
              </a:ext>
            </a:extLst>
          </p:cNvPr>
          <p:cNvSpPr>
            <a:spLocks noGrp="1"/>
          </p:cNvSpPr>
          <p:nvPr>
            <p:ph idx="1"/>
          </p:nvPr>
        </p:nvSpPr>
        <p:spPr/>
        <p:txBody>
          <a:bodyPr/>
          <a:lstStyle/>
          <a:p>
            <a:pPr marL="0" indent="0">
              <a:buNone/>
            </a:pPr>
            <a:r>
              <a:rPr lang="en-CA" dirty="0"/>
              <a:t>Kudo (2018): find the vocabulary for a unigram language model that maximizes the likelihood of the training corpus. </a:t>
            </a:r>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r>
              <a:rPr lang="en-CA" dirty="0"/>
              <a:t>The Google command-line toolkit that implements this algorithm and some others (including BPE): </a:t>
            </a:r>
            <a:r>
              <a:rPr lang="en-CA" dirty="0">
                <a:hlinkClick r:id="rId80"/>
              </a:rPr>
              <a:t>https://github.com/google/sentencepiece</a:t>
            </a:r>
            <a:r>
              <a:rPr lang="en-CA" dirty="0"/>
              <a:t> </a:t>
            </a:r>
          </a:p>
        </p:txBody>
      </p:sp>
      <p:sp>
        <p:nvSpPr>
          <p:cNvPr id="4" name="Slide Number Placeholder 3">
            <a:extLst>
              <a:ext uri="{FF2B5EF4-FFF2-40B4-BE49-F238E27FC236}">
                <a16:creationId xmlns:a16="http://schemas.microsoft.com/office/drawing/2014/main" id="{C06DB587-8AB6-F302-57DB-C092A57C9C0B}"/>
              </a:ext>
            </a:extLst>
          </p:cNvPr>
          <p:cNvSpPr>
            <a:spLocks noGrp="1"/>
          </p:cNvSpPr>
          <p:nvPr>
            <p:ph type="sldNum" sz="quarter" idx="12"/>
          </p:nvPr>
        </p:nvSpPr>
        <p:spPr/>
        <p:txBody>
          <a:bodyPr/>
          <a:lstStyle/>
          <a:p>
            <a:fld id="{A36FF760-4833-4FC2-9C74-46CD274694B2}" type="slidenum">
              <a:rPr lang="en-CA" smtClean="0"/>
              <a:pPr/>
              <a:t>47</a:t>
            </a:fld>
            <a:endParaRPr lang="en-CA"/>
          </a:p>
        </p:txBody>
      </p:sp>
      <p:grpSp>
        <p:nvGrpSpPr>
          <p:cNvPr id="85" name="Group 84" descr="\documentclass{article}&#10;\usepackage{nunito}&#10;\usepackage[linguistics]{forest}&#10;\usepackage{amsmath,amssymb}&#10;\pagestyle{empty}&#10;\begin{document}&#10;&#10;\begin{align*}&#10;P(\langle x_1, x_2, \ldots, x_n \rangle) &amp;= \prod_{i=1}^n P(x_i) \\&#10;P(x_i) &amp;:= \textit{optional-smoothing}\left(\frac{\text{count}(x_i)}{\sum_{x\in V} \text{count}(x)}\right)&#10;\end{align*}&#10;&#10;\end{document}" title="IguanaTex Shape Display">
            <a:extLst>
              <a:ext uri="{FF2B5EF4-FFF2-40B4-BE49-F238E27FC236}">
                <a16:creationId xmlns:a16="http://schemas.microsoft.com/office/drawing/2014/main" id="{8ED96D4B-F0CF-A876-FFB4-5AD89EC86124}"/>
              </a:ext>
            </a:extLst>
          </p:cNvPr>
          <p:cNvGrpSpPr>
            <a:grpSpLocks noChangeAspect="1"/>
          </p:cNvGrpSpPr>
          <p:nvPr>
            <p:custDataLst>
              <p:tags r:id="rId1"/>
            </p:custDataLst>
          </p:nvPr>
        </p:nvGrpSpPr>
        <p:grpSpPr>
          <a:xfrm>
            <a:off x="1990463" y="2540000"/>
            <a:ext cx="8211075" cy="1739290"/>
            <a:chOff x="5542732" y="4815239"/>
            <a:chExt cx="8211075" cy="1739290"/>
          </a:xfrm>
        </p:grpSpPr>
        <p:sp>
          <p:nvSpPr>
            <p:cNvPr id="8" name="Freeform: Shape 7">
              <a:extLst>
                <a:ext uri="{FF2B5EF4-FFF2-40B4-BE49-F238E27FC236}">
                  <a16:creationId xmlns:a16="http://schemas.microsoft.com/office/drawing/2014/main" id="{B96A0A26-8082-6098-9275-7FC26AB64087}"/>
                </a:ext>
              </a:extLst>
            </p:cNvPr>
            <p:cNvSpPr/>
            <p:nvPr>
              <p:custDataLst>
                <p:tags r:id="rId2"/>
              </p:custDataLst>
            </p:nvPr>
          </p:nvSpPr>
          <p:spPr>
            <a:xfrm>
              <a:off x="5542732" y="5081156"/>
              <a:ext cx="217214" cy="207400"/>
            </a:xfrm>
            <a:custGeom>
              <a:avLst/>
              <a:gdLst>
                <a:gd name="csX0" fmla="*/ 80108 w 217214"/>
                <a:gd name="csY0" fmla="*/ 111534 h 207400"/>
                <a:gd name="csX1" fmla="*/ 131826 w 217214"/>
                <a:gd name="csY1" fmla="*/ 111534 h 207400"/>
                <a:gd name="csX2" fmla="*/ 217312 w 217214"/>
                <a:gd name="csY2" fmla="*/ 45943 h 207400"/>
                <a:gd name="csX3" fmla="*/ 157380 w 217214"/>
                <a:gd name="csY3" fmla="*/ 90 h 207400"/>
                <a:gd name="csX4" fmla="*/ 58813 w 217214"/>
                <a:gd name="csY4" fmla="*/ 90 h 207400"/>
                <a:gd name="csX5" fmla="*/ 49686 w 217214"/>
                <a:gd name="csY5" fmla="*/ 5860 h 207400"/>
                <a:gd name="csX6" fmla="*/ 58508 w 217214"/>
                <a:gd name="csY6" fmla="*/ 9504 h 207400"/>
                <a:gd name="csX7" fmla="*/ 71590 w 217214"/>
                <a:gd name="csY7" fmla="*/ 10111 h 207400"/>
                <a:gd name="csX8" fmla="*/ 78283 w 217214"/>
                <a:gd name="csY8" fmla="*/ 14970 h 207400"/>
                <a:gd name="csX9" fmla="*/ 77066 w 217214"/>
                <a:gd name="csY9" fmla="*/ 20739 h 207400"/>
                <a:gd name="csX10" fmla="*/ 36300 w 217214"/>
                <a:gd name="csY10" fmla="*/ 183805 h 207400"/>
                <a:gd name="csX11" fmla="*/ 8616 w 217214"/>
                <a:gd name="csY11" fmla="*/ 198077 h 207400"/>
                <a:gd name="csX12" fmla="*/ 98 w 217214"/>
                <a:gd name="csY12" fmla="*/ 203847 h 207400"/>
                <a:gd name="csX13" fmla="*/ 4661 w 217214"/>
                <a:gd name="csY13" fmla="*/ 207491 h 207400"/>
                <a:gd name="csX14" fmla="*/ 43297 w 217214"/>
                <a:gd name="csY14" fmla="*/ 206580 h 207400"/>
                <a:gd name="csX15" fmla="*/ 62768 w 217214"/>
                <a:gd name="csY15" fmla="*/ 206884 h 207400"/>
                <a:gd name="csX16" fmla="*/ 82542 w 217214"/>
                <a:gd name="csY16" fmla="*/ 207491 h 207400"/>
                <a:gd name="csX17" fmla="*/ 88626 w 217214"/>
                <a:gd name="csY17" fmla="*/ 201418 h 207400"/>
                <a:gd name="csX18" fmla="*/ 80108 w 217214"/>
                <a:gd name="csY18" fmla="*/ 198077 h 207400"/>
                <a:gd name="csX19" fmla="*/ 60334 w 217214"/>
                <a:gd name="csY19" fmla="*/ 192611 h 207400"/>
                <a:gd name="csX20" fmla="*/ 61246 w 217214"/>
                <a:gd name="csY20" fmla="*/ 187449 h 207400"/>
                <a:gd name="csX21" fmla="*/ 80108 w 217214"/>
                <a:gd name="csY21" fmla="*/ 111534 h 207400"/>
                <a:gd name="csX22" fmla="*/ 102012 w 217214"/>
                <a:gd name="csY22" fmla="*/ 21043 h 207400"/>
                <a:gd name="csX23" fmla="*/ 118440 w 217214"/>
                <a:gd name="csY23" fmla="*/ 9504 h 207400"/>
                <a:gd name="csX24" fmla="*/ 147645 w 217214"/>
                <a:gd name="csY24" fmla="*/ 9504 h 207400"/>
                <a:gd name="csX25" fmla="*/ 189020 w 217214"/>
                <a:gd name="csY25" fmla="*/ 38655 h 207400"/>
                <a:gd name="csX26" fmla="*/ 171070 w 217214"/>
                <a:gd name="csY26" fmla="*/ 87545 h 207400"/>
                <a:gd name="csX27" fmla="*/ 124220 w 217214"/>
                <a:gd name="csY27" fmla="*/ 103639 h 207400"/>
                <a:gd name="csX28" fmla="*/ 81325 w 217214"/>
                <a:gd name="csY28" fmla="*/ 103639 h 207400"/>
                <a:gd name="csX29" fmla="*/ 102012 w 217214"/>
                <a:gd name="csY29" fmla="*/ 21043 h 207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7214" h="207400">
                  <a:moveTo>
                    <a:pt x="80108" y="111534"/>
                  </a:moveTo>
                  <a:lnTo>
                    <a:pt x="131826" y="111534"/>
                  </a:lnTo>
                  <a:cubicBezTo>
                    <a:pt x="175025" y="111534"/>
                    <a:pt x="217312" y="79953"/>
                    <a:pt x="217312" y="45943"/>
                  </a:cubicBezTo>
                  <a:cubicBezTo>
                    <a:pt x="217312" y="22561"/>
                    <a:pt x="197233" y="90"/>
                    <a:pt x="157380" y="90"/>
                  </a:cubicBezTo>
                  <a:lnTo>
                    <a:pt x="58813" y="90"/>
                  </a:lnTo>
                  <a:cubicBezTo>
                    <a:pt x="53032" y="90"/>
                    <a:pt x="49686" y="90"/>
                    <a:pt x="49686" y="5860"/>
                  </a:cubicBezTo>
                  <a:cubicBezTo>
                    <a:pt x="49686" y="9504"/>
                    <a:pt x="52424" y="9504"/>
                    <a:pt x="58508" y="9504"/>
                  </a:cubicBezTo>
                  <a:cubicBezTo>
                    <a:pt x="62463" y="9504"/>
                    <a:pt x="67939" y="9807"/>
                    <a:pt x="71590" y="10111"/>
                  </a:cubicBezTo>
                  <a:cubicBezTo>
                    <a:pt x="76458" y="10718"/>
                    <a:pt x="78283" y="11629"/>
                    <a:pt x="78283" y="14970"/>
                  </a:cubicBezTo>
                  <a:cubicBezTo>
                    <a:pt x="78283" y="16184"/>
                    <a:pt x="77979" y="17095"/>
                    <a:pt x="77066" y="20739"/>
                  </a:cubicBezTo>
                  <a:lnTo>
                    <a:pt x="36300" y="183805"/>
                  </a:lnTo>
                  <a:cubicBezTo>
                    <a:pt x="33258" y="195648"/>
                    <a:pt x="32650" y="198077"/>
                    <a:pt x="8616" y="198077"/>
                  </a:cubicBezTo>
                  <a:cubicBezTo>
                    <a:pt x="3444" y="198077"/>
                    <a:pt x="98" y="198077"/>
                    <a:pt x="98" y="203847"/>
                  </a:cubicBezTo>
                  <a:cubicBezTo>
                    <a:pt x="98" y="207491"/>
                    <a:pt x="3749" y="207491"/>
                    <a:pt x="4661" y="207491"/>
                  </a:cubicBezTo>
                  <a:cubicBezTo>
                    <a:pt x="13179" y="207491"/>
                    <a:pt x="34779" y="206580"/>
                    <a:pt x="43297" y="206580"/>
                  </a:cubicBezTo>
                  <a:cubicBezTo>
                    <a:pt x="49686" y="206580"/>
                    <a:pt x="56379" y="206884"/>
                    <a:pt x="62768" y="206884"/>
                  </a:cubicBezTo>
                  <a:cubicBezTo>
                    <a:pt x="69460" y="206884"/>
                    <a:pt x="76153" y="207491"/>
                    <a:pt x="82542" y="207491"/>
                  </a:cubicBezTo>
                  <a:cubicBezTo>
                    <a:pt x="84672" y="207491"/>
                    <a:pt x="88626" y="207491"/>
                    <a:pt x="88626" y="201418"/>
                  </a:cubicBezTo>
                  <a:cubicBezTo>
                    <a:pt x="88626" y="198077"/>
                    <a:pt x="85888" y="198077"/>
                    <a:pt x="80108" y="198077"/>
                  </a:cubicBezTo>
                  <a:cubicBezTo>
                    <a:pt x="68852" y="198077"/>
                    <a:pt x="60334" y="198077"/>
                    <a:pt x="60334" y="192611"/>
                  </a:cubicBezTo>
                  <a:cubicBezTo>
                    <a:pt x="60334" y="190789"/>
                    <a:pt x="60942" y="189271"/>
                    <a:pt x="61246" y="187449"/>
                  </a:cubicBezTo>
                  <a:lnTo>
                    <a:pt x="80108" y="111534"/>
                  </a:lnTo>
                  <a:close/>
                  <a:moveTo>
                    <a:pt x="102012" y="21043"/>
                  </a:moveTo>
                  <a:cubicBezTo>
                    <a:pt x="104750" y="10415"/>
                    <a:pt x="105359" y="9504"/>
                    <a:pt x="118440" y="9504"/>
                  </a:cubicBezTo>
                  <a:lnTo>
                    <a:pt x="147645" y="9504"/>
                  </a:lnTo>
                  <a:cubicBezTo>
                    <a:pt x="172896" y="9504"/>
                    <a:pt x="189020" y="17703"/>
                    <a:pt x="189020" y="38655"/>
                  </a:cubicBezTo>
                  <a:cubicBezTo>
                    <a:pt x="189020" y="50498"/>
                    <a:pt x="182935" y="76613"/>
                    <a:pt x="171070" y="87545"/>
                  </a:cubicBezTo>
                  <a:cubicBezTo>
                    <a:pt x="155859" y="101209"/>
                    <a:pt x="137606" y="103639"/>
                    <a:pt x="124220" y="103639"/>
                  </a:cubicBezTo>
                  <a:lnTo>
                    <a:pt x="81325" y="103639"/>
                  </a:lnTo>
                  <a:lnTo>
                    <a:pt x="102012" y="21043"/>
                  </a:lnTo>
                  <a:close/>
                </a:path>
              </a:pathLst>
            </a:custGeom>
            <a:solidFill>
              <a:srgbClr val="000000"/>
            </a:solidFill>
            <a:ln w="30508" cap="flat">
              <a:noFill/>
              <a:prstDash val="solid"/>
              <a:miter/>
            </a:ln>
          </p:spPr>
          <p:txBody>
            <a:bodyPr/>
            <a:lstStyle/>
            <a:p>
              <a:endParaRPr lang="en-CA"/>
            </a:p>
          </p:txBody>
        </p:sp>
        <p:sp>
          <p:nvSpPr>
            <p:cNvPr id="9" name="Freeform: Shape 8">
              <a:extLst>
                <a:ext uri="{FF2B5EF4-FFF2-40B4-BE49-F238E27FC236}">
                  <a16:creationId xmlns:a16="http://schemas.microsoft.com/office/drawing/2014/main" id="{A772C08F-DA08-1D90-0A6F-623E3473BC55}"/>
                </a:ext>
              </a:extLst>
            </p:cNvPr>
            <p:cNvSpPr/>
            <p:nvPr>
              <p:custDataLst>
                <p:tags r:id="rId3"/>
              </p:custDataLst>
            </p:nvPr>
          </p:nvSpPr>
          <p:spPr>
            <a:xfrm>
              <a:off x="5798249" y="5060811"/>
              <a:ext cx="70579" cy="303661"/>
            </a:xfrm>
            <a:custGeom>
              <a:avLst/>
              <a:gdLst>
                <a:gd name="csX0" fmla="*/ 70685 w 70579"/>
                <a:gd name="csY0" fmla="*/ 300715 h 303661"/>
                <a:gd name="csX1" fmla="*/ 65513 w 70579"/>
                <a:gd name="csY1" fmla="*/ 294034 h 303661"/>
                <a:gd name="csX2" fmla="*/ 17751 w 70579"/>
                <a:gd name="csY2" fmla="*/ 151921 h 303661"/>
                <a:gd name="csX3" fmla="*/ 66730 w 70579"/>
                <a:gd name="csY3" fmla="*/ 8289 h 303661"/>
                <a:gd name="csX4" fmla="*/ 70685 w 70579"/>
                <a:gd name="csY4" fmla="*/ 3127 h 303661"/>
                <a:gd name="csX5" fmla="*/ 67643 w 70579"/>
                <a:gd name="csY5" fmla="*/ 90 h 303661"/>
                <a:gd name="csX6" fmla="*/ 19272 w 70579"/>
                <a:gd name="csY6" fmla="*/ 59304 h 303661"/>
                <a:gd name="csX7" fmla="*/ 106 w 70579"/>
                <a:gd name="csY7" fmla="*/ 151921 h 303661"/>
                <a:gd name="csX8" fmla="*/ 20184 w 70579"/>
                <a:gd name="csY8" fmla="*/ 246663 h 303661"/>
                <a:gd name="csX9" fmla="*/ 67643 w 70579"/>
                <a:gd name="csY9" fmla="*/ 303751 h 303661"/>
                <a:gd name="csX10" fmla="*/ 70685 w 70579"/>
                <a:gd name="csY10" fmla="*/ 300715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685" y="300715"/>
                  </a:moveTo>
                  <a:cubicBezTo>
                    <a:pt x="70685" y="299804"/>
                    <a:pt x="70685" y="299197"/>
                    <a:pt x="65513" y="294034"/>
                  </a:cubicBezTo>
                  <a:cubicBezTo>
                    <a:pt x="27486" y="255773"/>
                    <a:pt x="17751" y="198381"/>
                    <a:pt x="17751" y="151921"/>
                  </a:cubicBezTo>
                  <a:cubicBezTo>
                    <a:pt x="17751" y="99084"/>
                    <a:pt x="29311" y="46247"/>
                    <a:pt x="66730" y="8289"/>
                  </a:cubicBezTo>
                  <a:cubicBezTo>
                    <a:pt x="70685" y="4645"/>
                    <a:pt x="70685" y="4038"/>
                    <a:pt x="70685" y="3127"/>
                  </a:cubicBezTo>
                  <a:cubicBezTo>
                    <a:pt x="70685" y="1001"/>
                    <a:pt x="69468" y="90"/>
                    <a:pt x="67643" y="90"/>
                  </a:cubicBezTo>
                  <a:cubicBezTo>
                    <a:pt x="64601" y="90"/>
                    <a:pt x="37221" y="20739"/>
                    <a:pt x="19272" y="59304"/>
                  </a:cubicBezTo>
                  <a:cubicBezTo>
                    <a:pt x="3756" y="92707"/>
                    <a:pt x="106" y="126413"/>
                    <a:pt x="106" y="151921"/>
                  </a:cubicBezTo>
                  <a:cubicBezTo>
                    <a:pt x="106" y="175606"/>
                    <a:pt x="3452" y="212349"/>
                    <a:pt x="20184" y="246663"/>
                  </a:cubicBezTo>
                  <a:cubicBezTo>
                    <a:pt x="38438" y="284013"/>
                    <a:pt x="64601" y="303751"/>
                    <a:pt x="67643" y="303751"/>
                  </a:cubicBezTo>
                  <a:cubicBezTo>
                    <a:pt x="69468" y="303751"/>
                    <a:pt x="70685" y="302840"/>
                    <a:pt x="70685" y="300715"/>
                  </a:cubicBezTo>
                  <a:close/>
                </a:path>
              </a:pathLst>
            </a:custGeom>
            <a:solidFill>
              <a:srgbClr val="000000"/>
            </a:solidFill>
            <a:ln w="30508" cap="flat">
              <a:noFill/>
              <a:prstDash val="solid"/>
              <a:miter/>
            </a:ln>
          </p:spPr>
          <p:txBody>
            <a:bodyPr/>
            <a:lstStyle/>
            <a:p>
              <a:endParaRPr lang="en-CA"/>
            </a:p>
          </p:txBody>
        </p:sp>
        <p:sp>
          <p:nvSpPr>
            <p:cNvPr id="10" name="Freeform: Shape 9">
              <a:extLst>
                <a:ext uri="{FF2B5EF4-FFF2-40B4-BE49-F238E27FC236}">
                  <a16:creationId xmlns:a16="http://schemas.microsoft.com/office/drawing/2014/main" id="{FED0677C-C3A8-E185-8F65-17DCFD815734}"/>
                </a:ext>
              </a:extLst>
            </p:cNvPr>
            <p:cNvSpPr/>
            <p:nvPr>
              <p:custDataLst>
                <p:tags r:id="rId4"/>
              </p:custDataLst>
            </p:nvPr>
          </p:nvSpPr>
          <p:spPr>
            <a:xfrm>
              <a:off x="5919904" y="5060811"/>
              <a:ext cx="67841" cy="303661"/>
            </a:xfrm>
            <a:custGeom>
              <a:avLst/>
              <a:gdLst>
                <a:gd name="csX0" fmla="*/ 66430 w 67841"/>
                <a:gd name="csY0" fmla="*/ 11629 h 303661"/>
                <a:gd name="csX1" fmla="*/ 67951 w 67841"/>
                <a:gd name="csY1" fmla="*/ 6163 h 303661"/>
                <a:gd name="csX2" fmla="*/ 61867 w 67841"/>
                <a:gd name="csY2" fmla="*/ 90 h 303661"/>
                <a:gd name="csX3" fmla="*/ 54869 w 67841"/>
                <a:gd name="csY3" fmla="*/ 7074 h 303661"/>
                <a:gd name="csX4" fmla="*/ 1631 w 67841"/>
                <a:gd name="csY4" fmla="*/ 146455 h 303661"/>
                <a:gd name="csX5" fmla="*/ 110 w 67841"/>
                <a:gd name="csY5" fmla="*/ 151921 h 303661"/>
                <a:gd name="csX6" fmla="*/ 1631 w 67841"/>
                <a:gd name="csY6" fmla="*/ 157083 h 303661"/>
                <a:gd name="csX7" fmla="*/ 54869 w 67841"/>
                <a:gd name="csY7" fmla="*/ 296464 h 303661"/>
                <a:gd name="csX8" fmla="*/ 61867 w 67841"/>
                <a:gd name="csY8" fmla="*/ 303751 h 303661"/>
                <a:gd name="csX9" fmla="*/ 67951 w 67841"/>
                <a:gd name="csY9" fmla="*/ 297678 h 303661"/>
                <a:gd name="csX10" fmla="*/ 66430 w 67841"/>
                <a:gd name="csY10" fmla="*/ 292820 h 303661"/>
                <a:gd name="csX11" fmla="*/ 12583 w 67841"/>
                <a:gd name="csY11" fmla="*/ 151921 h 303661"/>
                <a:gd name="csX12" fmla="*/ 66430 w 67841"/>
                <a:gd name="csY12" fmla="*/ 11629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7841" h="303661">
                  <a:moveTo>
                    <a:pt x="66430" y="11629"/>
                  </a:moveTo>
                  <a:cubicBezTo>
                    <a:pt x="67951" y="8289"/>
                    <a:pt x="67951" y="7682"/>
                    <a:pt x="67951" y="6163"/>
                  </a:cubicBezTo>
                  <a:cubicBezTo>
                    <a:pt x="67951" y="2823"/>
                    <a:pt x="65213" y="90"/>
                    <a:pt x="61867" y="90"/>
                  </a:cubicBezTo>
                  <a:cubicBezTo>
                    <a:pt x="59129" y="90"/>
                    <a:pt x="56999" y="1608"/>
                    <a:pt x="54869" y="7074"/>
                  </a:cubicBezTo>
                  <a:lnTo>
                    <a:pt x="1631" y="146455"/>
                  </a:lnTo>
                  <a:cubicBezTo>
                    <a:pt x="1022" y="148277"/>
                    <a:pt x="110" y="150099"/>
                    <a:pt x="110" y="151921"/>
                  </a:cubicBezTo>
                  <a:cubicBezTo>
                    <a:pt x="110" y="152832"/>
                    <a:pt x="110" y="153439"/>
                    <a:pt x="1631" y="157083"/>
                  </a:cubicBezTo>
                  <a:lnTo>
                    <a:pt x="54869" y="296464"/>
                  </a:lnTo>
                  <a:cubicBezTo>
                    <a:pt x="56086" y="299804"/>
                    <a:pt x="57607" y="303751"/>
                    <a:pt x="61867" y="303751"/>
                  </a:cubicBezTo>
                  <a:cubicBezTo>
                    <a:pt x="65213" y="303751"/>
                    <a:pt x="67951" y="301019"/>
                    <a:pt x="67951" y="297678"/>
                  </a:cubicBezTo>
                  <a:cubicBezTo>
                    <a:pt x="67951" y="296767"/>
                    <a:pt x="67951" y="296160"/>
                    <a:pt x="66430" y="292820"/>
                  </a:cubicBezTo>
                  <a:lnTo>
                    <a:pt x="12583" y="151921"/>
                  </a:lnTo>
                  <a:lnTo>
                    <a:pt x="66430" y="11629"/>
                  </a:lnTo>
                  <a:close/>
                </a:path>
              </a:pathLst>
            </a:custGeom>
            <a:solidFill>
              <a:srgbClr val="000000"/>
            </a:solidFill>
            <a:ln w="30508" cap="flat">
              <a:noFill/>
              <a:prstDash val="solid"/>
              <a:miter/>
            </a:ln>
          </p:spPr>
          <p:txBody>
            <a:bodyPr/>
            <a:lstStyle/>
            <a:p>
              <a:endParaRPr lang="en-CA"/>
            </a:p>
          </p:txBody>
        </p:sp>
        <p:sp>
          <p:nvSpPr>
            <p:cNvPr id="11" name="Freeform: Shape 10">
              <a:extLst>
                <a:ext uri="{FF2B5EF4-FFF2-40B4-BE49-F238E27FC236}">
                  <a16:creationId xmlns:a16="http://schemas.microsoft.com/office/drawing/2014/main" id="{4F70496C-56E8-8081-5CEA-E538F6ADCF34}"/>
                </a:ext>
              </a:extLst>
            </p:cNvPr>
            <p:cNvSpPr/>
            <p:nvPr>
              <p:custDataLst>
                <p:tags r:id="rId5"/>
              </p:custDataLst>
            </p:nvPr>
          </p:nvSpPr>
          <p:spPr>
            <a:xfrm>
              <a:off x="6013571" y="5154339"/>
              <a:ext cx="151502" cy="137558"/>
            </a:xfrm>
            <a:custGeom>
              <a:avLst/>
              <a:gdLst>
                <a:gd name="csX0" fmla="*/ 92901 w 151502"/>
                <a:gd name="csY0" fmla="*/ 42603 h 137558"/>
                <a:gd name="csX1" fmla="*/ 123019 w 151502"/>
                <a:gd name="csY1" fmla="*/ 6771 h 137558"/>
                <a:gd name="csX2" fmla="*/ 138230 w 151502"/>
                <a:gd name="csY2" fmla="*/ 10718 h 137558"/>
                <a:gd name="csX3" fmla="*/ 123627 w 151502"/>
                <a:gd name="csY3" fmla="*/ 27116 h 137558"/>
                <a:gd name="csX4" fmla="*/ 135188 w 151502"/>
                <a:gd name="csY4" fmla="*/ 37744 h 137558"/>
                <a:gd name="csX5" fmla="*/ 151616 w 151502"/>
                <a:gd name="csY5" fmla="*/ 20132 h 137558"/>
                <a:gd name="csX6" fmla="*/ 123323 w 151502"/>
                <a:gd name="csY6" fmla="*/ 90 h 137558"/>
                <a:gd name="csX7" fmla="*/ 91380 w 151502"/>
                <a:gd name="csY7" fmla="*/ 23168 h 137558"/>
                <a:gd name="csX8" fmla="*/ 58524 w 151502"/>
                <a:gd name="csY8" fmla="*/ 90 h 137558"/>
                <a:gd name="csX9" fmla="*/ 9544 w 151502"/>
                <a:gd name="csY9" fmla="*/ 46854 h 137558"/>
                <a:gd name="csX10" fmla="*/ 13195 w 151502"/>
                <a:gd name="csY10" fmla="*/ 49891 h 137558"/>
                <a:gd name="csX11" fmla="*/ 17150 w 151502"/>
                <a:gd name="csY11" fmla="*/ 46550 h 137558"/>
                <a:gd name="csX12" fmla="*/ 57916 w 151502"/>
                <a:gd name="csY12" fmla="*/ 6771 h 137558"/>
                <a:gd name="csX13" fmla="*/ 74344 w 151502"/>
                <a:gd name="csY13" fmla="*/ 27116 h 137558"/>
                <a:gd name="csX14" fmla="*/ 57916 w 151502"/>
                <a:gd name="csY14" fmla="*/ 99387 h 137558"/>
                <a:gd name="csX15" fmla="*/ 29014 w 151502"/>
                <a:gd name="csY15" fmla="*/ 130968 h 137558"/>
                <a:gd name="csX16" fmla="*/ 13803 w 151502"/>
                <a:gd name="csY16" fmla="*/ 127021 h 137558"/>
                <a:gd name="csX17" fmla="*/ 28102 w 151502"/>
                <a:gd name="csY17" fmla="*/ 110623 h 137558"/>
                <a:gd name="csX18" fmla="*/ 16846 w 151502"/>
                <a:gd name="csY18" fmla="*/ 99995 h 137558"/>
                <a:gd name="csX19" fmla="*/ 113 w 151502"/>
                <a:gd name="csY19" fmla="*/ 117607 h 137558"/>
                <a:gd name="csX20" fmla="*/ 28710 w 151502"/>
                <a:gd name="csY20" fmla="*/ 137649 h 137558"/>
                <a:gd name="csX21" fmla="*/ 60654 w 151502"/>
                <a:gd name="csY21" fmla="*/ 114570 h 137558"/>
                <a:gd name="csX22" fmla="*/ 93509 w 151502"/>
                <a:gd name="csY22" fmla="*/ 137649 h 137558"/>
                <a:gd name="csX23" fmla="*/ 142185 w 151502"/>
                <a:gd name="csY23" fmla="*/ 90885 h 137558"/>
                <a:gd name="csX24" fmla="*/ 138534 w 151502"/>
                <a:gd name="csY24" fmla="*/ 87848 h 137558"/>
                <a:gd name="csX25" fmla="*/ 134579 w 151502"/>
                <a:gd name="csY25" fmla="*/ 91189 h 137558"/>
                <a:gd name="csX26" fmla="*/ 94118 w 151502"/>
                <a:gd name="csY26" fmla="*/ 130968 h 137558"/>
                <a:gd name="csX27" fmla="*/ 77386 w 151502"/>
                <a:gd name="csY27" fmla="*/ 110927 h 137558"/>
                <a:gd name="csX28" fmla="*/ 82557 w 151502"/>
                <a:gd name="csY28" fmla="*/ 84204 h 137558"/>
                <a:gd name="csX29" fmla="*/ 92901 w 151502"/>
                <a:gd name="csY29" fmla="*/ 42603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2901" y="42603"/>
                  </a:moveTo>
                  <a:cubicBezTo>
                    <a:pt x="94726" y="34708"/>
                    <a:pt x="101723" y="6771"/>
                    <a:pt x="123019" y="6771"/>
                  </a:cubicBezTo>
                  <a:cubicBezTo>
                    <a:pt x="124540" y="6771"/>
                    <a:pt x="131841" y="6771"/>
                    <a:pt x="138230" y="10718"/>
                  </a:cubicBezTo>
                  <a:cubicBezTo>
                    <a:pt x="129712" y="12237"/>
                    <a:pt x="123627" y="19828"/>
                    <a:pt x="123627" y="27116"/>
                  </a:cubicBezTo>
                  <a:cubicBezTo>
                    <a:pt x="123627" y="31975"/>
                    <a:pt x="126974" y="37744"/>
                    <a:pt x="135188" y="37744"/>
                  </a:cubicBezTo>
                  <a:cubicBezTo>
                    <a:pt x="141881" y="37744"/>
                    <a:pt x="151616" y="32278"/>
                    <a:pt x="151616" y="20132"/>
                  </a:cubicBezTo>
                  <a:cubicBezTo>
                    <a:pt x="151616" y="4341"/>
                    <a:pt x="133667" y="90"/>
                    <a:pt x="123323" y="90"/>
                  </a:cubicBezTo>
                  <a:cubicBezTo>
                    <a:pt x="105678" y="90"/>
                    <a:pt x="95031" y="16184"/>
                    <a:pt x="91380" y="23168"/>
                  </a:cubicBezTo>
                  <a:cubicBezTo>
                    <a:pt x="83774" y="3127"/>
                    <a:pt x="67346" y="90"/>
                    <a:pt x="58524" y="90"/>
                  </a:cubicBezTo>
                  <a:cubicBezTo>
                    <a:pt x="26885" y="90"/>
                    <a:pt x="9544" y="39263"/>
                    <a:pt x="9544" y="46854"/>
                  </a:cubicBezTo>
                  <a:cubicBezTo>
                    <a:pt x="9544" y="49891"/>
                    <a:pt x="12587" y="49891"/>
                    <a:pt x="13195" y="49891"/>
                  </a:cubicBezTo>
                  <a:cubicBezTo>
                    <a:pt x="15629" y="49891"/>
                    <a:pt x="16541" y="49283"/>
                    <a:pt x="17150" y="46550"/>
                  </a:cubicBezTo>
                  <a:cubicBezTo>
                    <a:pt x="27493" y="14362"/>
                    <a:pt x="47572" y="6771"/>
                    <a:pt x="57916" y="6771"/>
                  </a:cubicBezTo>
                  <a:cubicBezTo>
                    <a:pt x="63696" y="6771"/>
                    <a:pt x="74344" y="9504"/>
                    <a:pt x="74344" y="27116"/>
                  </a:cubicBezTo>
                  <a:cubicBezTo>
                    <a:pt x="74344" y="36530"/>
                    <a:pt x="69172" y="56875"/>
                    <a:pt x="57916" y="99387"/>
                  </a:cubicBezTo>
                  <a:cubicBezTo>
                    <a:pt x="53048" y="118214"/>
                    <a:pt x="42400" y="130968"/>
                    <a:pt x="29014" y="130968"/>
                  </a:cubicBezTo>
                  <a:cubicBezTo>
                    <a:pt x="27189" y="130968"/>
                    <a:pt x="20192" y="130968"/>
                    <a:pt x="13803" y="127021"/>
                  </a:cubicBezTo>
                  <a:cubicBezTo>
                    <a:pt x="21409" y="125502"/>
                    <a:pt x="28102" y="119125"/>
                    <a:pt x="28102" y="110623"/>
                  </a:cubicBezTo>
                  <a:cubicBezTo>
                    <a:pt x="28102" y="102424"/>
                    <a:pt x="21409" y="99995"/>
                    <a:pt x="16846" y="99995"/>
                  </a:cubicBezTo>
                  <a:cubicBezTo>
                    <a:pt x="7719" y="99995"/>
                    <a:pt x="113" y="107890"/>
                    <a:pt x="113" y="117607"/>
                  </a:cubicBezTo>
                  <a:cubicBezTo>
                    <a:pt x="113" y="131576"/>
                    <a:pt x="15325" y="137649"/>
                    <a:pt x="28710" y="137649"/>
                  </a:cubicBezTo>
                  <a:cubicBezTo>
                    <a:pt x="48789" y="137649"/>
                    <a:pt x="59741" y="116392"/>
                    <a:pt x="60654" y="114570"/>
                  </a:cubicBezTo>
                  <a:cubicBezTo>
                    <a:pt x="64304" y="125806"/>
                    <a:pt x="75256" y="137649"/>
                    <a:pt x="93509" y="137649"/>
                  </a:cubicBezTo>
                  <a:cubicBezTo>
                    <a:pt x="124844" y="137649"/>
                    <a:pt x="142185" y="98476"/>
                    <a:pt x="142185" y="90885"/>
                  </a:cubicBezTo>
                  <a:cubicBezTo>
                    <a:pt x="142185" y="87848"/>
                    <a:pt x="139447" y="87848"/>
                    <a:pt x="138534" y="87848"/>
                  </a:cubicBezTo>
                  <a:cubicBezTo>
                    <a:pt x="135796" y="87848"/>
                    <a:pt x="135188" y="89063"/>
                    <a:pt x="134579" y="91189"/>
                  </a:cubicBezTo>
                  <a:cubicBezTo>
                    <a:pt x="124540" y="123680"/>
                    <a:pt x="103853" y="130968"/>
                    <a:pt x="94118" y="130968"/>
                  </a:cubicBezTo>
                  <a:cubicBezTo>
                    <a:pt x="82253" y="130968"/>
                    <a:pt x="77386" y="121251"/>
                    <a:pt x="77386" y="110927"/>
                  </a:cubicBezTo>
                  <a:cubicBezTo>
                    <a:pt x="77386" y="104246"/>
                    <a:pt x="79211" y="97565"/>
                    <a:pt x="82557" y="84204"/>
                  </a:cubicBezTo>
                  <a:lnTo>
                    <a:pt x="92901" y="42603"/>
                  </a:lnTo>
                  <a:close/>
                </a:path>
              </a:pathLst>
            </a:custGeom>
            <a:solidFill>
              <a:srgbClr val="000000"/>
            </a:solidFill>
            <a:ln w="30508" cap="flat">
              <a:noFill/>
              <a:prstDash val="solid"/>
              <a:miter/>
            </a:ln>
          </p:spPr>
          <p:txBody>
            <a:bodyPr/>
            <a:lstStyle/>
            <a:p>
              <a:endParaRPr lang="en-CA"/>
            </a:p>
          </p:txBody>
        </p:sp>
        <p:sp>
          <p:nvSpPr>
            <p:cNvPr id="12" name="Freeform: Shape 11">
              <a:extLst>
                <a:ext uri="{FF2B5EF4-FFF2-40B4-BE49-F238E27FC236}">
                  <a16:creationId xmlns:a16="http://schemas.microsoft.com/office/drawing/2014/main" id="{90FD20B8-0BD7-CB21-04C9-A450E65A8687}"/>
                </a:ext>
              </a:extLst>
            </p:cNvPr>
            <p:cNvSpPr/>
            <p:nvPr>
              <p:custDataLst>
                <p:tags r:id="rId6"/>
              </p:custDataLst>
            </p:nvPr>
          </p:nvSpPr>
          <p:spPr>
            <a:xfrm>
              <a:off x="6201832" y="5192964"/>
              <a:ext cx="77515" cy="141141"/>
            </a:xfrm>
            <a:custGeom>
              <a:avLst/>
              <a:gdLst>
                <a:gd name="csX0" fmla="*/ 48247 w 77515"/>
                <a:gd name="csY0" fmla="*/ 6043 h 141141"/>
                <a:gd name="csX1" fmla="*/ 41858 w 77515"/>
                <a:gd name="csY1" fmla="*/ 92 h 141141"/>
                <a:gd name="csX2" fmla="*/ 119 w 77515"/>
                <a:gd name="csY2" fmla="*/ 13696 h 141141"/>
                <a:gd name="csX3" fmla="*/ 119 w 77515"/>
                <a:gd name="csY3" fmla="*/ 21348 h 141141"/>
                <a:gd name="csX4" fmla="*/ 30998 w 77515"/>
                <a:gd name="csY4" fmla="*/ 15396 h 141141"/>
                <a:gd name="csX5" fmla="*/ 30998 w 77515"/>
                <a:gd name="csY5" fmla="*/ 123803 h 141141"/>
                <a:gd name="csX6" fmla="*/ 9702 w 77515"/>
                <a:gd name="csY6" fmla="*/ 133581 h 141141"/>
                <a:gd name="csX7" fmla="*/ 1610 w 77515"/>
                <a:gd name="csY7" fmla="*/ 133581 h 141141"/>
                <a:gd name="csX8" fmla="*/ 1610 w 77515"/>
                <a:gd name="csY8" fmla="*/ 141233 h 141141"/>
                <a:gd name="csX9" fmla="*/ 39516 w 77515"/>
                <a:gd name="csY9" fmla="*/ 140383 h 141141"/>
                <a:gd name="csX10" fmla="*/ 77635 w 77515"/>
                <a:gd name="csY10" fmla="*/ 141233 h 141141"/>
                <a:gd name="csX11" fmla="*/ 77635 w 77515"/>
                <a:gd name="csY11" fmla="*/ 133581 h 141141"/>
                <a:gd name="csX12" fmla="*/ 69543 w 77515"/>
                <a:gd name="csY12" fmla="*/ 133581 h 141141"/>
                <a:gd name="csX13" fmla="*/ 48247 w 77515"/>
                <a:gd name="csY13" fmla="*/ 123803 h 141141"/>
                <a:gd name="csX14" fmla="*/ 48247 w 77515"/>
                <a:gd name="csY14" fmla="*/ 6043 h 141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7515" h="141141">
                  <a:moveTo>
                    <a:pt x="48247" y="6043"/>
                  </a:moveTo>
                  <a:cubicBezTo>
                    <a:pt x="48247" y="304"/>
                    <a:pt x="47821" y="92"/>
                    <a:pt x="41858" y="92"/>
                  </a:cubicBezTo>
                  <a:cubicBezTo>
                    <a:pt x="28229" y="13483"/>
                    <a:pt x="8850" y="13696"/>
                    <a:pt x="119" y="13696"/>
                  </a:cubicBezTo>
                  <a:lnTo>
                    <a:pt x="119" y="21348"/>
                  </a:lnTo>
                  <a:cubicBezTo>
                    <a:pt x="5230" y="21348"/>
                    <a:pt x="19285" y="21348"/>
                    <a:pt x="30998" y="15396"/>
                  </a:cubicBezTo>
                  <a:lnTo>
                    <a:pt x="30998" y="123803"/>
                  </a:lnTo>
                  <a:cubicBezTo>
                    <a:pt x="30998" y="130818"/>
                    <a:pt x="30998" y="133581"/>
                    <a:pt x="9702" y="133581"/>
                  </a:cubicBezTo>
                  <a:lnTo>
                    <a:pt x="1610" y="133581"/>
                  </a:lnTo>
                  <a:lnTo>
                    <a:pt x="1610" y="141233"/>
                  </a:lnTo>
                  <a:cubicBezTo>
                    <a:pt x="5443" y="141021"/>
                    <a:pt x="31637" y="140383"/>
                    <a:pt x="39516" y="140383"/>
                  </a:cubicBezTo>
                  <a:cubicBezTo>
                    <a:pt x="46117" y="140383"/>
                    <a:pt x="72950" y="141021"/>
                    <a:pt x="77635" y="141233"/>
                  </a:cubicBezTo>
                  <a:lnTo>
                    <a:pt x="77635" y="133581"/>
                  </a:lnTo>
                  <a:lnTo>
                    <a:pt x="69543" y="133581"/>
                  </a:lnTo>
                  <a:cubicBezTo>
                    <a:pt x="48247" y="133581"/>
                    <a:pt x="48247" y="130818"/>
                    <a:pt x="48247" y="123803"/>
                  </a:cubicBezTo>
                  <a:lnTo>
                    <a:pt x="48247" y="6043"/>
                  </a:lnTo>
                  <a:close/>
                </a:path>
              </a:pathLst>
            </a:custGeom>
            <a:solidFill>
              <a:srgbClr val="000000"/>
            </a:solidFill>
            <a:ln w="30508" cap="flat">
              <a:noFill/>
              <a:prstDash val="solid"/>
              <a:miter/>
            </a:ln>
          </p:spPr>
          <p:txBody>
            <a:bodyPr/>
            <a:lstStyle/>
            <a:p>
              <a:endParaRPr lang="en-CA"/>
            </a:p>
          </p:txBody>
        </p:sp>
        <p:sp>
          <p:nvSpPr>
            <p:cNvPr id="13" name="Freeform: Shape 12">
              <a:extLst>
                <a:ext uri="{FF2B5EF4-FFF2-40B4-BE49-F238E27FC236}">
                  <a16:creationId xmlns:a16="http://schemas.microsoft.com/office/drawing/2014/main" id="{05ECCD81-6D45-0F62-92B8-D938C439CCDD}"/>
                </a:ext>
              </a:extLst>
            </p:cNvPr>
            <p:cNvSpPr/>
            <p:nvPr>
              <p:custDataLst>
                <p:tags r:id="rId7"/>
              </p:custDataLst>
            </p:nvPr>
          </p:nvSpPr>
          <p:spPr>
            <a:xfrm>
              <a:off x="6341261" y="5256369"/>
              <a:ext cx="35593" cy="90794"/>
            </a:xfrm>
            <a:custGeom>
              <a:avLst/>
              <a:gdLst>
                <a:gd name="csX0" fmla="*/ 35718 w 35593"/>
                <a:gd name="csY0" fmla="*/ 31975 h 90794"/>
                <a:gd name="csX1" fmla="*/ 16247 w 35593"/>
                <a:gd name="csY1" fmla="*/ 90 h 90794"/>
                <a:gd name="csX2" fmla="*/ 124 w 35593"/>
                <a:gd name="csY2" fmla="*/ 16184 h 90794"/>
                <a:gd name="csX3" fmla="*/ 16247 w 35593"/>
                <a:gd name="csY3" fmla="*/ 32278 h 90794"/>
                <a:gd name="csX4" fmla="*/ 26895 w 35593"/>
                <a:gd name="csY4" fmla="*/ 28331 h 90794"/>
                <a:gd name="csX5" fmla="*/ 28416 w 35593"/>
                <a:gd name="csY5" fmla="*/ 27420 h 90794"/>
                <a:gd name="csX6" fmla="*/ 29025 w 35593"/>
                <a:gd name="csY6" fmla="*/ 31975 h 90794"/>
                <a:gd name="csX7" fmla="*/ 8338 w 35593"/>
                <a:gd name="csY7" fmla="*/ 82686 h 90794"/>
                <a:gd name="csX8" fmla="*/ 4991 w 35593"/>
                <a:gd name="csY8" fmla="*/ 87545 h 90794"/>
                <a:gd name="csX9" fmla="*/ 8033 w 35593"/>
                <a:gd name="csY9" fmla="*/ 90885 h 90794"/>
                <a:gd name="csX10" fmla="*/ 35718 w 35593"/>
                <a:gd name="csY10" fmla="*/ 31975 h 90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93" h="90794">
                  <a:moveTo>
                    <a:pt x="35718" y="31975"/>
                  </a:moveTo>
                  <a:cubicBezTo>
                    <a:pt x="35718" y="11933"/>
                    <a:pt x="28112" y="90"/>
                    <a:pt x="16247" y="90"/>
                  </a:cubicBezTo>
                  <a:cubicBezTo>
                    <a:pt x="6208" y="90"/>
                    <a:pt x="124" y="7682"/>
                    <a:pt x="124" y="16184"/>
                  </a:cubicBezTo>
                  <a:cubicBezTo>
                    <a:pt x="124" y="24383"/>
                    <a:pt x="6208" y="32278"/>
                    <a:pt x="16247" y="32278"/>
                  </a:cubicBezTo>
                  <a:cubicBezTo>
                    <a:pt x="19898" y="32278"/>
                    <a:pt x="23853" y="31064"/>
                    <a:pt x="26895" y="28331"/>
                  </a:cubicBezTo>
                  <a:cubicBezTo>
                    <a:pt x="27808" y="27723"/>
                    <a:pt x="28112" y="27420"/>
                    <a:pt x="28416" y="27420"/>
                  </a:cubicBezTo>
                  <a:cubicBezTo>
                    <a:pt x="28720" y="27420"/>
                    <a:pt x="29025" y="27723"/>
                    <a:pt x="29025" y="31975"/>
                  </a:cubicBezTo>
                  <a:cubicBezTo>
                    <a:pt x="29025" y="54446"/>
                    <a:pt x="18377" y="72665"/>
                    <a:pt x="8338" y="82686"/>
                  </a:cubicBezTo>
                  <a:cubicBezTo>
                    <a:pt x="4991" y="86026"/>
                    <a:pt x="4991" y="86634"/>
                    <a:pt x="4991" y="87545"/>
                  </a:cubicBezTo>
                  <a:cubicBezTo>
                    <a:pt x="4991" y="89670"/>
                    <a:pt x="6512" y="90885"/>
                    <a:pt x="8033" y="90885"/>
                  </a:cubicBezTo>
                  <a:cubicBezTo>
                    <a:pt x="11380" y="90885"/>
                    <a:pt x="35718" y="67503"/>
                    <a:pt x="35718" y="31975"/>
                  </a:cubicBezTo>
                  <a:close/>
                </a:path>
              </a:pathLst>
            </a:custGeom>
            <a:solidFill>
              <a:srgbClr val="000000"/>
            </a:solidFill>
            <a:ln w="30508" cap="flat">
              <a:noFill/>
              <a:prstDash val="solid"/>
              <a:miter/>
            </a:ln>
          </p:spPr>
          <p:txBody>
            <a:bodyPr/>
            <a:lstStyle/>
            <a:p>
              <a:endParaRPr lang="en-CA"/>
            </a:p>
          </p:txBody>
        </p:sp>
        <p:sp>
          <p:nvSpPr>
            <p:cNvPr id="14" name="Freeform: Shape 13">
              <a:extLst>
                <a:ext uri="{FF2B5EF4-FFF2-40B4-BE49-F238E27FC236}">
                  <a16:creationId xmlns:a16="http://schemas.microsoft.com/office/drawing/2014/main" id="{2F9E865C-2BE0-4163-A047-C17DAC327978}"/>
                </a:ext>
              </a:extLst>
            </p:cNvPr>
            <p:cNvSpPr/>
            <p:nvPr>
              <p:custDataLst>
                <p:tags r:id="rId8"/>
              </p:custDataLst>
            </p:nvPr>
          </p:nvSpPr>
          <p:spPr>
            <a:xfrm>
              <a:off x="6459129" y="5154339"/>
              <a:ext cx="151502" cy="137558"/>
            </a:xfrm>
            <a:custGeom>
              <a:avLst/>
              <a:gdLst>
                <a:gd name="csX0" fmla="*/ 92916 w 151502"/>
                <a:gd name="csY0" fmla="*/ 42603 h 137558"/>
                <a:gd name="csX1" fmla="*/ 123034 w 151502"/>
                <a:gd name="csY1" fmla="*/ 6771 h 137558"/>
                <a:gd name="csX2" fmla="*/ 138245 w 151502"/>
                <a:gd name="csY2" fmla="*/ 10718 h 137558"/>
                <a:gd name="csX3" fmla="*/ 123642 w 151502"/>
                <a:gd name="csY3" fmla="*/ 27116 h 137558"/>
                <a:gd name="csX4" fmla="*/ 135202 w 151502"/>
                <a:gd name="csY4" fmla="*/ 37744 h 137558"/>
                <a:gd name="csX5" fmla="*/ 151630 w 151502"/>
                <a:gd name="csY5" fmla="*/ 20132 h 137558"/>
                <a:gd name="csX6" fmla="*/ 123338 w 151502"/>
                <a:gd name="csY6" fmla="*/ 90 h 137558"/>
                <a:gd name="csX7" fmla="*/ 91395 w 151502"/>
                <a:gd name="csY7" fmla="*/ 23168 h 137558"/>
                <a:gd name="csX8" fmla="*/ 58539 w 151502"/>
                <a:gd name="csY8" fmla="*/ 90 h 137558"/>
                <a:gd name="csX9" fmla="*/ 9559 w 151502"/>
                <a:gd name="csY9" fmla="*/ 46854 h 137558"/>
                <a:gd name="csX10" fmla="*/ 13210 w 151502"/>
                <a:gd name="csY10" fmla="*/ 49891 h 137558"/>
                <a:gd name="csX11" fmla="*/ 17164 w 151502"/>
                <a:gd name="csY11" fmla="*/ 46550 h 137558"/>
                <a:gd name="csX12" fmla="*/ 57930 w 151502"/>
                <a:gd name="csY12" fmla="*/ 6771 h 137558"/>
                <a:gd name="csX13" fmla="*/ 74358 w 151502"/>
                <a:gd name="csY13" fmla="*/ 27116 h 137558"/>
                <a:gd name="csX14" fmla="*/ 57930 w 151502"/>
                <a:gd name="csY14" fmla="*/ 99387 h 137558"/>
                <a:gd name="csX15" fmla="*/ 29029 w 151502"/>
                <a:gd name="csY15" fmla="*/ 130968 h 137558"/>
                <a:gd name="csX16" fmla="*/ 13818 w 151502"/>
                <a:gd name="csY16" fmla="*/ 127021 h 137558"/>
                <a:gd name="csX17" fmla="*/ 28116 w 151502"/>
                <a:gd name="csY17" fmla="*/ 110623 h 137558"/>
                <a:gd name="csX18" fmla="*/ 16860 w 151502"/>
                <a:gd name="csY18" fmla="*/ 99995 h 137558"/>
                <a:gd name="csX19" fmla="*/ 128 w 151502"/>
                <a:gd name="csY19" fmla="*/ 117607 h 137558"/>
                <a:gd name="csX20" fmla="*/ 28725 w 151502"/>
                <a:gd name="csY20" fmla="*/ 137649 h 137558"/>
                <a:gd name="csX21" fmla="*/ 60668 w 151502"/>
                <a:gd name="csY21" fmla="*/ 114570 h 137558"/>
                <a:gd name="csX22" fmla="*/ 93524 w 151502"/>
                <a:gd name="csY22" fmla="*/ 137649 h 137558"/>
                <a:gd name="csX23" fmla="*/ 142199 w 151502"/>
                <a:gd name="csY23" fmla="*/ 90885 h 137558"/>
                <a:gd name="csX24" fmla="*/ 138549 w 151502"/>
                <a:gd name="csY24" fmla="*/ 87848 h 137558"/>
                <a:gd name="csX25" fmla="*/ 134594 w 151502"/>
                <a:gd name="csY25" fmla="*/ 91189 h 137558"/>
                <a:gd name="csX26" fmla="*/ 94132 w 151502"/>
                <a:gd name="csY26" fmla="*/ 130968 h 137558"/>
                <a:gd name="csX27" fmla="*/ 77400 w 151502"/>
                <a:gd name="csY27" fmla="*/ 110927 h 137558"/>
                <a:gd name="csX28" fmla="*/ 82572 w 151502"/>
                <a:gd name="csY28" fmla="*/ 84204 h 137558"/>
                <a:gd name="csX29" fmla="*/ 92916 w 151502"/>
                <a:gd name="csY29" fmla="*/ 42603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2916" y="42603"/>
                  </a:moveTo>
                  <a:cubicBezTo>
                    <a:pt x="94741" y="34708"/>
                    <a:pt x="101738" y="6771"/>
                    <a:pt x="123034" y="6771"/>
                  </a:cubicBezTo>
                  <a:cubicBezTo>
                    <a:pt x="124555" y="6771"/>
                    <a:pt x="131856" y="6771"/>
                    <a:pt x="138245" y="10718"/>
                  </a:cubicBezTo>
                  <a:cubicBezTo>
                    <a:pt x="129726" y="12237"/>
                    <a:pt x="123642" y="19828"/>
                    <a:pt x="123642" y="27116"/>
                  </a:cubicBezTo>
                  <a:cubicBezTo>
                    <a:pt x="123642" y="31975"/>
                    <a:pt x="126988" y="37744"/>
                    <a:pt x="135202" y="37744"/>
                  </a:cubicBezTo>
                  <a:cubicBezTo>
                    <a:pt x="141895" y="37744"/>
                    <a:pt x="151630" y="32278"/>
                    <a:pt x="151630" y="20132"/>
                  </a:cubicBezTo>
                  <a:cubicBezTo>
                    <a:pt x="151630" y="4341"/>
                    <a:pt x="133681" y="90"/>
                    <a:pt x="123338" y="90"/>
                  </a:cubicBezTo>
                  <a:cubicBezTo>
                    <a:pt x="105693" y="90"/>
                    <a:pt x="95045" y="16184"/>
                    <a:pt x="91395" y="23168"/>
                  </a:cubicBezTo>
                  <a:cubicBezTo>
                    <a:pt x="83789" y="3127"/>
                    <a:pt x="67361" y="90"/>
                    <a:pt x="58539" y="90"/>
                  </a:cubicBezTo>
                  <a:cubicBezTo>
                    <a:pt x="26900" y="90"/>
                    <a:pt x="9559" y="39263"/>
                    <a:pt x="9559" y="46854"/>
                  </a:cubicBezTo>
                  <a:cubicBezTo>
                    <a:pt x="9559" y="49891"/>
                    <a:pt x="12601" y="49891"/>
                    <a:pt x="13210" y="49891"/>
                  </a:cubicBezTo>
                  <a:cubicBezTo>
                    <a:pt x="15643" y="49891"/>
                    <a:pt x="16556" y="49283"/>
                    <a:pt x="17164" y="46550"/>
                  </a:cubicBezTo>
                  <a:cubicBezTo>
                    <a:pt x="27508" y="14362"/>
                    <a:pt x="47587" y="6771"/>
                    <a:pt x="57930" y="6771"/>
                  </a:cubicBezTo>
                  <a:cubicBezTo>
                    <a:pt x="63710" y="6771"/>
                    <a:pt x="74358" y="9504"/>
                    <a:pt x="74358" y="27116"/>
                  </a:cubicBezTo>
                  <a:cubicBezTo>
                    <a:pt x="74358" y="36530"/>
                    <a:pt x="69186" y="56875"/>
                    <a:pt x="57930" y="99387"/>
                  </a:cubicBezTo>
                  <a:cubicBezTo>
                    <a:pt x="53063" y="118214"/>
                    <a:pt x="42415" y="130968"/>
                    <a:pt x="29029" y="130968"/>
                  </a:cubicBezTo>
                  <a:cubicBezTo>
                    <a:pt x="27204" y="130968"/>
                    <a:pt x="20207" y="130968"/>
                    <a:pt x="13818" y="127021"/>
                  </a:cubicBezTo>
                  <a:cubicBezTo>
                    <a:pt x="21424" y="125502"/>
                    <a:pt x="28116" y="119125"/>
                    <a:pt x="28116" y="110623"/>
                  </a:cubicBezTo>
                  <a:cubicBezTo>
                    <a:pt x="28116" y="102424"/>
                    <a:pt x="21424" y="99995"/>
                    <a:pt x="16860" y="99995"/>
                  </a:cubicBezTo>
                  <a:cubicBezTo>
                    <a:pt x="7734" y="99995"/>
                    <a:pt x="128" y="107890"/>
                    <a:pt x="128" y="117607"/>
                  </a:cubicBezTo>
                  <a:cubicBezTo>
                    <a:pt x="128" y="131576"/>
                    <a:pt x="15339" y="137649"/>
                    <a:pt x="28725" y="137649"/>
                  </a:cubicBezTo>
                  <a:cubicBezTo>
                    <a:pt x="48803" y="137649"/>
                    <a:pt x="59755" y="116392"/>
                    <a:pt x="60668" y="114570"/>
                  </a:cubicBezTo>
                  <a:cubicBezTo>
                    <a:pt x="64319" y="125806"/>
                    <a:pt x="75271" y="137649"/>
                    <a:pt x="93524" y="137649"/>
                  </a:cubicBezTo>
                  <a:cubicBezTo>
                    <a:pt x="124859" y="137649"/>
                    <a:pt x="142199" y="98476"/>
                    <a:pt x="142199" y="90885"/>
                  </a:cubicBezTo>
                  <a:cubicBezTo>
                    <a:pt x="142199" y="87848"/>
                    <a:pt x="139462" y="87848"/>
                    <a:pt x="138549" y="87848"/>
                  </a:cubicBezTo>
                  <a:cubicBezTo>
                    <a:pt x="135811" y="87848"/>
                    <a:pt x="135202" y="89063"/>
                    <a:pt x="134594" y="91189"/>
                  </a:cubicBezTo>
                  <a:cubicBezTo>
                    <a:pt x="124555" y="123680"/>
                    <a:pt x="103868" y="130968"/>
                    <a:pt x="94132" y="130968"/>
                  </a:cubicBezTo>
                  <a:cubicBezTo>
                    <a:pt x="82268" y="130968"/>
                    <a:pt x="77400" y="121251"/>
                    <a:pt x="77400" y="110927"/>
                  </a:cubicBezTo>
                  <a:cubicBezTo>
                    <a:pt x="77400" y="104246"/>
                    <a:pt x="79226" y="97565"/>
                    <a:pt x="82572" y="84204"/>
                  </a:cubicBezTo>
                  <a:lnTo>
                    <a:pt x="92916" y="42603"/>
                  </a:lnTo>
                  <a:close/>
                </a:path>
              </a:pathLst>
            </a:custGeom>
            <a:solidFill>
              <a:srgbClr val="000000"/>
            </a:solidFill>
            <a:ln w="30508" cap="flat">
              <a:noFill/>
              <a:prstDash val="solid"/>
              <a:miter/>
            </a:ln>
          </p:spPr>
          <p:txBody>
            <a:bodyPr/>
            <a:lstStyle/>
            <a:p>
              <a:endParaRPr lang="en-CA"/>
            </a:p>
          </p:txBody>
        </p:sp>
        <p:sp>
          <p:nvSpPr>
            <p:cNvPr id="15" name="Freeform: Shape 14">
              <a:extLst>
                <a:ext uri="{FF2B5EF4-FFF2-40B4-BE49-F238E27FC236}">
                  <a16:creationId xmlns:a16="http://schemas.microsoft.com/office/drawing/2014/main" id="{DE6AB9C4-F81F-6D55-5840-9BB25A3392D6}"/>
                </a:ext>
              </a:extLst>
            </p:cNvPr>
            <p:cNvSpPr/>
            <p:nvPr>
              <p:custDataLst>
                <p:tags r:id="rId9"/>
              </p:custDataLst>
            </p:nvPr>
          </p:nvSpPr>
          <p:spPr>
            <a:xfrm>
              <a:off x="6637594" y="5192964"/>
              <a:ext cx="94126" cy="141141"/>
            </a:xfrm>
            <a:custGeom>
              <a:avLst/>
              <a:gdLst>
                <a:gd name="csX0" fmla="*/ 94260 w 94126"/>
                <a:gd name="csY0" fmla="*/ 102547 h 141141"/>
                <a:gd name="csX1" fmla="*/ 87019 w 94126"/>
                <a:gd name="csY1" fmla="*/ 102547 h 141141"/>
                <a:gd name="csX2" fmla="*/ 81483 w 94126"/>
                <a:gd name="csY2" fmla="*/ 121890 h 141141"/>
                <a:gd name="csX3" fmla="*/ 60400 w 94126"/>
                <a:gd name="csY3" fmla="*/ 123166 h 141141"/>
                <a:gd name="csX4" fmla="*/ 21216 w 94126"/>
                <a:gd name="csY4" fmla="*/ 123166 h 141141"/>
                <a:gd name="csX5" fmla="*/ 63807 w 94126"/>
                <a:gd name="csY5" fmla="*/ 87455 h 141141"/>
                <a:gd name="csX6" fmla="*/ 94260 w 94126"/>
                <a:gd name="csY6" fmla="*/ 41541 h 141141"/>
                <a:gd name="csX7" fmla="*/ 44428 w 94126"/>
                <a:gd name="csY7" fmla="*/ 92 h 141141"/>
                <a:gd name="csX8" fmla="*/ 134 w 94126"/>
                <a:gd name="csY8" fmla="*/ 38140 h 141141"/>
                <a:gd name="csX9" fmla="*/ 11420 w 94126"/>
                <a:gd name="csY9" fmla="*/ 50044 h 141141"/>
                <a:gd name="csX10" fmla="*/ 22707 w 94126"/>
                <a:gd name="csY10" fmla="*/ 38778 h 141141"/>
                <a:gd name="csX11" fmla="*/ 10143 w 94126"/>
                <a:gd name="csY11" fmla="*/ 27512 h 141141"/>
                <a:gd name="csX12" fmla="*/ 41234 w 94126"/>
                <a:gd name="csY12" fmla="*/ 7744 h 141141"/>
                <a:gd name="csX13" fmla="*/ 73603 w 94126"/>
                <a:gd name="csY13" fmla="*/ 41541 h 141141"/>
                <a:gd name="csX14" fmla="*/ 53585 w 94126"/>
                <a:gd name="csY14" fmla="*/ 82353 h 141141"/>
                <a:gd name="csX15" fmla="*/ 2263 w 94126"/>
                <a:gd name="csY15" fmla="*/ 132943 h 141141"/>
                <a:gd name="csX16" fmla="*/ 134 w 94126"/>
                <a:gd name="csY16" fmla="*/ 141233 h 141141"/>
                <a:gd name="csX17" fmla="*/ 87871 w 94126"/>
                <a:gd name="csY17" fmla="*/ 141233 h 141141"/>
                <a:gd name="csX18" fmla="*/ 94260 w 94126"/>
                <a:gd name="csY18" fmla="*/ 102547 h 141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4126" h="141141">
                  <a:moveTo>
                    <a:pt x="94260" y="102547"/>
                  </a:moveTo>
                  <a:lnTo>
                    <a:pt x="87019" y="102547"/>
                  </a:lnTo>
                  <a:cubicBezTo>
                    <a:pt x="86381" y="107223"/>
                    <a:pt x="84251" y="119765"/>
                    <a:pt x="81483" y="121890"/>
                  </a:cubicBezTo>
                  <a:cubicBezTo>
                    <a:pt x="79779" y="123166"/>
                    <a:pt x="63381" y="123166"/>
                    <a:pt x="60400" y="123166"/>
                  </a:cubicBezTo>
                  <a:lnTo>
                    <a:pt x="21216" y="123166"/>
                  </a:lnTo>
                  <a:cubicBezTo>
                    <a:pt x="43577" y="103397"/>
                    <a:pt x="51030" y="97445"/>
                    <a:pt x="63807" y="87455"/>
                  </a:cubicBezTo>
                  <a:cubicBezTo>
                    <a:pt x="79566" y="74914"/>
                    <a:pt x="94260" y="61735"/>
                    <a:pt x="94260" y="41541"/>
                  </a:cubicBezTo>
                  <a:cubicBezTo>
                    <a:pt x="94260" y="15821"/>
                    <a:pt x="71687" y="92"/>
                    <a:pt x="44428" y="92"/>
                  </a:cubicBezTo>
                  <a:cubicBezTo>
                    <a:pt x="18022" y="92"/>
                    <a:pt x="134" y="18585"/>
                    <a:pt x="134" y="38140"/>
                  </a:cubicBezTo>
                  <a:cubicBezTo>
                    <a:pt x="134" y="48981"/>
                    <a:pt x="9291" y="50044"/>
                    <a:pt x="11420" y="50044"/>
                  </a:cubicBezTo>
                  <a:cubicBezTo>
                    <a:pt x="16531" y="50044"/>
                    <a:pt x="22707" y="46430"/>
                    <a:pt x="22707" y="38778"/>
                  </a:cubicBezTo>
                  <a:cubicBezTo>
                    <a:pt x="22707" y="34952"/>
                    <a:pt x="21216" y="27512"/>
                    <a:pt x="10143" y="27512"/>
                  </a:cubicBezTo>
                  <a:cubicBezTo>
                    <a:pt x="16744" y="12420"/>
                    <a:pt x="31225" y="7744"/>
                    <a:pt x="41234" y="7744"/>
                  </a:cubicBezTo>
                  <a:cubicBezTo>
                    <a:pt x="62530" y="7744"/>
                    <a:pt x="73603" y="24324"/>
                    <a:pt x="73603" y="41541"/>
                  </a:cubicBezTo>
                  <a:cubicBezTo>
                    <a:pt x="73603" y="60034"/>
                    <a:pt x="60400" y="74701"/>
                    <a:pt x="53585" y="82353"/>
                  </a:cubicBezTo>
                  <a:lnTo>
                    <a:pt x="2263" y="132943"/>
                  </a:lnTo>
                  <a:cubicBezTo>
                    <a:pt x="134" y="134857"/>
                    <a:pt x="134" y="135282"/>
                    <a:pt x="134" y="141233"/>
                  </a:cubicBezTo>
                  <a:lnTo>
                    <a:pt x="87871" y="141233"/>
                  </a:lnTo>
                  <a:lnTo>
                    <a:pt x="94260" y="102547"/>
                  </a:lnTo>
                  <a:close/>
                </a:path>
              </a:pathLst>
            </a:custGeom>
            <a:solidFill>
              <a:srgbClr val="000000"/>
            </a:solidFill>
            <a:ln w="30508" cap="flat">
              <a:noFill/>
              <a:prstDash val="solid"/>
              <a:miter/>
            </a:ln>
          </p:spPr>
          <p:txBody>
            <a:bodyPr/>
            <a:lstStyle/>
            <a:p>
              <a:endParaRPr lang="en-CA"/>
            </a:p>
          </p:txBody>
        </p:sp>
        <p:sp>
          <p:nvSpPr>
            <p:cNvPr id="16" name="Freeform: Shape 15">
              <a:extLst>
                <a:ext uri="{FF2B5EF4-FFF2-40B4-BE49-F238E27FC236}">
                  <a16:creationId xmlns:a16="http://schemas.microsoft.com/office/drawing/2014/main" id="{0BF45FA6-D1E4-C50F-27AA-DD46A1B7D3B2}"/>
                </a:ext>
              </a:extLst>
            </p:cNvPr>
            <p:cNvSpPr/>
            <p:nvPr>
              <p:custDataLst>
                <p:tags r:id="rId10"/>
              </p:custDataLst>
            </p:nvPr>
          </p:nvSpPr>
          <p:spPr>
            <a:xfrm>
              <a:off x="6786819" y="5256369"/>
              <a:ext cx="35593" cy="90794"/>
            </a:xfrm>
            <a:custGeom>
              <a:avLst/>
              <a:gdLst>
                <a:gd name="csX0" fmla="*/ 35732 w 35593"/>
                <a:gd name="csY0" fmla="*/ 31975 h 90794"/>
                <a:gd name="csX1" fmla="*/ 16262 w 35593"/>
                <a:gd name="csY1" fmla="*/ 90 h 90794"/>
                <a:gd name="csX2" fmla="*/ 138 w 35593"/>
                <a:gd name="csY2" fmla="*/ 16184 h 90794"/>
                <a:gd name="csX3" fmla="*/ 16262 w 35593"/>
                <a:gd name="csY3" fmla="*/ 32278 h 90794"/>
                <a:gd name="csX4" fmla="*/ 26910 w 35593"/>
                <a:gd name="csY4" fmla="*/ 28331 h 90794"/>
                <a:gd name="csX5" fmla="*/ 28431 w 35593"/>
                <a:gd name="csY5" fmla="*/ 27420 h 90794"/>
                <a:gd name="csX6" fmla="*/ 29039 w 35593"/>
                <a:gd name="csY6" fmla="*/ 31975 h 90794"/>
                <a:gd name="csX7" fmla="*/ 8352 w 35593"/>
                <a:gd name="csY7" fmla="*/ 82686 h 90794"/>
                <a:gd name="csX8" fmla="*/ 5006 w 35593"/>
                <a:gd name="csY8" fmla="*/ 87545 h 90794"/>
                <a:gd name="csX9" fmla="*/ 8048 w 35593"/>
                <a:gd name="csY9" fmla="*/ 90885 h 90794"/>
                <a:gd name="csX10" fmla="*/ 35732 w 35593"/>
                <a:gd name="csY10" fmla="*/ 31975 h 90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93" h="90794">
                  <a:moveTo>
                    <a:pt x="35732" y="31975"/>
                  </a:moveTo>
                  <a:cubicBezTo>
                    <a:pt x="35732" y="11933"/>
                    <a:pt x="28127" y="90"/>
                    <a:pt x="16262" y="90"/>
                  </a:cubicBezTo>
                  <a:cubicBezTo>
                    <a:pt x="6223" y="90"/>
                    <a:pt x="138" y="7682"/>
                    <a:pt x="138" y="16184"/>
                  </a:cubicBezTo>
                  <a:cubicBezTo>
                    <a:pt x="138" y="24383"/>
                    <a:pt x="6223" y="32278"/>
                    <a:pt x="16262" y="32278"/>
                  </a:cubicBezTo>
                  <a:cubicBezTo>
                    <a:pt x="19913" y="32278"/>
                    <a:pt x="23867" y="31064"/>
                    <a:pt x="26910" y="28331"/>
                  </a:cubicBezTo>
                  <a:cubicBezTo>
                    <a:pt x="27822" y="27723"/>
                    <a:pt x="28127" y="27420"/>
                    <a:pt x="28431" y="27420"/>
                  </a:cubicBezTo>
                  <a:cubicBezTo>
                    <a:pt x="28735" y="27420"/>
                    <a:pt x="29039" y="27723"/>
                    <a:pt x="29039" y="31975"/>
                  </a:cubicBezTo>
                  <a:cubicBezTo>
                    <a:pt x="29039" y="54446"/>
                    <a:pt x="18391" y="72665"/>
                    <a:pt x="8352" y="82686"/>
                  </a:cubicBezTo>
                  <a:cubicBezTo>
                    <a:pt x="5006" y="86026"/>
                    <a:pt x="5006" y="86634"/>
                    <a:pt x="5006" y="87545"/>
                  </a:cubicBezTo>
                  <a:cubicBezTo>
                    <a:pt x="5006" y="89670"/>
                    <a:pt x="6527" y="90885"/>
                    <a:pt x="8048" y="90885"/>
                  </a:cubicBezTo>
                  <a:cubicBezTo>
                    <a:pt x="11394" y="90885"/>
                    <a:pt x="35732" y="67503"/>
                    <a:pt x="35732" y="31975"/>
                  </a:cubicBezTo>
                  <a:close/>
                </a:path>
              </a:pathLst>
            </a:custGeom>
            <a:solidFill>
              <a:srgbClr val="000000"/>
            </a:solidFill>
            <a:ln w="30508" cap="flat">
              <a:noFill/>
              <a:prstDash val="solid"/>
              <a:miter/>
            </a:ln>
          </p:spPr>
          <p:txBody>
            <a:bodyPr/>
            <a:lstStyle/>
            <a:p>
              <a:endParaRPr lang="en-CA"/>
            </a:p>
          </p:txBody>
        </p:sp>
        <p:sp>
          <p:nvSpPr>
            <p:cNvPr id="17" name="Freeform: Shape 16">
              <a:extLst>
                <a:ext uri="{FF2B5EF4-FFF2-40B4-BE49-F238E27FC236}">
                  <a16:creationId xmlns:a16="http://schemas.microsoft.com/office/drawing/2014/main" id="{A156DFEC-2FDA-9793-FD18-1F261AEE5BD6}"/>
                </a:ext>
              </a:extLst>
            </p:cNvPr>
            <p:cNvSpPr/>
            <p:nvPr>
              <p:custDataLst>
                <p:tags r:id="rId11"/>
              </p:custDataLst>
            </p:nvPr>
          </p:nvSpPr>
          <p:spPr>
            <a:xfrm>
              <a:off x="6922027" y="5256369"/>
              <a:ext cx="32247" cy="32188"/>
            </a:xfrm>
            <a:custGeom>
              <a:avLst/>
              <a:gdLst>
                <a:gd name="csX0" fmla="*/ 32390 w 32247"/>
                <a:gd name="csY0" fmla="*/ 16184 h 32188"/>
                <a:gd name="csX1" fmla="*/ 16266 w 32247"/>
                <a:gd name="csY1" fmla="*/ 90 h 32188"/>
                <a:gd name="csX2" fmla="*/ 143 w 32247"/>
                <a:gd name="csY2" fmla="*/ 16184 h 32188"/>
                <a:gd name="csX3" fmla="*/ 16266 w 32247"/>
                <a:gd name="csY3" fmla="*/ 32278 h 32188"/>
                <a:gd name="csX4" fmla="*/ 32390 w 32247"/>
                <a:gd name="csY4" fmla="*/ 16184 h 32188"/>
              </a:gdLst>
              <a:ahLst/>
              <a:cxnLst>
                <a:cxn ang="0">
                  <a:pos x="csX0" y="csY0"/>
                </a:cxn>
                <a:cxn ang="0">
                  <a:pos x="csX1" y="csY1"/>
                </a:cxn>
                <a:cxn ang="0">
                  <a:pos x="csX2" y="csY2"/>
                </a:cxn>
                <a:cxn ang="0">
                  <a:pos x="csX3" y="csY3"/>
                </a:cxn>
                <a:cxn ang="0">
                  <a:pos x="csX4" y="csY4"/>
                </a:cxn>
              </a:cxnLst>
              <a:rect l="l" t="t" r="r" b="b"/>
              <a:pathLst>
                <a:path w="32247" h="32188">
                  <a:moveTo>
                    <a:pt x="32390" y="16184"/>
                  </a:moveTo>
                  <a:cubicBezTo>
                    <a:pt x="32390" y="7378"/>
                    <a:pt x="25089" y="90"/>
                    <a:pt x="16266" y="90"/>
                  </a:cubicBezTo>
                  <a:cubicBezTo>
                    <a:pt x="7444" y="90"/>
                    <a:pt x="143" y="7378"/>
                    <a:pt x="143" y="16184"/>
                  </a:cubicBezTo>
                  <a:cubicBezTo>
                    <a:pt x="143" y="24990"/>
                    <a:pt x="7444" y="32278"/>
                    <a:pt x="16266" y="32278"/>
                  </a:cubicBezTo>
                  <a:cubicBezTo>
                    <a:pt x="25089" y="32278"/>
                    <a:pt x="32390" y="24990"/>
                    <a:pt x="32390" y="16184"/>
                  </a:cubicBezTo>
                  <a:close/>
                </a:path>
              </a:pathLst>
            </a:custGeom>
            <a:solidFill>
              <a:srgbClr val="000000"/>
            </a:solidFill>
            <a:ln w="30508" cap="flat">
              <a:noFill/>
              <a:prstDash val="solid"/>
              <a:miter/>
            </a:ln>
          </p:spPr>
          <p:txBody>
            <a:bodyPr/>
            <a:lstStyle/>
            <a:p>
              <a:endParaRPr lang="en-CA"/>
            </a:p>
          </p:txBody>
        </p:sp>
        <p:sp>
          <p:nvSpPr>
            <p:cNvPr id="18" name="Freeform: Shape 17">
              <a:extLst>
                <a:ext uri="{FF2B5EF4-FFF2-40B4-BE49-F238E27FC236}">
                  <a16:creationId xmlns:a16="http://schemas.microsoft.com/office/drawing/2014/main" id="{3918CB90-77BD-87FC-5F22-F6112C4B5835}"/>
                </a:ext>
              </a:extLst>
            </p:cNvPr>
            <p:cNvSpPr/>
            <p:nvPr>
              <p:custDataLst>
                <p:tags r:id="rId12"/>
              </p:custDataLst>
            </p:nvPr>
          </p:nvSpPr>
          <p:spPr>
            <a:xfrm>
              <a:off x="7057236" y="5256369"/>
              <a:ext cx="32247" cy="32188"/>
            </a:xfrm>
            <a:custGeom>
              <a:avLst/>
              <a:gdLst>
                <a:gd name="csX0" fmla="*/ 32395 w 32247"/>
                <a:gd name="csY0" fmla="*/ 16184 h 32188"/>
                <a:gd name="csX1" fmla="*/ 16271 w 32247"/>
                <a:gd name="csY1" fmla="*/ 90 h 32188"/>
                <a:gd name="csX2" fmla="*/ 147 w 32247"/>
                <a:gd name="csY2" fmla="*/ 16184 h 32188"/>
                <a:gd name="csX3" fmla="*/ 16271 w 32247"/>
                <a:gd name="csY3" fmla="*/ 32278 h 32188"/>
                <a:gd name="csX4" fmla="*/ 32395 w 32247"/>
                <a:gd name="csY4" fmla="*/ 16184 h 32188"/>
              </a:gdLst>
              <a:ahLst/>
              <a:cxnLst>
                <a:cxn ang="0">
                  <a:pos x="csX0" y="csY0"/>
                </a:cxn>
                <a:cxn ang="0">
                  <a:pos x="csX1" y="csY1"/>
                </a:cxn>
                <a:cxn ang="0">
                  <a:pos x="csX2" y="csY2"/>
                </a:cxn>
                <a:cxn ang="0">
                  <a:pos x="csX3" y="csY3"/>
                </a:cxn>
                <a:cxn ang="0">
                  <a:pos x="csX4" y="csY4"/>
                </a:cxn>
              </a:cxnLst>
              <a:rect l="l" t="t" r="r" b="b"/>
              <a:pathLst>
                <a:path w="32247" h="32188">
                  <a:moveTo>
                    <a:pt x="32395" y="16184"/>
                  </a:moveTo>
                  <a:cubicBezTo>
                    <a:pt x="32395" y="7378"/>
                    <a:pt x="25093" y="90"/>
                    <a:pt x="16271" y="90"/>
                  </a:cubicBezTo>
                  <a:cubicBezTo>
                    <a:pt x="7448" y="90"/>
                    <a:pt x="147" y="7378"/>
                    <a:pt x="147" y="16184"/>
                  </a:cubicBezTo>
                  <a:cubicBezTo>
                    <a:pt x="147" y="24990"/>
                    <a:pt x="7448" y="32278"/>
                    <a:pt x="16271" y="32278"/>
                  </a:cubicBezTo>
                  <a:cubicBezTo>
                    <a:pt x="25093" y="32278"/>
                    <a:pt x="32395" y="24990"/>
                    <a:pt x="32395" y="16184"/>
                  </a:cubicBezTo>
                  <a:close/>
                </a:path>
              </a:pathLst>
            </a:custGeom>
            <a:solidFill>
              <a:srgbClr val="000000"/>
            </a:solidFill>
            <a:ln w="30508" cap="flat">
              <a:noFill/>
              <a:prstDash val="solid"/>
              <a:miter/>
            </a:ln>
          </p:spPr>
          <p:txBody>
            <a:bodyPr/>
            <a:lstStyle/>
            <a:p>
              <a:endParaRPr lang="en-CA"/>
            </a:p>
          </p:txBody>
        </p:sp>
        <p:sp>
          <p:nvSpPr>
            <p:cNvPr id="19" name="Freeform: Shape 18">
              <a:extLst>
                <a:ext uri="{FF2B5EF4-FFF2-40B4-BE49-F238E27FC236}">
                  <a16:creationId xmlns:a16="http://schemas.microsoft.com/office/drawing/2014/main" id="{BC08108E-D019-7FBF-6C57-8CB4D45F0DA6}"/>
                </a:ext>
              </a:extLst>
            </p:cNvPr>
            <p:cNvSpPr/>
            <p:nvPr>
              <p:custDataLst>
                <p:tags r:id="rId13"/>
              </p:custDataLst>
            </p:nvPr>
          </p:nvSpPr>
          <p:spPr>
            <a:xfrm>
              <a:off x="7192444" y="5256369"/>
              <a:ext cx="32247" cy="32188"/>
            </a:xfrm>
            <a:custGeom>
              <a:avLst/>
              <a:gdLst>
                <a:gd name="csX0" fmla="*/ 32399 w 32247"/>
                <a:gd name="csY0" fmla="*/ 16184 h 32188"/>
                <a:gd name="csX1" fmla="*/ 16275 w 32247"/>
                <a:gd name="csY1" fmla="*/ 90 h 32188"/>
                <a:gd name="csX2" fmla="*/ 152 w 32247"/>
                <a:gd name="csY2" fmla="*/ 16184 h 32188"/>
                <a:gd name="csX3" fmla="*/ 16275 w 32247"/>
                <a:gd name="csY3" fmla="*/ 32278 h 32188"/>
                <a:gd name="csX4" fmla="*/ 32399 w 32247"/>
                <a:gd name="csY4" fmla="*/ 16184 h 32188"/>
              </a:gdLst>
              <a:ahLst/>
              <a:cxnLst>
                <a:cxn ang="0">
                  <a:pos x="csX0" y="csY0"/>
                </a:cxn>
                <a:cxn ang="0">
                  <a:pos x="csX1" y="csY1"/>
                </a:cxn>
                <a:cxn ang="0">
                  <a:pos x="csX2" y="csY2"/>
                </a:cxn>
                <a:cxn ang="0">
                  <a:pos x="csX3" y="csY3"/>
                </a:cxn>
                <a:cxn ang="0">
                  <a:pos x="csX4" y="csY4"/>
                </a:cxn>
              </a:cxnLst>
              <a:rect l="l" t="t" r="r" b="b"/>
              <a:pathLst>
                <a:path w="32247" h="32188">
                  <a:moveTo>
                    <a:pt x="32399" y="16184"/>
                  </a:moveTo>
                  <a:cubicBezTo>
                    <a:pt x="32399" y="7378"/>
                    <a:pt x="25098" y="90"/>
                    <a:pt x="16275" y="90"/>
                  </a:cubicBezTo>
                  <a:cubicBezTo>
                    <a:pt x="7453" y="90"/>
                    <a:pt x="152" y="7378"/>
                    <a:pt x="152" y="16184"/>
                  </a:cubicBezTo>
                  <a:cubicBezTo>
                    <a:pt x="152" y="24990"/>
                    <a:pt x="7453" y="32278"/>
                    <a:pt x="16275" y="32278"/>
                  </a:cubicBezTo>
                  <a:cubicBezTo>
                    <a:pt x="25098" y="32278"/>
                    <a:pt x="32399" y="24990"/>
                    <a:pt x="32399" y="16184"/>
                  </a:cubicBezTo>
                  <a:close/>
                </a:path>
              </a:pathLst>
            </a:custGeom>
            <a:solidFill>
              <a:srgbClr val="000000"/>
            </a:solidFill>
            <a:ln w="30508" cap="flat">
              <a:noFill/>
              <a:prstDash val="solid"/>
              <a:miter/>
            </a:ln>
          </p:spPr>
          <p:txBody>
            <a:bodyPr/>
            <a:lstStyle/>
            <a:p>
              <a:endParaRPr lang="en-CA"/>
            </a:p>
          </p:txBody>
        </p:sp>
        <p:sp>
          <p:nvSpPr>
            <p:cNvPr id="20" name="Freeform: Shape 19">
              <a:extLst>
                <a:ext uri="{FF2B5EF4-FFF2-40B4-BE49-F238E27FC236}">
                  <a16:creationId xmlns:a16="http://schemas.microsoft.com/office/drawing/2014/main" id="{A78610D5-329A-7623-3C28-60BD549BDC3F}"/>
                </a:ext>
              </a:extLst>
            </p:cNvPr>
            <p:cNvSpPr/>
            <p:nvPr>
              <p:custDataLst>
                <p:tags r:id="rId14"/>
              </p:custDataLst>
            </p:nvPr>
          </p:nvSpPr>
          <p:spPr>
            <a:xfrm>
              <a:off x="7327653" y="5256369"/>
              <a:ext cx="35593" cy="90794"/>
            </a:xfrm>
            <a:custGeom>
              <a:avLst/>
              <a:gdLst>
                <a:gd name="csX0" fmla="*/ 35750 w 35593"/>
                <a:gd name="csY0" fmla="*/ 31975 h 90794"/>
                <a:gd name="csX1" fmla="*/ 16280 w 35593"/>
                <a:gd name="csY1" fmla="*/ 90 h 90794"/>
                <a:gd name="csX2" fmla="*/ 156 w 35593"/>
                <a:gd name="csY2" fmla="*/ 16184 h 90794"/>
                <a:gd name="csX3" fmla="*/ 16280 w 35593"/>
                <a:gd name="csY3" fmla="*/ 32278 h 90794"/>
                <a:gd name="csX4" fmla="*/ 26927 w 35593"/>
                <a:gd name="csY4" fmla="*/ 28331 h 90794"/>
                <a:gd name="csX5" fmla="*/ 28449 w 35593"/>
                <a:gd name="csY5" fmla="*/ 27420 h 90794"/>
                <a:gd name="csX6" fmla="*/ 29057 w 35593"/>
                <a:gd name="csY6" fmla="*/ 31975 h 90794"/>
                <a:gd name="csX7" fmla="*/ 8370 w 35593"/>
                <a:gd name="csY7" fmla="*/ 82686 h 90794"/>
                <a:gd name="csX8" fmla="*/ 5023 w 35593"/>
                <a:gd name="csY8" fmla="*/ 87545 h 90794"/>
                <a:gd name="csX9" fmla="*/ 8066 w 35593"/>
                <a:gd name="csY9" fmla="*/ 90885 h 90794"/>
                <a:gd name="csX10" fmla="*/ 35750 w 35593"/>
                <a:gd name="csY10" fmla="*/ 31975 h 90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593" h="90794">
                  <a:moveTo>
                    <a:pt x="35750" y="31975"/>
                  </a:moveTo>
                  <a:cubicBezTo>
                    <a:pt x="35750" y="11933"/>
                    <a:pt x="28144" y="90"/>
                    <a:pt x="16280" y="90"/>
                  </a:cubicBezTo>
                  <a:cubicBezTo>
                    <a:pt x="6240" y="90"/>
                    <a:pt x="156" y="7682"/>
                    <a:pt x="156" y="16184"/>
                  </a:cubicBezTo>
                  <a:cubicBezTo>
                    <a:pt x="156" y="24383"/>
                    <a:pt x="6240" y="32278"/>
                    <a:pt x="16280" y="32278"/>
                  </a:cubicBezTo>
                  <a:cubicBezTo>
                    <a:pt x="19930" y="32278"/>
                    <a:pt x="23885" y="31064"/>
                    <a:pt x="26927" y="28331"/>
                  </a:cubicBezTo>
                  <a:cubicBezTo>
                    <a:pt x="27840" y="27723"/>
                    <a:pt x="28144" y="27420"/>
                    <a:pt x="28449" y="27420"/>
                  </a:cubicBezTo>
                  <a:cubicBezTo>
                    <a:pt x="28753" y="27420"/>
                    <a:pt x="29057" y="27723"/>
                    <a:pt x="29057" y="31975"/>
                  </a:cubicBezTo>
                  <a:cubicBezTo>
                    <a:pt x="29057" y="54446"/>
                    <a:pt x="18409" y="72665"/>
                    <a:pt x="8370" y="82686"/>
                  </a:cubicBezTo>
                  <a:cubicBezTo>
                    <a:pt x="5023" y="86026"/>
                    <a:pt x="5023" y="86634"/>
                    <a:pt x="5023" y="87545"/>
                  </a:cubicBezTo>
                  <a:cubicBezTo>
                    <a:pt x="5023" y="89670"/>
                    <a:pt x="6545" y="90885"/>
                    <a:pt x="8066" y="90885"/>
                  </a:cubicBezTo>
                  <a:cubicBezTo>
                    <a:pt x="11412" y="90885"/>
                    <a:pt x="35750" y="67503"/>
                    <a:pt x="35750" y="31975"/>
                  </a:cubicBezTo>
                  <a:close/>
                </a:path>
              </a:pathLst>
            </a:custGeom>
            <a:solidFill>
              <a:srgbClr val="000000"/>
            </a:solidFill>
            <a:ln w="30508" cap="flat">
              <a:noFill/>
              <a:prstDash val="solid"/>
              <a:miter/>
            </a:ln>
          </p:spPr>
          <p:txBody>
            <a:bodyPr/>
            <a:lstStyle/>
            <a:p>
              <a:endParaRPr lang="en-CA"/>
            </a:p>
          </p:txBody>
        </p:sp>
        <p:sp>
          <p:nvSpPr>
            <p:cNvPr id="21" name="Freeform: Shape 20">
              <a:extLst>
                <a:ext uri="{FF2B5EF4-FFF2-40B4-BE49-F238E27FC236}">
                  <a16:creationId xmlns:a16="http://schemas.microsoft.com/office/drawing/2014/main" id="{0CC07B04-736E-1BAF-1A51-AF4132C8FAB8}"/>
                </a:ext>
              </a:extLst>
            </p:cNvPr>
            <p:cNvSpPr/>
            <p:nvPr>
              <p:custDataLst>
                <p:tags r:id="rId15"/>
              </p:custDataLst>
            </p:nvPr>
          </p:nvSpPr>
          <p:spPr>
            <a:xfrm>
              <a:off x="7445521" y="5154339"/>
              <a:ext cx="151502" cy="137558"/>
            </a:xfrm>
            <a:custGeom>
              <a:avLst/>
              <a:gdLst>
                <a:gd name="csX0" fmla="*/ 92948 w 151502"/>
                <a:gd name="csY0" fmla="*/ 42603 h 137558"/>
                <a:gd name="csX1" fmla="*/ 123066 w 151502"/>
                <a:gd name="csY1" fmla="*/ 6771 h 137558"/>
                <a:gd name="csX2" fmla="*/ 138277 w 151502"/>
                <a:gd name="csY2" fmla="*/ 10718 h 137558"/>
                <a:gd name="csX3" fmla="*/ 123674 w 151502"/>
                <a:gd name="csY3" fmla="*/ 27116 h 137558"/>
                <a:gd name="csX4" fmla="*/ 135235 w 151502"/>
                <a:gd name="csY4" fmla="*/ 37744 h 137558"/>
                <a:gd name="csX5" fmla="*/ 151663 w 151502"/>
                <a:gd name="csY5" fmla="*/ 20132 h 137558"/>
                <a:gd name="csX6" fmla="*/ 123370 w 151502"/>
                <a:gd name="csY6" fmla="*/ 90 h 137558"/>
                <a:gd name="csX7" fmla="*/ 91427 w 151502"/>
                <a:gd name="csY7" fmla="*/ 23168 h 137558"/>
                <a:gd name="csX8" fmla="*/ 58571 w 151502"/>
                <a:gd name="csY8" fmla="*/ 90 h 137558"/>
                <a:gd name="csX9" fmla="*/ 9591 w 151502"/>
                <a:gd name="csY9" fmla="*/ 46854 h 137558"/>
                <a:gd name="csX10" fmla="*/ 13242 w 151502"/>
                <a:gd name="csY10" fmla="*/ 49891 h 137558"/>
                <a:gd name="csX11" fmla="*/ 17197 w 151502"/>
                <a:gd name="csY11" fmla="*/ 46550 h 137558"/>
                <a:gd name="csX12" fmla="*/ 57962 w 151502"/>
                <a:gd name="csY12" fmla="*/ 6771 h 137558"/>
                <a:gd name="csX13" fmla="*/ 74390 w 151502"/>
                <a:gd name="csY13" fmla="*/ 27116 h 137558"/>
                <a:gd name="csX14" fmla="*/ 57962 w 151502"/>
                <a:gd name="csY14" fmla="*/ 99387 h 137558"/>
                <a:gd name="csX15" fmla="*/ 29061 w 151502"/>
                <a:gd name="csY15" fmla="*/ 130968 h 137558"/>
                <a:gd name="csX16" fmla="*/ 13850 w 151502"/>
                <a:gd name="csY16" fmla="*/ 127021 h 137558"/>
                <a:gd name="csX17" fmla="*/ 28149 w 151502"/>
                <a:gd name="csY17" fmla="*/ 110623 h 137558"/>
                <a:gd name="csX18" fmla="*/ 16893 w 151502"/>
                <a:gd name="csY18" fmla="*/ 99995 h 137558"/>
                <a:gd name="csX19" fmla="*/ 160 w 151502"/>
                <a:gd name="csY19" fmla="*/ 117607 h 137558"/>
                <a:gd name="csX20" fmla="*/ 28757 w 151502"/>
                <a:gd name="csY20" fmla="*/ 137649 h 137558"/>
                <a:gd name="csX21" fmla="*/ 60700 w 151502"/>
                <a:gd name="csY21" fmla="*/ 114570 h 137558"/>
                <a:gd name="csX22" fmla="*/ 93556 w 151502"/>
                <a:gd name="csY22" fmla="*/ 137649 h 137558"/>
                <a:gd name="csX23" fmla="*/ 142232 w 151502"/>
                <a:gd name="csY23" fmla="*/ 90885 h 137558"/>
                <a:gd name="csX24" fmla="*/ 138581 w 151502"/>
                <a:gd name="csY24" fmla="*/ 87848 h 137558"/>
                <a:gd name="csX25" fmla="*/ 134626 w 151502"/>
                <a:gd name="csY25" fmla="*/ 91189 h 137558"/>
                <a:gd name="csX26" fmla="*/ 94165 w 151502"/>
                <a:gd name="csY26" fmla="*/ 130968 h 137558"/>
                <a:gd name="csX27" fmla="*/ 77433 w 151502"/>
                <a:gd name="csY27" fmla="*/ 110927 h 137558"/>
                <a:gd name="csX28" fmla="*/ 82604 w 151502"/>
                <a:gd name="csY28" fmla="*/ 84204 h 137558"/>
                <a:gd name="csX29" fmla="*/ 92948 w 151502"/>
                <a:gd name="csY29" fmla="*/ 42603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2948" y="42603"/>
                  </a:moveTo>
                  <a:cubicBezTo>
                    <a:pt x="94773" y="34708"/>
                    <a:pt x="101770" y="6771"/>
                    <a:pt x="123066" y="6771"/>
                  </a:cubicBezTo>
                  <a:cubicBezTo>
                    <a:pt x="124587" y="6771"/>
                    <a:pt x="131888" y="6771"/>
                    <a:pt x="138277" y="10718"/>
                  </a:cubicBezTo>
                  <a:cubicBezTo>
                    <a:pt x="129759" y="12237"/>
                    <a:pt x="123674" y="19828"/>
                    <a:pt x="123674" y="27116"/>
                  </a:cubicBezTo>
                  <a:cubicBezTo>
                    <a:pt x="123674" y="31975"/>
                    <a:pt x="127021" y="37744"/>
                    <a:pt x="135235" y="37744"/>
                  </a:cubicBezTo>
                  <a:cubicBezTo>
                    <a:pt x="141928" y="37744"/>
                    <a:pt x="151663" y="32278"/>
                    <a:pt x="151663" y="20132"/>
                  </a:cubicBezTo>
                  <a:cubicBezTo>
                    <a:pt x="151663" y="4341"/>
                    <a:pt x="133714" y="90"/>
                    <a:pt x="123370" y="90"/>
                  </a:cubicBezTo>
                  <a:cubicBezTo>
                    <a:pt x="105725" y="90"/>
                    <a:pt x="95077" y="16184"/>
                    <a:pt x="91427" y="23168"/>
                  </a:cubicBezTo>
                  <a:cubicBezTo>
                    <a:pt x="83821" y="3127"/>
                    <a:pt x="67393" y="90"/>
                    <a:pt x="58571" y="90"/>
                  </a:cubicBezTo>
                  <a:cubicBezTo>
                    <a:pt x="26932" y="90"/>
                    <a:pt x="9591" y="39263"/>
                    <a:pt x="9591" y="46854"/>
                  </a:cubicBezTo>
                  <a:cubicBezTo>
                    <a:pt x="9591" y="49891"/>
                    <a:pt x="12633" y="49891"/>
                    <a:pt x="13242" y="49891"/>
                  </a:cubicBezTo>
                  <a:cubicBezTo>
                    <a:pt x="15676" y="49891"/>
                    <a:pt x="16588" y="49283"/>
                    <a:pt x="17197" y="46550"/>
                  </a:cubicBezTo>
                  <a:cubicBezTo>
                    <a:pt x="27540" y="14362"/>
                    <a:pt x="47619" y="6771"/>
                    <a:pt x="57962" y="6771"/>
                  </a:cubicBezTo>
                  <a:cubicBezTo>
                    <a:pt x="63743" y="6771"/>
                    <a:pt x="74390" y="9504"/>
                    <a:pt x="74390" y="27116"/>
                  </a:cubicBezTo>
                  <a:cubicBezTo>
                    <a:pt x="74390" y="36530"/>
                    <a:pt x="69219" y="56875"/>
                    <a:pt x="57962" y="99387"/>
                  </a:cubicBezTo>
                  <a:cubicBezTo>
                    <a:pt x="53095" y="118214"/>
                    <a:pt x="42447" y="130968"/>
                    <a:pt x="29061" y="130968"/>
                  </a:cubicBezTo>
                  <a:cubicBezTo>
                    <a:pt x="27236" y="130968"/>
                    <a:pt x="20239" y="130968"/>
                    <a:pt x="13850" y="127021"/>
                  </a:cubicBezTo>
                  <a:cubicBezTo>
                    <a:pt x="21456" y="125502"/>
                    <a:pt x="28149" y="119125"/>
                    <a:pt x="28149" y="110623"/>
                  </a:cubicBezTo>
                  <a:cubicBezTo>
                    <a:pt x="28149" y="102424"/>
                    <a:pt x="21456" y="99995"/>
                    <a:pt x="16893" y="99995"/>
                  </a:cubicBezTo>
                  <a:cubicBezTo>
                    <a:pt x="7766" y="99995"/>
                    <a:pt x="160" y="107890"/>
                    <a:pt x="160" y="117607"/>
                  </a:cubicBezTo>
                  <a:cubicBezTo>
                    <a:pt x="160" y="131576"/>
                    <a:pt x="15371" y="137649"/>
                    <a:pt x="28757" y="137649"/>
                  </a:cubicBezTo>
                  <a:cubicBezTo>
                    <a:pt x="48836" y="137649"/>
                    <a:pt x="59788" y="116392"/>
                    <a:pt x="60700" y="114570"/>
                  </a:cubicBezTo>
                  <a:cubicBezTo>
                    <a:pt x="64351" y="125806"/>
                    <a:pt x="75303" y="137649"/>
                    <a:pt x="93556" y="137649"/>
                  </a:cubicBezTo>
                  <a:cubicBezTo>
                    <a:pt x="124891" y="137649"/>
                    <a:pt x="142232" y="98476"/>
                    <a:pt x="142232" y="90885"/>
                  </a:cubicBezTo>
                  <a:cubicBezTo>
                    <a:pt x="142232" y="87848"/>
                    <a:pt x="139494" y="87848"/>
                    <a:pt x="138581" y="87848"/>
                  </a:cubicBezTo>
                  <a:cubicBezTo>
                    <a:pt x="135843" y="87848"/>
                    <a:pt x="135235" y="89063"/>
                    <a:pt x="134626" y="91189"/>
                  </a:cubicBezTo>
                  <a:cubicBezTo>
                    <a:pt x="124587" y="123680"/>
                    <a:pt x="103900" y="130968"/>
                    <a:pt x="94165" y="130968"/>
                  </a:cubicBezTo>
                  <a:cubicBezTo>
                    <a:pt x="82300" y="130968"/>
                    <a:pt x="77433" y="121251"/>
                    <a:pt x="77433" y="110927"/>
                  </a:cubicBezTo>
                  <a:cubicBezTo>
                    <a:pt x="77433" y="104246"/>
                    <a:pt x="79258" y="97565"/>
                    <a:pt x="82604" y="84204"/>
                  </a:cubicBezTo>
                  <a:lnTo>
                    <a:pt x="92948" y="42603"/>
                  </a:lnTo>
                  <a:close/>
                </a:path>
              </a:pathLst>
            </a:custGeom>
            <a:solidFill>
              <a:srgbClr val="000000"/>
            </a:solidFill>
            <a:ln w="30508" cap="flat">
              <a:noFill/>
              <a:prstDash val="solid"/>
              <a:miter/>
            </a:ln>
          </p:spPr>
          <p:txBody>
            <a:bodyPr/>
            <a:lstStyle/>
            <a:p>
              <a:endParaRPr lang="en-CA"/>
            </a:p>
          </p:txBody>
        </p:sp>
        <p:sp>
          <p:nvSpPr>
            <p:cNvPr id="22" name="Freeform: Shape 21">
              <a:extLst>
                <a:ext uri="{FF2B5EF4-FFF2-40B4-BE49-F238E27FC236}">
                  <a16:creationId xmlns:a16="http://schemas.microsoft.com/office/drawing/2014/main" id="{C086BA69-9DC7-5F6A-D687-21A6AA9583CD}"/>
                </a:ext>
              </a:extLst>
            </p:cNvPr>
            <p:cNvSpPr/>
            <p:nvPr>
              <p:custDataLst>
                <p:tags r:id="rId16"/>
              </p:custDataLst>
            </p:nvPr>
          </p:nvSpPr>
          <p:spPr>
            <a:xfrm>
              <a:off x="7620579" y="5240366"/>
              <a:ext cx="130115" cy="95865"/>
            </a:xfrm>
            <a:custGeom>
              <a:avLst/>
              <a:gdLst>
                <a:gd name="csX0" fmla="*/ 16138 w 130115"/>
                <a:gd name="csY0" fmla="*/ 80440 h 95865"/>
                <a:gd name="csX1" fmla="*/ 14008 w 130115"/>
                <a:gd name="csY1" fmla="*/ 89156 h 95865"/>
                <a:gd name="csX2" fmla="*/ 21249 w 130115"/>
                <a:gd name="csY2" fmla="*/ 95958 h 95865"/>
                <a:gd name="csX3" fmla="*/ 29554 w 130115"/>
                <a:gd name="csY3" fmla="*/ 91281 h 95865"/>
                <a:gd name="csX4" fmla="*/ 33387 w 130115"/>
                <a:gd name="csY4" fmla="*/ 78102 h 95865"/>
                <a:gd name="csX5" fmla="*/ 38072 w 130115"/>
                <a:gd name="csY5" fmla="*/ 58972 h 95865"/>
                <a:gd name="csX6" fmla="*/ 41692 w 130115"/>
                <a:gd name="csY6" fmla="*/ 44730 h 95865"/>
                <a:gd name="csX7" fmla="*/ 50636 w 130115"/>
                <a:gd name="csY7" fmla="*/ 25599 h 95865"/>
                <a:gd name="csX8" fmla="*/ 82580 w 130115"/>
                <a:gd name="csY8" fmla="*/ 6043 h 95865"/>
                <a:gd name="csX9" fmla="*/ 95144 w 130115"/>
                <a:gd name="csY9" fmla="*/ 20923 h 95865"/>
                <a:gd name="csX10" fmla="*/ 82580 w 130115"/>
                <a:gd name="csY10" fmla="*/ 66199 h 95865"/>
                <a:gd name="csX11" fmla="*/ 79385 w 130115"/>
                <a:gd name="csY11" fmla="*/ 77677 h 95865"/>
                <a:gd name="csX12" fmla="*/ 99616 w 130115"/>
                <a:gd name="csY12" fmla="*/ 95958 h 95865"/>
                <a:gd name="csX13" fmla="*/ 130282 w 130115"/>
                <a:gd name="csY13" fmla="*/ 63435 h 95865"/>
                <a:gd name="csX14" fmla="*/ 126874 w 130115"/>
                <a:gd name="csY14" fmla="*/ 60672 h 95865"/>
                <a:gd name="csX15" fmla="*/ 122828 w 130115"/>
                <a:gd name="csY15" fmla="*/ 64286 h 95865"/>
                <a:gd name="csX16" fmla="*/ 100255 w 130115"/>
                <a:gd name="csY16" fmla="*/ 90006 h 95865"/>
                <a:gd name="csX17" fmla="*/ 94931 w 130115"/>
                <a:gd name="csY17" fmla="*/ 82566 h 95865"/>
                <a:gd name="csX18" fmla="*/ 99829 w 130115"/>
                <a:gd name="csY18" fmla="*/ 65348 h 95865"/>
                <a:gd name="csX19" fmla="*/ 111116 w 130115"/>
                <a:gd name="csY19" fmla="*/ 24324 h 95865"/>
                <a:gd name="csX20" fmla="*/ 83431 w 130115"/>
                <a:gd name="csY20" fmla="*/ 92 h 95865"/>
                <a:gd name="csX21" fmla="*/ 47442 w 130115"/>
                <a:gd name="csY21" fmla="*/ 19435 h 95865"/>
                <a:gd name="csX22" fmla="*/ 24656 w 130115"/>
                <a:gd name="csY22" fmla="*/ 92 h 95865"/>
                <a:gd name="csX23" fmla="*/ 7832 w 130115"/>
                <a:gd name="csY23" fmla="*/ 11570 h 95865"/>
                <a:gd name="csX24" fmla="*/ 166 w 130115"/>
                <a:gd name="csY24" fmla="*/ 32614 h 95865"/>
                <a:gd name="csX25" fmla="*/ 3786 w 130115"/>
                <a:gd name="csY25" fmla="*/ 35377 h 95865"/>
                <a:gd name="csX26" fmla="*/ 8471 w 130115"/>
                <a:gd name="csY26" fmla="*/ 29000 h 95865"/>
                <a:gd name="csX27" fmla="*/ 24017 w 130115"/>
                <a:gd name="csY27" fmla="*/ 6043 h 95865"/>
                <a:gd name="csX28" fmla="*/ 31045 w 130115"/>
                <a:gd name="csY28" fmla="*/ 16459 h 95865"/>
                <a:gd name="csX29" fmla="*/ 27637 w 130115"/>
                <a:gd name="csY29" fmla="*/ 34102 h 95865"/>
                <a:gd name="csX30" fmla="*/ 22952 w 130115"/>
                <a:gd name="csY30" fmla="*/ 53232 h 95865"/>
                <a:gd name="csX31" fmla="*/ 16138 w 130115"/>
                <a:gd name="csY31" fmla="*/ 80440 h 9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0115" h="95865">
                  <a:moveTo>
                    <a:pt x="16138" y="80440"/>
                  </a:moveTo>
                  <a:cubicBezTo>
                    <a:pt x="15286" y="83204"/>
                    <a:pt x="14008" y="88518"/>
                    <a:pt x="14008" y="89156"/>
                  </a:cubicBezTo>
                  <a:cubicBezTo>
                    <a:pt x="14008" y="93832"/>
                    <a:pt x="17841" y="95958"/>
                    <a:pt x="21249" y="95958"/>
                  </a:cubicBezTo>
                  <a:cubicBezTo>
                    <a:pt x="25082" y="95958"/>
                    <a:pt x="28489" y="93194"/>
                    <a:pt x="29554" y="91281"/>
                  </a:cubicBezTo>
                  <a:cubicBezTo>
                    <a:pt x="30619" y="89368"/>
                    <a:pt x="32322" y="82566"/>
                    <a:pt x="33387" y="78102"/>
                  </a:cubicBezTo>
                  <a:cubicBezTo>
                    <a:pt x="34452" y="74064"/>
                    <a:pt x="36794" y="64286"/>
                    <a:pt x="38072" y="58972"/>
                  </a:cubicBezTo>
                  <a:cubicBezTo>
                    <a:pt x="39350" y="54295"/>
                    <a:pt x="40628" y="49619"/>
                    <a:pt x="41692" y="44730"/>
                  </a:cubicBezTo>
                  <a:cubicBezTo>
                    <a:pt x="44035" y="36015"/>
                    <a:pt x="44461" y="34314"/>
                    <a:pt x="50636" y="25599"/>
                  </a:cubicBezTo>
                  <a:cubicBezTo>
                    <a:pt x="56599" y="17097"/>
                    <a:pt x="66608" y="6043"/>
                    <a:pt x="82580" y="6043"/>
                  </a:cubicBezTo>
                  <a:cubicBezTo>
                    <a:pt x="94931" y="6043"/>
                    <a:pt x="95144" y="16884"/>
                    <a:pt x="95144" y="20923"/>
                  </a:cubicBezTo>
                  <a:cubicBezTo>
                    <a:pt x="95144" y="33677"/>
                    <a:pt x="85987" y="57271"/>
                    <a:pt x="82580" y="66199"/>
                  </a:cubicBezTo>
                  <a:cubicBezTo>
                    <a:pt x="80237" y="72150"/>
                    <a:pt x="79385" y="74064"/>
                    <a:pt x="79385" y="77677"/>
                  </a:cubicBezTo>
                  <a:cubicBezTo>
                    <a:pt x="79385" y="88943"/>
                    <a:pt x="88755" y="95958"/>
                    <a:pt x="99616" y="95958"/>
                  </a:cubicBezTo>
                  <a:cubicBezTo>
                    <a:pt x="120912" y="95958"/>
                    <a:pt x="130282" y="66624"/>
                    <a:pt x="130282" y="63435"/>
                  </a:cubicBezTo>
                  <a:cubicBezTo>
                    <a:pt x="130282" y="60672"/>
                    <a:pt x="127513" y="60672"/>
                    <a:pt x="126874" y="60672"/>
                  </a:cubicBezTo>
                  <a:cubicBezTo>
                    <a:pt x="123893" y="60672"/>
                    <a:pt x="123680" y="61947"/>
                    <a:pt x="122828" y="64286"/>
                  </a:cubicBezTo>
                  <a:cubicBezTo>
                    <a:pt x="117930" y="81291"/>
                    <a:pt x="108773" y="90006"/>
                    <a:pt x="100255" y="90006"/>
                  </a:cubicBezTo>
                  <a:cubicBezTo>
                    <a:pt x="95783" y="90006"/>
                    <a:pt x="94931" y="87030"/>
                    <a:pt x="94931" y="82566"/>
                  </a:cubicBezTo>
                  <a:cubicBezTo>
                    <a:pt x="94931" y="77677"/>
                    <a:pt x="95996" y="74914"/>
                    <a:pt x="99829" y="65348"/>
                  </a:cubicBezTo>
                  <a:cubicBezTo>
                    <a:pt x="102384" y="58759"/>
                    <a:pt x="111116" y="36227"/>
                    <a:pt x="111116" y="24324"/>
                  </a:cubicBezTo>
                  <a:cubicBezTo>
                    <a:pt x="111116" y="3705"/>
                    <a:pt x="94718" y="92"/>
                    <a:pt x="83431" y="92"/>
                  </a:cubicBezTo>
                  <a:cubicBezTo>
                    <a:pt x="65756" y="92"/>
                    <a:pt x="53831" y="10932"/>
                    <a:pt x="47442" y="19435"/>
                  </a:cubicBezTo>
                  <a:cubicBezTo>
                    <a:pt x="45951" y="4768"/>
                    <a:pt x="33387" y="92"/>
                    <a:pt x="24656" y="92"/>
                  </a:cubicBezTo>
                  <a:cubicBezTo>
                    <a:pt x="15499" y="92"/>
                    <a:pt x="10601" y="6681"/>
                    <a:pt x="7832" y="11570"/>
                  </a:cubicBezTo>
                  <a:cubicBezTo>
                    <a:pt x="3147" y="19435"/>
                    <a:pt x="166" y="31551"/>
                    <a:pt x="166" y="32614"/>
                  </a:cubicBezTo>
                  <a:cubicBezTo>
                    <a:pt x="166" y="35377"/>
                    <a:pt x="3147" y="35377"/>
                    <a:pt x="3786" y="35377"/>
                  </a:cubicBezTo>
                  <a:cubicBezTo>
                    <a:pt x="6768" y="35377"/>
                    <a:pt x="6981" y="34739"/>
                    <a:pt x="8471" y="29000"/>
                  </a:cubicBezTo>
                  <a:cubicBezTo>
                    <a:pt x="11666" y="16459"/>
                    <a:pt x="15712" y="6043"/>
                    <a:pt x="24017" y="6043"/>
                  </a:cubicBezTo>
                  <a:cubicBezTo>
                    <a:pt x="29554" y="6043"/>
                    <a:pt x="31045" y="10720"/>
                    <a:pt x="31045" y="16459"/>
                  </a:cubicBezTo>
                  <a:cubicBezTo>
                    <a:pt x="31045" y="20498"/>
                    <a:pt x="29128" y="28363"/>
                    <a:pt x="27637" y="34102"/>
                  </a:cubicBezTo>
                  <a:cubicBezTo>
                    <a:pt x="26147" y="39841"/>
                    <a:pt x="24017" y="48556"/>
                    <a:pt x="22952" y="53232"/>
                  </a:cubicBezTo>
                  <a:lnTo>
                    <a:pt x="16138" y="80440"/>
                  </a:lnTo>
                  <a:close/>
                </a:path>
              </a:pathLst>
            </a:custGeom>
            <a:solidFill>
              <a:srgbClr val="000000"/>
            </a:solidFill>
            <a:ln w="30508" cap="flat">
              <a:noFill/>
              <a:prstDash val="solid"/>
              <a:miter/>
            </a:ln>
          </p:spPr>
          <p:txBody>
            <a:bodyPr/>
            <a:lstStyle/>
            <a:p>
              <a:endParaRPr lang="en-CA"/>
            </a:p>
          </p:txBody>
        </p:sp>
        <p:sp>
          <p:nvSpPr>
            <p:cNvPr id="23" name="Freeform: Shape 22">
              <a:extLst>
                <a:ext uri="{FF2B5EF4-FFF2-40B4-BE49-F238E27FC236}">
                  <a16:creationId xmlns:a16="http://schemas.microsoft.com/office/drawing/2014/main" id="{984BA338-5A2C-2004-9AD3-8361809A4159}"/>
                </a:ext>
              </a:extLst>
            </p:cNvPr>
            <p:cNvSpPr/>
            <p:nvPr>
              <p:custDataLst>
                <p:tags r:id="rId17"/>
              </p:custDataLst>
            </p:nvPr>
          </p:nvSpPr>
          <p:spPr>
            <a:xfrm>
              <a:off x="7792900" y="5060811"/>
              <a:ext cx="67841" cy="303661"/>
            </a:xfrm>
            <a:custGeom>
              <a:avLst/>
              <a:gdLst>
                <a:gd name="csX0" fmla="*/ 66492 w 67841"/>
                <a:gd name="csY0" fmla="*/ 157083 h 303661"/>
                <a:gd name="csX1" fmla="*/ 68013 w 67841"/>
                <a:gd name="csY1" fmla="*/ 151921 h 303661"/>
                <a:gd name="csX2" fmla="*/ 66492 w 67841"/>
                <a:gd name="csY2" fmla="*/ 146759 h 303661"/>
                <a:gd name="csX3" fmla="*/ 13253 w 67841"/>
                <a:gd name="csY3" fmla="*/ 7074 h 303661"/>
                <a:gd name="csX4" fmla="*/ 6256 w 67841"/>
                <a:gd name="csY4" fmla="*/ 90 h 303661"/>
                <a:gd name="csX5" fmla="*/ 171 w 67841"/>
                <a:gd name="csY5" fmla="*/ 6163 h 303661"/>
                <a:gd name="csX6" fmla="*/ 1693 w 67841"/>
                <a:gd name="csY6" fmla="*/ 11022 h 303661"/>
                <a:gd name="csX7" fmla="*/ 55540 w 67841"/>
                <a:gd name="csY7" fmla="*/ 151921 h 303661"/>
                <a:gd name="csX8" fmla="*/ 1693 w 67841"/>
                <a:gd name="csY8" fmla="*/ 292212 h 303661"/>
                <a:gd name="csX9" fmla="*/ 171 w 67841"/>
                <a:gd name="csY9" fmla="*/ 297678 h 303661"/>
                <a:gd name="csX10" fmla="*/ 6256 w 67841"/>
                <a:gd name="csY10" fmla="*/ 303751 h 303661"/>
                <a:gd name="csX11" fmla="*/ 12645 w 67841"/>
                <a:gd name="csY11" fmla="*/ 297678 h 303661"/>
                <a:gd name="csX12" fmla="*/ 66492 w 67841"/>
                <a:gd name="csY12" fmla="*/ 157083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7841" h="303661">
                  <a:moveTo>
                    <a:pt x="66492" y="157083"/>
                  </a:moveTo>
                  <a:cubicBezTo>
                    <a:pt x="68013" y="153439"/>
                    <a:pt x="68013" y="152832"/>
                    <a:pt x="68013" y="151921"/>
                  </a:cubicBezTo>
                  <a:cubicBezTo>
                    <a:pt x="68013" y="151010"/>
                    <a:pt x="68013" y="150403"/>
                    <a:pt x="66492" y="146759"/>
                  </a:cubicBezTo>
                  <a:lnTo>
                    <a:pt x="13253" y="7074"/>
                  </a:lnTo>
                  <a:cubicBezTo>
                    <a:pt x="11428" y="1912"/>
                    <a:pt x="9602" y="90"/>
                    <a:pt x="6256" y="90"/>
                  </a:cubicBezTo>
                  <a:cubicBezTo>
                    <a:pt x="2909" y="90"/>
                    <a:pt x="171" y="2823"/>
                    <a:pt x="171" y="6163"/>
                  </a:cubicBezTo>
                  <a:cubicBezTo>
                    <a:pt x="171" y="7074"/>
                    <a:pt x="171" y="7682"/>
                    <a:pt x="1693" y="11022"/>
                  </a:cubicBezTo>
                  <a:lnTo>
                    <a:pt x="55540" y="151921"/>
                  </a:lnTo>
                  <a:lnTo>
                    <a:pt x="1693" y="292212"/>
                  </a:lnTo>
                  <a:cubicBezTo>
                    <a:pt x="171" y="295553"/>
                    <a:pt x="171" y="296160"/>
                    <a:pt x="171" y="297678"/>
                  </a:cubicBezTo>
                  <a:cubicBezTo>
                    <a:pt x="171" y="301019"/>
                    <a:pt x="2909" y="303751"/>
                    <a:pt x="6256" y="303751"/>
                  </a:cubicBezTo>
                  <a:cubicBezTo>
                    <a:pt x="10211" y="303751"/>
                    <a:pt x="11428" y="300715"/>
                    <a:pt x="12645" y="297678"/>
                  </a:cubicBezTo>
                  <a:lnTo>
                    <a:pt x="66492" y="157083"/>
                  </a:lnTo>
                  <a:close/>
                </a:path>
              </a:pathLst>
            </a:custGeom>
            <a:solidFill>
              <a:srgbClr val="000000"/>
            </a:solidFill>
            <a:ln w="30508" cap="flat">
              <a:noFill/>
              <a:prstDash val="solid"/>
              <a:miter/>
            </a:ln>
          </p:spPr>
          <p:txBody>
            <a:bodyPr/>
            <a:lstStyle/>
            <a:p>
              <a:endParaRPr lang="en-CA"/>
            </a:p>
          </p:txBody>
        </p:sp>
        <p:sp>
          <p:nvSpPr>
            <p:cNvPr id="24" name="Freeform: Shape 23">
              <a:extLst>
                <a:ext uri="{FF2B5EF4-FFF2-40B4-BE49-F238E27FC236}">
                  <a16:creationId xmlns:a16="http://schemas.microsoft.com/office/drawing/2014/main" id="{0E17B26B-617B-EF0F-44DF-908FC1EA331A}"/>
                </a:ext>
              </a:extLst>
            </p:cNvPr>
            <p:cNvSpPr/>
            <p:nvPr>
              <p:custDataLst>
                <p:tags r:id="rId18"/>
              </p:custDataLst>
            </p:nvPr>
          </p:nvSpPr>
          <p:spPr>
            <a:xfrm>
              <a:off x="7911817" y="5060811"/>
              <a:ext cx="70579" cy="303661"/>
            </a:xfrm>
            <a:custGeom>
              <a:avLst/>
              <a:gdLst>
                <a:gd name="csX0" fmla="*/ 70755 w 70579"/>
                <a:gd name="csY0" fmla="*/ 151921 h 303661"/>
                <a:gd name="csX1" fmla="*/ 50676 w 70579"/>
                <a:gd name="csY1" fmla="*/ 57178 h 303661"/>
                <a:gd name="csX2" fmla="*/ 3218 w 70579"/>
                <a:gd name="csY2" fmla="*/ 90 h 303661"/>
                <a:gd name="csX3" fmla="*/ 175 w 70579"/>
                <a:gd name="csY3" fmla="*/ 3127 h 303661"/>
                <a:gd name="csX4" fmla="*/ 5956 w 70579"/>
                <a:gd name="csY4" fmla="*/ 10111 h 303661"/>
                <a:gd name="csX5" fmla="*/ 53110 w 70579"/>
                <a:gd name="csY5" fmla="*/ 151921 h 303661"/>
                <a:gd name="csX6" fmla="*/ 4130 w 70579"/>
                <a:gd name="csY6" fmla="*/ 295553 h 303661"/>
                <a:gd name="csX7" fmla="*/ 175 w 70579"/>
                <a:gd name="csY7" fmla="*/ 300715 h 303661"/>
                <a:gd name="csX8" fmla="*/ 3218 w 70579"/>
                <a:gd name="csY8" fmla="*/ 303751 h 303661"/>
                <a:gd name="csX9" fmla="*/ 51589 w 70579"/>
                <a:gd name="csY9" fmla="*/ 244538 h 303661"/>
                <a:gd name="csX10" fmla="*/ 70755 w 70579"/>
                <a:gd name="csY10" fmla="*/ 151921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755" y="151921"/>
                  </a:moveTo>
                  <a:cubicBezTo>
                    <a:pt x="70755" y="128235"/>
                    <a:pt x="67408" y="91492"/>
                    <a:pt x="50676" y="57178"/>
                  </a:cubicBezTo>
                  <a:cubicBezTo>
                    <a:pt x="32423" y="19828"/>
                    <a:pt x="6260" y="90"/>
                    <a:pt x="3218" y="90"/>
                  </a:cubicBezTo>
                  <a:cubicBezTo>
                    <a:pt x="1392" y="90"/>
                    <a:pt x="175" y="1305"/>
                    <a:pt x="175" y="3127"/>
                  </a:cubicBezTo>
                  <a:cubicBezTo>
                    <a:pt x="175" y="4038"/>
                    <a:pt x="175" y="4645"/>
                    <a:pt x="5956" y="10111"/>
                  </a:cubicBezTo>
                  <a:cubicBezTo>
                    <a:pt x="35769" y="40173"/>
                    <a:pt x="53110" y="88456"/>
                    <a:pt x="53110" y="151921"/>
                  </a:cubicBezTo>
                  <a:cubicBezTo>
                    <a:pt x="53110" y="203847"/>
                    <a:pt x="41854" y="257291"/>
                    <a:pt x="4130" y="295553"/>
                  </a:cubicBezTo>
                  <a:cubicBezTo>
                    <a:pt x="175" y="299197"/>
                    <a:pt x="175" y="299804"/>
                    <a:pt x="175" y="300715"/>
                  </a:cubicBezTo>
                  <a:cubicBezTo>
                    <a:pt x="175" y="302537"/>
                    <a:pt x="1392" y="303751"/>
                    <a:pt x="3218" y="303751"/>
                  </a:cubicBezTo>
                  <a:cubicBezTo>
                    <a:pt x="6260" y="303751"/>
                    <a:pt x="33640" y="283102"/>
                    <a:pt x="51589" y="244538"/>
                  </a:cubicBezTo>
                  <a:cubicBezTo>
                    <a:pt x="67104" y="211135"/>
                    <a:pt x="70755" y="177428"/>
                    <a:pt x="70755" y="151921"/>
                  </a:cubicBezTo>
                  <a:close/>
                </a:path>
              </a:pathLst>
            </a:custGeom>
            <a:solidFill>
              <a:srgbClr val="000000"/>
            </a:solidFill>
            <a:ln w="30508" cap="flat">
              <a:noFill/>
              <a:prstDash val="solid"/>
              <a:miter/>
            </a:ln>
          </p:spPr>
          <p:txBody>
            <a:bodyPr/>
            <a:lstStyle/>
            <a:p>
              <a:endParaRPr lang="en-CA"/>
            </a:p>
          </p:txBody>
        </p:sp>
        <p:sp>
          <p:nvSpPr>
            <p:cNvPr id="25" name="Freeform: Shape 24">
              <a:extLst>
                <a:ext uri="{FF2B5EF4-FFF2-40B4-BE49-F238E27FC236}">
                  <a16:creationId xmlns:a16="http://schemas.microsoft.com/office/drawing/2014/main" id="{F0A11EBD-21B4-D75F-3F9A-E53A9E99D9C2}"/>
                </a:ext>
              </a:extLst>
            </p:cNvPr>
            <p:cNvSpPr/>
            <p:nvPr>
              <p:custDataLst>
                <p:tags r:id="rId19"/>
              </p:custDataLst>
            </p:nvPr>
          </p:nvSpPr>
          <p:spPr>
            <a:xfrm>
              <a:off x="8114324" y="5177113"/>
              <a:ext cx="202307" cy="71056"/>
            </a:xfrm>
            <a:custGeom>
              <a:avLst/>
              <a:gdLst>
                <a:gd name="csX0" fmla="*/ 192146 w 202307"/>
                <a:gd name="csY0" fmla="*/ 12237 h 71056"/>
                <a:gd name="csX1" fmla="*/ 202489 w 202307"/>
                <a:gd name="csY1" fmla="*/ 6163 h 71056"/>
                <a:gd name="csX2" fmla="*/ 192450 w 202307"/>
                <a:gd name="csY2" fmla="*/ 90 h 71056"/>
                <a:gd name="csX3" fmla="*/ 10221 w 202307"/>
                <a:gd name="csY3" fmla="*/ 90 h 71056"/>
                <a:gd name="csX4" fmla="*/ 182 w 202307"/>
                <a:gd name="csY4" fmla="*/ 6163 h 71056"/>
                <a:gd name="csX5" fmla="*/ 10526 w 202307"/>
                <a:gd name="csY5" fmla="*/ 12237 h 71056"/>
                <a:gd name="csX6" fmla="*/ 192146 w 202307"/>
                <a:gd name="csY6" fmla="*/ 12237 h 71056"/>
                <a:gd name="csX7" fmla="*/ 192450 w 202307"/>
                <a:gd name="csY7" fmla="*/ 71147 h 71056"/>
                <a:gd name="csX8" fmla="*/ 202489 w 202307"/>
                <a:gd name="csY8" fmla="*/ 65074 h 71056"/>
                <a:gd name="csX9" fmla="*/ 192146 w 202307"/>
                <a:gd name="csY9" fmla="*/ 59000 h 71056"/>
                <a:gd name="csX10" fmla="*/ 10526 w 202307"/>
                <a:gd name="csY10" fmla="*/ 59000 h 71056"/>
                <a:gd name="csX11" fmla="*/ 182 w 202307"/>
                <a:gd name="csY11" fmla="*/ 65074 h 71056"/>
                <a:gd name="csX12" fmla="*/ 10221 w 202307"/>
                <a:gd name="csY12" fmla="*/ 71147 h 71056"/>
                <a:gd name="csX13" fmla="*/ 192450 w 202307"/>
                <a:gd name="csY13" fmla="*/ 71147 h 7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2307" h="71056">
                  <a:moveTo>
                    <a:pt x="192146" y="12237"/>
                  </a:moveTo>
                  <a:cubicBezTo>
                    <a:pt x="196709" y="12237"/>
                    <a:pt x="202489" y="12237"/>
                    <a:pt x="202489" y="6163"/>
                  </a:cubicBezTo>
                  <a:cubicBezTo>
                    <a:pt x="202489" y="90"/>
                    <a:pt x="196709" y="90"/>
                    <a:pt x="192450" y="90"/>
                  </a:cubicBezTo>
                  <a:lnTo>
                    <a:pt x="10221" y="90"/>
                  </a:lnTo>
                  <a:cubicBezTo>
                    <a:pt x="5962" y="90"/>
                    <a:pt x="182" y="90"/>
                    <a:pt x="182" y="6163"/>
                  </a:cubicBezTo>
                  <a:cubicBezTo>
                    <a:pt x="182" y="12237"/>
                    <a:pt x="5962" y="12237"/>
                    <a:pt x="10526" y="12237"/>
                  </a:cubicBezTo>
                  <a:lnTo>
                    <a:pt x="192146" y="12237"/>
                  </a:lnTo>
                  <a:close/>
                  <a:moveTo>
                    <a:pt x="192450" y="71147"/>
                  </a:moveTo>
                  <a:cubicBezTo>
                    <a:pt x="196709" y="71147"/>
                    <a:pt x="202489" y="71147"/>
                    <a:pt x="202489" y="65074"/>
                  </a:cubicBezTo>
                  <a:cubicBezTo>
                    <a:pt x="202489" y="59000"/>
                    <a:pt x="196709" y="59000"/>
                    <a:pt x="192146" y="59000"/>
                  </a:cubicBezTo>
                  <a:lnTo>
                    <a:pt x="10526" y="59000"/>
                  </a:lnTo>
                  <a:cubicBezTo>
                    <a:pt x="5962" y="59000"/>
                    <a:pt x="182" y="59000"/>
                    <a:pt x="182" y="65074"/>
                  </a:cubicBezTo>
                  <a:cubicBezTo>
                    <a:pt x="182" y="71147"/>
                    <a:pt x="5962" y="71147"/>
                    <a:pt x="10221" y="71147"/>
                  </a:cubicBezTo>
                  <a:lnTo>
                    <a:pt x="192450" y="71147"/>
                  </a:lnTo>
                  <a:close/>
                </a:path>
              </a:pathLst>
            </a:custGeom>
            <a:solidFill>
              <a:srgbClr val="000000"/>
            </a:solidFill>
            <a:ln w="30508" cap="flat">
              <a:noFill/>
              <a:prstDash val="solid"/>
              <a:miter/>
            </a:ln>
          </p:spPr>
          <p:txBody>
            <a:bodyPr/>
            <a:lstStyle/>
            <a:p>
              <a:endParaRPr lang="en-CA"/>
            </a:p>
          </p:txBody>
        </p:sp>
        <p:sp>
          <p:nvSpPr>
            <p:cNvPr id="26" name="Freeform: Shape 25">
              <a:extLst>
                <a:ext uri="{FF2B5EF4-FFF2-40B4-BE49-F238E27FC236}">
                  <a16:creationId xmlns:a16="http://schemas.microsoft.com/office/drawing/2014/main" id="{38F5927D-F90C-55D3-3F26-07BCC1813E1A}"/>
                </a:ext>
              </a:extLst>
            </p:cNvPr>
            <p:cNvSpPr/>
            <p:nvPr>
              <p:custDataLst>
                <p:tags r:id="rId20"/>
              </p:custDataLst>
            </p:nvPr>
          </p:nvSpPr>
          <p:spPr>
            <a:xfrm>
              <a:off x="8550274" y="4815239"/>
              <a:ext cx="130115" cy="95865"/>
            </a:xfrm>
            <a:custGeom>
              <a:avLst/>
              <a:gdLst>
                <a:gd name="csX0" fmla="*/ 16168 w 130115"/>
                <a:gd name="csY0" fmla="*/ 80427 h 95865"/>
                <a:gd name="csX1" fmla="*/ 14039 w 130115"/>
                <a:gd name="csY1" fmla="*/ 89142 h 95865"/>
                <a:gd name="csX2" fmla="*/ 21279 w 130115"/>
                <a:gd name="csY2" fmla="*/ 95944 h 95865"/>
                <a:gd name="csX3" fmla="*/ 29584 w 130115"/>
                <a:gd name="csY3" fmla="*/ 91267 h 95865"/>
                <a:gd name="csX4" fmla="*/ 33417 w 130115"/>
                <a:gd name="csY4" fmla="*/ 78088 h 95865"/>
                <a:gd name="csX5" fmla="*/ 38103 w 130115"/>
                <a:gd name="csY5" fmla="*/ 58958 h 95865"/>
                <a:gd name="csX6" fmla="*/ 41723 w 130115"/>
                <a:gd name="csY6" fmla="*/ 44716 h 95865"/>
                <a:gd name="csX7" fmla="*/ 50667 w 130115"/>
                <a:gd name="csY7" fmla="*/ 25585 h 95865"/>
                <a:gd name="csX8" fmla="*/ 82610 w 130115"/>
                <a:gd name="csY8" fmla="*/ 6029 h 95865"/>
                <a:gd name="csX9" fmla="*/ 95174 w 130115"/>
                <a:gd name="csY9" fmla="*/ 20909 h 95865"/>
                <a:gd name="csX10" fmla="*/ 82610 w 130115"/>
                <a:gd name="csY10" fmla="*/ 66185 h 95865"/>
                <a:gd name="csX11" fmla="*/ 79416 w 130115"/>
                <a:gd name="csY11" fmla="*/ 77663 h 95865"/>
                <a:gd name="csX12" fmla="*/ 99647 w 130115"/>
                <a:gd name="csY12" fmla="*/ 95944 h 95865"/>
                <a:gd name="csX13" fmla="*/ 130312 w 130115"/>
                <a:gd name="csY13" fmla="*/ 63421 h 95865"/>
                <a:gd name="csX14" fmla="*/ 126905 w 130115"/>
                <a:gd name="csY14" fmla="*/ 60658 h 95865"/>
                <a:gd name="csX15" fmla="*/ 122859 w 130115"/>
                <a:gd name="csY15" fmla="*/ 64272 h 95865"/>
                <a:gd name="csX16" fmla="*/ 100285 w 130115"/>
                <a:gd name="csY16" fmla="*/ 89992 h 95865"/>
                <a:gd name="csX17" fmla="*/ 94961 w 130115"/>
                <a:gd name="csY17" fmla="*/ 82552 h 95865"/>
                <a:gd name="csX18" fmla="*/ 99859 w 130115"/>
                <a:gd name="csY18" fmla="*/ 65335 h 95865"/>
                <a:gd name="csX19" fmla="*/ 111146 w 130115"/>
                <a:gd name="csY19" fmla="*/ 24310 h 95865"/>
                <a:gd name="csX20" fmla="*/ 83462 w 130115"/>
                <a:gd name="csY20" fmla="*/ 78 h 95865"/>
                <a:gd name="csX21" fmla="*/ 47473 w 130115"/>
                <a:gd name="csY21" fmla="*/ 19421 h 95865"/>
                <a:gd name="csX22" fmla="*/ 24686 w 130115"/>
                <a:gd name="csY22" fmla="*/ 78 h 95865"/>
                <a:gd name="csX23" fmla="*/ 7863 w 130115"/>
                <a:gd name="csY23" fmla="*/ 11556 h 95865"/>
                <a:gd name="csX24" fmla="*/ 196 w 130115"/>
                <a:gd name="csY24" fmla="*/ 32600 h 95865"/>
                <a:gd name="csX25" fmla="*/ 3817 w 130115"/>
                <a:gd name="csY25" fmla="*/ 35363 h 95865"/>
                <a:gd name="csX26" fmla="*/ 8502 w 130115"/>
                <a:gd name="csY26" fmla="*/ 28986 h 95865"/>
                <a:gd name="csX27" fmla="*/ 24047 w 130115"/>
                <a:gd name="csY27" fmla="*/ 6029 h 95865"/>
                <a:gd name="csX28" fmla="*/ 31075 w 130115"/>
                <a:gd name="csY28" fmla="*/ 16445 h 95865"/>
                <a:gd name="csX29" fmla="*/ 27668 w 130115"/>
                <a:gd name="csY29" fmla="*/ 34088 h 95865"/>
                <a:gd name="csX30" fmla="*/ 22983 w 130115"/>
                <a:gd name="csY30" fmla="*/ 53218 h 95865"/>
                <a:gd name="csX31" fmla="*/ 16168 w 130115"/>
                <a:gd name="csY31" fmla="*/ 80427 h 9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0115" h="95865">
                  <a:moveTo>
                    <a:pt x="16168" y="80427"/>
                  </a:moveTo>
                  <a:cubicBezTo>
                    <a:pt x="15316" y="83190"/>
                    <a:pt x="14039" y="88504"/>
                    <a:pt x="14039" y="89142"/>
                  </a:cubicBezTo>
                  <a:cubicBezTo>
                    <a:pt x="14039" y="93818"/>
                    <a:pt x="17872" y="95944"/>
                    <a:pt x="21279" y="95944"/>
                  </a:cubicBezTo>
                  <a:cubicBezTo>
                    <a:pt x="25112" y="95944"/>
                    <a:pt x="28520" y="93180"/>
                    <a:pt x="29584" y="91267"/>
                  </a:cubicBezTo>
                  <a:cubicBezTo>
                    <a:pt x="30649" y="89354"/>
                    <a:pt x="32353" y="82552"/>
                    <a:pt x="33417" y="78088"/>
                  </a:cubicBezTo>
                  <a:cubicBezTo>
                    <a:pt x="34482" y="74050"/>
                    <a:pt x="36825" y="64272"/>
                    <a:pt x="38103" y="58958"/>
                  </a:cubicBezTo>
                  <a:cubicBezTo>
                    <a:pt x="39380" y="54281"/>
                    <a:pt x="40658" y="49605"/>
                    <a:pt x="41723" y="44716"/>
                  </a:cubicBezTo>
                  <a:cubicBezTo>
                    <a:pt x="44065" y="36001"/>
                    <a:pt x="44491" y="34300"/>
                    <a:pt x="50667" y="25585"/>
                  </a:cubicBezTo>
                  <a:cubicBezTo>
                    <a:pt x="56630" y="17083"/>
                    <a:pt x="66638" y="6029"/>
                    <a:pt x="82610" y="6029"/>
                  </a:cubicBezTo>
                  <a:cubicBezTo>
                    <a:pt x="94961" y="6029"/>
                    <a:pt x="95174" y="16870"/>
                    <a:pt x="95174" y="20909"/>
                  </a:cubicBezTo>
                  <a:cubicBezTo>
                    <a:pt x="95174" y="33663"/>
                    <a:pt x="86017" y="57257"/>
                    <a:pt x="82610" y="66185"/>
                  </a:cubicBezTo>
                  <a:cubicBezTo>
                    <a:pt x="80268" y="72137"/>
                    <a:pt x="79416" y="74050"/>
                    <a:pt x="79416" y="77663"/>
                  </a:cubicBezTo>
                  <a:cubicBezTo>
                    <a:pt x="79416" y="88929"/>
                    <a:pt x="88786" y="95944"/>
                    <a:pt x="99647" y="95944"/>
                  </a:cubicBezTo>
                  <a:cubicBezTo>
                    <a:pt x="120942" y="95944"/>
                    <a:pt x="130312" y="66610"/>
                    <a:pt x="130312" y="63421"/>
                  </a:cubicBezTo>
                  <a:cubicBezTo>
                    <a:pt x="130312" y="60658"/>
                    <a:pt x="127544" y="60658"/>
                    <a:pt x="126905" y="60658"/>
                  </a:cubicBezTo>
                  <a:cubicBezTo>
                    <a:pt x="123923" y="60658"/>
                    <a:pt x="123710" y="61934"/>
                    <a:pt x="122859" y="64272"/>
                  </a:cubicBezTo>
                  <a:cubicBezTo>
                    <a:pt x="117961" y="81277"/>
                    <a:pt x="108804" y="89992"/>
                    <a:pt x="100285" y="89992"/>
                  </a:cubicBezTo>
                  <a:cubicBezTo>
                    <a:pt x="95813" y="89992"/>
                    <a:pt x="94961" y="87016"/>
                    <a:pt x="94961" y="82552"/>
                  </a:cubicBezTo>
                  <a:cubicBezTo>
                    <a:pt x="94961" y="77663"/>
                    <a:pt x="96026" y="74900"/>
                    <a:pt x="99859" y="65335"/>
                  </a:cubicBezTo>
                  <a:cubicBezTo>
                    <a:pt x="102415" y="58745"/>
                    <a:pt x="111146" y="36213"/>
                    <a:pt x="111146" y="24310"/>
                  </a:cubicBezTo>
                  <a:cubicBezTo>
                    <a:pt x="111146" y="3691"/>
                    <a:pt x="94749" y="78"/>
                    <a:pt x="83462" y="78"/>
                  </a:cubicBezTo>
                  <a:cubicBezTo>
                    <a:pt x="65787" y="78"/>
                    <a:pt x="53861" y="10918"/>
                    <a:pt x="47473" y="19421"/>
                  </a:cubicBezTo>
                  <a:cubicBezTo>
                    <a:pt x="45982" y="4754"/>
                    <a:pt x="33417" y="78"/>
                    <a:pt x="24686" y="78"/>
                  </a:cubicBezTo>
                  <a:cubicBezTo>
                    <a:pt x="15529" y="78"/>
                    <a:pt x="10631" y="6667"/>
                    <a:pt x="7863" y="11556"/>
                  </a:cubicBezTo>
                  <a:cubicBezTo>
                    <a:pt x="3178" y="19421"/>
                    <a:pt x="196" y="31537"/>
                    <a:pt x="196" y="32600"/>
                  </a:cubicBezTo>
                  <a:cubicBezTo>
                    <a:pt x="196" y="35363"/>
                    <a:pt x="3178" y="35363"/>
                    <a:pt x="3817" y="35363"/>
                  </a:cubicBezTo>
                  <a:cubicBezTo>
                    <a:pt x="6798" y="35363"/>
                    <a:pt x="7011" y="34725"/>
                    <a:pt x="8502" y="28986"/>
                  </a:cubicBezTo>
                  <a:cubicBezTo>
                    <a:pt x="11696" y="16445"/>
                    <a:pt x="15742" y="6029"/>
                    <a:pt x="24047" y="6029"/>
                  </a:cubicBezTo>
                  <a:cubicBezTo>
                    <a:pt x="29584" y="6029"/>
                    <a:pt x="31075" y="10706"/>
                    <a:pt x="31075" y="16445"/>
                  </a:cubicBezTo>
                  <a:cubicBezTo>
                    <a:pt x="31075" y="20484"/>
                    <a:pt x="29158" y="28349"/>
                    <a:pt x="27668" y="34088"/>
                  </a:cubicBezTo>
                  <a:cubicBezTo>
                    <a:pt x="26177" y="39827"/>
                    <a:pt x="24047" y="48542"/>
                    <a:pt x="22983" y="53218"/>
                  </a:cubicBezTo>
                  <a:lnTo>
                    <a:pt x="16168" y="80427"/>
                  </a:lnTo>
                  <a:close/>
                </a:path>
              </a:pathLst>
            </a:custGeom>
            <a:solidFill>
              <a:srgbClr val="000000"/>
            </a:solidFill>
            <a:ln w="30508" cap="flat">
              <a:noFill/>
              <a:prstDash val="solid"/>
              <a:miter/>
            </a:ln>
          </p:spPr>
          <p:txBody>
            <a:bodyPr/>
            <a:lstStyle/>
            <a:p>
              <a:endParaRPr lang="en-CA"/>
            </a:p>
          </p:txBody>
        </p:sp>
        <p:sp>
          <p:nvSpPr>
            <p:cNvPr id="27" name="Freeform: Shape 26">
              <a:extLst>
                <a:ext uri="{FF2B5EF4-FFF2-40B4-BE49-F238E27FC236}">
                  <a16:creationId xmlns:a16="http://schemas.microsoft.com/office/drawing/2014/main" id="{9737DFF4-947A-3661-E8D4-966B000D8334}"/>
                </a:ext>
              </a:extLst>
            </p:cNvPr>
            <p:cNvSpPr/>
            <p:nvPr>
              <p:custDataLst>
                <p:tags r:id="rId21"/>
              </p:custDataLst>
            </p:nvPr>
          </p:nvSpPr>
          <p:spPr>
            <a:xfrm>
              <a:off x="8438131" y="5000077"/>
              <a:ext cx="354418" cy="425125"/>
            </a:xfrm>
            <a:custGeom>
              <a:avLst/>
              <a:gdLst>
                <a:gd name="csX0" fmla="*/ 354611 w 354418"/>
                <a:gd name="csY0" fmla="*/ 425206 h 425125"/>
                <a:gd name="csX1" fmla="*/ 354611 w 354418"/>
                <a:gd name="csY1" fmla="*/ 408809 h 425125"/>
                <a:gd name="csX2" fmla="*/ 304718 w 354418"/>
                <a:gd name="csY2" fmla="*/ 375406 h 425125"/>
                <a:gd name="csX3" fmla="*/ 304718 w 354418"/>
                <a:gd name="csY3" fmla="*/ 49881 h 425125"/>
                <a:gd name="csX4" fmla="*/ 354611 w 354418"/>
                <a:gd name="csY4" fmla="*/ 16478 h 425125"/>
                <a:gd name="csX5" fmla="*/ 354611 w 354418"/>
                <a:gd name="csY5" fmla="*/ 81 h 425125"/>
                <a:gd name="csX6" fmla="*/ 193 w 354418"/>
                <a:gd name="csY6" fmla="*/ 81 h 425125"/>
                <a:gd name="csX7" fmla="*/ 193 w 354418"/>
                <a:gd name="csY7" fmla="*/ 16478 h 425125"/>
                <a:gd name="csX8" fmla="*/ 50085 w 354418"/>
                <a:gd name="csY8" fmla="*/ 49881 h 425125"/>
                <a:gd name="csX9" fmla="*/ 50085 w 354418"/>
                <a:gd name="csY9" fmla="*/ 375406 h 425125"/>
                <a:gd name="csX10" fmla="*/ 193 w 354418"/>
                <a:gd name="csY10" fmla="*/ 408809 h 425125"/>
                <a:gd name="csX11" fmla="*/ 193 w 354418"/>
                <a:gd name="csY11" fmla="*/ 425206 h 425125"/>
                <a:gd name="csX12" fmla="*/ 146523 w 354418"/>
                <a:gd name="csY12" fmla="*/ 425206 h 425125"/>
                <a:gd name="csX13" fmla="*/ 146523 w 354418"/>
                <a:gd name="csY13" fmla="*/ 408809 h 425125"/>
                <a:gd name="csX14" fmla="*/ 96631 w 354418"/>
                <a:gd name="csY14" fmla="*/ 375406 h 425125"/>
                <a:gd name="csX15" fmla="*/ 96631 w 354418"/>
                <a:gd name="csY15" fmla="*/ 16478 h 425125"/>
                <a:gd name="csX16" fmla="*/ 258172 w 354418"/>
                <a:gd name="csY16" fmla="*/ 16478 h 425125"/>
                <a:gd name="csX17" fmla="*/ 258172 w 354418"/>
                <a:gd name="csY17" fmla="*/ 375406 h 425125"/>
                <a:gd name="csX18" fmla="*/ 208280 w 354418"/>
                <a:gd name="csY18" fmla="*/ 408809 h 425125"/>
                <a:gd name="csX19" fmla="*/ 208280 w 354418"/>
                <a:gd name="csY19" fmla="*/ 425206 h 425125"/>
                <a:gd name="csX20" fmla="*/ 354611 w 354418"/>
                <a:gd name="csY20" fmla="*/ 425206 h 425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54418" h="425125">
                  <a:moveTo>
                    <a:pt x="354611" y="425206"/>
                  </a:moveTo>
                  <a:lnTo>
                    <a:pt x="354611" y="408809"/>
                  </a:lnTo>
                  <a:cubicBezTo>
                    <a:pt x="314149" y="408809"/>
                    <a:pt x="304718" y="394840"/>
                    <a:pt x="304718" y="375406"/>
                  </a:cubicBezTo>
                  <a:lnTo>
                    <a:pt x="304718" y="49881"/>
                  </a:lnTo>
                  <a:cubicBezTo>
                    <a:pt x="304718" y="30143"/>
                    <a:pt x="314453" y="16478"/>
                    <a:pt x="354611" y="16478"/>
                  </a:cubicBezTo>
                  <a:lnTo>
                    <a:pt x="354611" y="81"/>
                  </a:lnTo>
                  <a:lnTo>
                    <a:pt x="193" y="81"/>
                  </a:lnTo>
                  <a:lnTo>
                    <a:pt x="193" y="16478"/>
                  </a:lnTo>
                  <a:cubicBezTo>
                    <a:pt x="40654" y="16478"/>
                    <a:pt x="50085" y="30447"/>
                    <a:pt x="50085" y="49881"/>
                  </a:cubicBezTo>
                  <a:lnTo>
                    <a:pt x="50085" y="375406"/>
                  </a:lnTo>
                  <a:cubicBezTo>
                    <a:pt x="50085" y="395144"/>
                    <a:pt x="40350" y="408809"/>
                    <a:pt x="193" y="408809"/>
                  </a:cubicBezTo>
                  <a:lnTo>
                    <a:pt x="193" y="425206"/>
                  </a:lnTo>
                  <a:lnTo>
                    <a:pt x="146523" y="425206"/>
                  </a:lnTo>
                  <a:lnTo>
                    <a:pt x="146523" y="408809"/>
                  </a:lnTo>
                  <a:cubicBezTo>
                    <a:pt x="106062" y="408809"/>
                    <a:pt x="96631" y="394840"/>
                    <a:pt x="96631" y="375406"/>
                  </a:cubicBezTo>
                  <a:lnTo>
                    <a:pt x="96631" y="16478"/>
                  </a:lnTo>
                  <a:lnTo>
                    <a:pt x="258172" y="16478"/>
                  </a:lnTo>
                  <a:lnTo>
                    <a:pt x="258172" y="375406"/>
                  </a:lnTo>
                  <a:cubicBezTo>
                    <a:pt x="258172" y="395144"/>
                    <a:pt x="248437" y="408809"/>
                    <a:pt x="208280" y="408809"/>
                  </a:cubicBezTo>
                  <a:lnTo>
                    <a:pt x="208280" y="425206"/>
                  </a:lnTo>
                  <a:lnTo>
                    <a:pt x="354611" y="425206"/>
                  </a:lnTo>
                  <a:close/>
                </a:path>
              </a:pathLst>
            </a:custGeom>
            <a:solidFill>
              <a:srgbClr val="000000"/>
            </a:solidFill>
            <a:ln w="30508" cap="flat">
              <a:noFill/>
              <a:prstDash val="solid"/>
              <a:miter/>
            </a:ln>
          </p:spPr>
          <p:txBody>
            <a:bodyPr/>
            <a:lstStyle/>
            <a:p>
              <a:endParaRPr lang="en-CA"/>
            </a:p>
          </p:txBody>
        </p:sp>
        <p:sp>
          <p:nvSpPr>
            <p:cNvPr id="28" name="Freeform: Shape 27">
              <a:extLst>
                <a:ext uri="{FF2B5EF4-FFF2-40B4-BE49-F238E27FC236}">
                  <a16:creationId xmlns:a16="http://schemas.microsoft.com/office/drawing/2014/main" id="{9452F87A-7037-67A3-BCF6-C50E9BF5BFE6}"/>
                </a:ext>
              </a:extLst>
            </p:cNvPr>
            <p:cNvSpPr/>
            <p:nvPr>
              <p:custDataLst>
                <p:tags r:id="rId22"/>
              </p:custDataLst>
            </p:nvPr>
          </p:nvSpPr>
          <p:spPr>
            <a:xfrm>
              <a:off x="8428418" y="5505907"/>
              <a:ext cx="64525" cy="143054"/>
            </a:xfrm>
            <a:custGeom>
              <a:avLst/>
              <a:gdLst>
                <a:gd name="csX0" fmla="*/ 59181 w 64525"/>
                <a:gd name="csY0" fmla="*/ 8179 h 143054"/>
                <a:gd name="csX1" fmla="*/ 50663 w 64525"/>
                <a:gd name="csY1" fmla="*/ 102 h 143054"/>
                <a:gd name="csX2" fmla="*/ 38737 w 64525"/>
                <a:gd name="csY2" fmla="*/ 11793 h 143054"/>
                <a:gd name="csX3" fmla="*/ 47256 w 64525"/>
                <a:gd name="csY3" fmla="*/ 19870 h 143054"/>
                <a:gd name="csX4" fmla="*/ 59181 w 64525"/>
                <a:gd name="csY4" fmla="*/ 8179 h 143054"/>
                <a:gd name="csX5" fmla="*/ 15738 w 64525"/>
                <a:gd name="csY5" fmla="*/ 116161 h 143054"/>
                <a:gd name="csX6" fmla="*/ 13822 w 64525"/>
                <a:gd name="csY6" fmla="*/ 125089 h 143054"/>
                <a:gd name="csX7" fmla="*/ 34052 w 64525"/>
                <a:gd name="csY7" fmla="*/ 143157 h 143054"/>
                <a:gd name="csX8" fmla="*/ 64718 w 64525"/>
                <a:gd name="csY8" fmla="*/ 110635 h 143054"/>
                <a:gd name="csX9" fmla="*/ 61311 w 64525"/>
                <a:gd name="csY9" fmla="*/ 107871 h 143054"/>
                <a:gd name="csX10" fmla="*/ 57264 w 64525"/>
                <a:gd name="csY10" fmla="*/ 111485 h 143054"/>
                <a:gd name="csX11" fmla="*/ 34691 w 64525"/>
                <a:gd name="csY11" fmla="*/ 137205 h 143054"/>
                <a:gd name="csX12" fmla="*/ 29367 w 64525"/>
                <a:gd name="csY12" fmla="*/ 129765 h 143054"/>
                <a:gd name="csX13" fmla="*/ 32775 w 64525"/>
                <a:gd name="csY13" fmla="*/ 116161 h 143054"/>
                <a:gd name="csX14" fmla="*/ 39589 w 64525"/>
                <a:gd name="csY14" fmla="*/ 99156 h 143054"/>
                <a:gd name="csX15" fmla="*/ 50024 w 64525"/>
                <a:gd name="csY15" fmla="*/ 72161 h 143054"/>
                <a:gd name="csX16" fmla="*/ 51302 w 64525"/>
                <a:gd name="csY16" fmla="*/ 65359 h 143054"/>
                <a:gd name="csX17" fmla="*/ 31071 w 64525"/>
                <a:gd name="csY17" fmla="*/ 47291 h 143054"/>
                <a:gd name="csX18" fmla="*/ 193 w 64525"/>
                <a:gd name="csY18" fmla="*/ 79813 h 143054"/>
                <a:gd name="csX19" fmla="*/ 3813 w 64525"/>
                <a:gd name="csY19" fmla="*/ 82576 h 143054"/>
                <a:gd name="csX20" fmla="*/ 7646 w 64525"/>
                <a:gd name="csY20" fmla="*/ 79175 h 143054"/>
                <a:gd name="csX21" fmla="*/ 30432 w 64525"/>
                <a:gd name="csY21" fmla="*/ 53243 h 143054"/>
                <a:gd name="csX22" fmla="*/ 35756 w 64525"/>
                <a:gd name="csY22" fmla="*/ 60682 h 143054"/>
                <a:gd name="csX23" fmla="*/ 29154 w 64525"/>
                <a:gd name="csY23" fmla="*/ 81939 h 143054"/>
                <a:gd name="csX24" fmla="*/ 15738 w 64525"/>
                <a:gd name="csY24" fmla="*/ 116161 h 1430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4525" h="143054">
                  <a:moveTo>
                    <a:pt x="59181" y="8179"/>
                  </a:moveTo>
                  <a:cubicBezTo>
                    <a:pt x="59181" y="4778"/>
                    <a:pt x="56626" y="102"/>
                    <a:pt x="50663" y="102"/>
                  </a:cubicBezTo>
                  <a:cubicBezTo>
                    <a:pt x="44913" y="102"/>
                    <a:pt x="38737" y="5629"/>
                    <a:pt x="38737" y="11793"/>
                  </a:cubicBezTo>
                  <a:cubicBezTo>
                    <a:pt x="38737" y="15406"/>
                    <a:pt x="41506" y="19870"/>
                    <a:pt x="47256" y="19870"/>
                  </a:cubicBezTo>
                  <a:cubicBezTo>
                    <a:pt x="53431" y="19870"/>
                    <a:pt x="59181" y="13919"/>
                    <a:pt x="59181" y="8179"/>
                  </a:cubicBezTo>
                  <a:close/>
                  <a:moveTo>
                    <a:pt x="15738" y="116161"/>
                  </a:moveTo>
                  <a:cubicBezTo>
                    <a:pt x="14886" y="118925"/>
                    <a:pt x="13822" y="121475"/>
                    <a:pt x="13822" y="125089"/>
                  </a:cubicBezTo>
                  <a:cubicBezTo>
                    <a:pt x="13822" y="135079"/>
                    <a:pt x="22340" y="143157"/>
                    <a:pt x="34052" y="143157"/>
                  </a:cubicBezTo>
                  <a:cubicBezTo>
                    <a:pt x="55348" y="143157"/>
                    <a:pt x="64718" y="113823"/>
                    <a:pt x="64718" y="110635"/>
                  </a:cubicBezTo>
                  <a:cubicBezTo>
                    <a:pt x="64718" y="107871"/>
                    <a:pt x="61949" y="107871"/>
                    <a:pt x="61311" y="107871"/>
                  </a:cubicBezTo>
                  <a:cubicBezTo>
                    <a:pt x="58329" y="107871"/>
                    <a:pt x="58116" y="109147"/>
                    <a:pt x="57264" y="111485"/>
                  </a:cubicBezTo>
                  <a:cubicBezTo>
                    <a:pt x="52367" y="128490"/>
                    <a:pt x="42996" y="137205"/>
                    <a:pt x="34691" y="137205"/>
                  </a:cubicBezTo>
                  <a:cubicBezTo>
                    <a:pt x="30432" y="137205"/>
                    <a:pt x="29367" y="134442"/>
                    <a:pt x="29367" y="129765"/>
                  </a:cubicBezTo>
                  <a:cubicBezTo>
                    <a:pt x="29367" y="124876"/>
                    <a:pt x="30858" y="120838"/>
                    <a:pt x="32775" y="116161"/>
                  </a:cubicBezTo>
                  <a:cubicBezTo>
                    <a:pt x="34904" y="110422"/>
                    <a:pt x="37247" y="104683"/>
                    <a:pt x="39589" y="99156"/>
                  </a:cubicBezTo>
                  <a:cubicBezTo>
                    <a:pt x="41506" y="94055"/>
                    <a:pt x="49172" y="74711"/>
                    <a:pt x="50024" y="72161"/>
                  </a:cubicBezTo>
                  <a:cubicBezTo>
                    <a:pt x="50663" y="70035"/>
                    <a:pt x="51302" y="67484"/>
                    <a:pt x="51302" y="65359"/>
                  </a:cubicBezTo>
                  <a:cubicBezTo>
                    <a:pt x="51302" y="55368"/>
                    <a:pt x="42784" y="47291"/>
                    <a:pt x="31071" y="47291"/>
                  </a:cubicBezTo>
                  <a:cubicBezTo>
                    <a:pt x="9988" y="47291"/>
                    <a:pt x="193" y="76199"/>
                    <a:pt x="193" y="79813"/>
                  </a:cubicBezTo>
                  <a:cubicBezTo>
                    <a:pt x="193" y="82576"/>
                    <a:pt x="3174" y="82576"/>
                    <a:pt x="3813" y="82576"/>
                  </a:cubicBezTo>
                  <a:cubicBezTo>
                    <a:pt x="6794" y="82576"/>
                    <a:pt x="7007" y="81514"/>
                    <a:pt x="7646" y="79175"/>
                  </a:cubicBezTo>
                  <a:cubicBezTo>
                    <a:pt x="13183" y="60895"/>
                    <a:pt x="22553" y="53243"/>
                    <a:pt x="30432" y="53243"/>
                  </a:cubicBezTo>
                  <a:cubicBezTo>
                    <a:pt x="33839" y="53243"/>
                    <a:pt x="35756" y="54943"/>
                    <a:pt x="35756" y="60682"/>
                  </a:cubicBezTo>
                  <a:cubicBezTo>
                    <a:pt x="35756" y="65571"/>
                    <a:pt x="34478" y="68760"/>
                    <a:pt x="29154" y="81939"/>
                  </a:cubicBezTo>
                  <a:lnTo>
                    <a:pt x="15738" y="116161"/>
                  </a:lnTo>
                  <a:close/>
                </a:path>
              </a:pathLst>
            </a:custGeom>
            <a:solidFill>
              <a:srgbClr val="000000"/>
            </a:solidFill>
            <a:ln w="30508" cap="flat">
              <a:noFill/>
              <a:prstDash val="solid"/>
              <a:miter/>
            </a:ln>
          </p:spPr>
          <p:txBody>
            <a:bodyPr/>
            <a:lstStyle/>
            <a:p>
              <a:endParaRPr lang="en-CA"/>
            </a:p>
          </p:txBody>
        </p:sp>
        <p:sp>
          <p:nvSpPr>
            <p:cNvPr id="29" name="Freeform: Shape 28">
              <a:extLst>
                <a:ext uri="{FF2B5EF4-FFF2-40B4-BE49-F238E27FC236}">
                  <a16:creationId xmlns:a16="http://schemas.microsoft.com/office/drawing/2014/main" id="{0BB14153-A6B7-C9FE-6595-07946A61EB78}"/>
                </a:ext>
              </a:extLst>
            </p:cNvPr>
            <p:cNvSpPr/>
            <p:nvPr>
              <p:custDataLst>
                <p:tags r:id="rId23"/>
              </p:custDataLst>
            </p:nvPr>
          </p:nvSpPr>
          <p:spPr>
            <a:xfrm>
              <a:off x="8519389" y="5564999"/>
              <a:ext cx="156734" cy="57179"/>
            </a:xfrm>
            <a:custGeom>
              <a:avLst/>
              <a:gdLst>
                <a:gd name="csX0" fmla="*/ 148838 w 156734"/>
                <a:gd name="csY0" fmla="*/ 10518 h 57179"/>
                <a:gd name="csX1" fmla="*/ 156930 w 156734"/>
                <a:gd name="csY1" fmla="*/ 5203 h 57179"/>
                <a:gd name="csX2" fmla="*/ 149051 w 156734"/>
                <a:gd name="csY2" fmla="*/ 102 h 57179"/>
                <a:gd name="csX3" fmla="*/ 8075 w 156734"/>
                <a:gd name="csY3" fmla="*/ 102 h 57179"/>
                <a:gd name="csX4" fmla="*/ 195 w 156734"/>
                <a:gd name="csY4" fmla="*/ 5203 h 57179"/>
                <a:gd name="csX5" fmla="*/ 8288 w 156734"/>
                <a:gd name="csY5" fmla="*/ 10518 h 57179"/>
                <a:gd name="csX6" fmla="*/ 148838 w 156734"/>
                <a:gd name="csY6" fmla="*/ 10518 h 57179"/>
                <a:gd name="csX7" fmla="*/ 149051 w 156734"/>
                <a:gd name="csY7" fmla="*/ 57281 h 57179"/>
                <a:gd name="csX8" fmla="*/ 156930 w 156734"/>
                <a:gd name="csY8" fmla="*/ 52180 h 57179"/>
                <a:gd name="csX9" fmla="*/ 148838 w 156734"/>
                <a:gd name="csY9" fmla="*/ 46866 h 57179"/>
                <a:gd name="csX10" fmla="*/ 8288 w 156734"/>
                <a:gd name="csY10" fmla="*/ 46866 h 57179"/>
                <a:gd name="csX11" fmla="*/ 195 w 156734"/>
                <a:gd name="csY11" fmla="*/ 52180 h 57179"/>
                <a:gd name="csX12" fmla="*/ 8075 w 156734"/>
                <a:gd name="csY12" fmla="*/ 57281 h 57179"/>
                <a:gd name="csX13" fmla="*/ 149051 w 156734"/>
                <a:gd name="csY13" fmla="*/ 57281 h 571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6734" h="57179">
                  <a:moveTo>
                    <a:pt x="148838" y="10518"/>
                  </a:moveTo>
                  <a:cubicBezTo>
                    <a:pt x="152032" y="10518"/>
                    <a:pt x="156930" y="10518"/>
                    <a:pt x="156930" y="5203"/>
                  </a:cubicBezTo>
                  <a:cubicBezTo>
                    <a:pt x="156930" y="102"/>
                    <a:pt x="151819" y="102"/>
                    <a:pt x="149051" y="102"/>
                  </a:cubicBezTo>
                  <a:lnTo>
                    <a:pt x="8075" y="102"/>
                  </a:lnTo>
                  <a:cubicBezTo>
                    <a:pt x="5306" y="102"/>
                    <a:pt x="195" y="102"/>
                    <a:pt x="195" y="5203"/>
                  </a:cubicBezTo>
                  <a:cubicBezTo>
                    <a:pt x="195" y="10518"/>
                    <a:pt x="5093" y="10518"/>
                    <a:pt x="8288" y="10518"/>
                  </a:cubicBezTo>
                  <a:lnTo>
                    <a:pt x="148838" y="10518"/>
                  </a:lnTo>
                  <a:close/>
                  <a:moveTo>
                    <a:pt x="149051" y="57281"/>
                  </a:moveTo>
                  <a:cubicBezTo>
                    <a:pt x="151819" y="57281"/>
                    <a:pt x="156930" y="57281"/>
                    <a:pt x="156930" y="52180"/>
                  </a:cubicBezTo>
                  <a:cubicBezTo>
                    <a:pt x="156930" y="46866"/>
                    <a:pt x="152032" y="46866"/>
                    <a:pt x="148838" y="46866"/>
                  </a:cubicBezTo>
                  <a:lnTo>
                    <a:pt x="8288" y="46866"/>
                  </a:lnTo>
                  <a:cubicBezTo>
                    <a:pt x="5093" y="46866"/>
                    <a:pt x="195" y="46866"/>
                    <a:pt x="195" y="52180"/>
                  </a:cubicBezTo>
                  <a:cubicBezTo>
                    <a:pt x="195" y="57281"/>
                    <a:pt x="5306" y="57281"/>
                    <a:pt x="8075" y="57281"/>
                  </a:cubicBezTo>
                  <a:lnTo>
                    <a:pt x="149051" y="57281"/>
                  </a:lnTo>
                  <a:close/>
                </a:path>
              </a:pathLst>
            </a:custGeom>
            <a:solidFill>
              <a:srgbClr val="000000"/>
            </a:solidFill>
            <a:ln w="30508" cap="flat">
              <a:noFill/>
              <a:prstDash val="solid"/>
              <a:miter/>
            </a:ln>
          </p:spPr>
          <p:txBody>
            <a:bodyPr/>
            <a:lstStyle/>
            <a:p>
              <a:endParaRPr lang="en-CA"/>
            </a:p>
          </p:txBody>
        </p:sp>
        <p:sp>
          <p:nvSpPr>
            <p:cNvPr id="30" name="Freeform: Shape 29">
              <a:extLst>
                <a:ext uri="{FF2B5EF4-FFF2-40B4-BE49-F238E27FC236}">
                  <a16:creationId xmlns:a16="http://schemas.microsoft.com/office/drawing/2014/main" id="{4E60745F-D7B5-A969-EA40-BE8C297FF78C}"/>
                </a:ext>
              </a:extLst>
            </p:cNvPr>
            <p:cNvSpPr/>
            <p:nvPr>
              <p:custDataLst>
                <p:tags r:id="rId24"/>
              </p:custDataLst>
            </p:nvPr>
          </p:nvSpPr>
          <p:spPr>
            <a:xfrm>
              <a:off x="8714454" y="5505694"/>
              <a:ext cx="77515" cy="141141"/>
            </a:xfrm>
            <a:custGeom>
              <a:avLst/>
              <a:gdLst>
                <a:gd name="csX0" fmla="*/ 48329 w 77515"/>
                <a:gd name="csY0" fmla="*/ 6054 h 141141"/>
                <a:gd name="csX1" fmla="*/ 41941 w 77515"/>
                <a:gd name="csY1" fmla="*/ 102 h 141141"/>
                <a:gd name="csX2" fmla="*/ 201 w 77515"/>
                <a:gd name="csY2" fmla="*/ 13706 h 141141"/>
                <a:gd name="csX3" fmla="*/ 201 w 77515"/>
                <a:gd name="csY3" fmla="*/ 21358 h 141141"/>
                <a:gd name="csX4" fmla="*/ 31080 w 77515"/>
                <a:gd name="csY4" fmla="*/ 15406 h 141141"/>
                <a:gd name="csX5" fmla="*/ 31080 w 77515"/>
                <a:gd name="csY5" fmla="*/ 123814 h 141141"/>
                <a:gd name="csX6" fmla="*/ 9784 w 77515"/>
                <a:gd name="csY6" fmla="*/ 133591 h 141141"/>
                <a:gd name="csX7" fmla="*/ 1692 w 77515"/>
                <a:gd name="csY7" fmla="*/ 133591 h 141141"/>
                <a:gd name="csX8" fmla="*/ 1692 w 77515"/>
                <a:gd name="csY8" fmla="*/ 141244 h 141141"/>
                <a:gd name="csX9" fmla="*/ 39598 w 77515"/>
                <a:gd name="csY9" fmla="*/ 140393 h 141141"/>
                <a:gd name="csX10" fmla="*/ 77717 w 77515"/>
                <a:gd name="csY10" fmla="*/ 141244 h 141141"/>
                <a:gd name="csX11" fmla="*/ 77717 w 77515"/>
                <a:gd name="csY11" fmla="*/ 133591 h 141141"/>
                <a:gd name="csX12" fmla="*/ 69625 w 77515"/>
                <a:gd name="csY12" fmla="*/ 133591 h 141141"/>
                <a:gd name="csX13" fmla="*/ 48329 w 77515"/>
                <a:gd name="csY13" fmla="*/ 123814 h 141141"/>
                <a:gd name="csX14" fmla="*/ 48329 w 77515"/>
                <a:gd name="csY14" fmla="*/ 6054 h 141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7515" h="141141">
                  <a:moveTo>
                    <a:pt x="48329" y="6054"/>
                  </a:moveTo>
                  <a:cubicBezTo>
                    <a:pt x="48329" y="314"/>
                    <a:pt x="47903" y="102"/>
                    <a:pt x="41941" y="102"/>
                  </a:cubicBezTo>
                  <a:cubicBezTo>
                    <a:pt x="28312" y="13493"/>
                    <a:pt x="8933" y="13706"/>
                    <a:pt x="201" y="13706"/>
                  </a:cubicBezTo>
                  <a:lnTo>
                    <a:pt x="201" y="21358"/>
                  </a:lnTo>
                  <a:cubicBezTo>
                    <a:pt x="5312" y="21358"/>
                    <a:pt x="19367" y="21358"/>
                    <a:pt x="31080" y="15406"/>
                  </a:cubicBezTo>
                  <a:lnTo>
                    <a:pt x="31080" y="123814"/>
                  </a:lnTo>
                  <a:cubicBezTo>
                    <a:pt x="31080" y="130828"/>
                    <a:pt x="31080" y="133591"/>
                    <a:pt x="9784" y="133591"/>
                  </a:cubicBezTo>
                  <a:lnTo>
                    <a:pt x="1692" y="133591"/>
                  </a:lnTo>
                  <a:lnTo>
                    <a:pt x="1692" y="141244"/>
                  </a:lnTo>
                  <a:cubicBezTo>
                    <a:pt x="5525" y="141031"/>
                    <a:pt x="31719" y="140393"/>
                    <a:pt x="39598" y="140393"/>
                  </a:cubicBezTo>
                  <a:cubicBezTo>
                    <a:pt x="46200" y="140393"/>
                    <a:pt x="73032" y="141031"/>
                    <a:pt x="77717" y="141244"/>
                  </a:cubicBezTo>
                  <a:lnTo>
                    <a:pt x="77717" y="133591"/>
                  </a:lnTo>
                  <a:lnTo>
                    <a:pt x="69625" y="133591"/>
                  </a:lnTo>
                  <a:cubicBezTo>
                    <a:pt x="48329" y="133591"/>
                    <a:pt x="48329" y="130828"/>
                    <a:pt x="48329" y="123814"/>
                  </a:cubicBezTo>
                  <a:lnTo>
                    <a:pt x="48329" y="6054"/>
                  </a:lnTo>
                  <a:close/>
                </a:path>
              </a:pathLst>
            </a:custGeom>
            <a:solidFill>
              <a:srgbClr val="000000"/>
            </a:solidFill>
            <a:ln w="30508" cap="flat">
              <a:noFill/>
              <a:prstDash val="solid"/>
              <a:miter/>
            </a:ln>
          </p:spPr>
          <p:txBody>
            <a:bodyPr/>
            <a:lstStyle/>
            <a:p>
              <a:endParaRPr lang="en-CA"/>
            </a:p>
          </p:txBody>
        </p:sp>
        <p:sp>
          <p:nvSpPr>
            <p:cNvPr id="31" name="Freeform: Shape 30">
              <a:extLst>
                <a:ext uri="{FF2B5EF4-FFF2-40B4-BE49-F238E27FC236}">
                  <a16:creationId xmlns:a16="http://schemas.microsoft.com/office/drawing/2014/main" id="{6293AF49-F5D7-ABE2-646C-ED3448908772}"/>
                </a:ext>
              </a:extLst>
            </p:cNvPr>
            <p:cNvSpPr/>
            <p:nvPr>
              <p:custDataLst>
                <p:tags r:id="rId25"/>
              </p:custDataLst>
            </p:nvPr>
          </p:nvSpPr>
          <p:spPr>
            <a:xfrm>
              <a:off x="8875379" y="5081156"/>
              <a:ext cx="217214" cy="207400"/>
            </a:xfrm>
            <a:custGeom>
              <a:avLst/>
              <a:gdLst>
                <a:gd name="csX0" fmla="*/ 80217 w 217214"/>
                <a:gd name="csY0" fmla="*/ 111534 h 207400"/>
                <a:gd name="csX1" fmla="*/ 131935 w 217214"/>
                <a:gd name="csY1" fmla="*/ 111534 h 207400"/>
                <a:gd name="csX2" fmla="*/ 217421 w 217214"/>
                <a:gd name="csY2" fmla="*/ 45943 h 207400"/>
                <a:gd name="csX3" fmla="*/ 157490 w 217214"/>
                <a:gd name="csY3" fmla="*/ 90 h 207400"/>
                <a:gd name="csX4" fmla="*/ 58922 w 217214"/>
                <a:gd name="csY4" fmla="*/ 90 h 207400"/>
                <a:gd name="csX5" fmla="*/ 49795 w 217214"/>
                <a:gd name="csY5" fmla="*/ 5860 h 207400"/>
                <a:gd name="csX6" fmla="*/ 58618 w 217214"/>
                <a:gd name="csY6" fmla="*/ 9504 h 207400"/>
                <a:gd name="csX7" fmla="*/ 71699 w 217214"/>
                <a:gd name="csY7" fmla="*/ 10111 h 207400"/>
                <a:gd name="csX8" fmla="*/ 78392 w 217214"/>
                <a:gd name="csY8" fmla="*/ 14970 h 207400"/>
                <a:gd name="csX9" fmla="*/ 77175 w 217214"/>
                <a:gd name="csY9" fmla="*/ 20739 h 207400"/>
                <a:gd name="csX10" fmla="*/ 36409 w 217214"/>
                <a:gd name="csY10" fmla="*/ 183805 h 207400"/>
                <a:gd name="csX11" fmla="*/ 8725 w 217214"/>
                <a:gd name="csY11" fmla="*/ 198077 h 207400"/>
                <a:gd name="csX12" fmla="*/ 207 w 217214"/>
                <a:gd name="csY12" fmla="*/ 203847 h 207400"/>
                <a:gd name="csX13" fmla="*/ 4770 w 217214"/>
                <a:gd name="csY13" fmla="*/ 207491 h 207400"/>
                <a:gd name="csX14" fmla="*/ 43407 w 217214"/>
                <a:gd name="csY14" fmla="*/ 206580 h 207400"/>
                <a:gd name="csX15" fmla="*/ 62877 w 217214"/>
                <a:gd name="csY15" fmla="*/ 206884 h 207400"/>
                <a:gd name="csX16" fmla="*/ 82651 w 217214"/>
                <a:gd name="csY16" fmla="*/ 207491 h 207400"/>
                <a:gd name="csX17" fmla="*/ 88736 w 217214"/>
                <a:gd name="csY17" fmla="*/ 201418 h 207400"/>
                <a:gd name="csX18" fmla="*/ 80217 w 217214"/>
                <a:gd name="csY18" fmla="*/ 198077 h 207400"/>
                <a:gd name="csX19" fmla="*/ 60443 w 217214"/>
                <a:gd name="csY19" fmla="*/ 192611 h 207400"/>
                <a:gd name="csX20" fmla="*/ 61356 w 217214"/>
                <a:gd name="csY20" fmla="*/ 187449 h 207400"/>
                <a:gd name="csX21" fmla="*/ 80217 w 217214"/>
                <a:gd name="csY21" fmla="*/ 111534 h 207400"/>
                <a:gd name="csX22" fmla="*/ 102121 w 217214"/>
                <a:gd name="csY22" fmla="*/ 21043 h 207400"/>
                <a:gd name="csX23" fmla="*/ 118549 w 217214"/>
                <a:gd name="csY23" fmla="*/ 9504 h 207400"/>
                <a:gd name="csX24" fmla="*/ 147755 w 217214"/>
                <a:gd name="csY24" fmla="*/ 9504 h 207400"/>
                <a:gd name="csX25" fmla="*/ 189129 w 217214"/>
                <a:gd name="csY25" fmla="*/ 38655 h 207400"/>
                <a:gd name="csX26" fmla="*/ 171180 w 217214"/>
                <a:gd name="csY26" fmla="*/ 87545 h 207400"/>
                <a:gd name="csX27" fmla="*/ 124329 w 217214"/>
                <a:gd name="csY27" fmla="*/ 103639 h 207400"/>
                <a:gd name="csX28" fmla="*/ 81434 w 217214"/>
                <a:gd name="csY28" fmla="*/ 103639 h 207400"/>
                <a:gd name="csX29" fmla="*/ 102121 w 217214"/>
                <a:gd name="csY29" fmla="*/ 21043 h 207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7214" h="207400">
                  <a:moveTo>
                    <a:pt x="80217" y="111534"/>
                  </a:moveTo>
                  <a:lnTo>
                    <a:pt x="131935" y="111534"/>
                  </a:lnTo>
                  <a:cubicBezTo>
                    <a:pt x="175134" y="111534"/>
                    <a:pt x="217421" y="79953"/>
                    <a:pt x="217421" y="45943"/>
                  </a:cubicBezTo>
                  <a:cubicBezTo>
                    <a:pt x="217421" y="22561"/>
                    <a:pt x="197343" y="90"/>
                    <a:pt x="157490" y="90"/>
                  </a:cubicBezTo>
                  <a:lnTo>
                    <a:pt x="58922" y="90"/>
                  </a:lnTo>
                  <a:cubicBezTo>
                    <a:pt x="53142" y="90"/>
                    <a:pt x="49795" y="90"/>
                    <a:pt x="49795" y="5860"/>
                  </a:cubicBezTo>
                  <a:cubicBezTo>
                    <a:pt x="49795" y="9504"/>
                    <a:pt x="52533" y="9504"/>
                    <a:pt x="58618" y="9504"/>
                  </a:cubicBezTo>
                  <a:cubicBezTo>
                    <a:pt x="62572" y="9504"/>
                    <a:pt x="68048" y="9807"/>
                    <a:pt x="71699" y="10111"/>
                  </a:cubicBezTo>
                  <a:cubicBezTo>
                    <a:pt x="76567" y="10718"/>
                    <a:pt x="78392" y="11629"/>
                    <a:pt x="78392" y="14970"/>
                  </a:cubicBezTo>
                  <a:cubicBezTo>
                    <a:pt x="78392" y="16184"/>
                    <a:pt x="78088" y="17095"/>
                    <a:pt x="77175" y="20739"/>
                  </a:cubicBezTo>
                  <a:lnTo>
                    <a:pt x="36409" y="183805"/>
                  </a:lnTo>
                  <a:cubicBezTo>
                    <a:pt x="33367" y="195648"/>
                    <a:pt x="32759" y="198077"/>
                    <a:pt x="8725" y="198077"/>
                  </a:cubicBezTo>
                  <a:cubicBezTo>
                    <a:pt x="3554" y="198077"/>
                    <a:pt x="207" y="198077"/>
                    <a:pt x="207" y="203847"/>
                  </a:cubicBezTo>
                  <a:cubicBezTo>
                    <a:pt x="207" y="207491"/>
                    <a:pt x="3858" y="207491"/>
                    <a:pt x="4770" y="207491"/>
                  </a:cubicBezTo>
                  <a:cubicBezTo>
                    <a:pt x="13289" y="207491"/>
                    <a:pt x="34888" y="206580"/>
                    <a:pt x="43407" y="206580"/>
                  </a:cubicBezTo>
                  <a:cubicBezTo>
                    <a:pt x="49795" y="206580"/>
                    <a:pt x="56488" y="206884"/>
                    <a:pt x="62877" y="206884"/>
                  </a:cubicBezTo>
                  <a:cubicBezTo>
                    <a:pt x="69570" y="206884"/>
                    <a:pt x="76262" y="207491"/>
                    <a:pt x="82651" y="207491"/>
                  </a:cubicBezTo>
                  <a:cubicBezTo>
                    <a:pt x="84781" y="207491"/>
                    <a:pt x="88736" y="207491"/>
                    <a:pt x="88736" y="201418"/>
                  </a:cubicBezTo>
                  <a:cubicBezTo>
                    <a:pt x="88736" y="198077"/>
                    <a:pt x="85998" y="198077"/>
                    <a:pt x="80217" y="198077"/>
                  </a:cubicBezTo>
                  <a:cubicBezTo>
                    <a:pt x="68961" y="198077"/>
                    <a:pt x="60443" y="198077"/>
                    <a:pt x="60443" y="192611"/>
                  </a:cubicBezTo>
                  <a:cubicBezTo>
                    <a:pt x="60443" y="190789"/>
                    <a:pt x="61051" y="189271"/>
                    <a:pt x="61356" y="187449"/>
                  </a:cubicBezTo>
                  <a:lnTo>
                    <a:pt x="80217" y="111534"/>
                  </a:lnTo>
                  <a:close/>
                  <a:moveTo>
                    <a:pt x="102121" y="21043"/>
                  </a:moveTo>
                  <a:cubicBezTo>
                    <a:pt x="104859" y="10415"/>
                    <a:pt x="105468" y="9504"/>
                    <a:pt x="118549" y="9504"/>
                  </a:cubicBezTo>
                  <a:lnTo>
                    <a:pt x="147755" y="9504"/>
                  </a:lnTo>
                  <a:cubicBezTo>
                    <a:pt x="173005" y="9504"/>
                    <a:pt x="189129" y="17703"/>
                    <a:pt x="189129" y="38655"/>
                  </a:cubicBezTo>
                  <a:cubicBezTo>
                    <a:pt x="189129" y="50498"/>
                    <a:pt x="183044" y="76613"/>
                    <a:pt x="171180" y="87545"/>
                  </a:cubicBezTo>
                  <a:cubicBezTo>
                    <a:pt x="155968" y="101209"/>
                    <a:pt x="137715" y="103639"/>
                    <a:pt x="124329" y="103639"/>
                  </a:cubicBezTo>
                  <a:lnTo>
                    <a:pt x="81434" y="103639"/>
                  </a:lnTo>
                  <a:lnTo>
                    <a:pt x="102121" y="21043"/>
                  </a:lnTo>
                  <a:close/>
                </a:path>
              </a:pathLst>
            </a:custGeom>
            <a:solidFill>
              <a:srgbClr val="000000"/>
            </a:solidFill>
            <a:ln w="30508" cap="flat">
              <a:noFill/>
              <a:prstDash val="solid"/>
              <a:miter/>
            </a:ln>
          </p:spPr>
          <p:txBody>
            <a:bodyPr/>
            <a:lstStyle/>
            <a:p>
              <a:endParaRPr lang="en-CA"/>
            </a:p>
          </p:txBody>
        </p:sp>
        <p:sp>
          <p:nvSpPr>
            <p:cNvPr id="32" name="Freeform: Shape 31">
              <a:extLst>
                <a:ext uri="{FF2B5EF4-FFF2-40B4-BE49-F238E27FC236}">
                  <a16:creationId xmlns:a16="http://schemas.microsoft.com/office/drawing/2014/main" id="{C431F715-5B58-1E97-2D43-365A3C3BBC53}"/>
                </a:ext>
              </a:extLst>
            </p:cNvPr>
            <p:cNvSpPr/>
            <p:nvPr>
              <p:custDataLst>
                <p:tags r:id="rId26"/>
              </p:custDataLst>
            </p:nvPr>
          </p:nvSpPr>
          <p:spPr>
            <a:xfrm>
              <a:off x="9130896" y="5060811"/>
              <a:ext cx="70579" cy="303661"/>
            </a:xfrm>
            <a:custGeom>
              <a:avLst/>
              <a:gdLst>
                <a:gd name="csX0" fmla="*/ 70794 w 70579"/>
                <a:gd name="csY0" fmla="*/ 300715 h 303661"/>
                <a:gd name="csX1" fmla="*/ 65622 w 70579"/>
                <a:gd name="csY1" fmla="*/ 294034 h 303661"/>
                <a:gd name="csX2" fmla="*/ 17860 w 70579"/>
                <a:gd name="csY2" fmla="*/ 151921 h 303661"/>
                <a:gd name="csX3" fmla="*/ 66839 w 70579"/>
                <a:gd name="csY3" fmla="*/ 8289 h 303661"/>
                <a:gd name="csX4" fmla="*/ 70794 w 70579"/>
                <a:gd name="csY4" fmla="*/ 3127 h 303661"/>
                <a:gd name="csX5" fmla="*/ 67752 w 70579"/>
                <a:gd name="csY5" fmla="*/ 90 h 303661"/>
                <a:gd name="csX6" fmla="*/ 19381 w 70579"/>
                <a:gd name="csY6" fmla="*/ 59304 h 303661"/>
                <a:gd name="csX7" fmla="*/ 215 w 70579"/>
                <a:gd name="csY7" fmla="*/ 151921 h 303661"/>
                <a:gd name="csX8" fmla="*/ 20293 w 70579"/>
                <a:gd name="csY8" fmla="*/ 246663 h 303661"/>
                <a:gd name="csX9" fmla="*/ 67752 w 70579"/>
                <a:gd name="csY9" fmla="*/ 303751 h 303661"/>
                <a:gd name="csX10" fmla="*/ 70794 w 70579"/>
                <a:gd name="csY10" fmla="*/ 300715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794" y="300715"/>
                  </a:moveTo>
                  <a:cubicBezTo>
                    <a:pt x="70794" y="299804"/>
                    <a:pt x="70794" y="299197"/>
                    <a:pt x="65622" y="294034"/>
                  </a:cubicBezTo>
                  <a:cubicBezTo>
                    <a:pt x="27595" y="255773"/>
                    <a:pt x="17860" y="198381"/>
                    <a:pt x="17860" y="151921"/>
                  </a:cubicBezTo>
                  <a:cubicBezTo>
                    <a:pt x="17860" y="99084"/>
                    <a:pt x="29420" y="46247"/>
                    <a:pt x="66839" y="8289"/>
                  </a:cubicBezTo>
                  <a:cubicBezTo>
                    <a:pt x="70794" y="4645"/>
                    <a:pt x="70794" y="4038"/>
                    <a:pt x="70794" y="3127"/>
                  </a:cubicBezTo>
                  <a:cubicBezTo>
                    <a:pt x="70794" y="1001"/>
                    <a:pt x="69577" y="90"/>
                    <a:pt x="67752" y="90"/>
                  </a:cubicBezTo>
                  <a:cubicBezTo>
                    <a:pt x="64710" y="90"/>
                    <a:pt x="37330" y="20739"/>
                    <a:pt x="19381" y="59304"/>
                  </a:cubicBezTo>
                  <a:cubicBezTo>
                    <a:pt x="3866" y="92707"/>
                    <a:pt x="215" y="126413"/>
                    <a:pt x="215" y="151921"/>
                  </a:cubicBezTo>
                  <a:cubicBezTo>
                    <a:pt x="215" y="175606"/>
                    <a:pt x="3561" y="212349"/>
                    <a:pt x="20293" y="246663"/>
                  </a:cubicBezTo>
                  <a:cubicBezTo>
                    <a:pt x="38547" y="284013"/>
                    <a:pt x="64710" y="303751"/>
                    <a:pt x="67752" y="303751"/>
                  </a:cubicBezTo>
                  <a:cubicBezTo>
                    <a:pt x="69577" y="303751"/>
                    <a:pt x="70794" y="302840"/>
                    <a:pt x="70794" y="300715"/>
                  </a:cubicBezTo>
                  <a:close/>
                </a:path>
              </a:pathLst>
            </a:custGeom>
            <a:solidFill>
              <a:srgbClr val="000000"/>
            </a:solidFill>
            <a:ln w="30508" cap="flat">
              <a:noFill/>
              <a:prstDash val="solid"/>
              <a:miter/>
            </a:ln>
          </p:spPr>
          <p:txBody>
            <a:bodyPr/>
            <a:lstStyle/>
            <a:p>
              <a:endParaRPr lang="en-CA"/>
            </a:p>
          </p:txBody>
        </p:sp>
        <p:sp>
          <p:nvSpPr>
            <p:cNvPr id="33" name="Freeform: Shape 32">
              <a:extLst>
                <a:ext uri="{FF2B5EF4-FFF2-40B4-BE49-F238E27FC236}">
                  <a16:creationId xmlns:a16="http://schemas.microsoft.com/office/drawing/2014/main" id="{083104A2-077A-0886-7822-26ED53CBB4F0}"/>
                </a:ext>
              </a:extLst>
            </p:cNvPr>
            <p:cNvSpPr/>
            <p:nvPr>
              <p:custDataLst>
                <p:tags r:id="rId27"/>
              </p:custDataLst>
            </p:nvPr>
          </p:nvSpPr>
          <p:spPr>
            <a:xfrm>
              <a:off x="9227909" y="5154339"/>
              <a:ext cx="151502" cy="137558"/>
            </a:xfrm>
            <a:custGeom>
              <a:avLst/>
              <a:gdLst>
                <a:gd name="csX0" fmla="*/ 93006 w 151502"/>
                <a:gd name="csY0" fmla="*/ 42603 h 137558"/>
                <a:gd name="csX1" fmla="*/ 123124 w 151502"/>
                <a:gd name="csY1" fmla="*/ 6771 h 137558"/>
                <a:gd name="csX2" fmla="*/ 138335 w 151502"/>
                <a:gd name="csY2" fmla="*/ 10718 h 137558"/>
                <a:gd name="csX3" fmla="*/ 123733 w 151502"/>
                <a:gd name="csY3" fmla="*/ 27116 h 137558"/>
                <a:gd name="csX4" fmla="*/ 135293 w 151502"/>
                <a:gd name="csY4" fmla="*/ 37744 h 137558"/>
                <a:gd name="csX5" fmla="*/ 151721 w 151502"/>
                <a:gd name="csY5" fmla="*/ 20132 h 137558"/>
                <a:gd name="csX6" fmla="*/ 123428 w 151502"/>
                <a:gd name="csY6" fmla="*/ 90 h 137558"/>
                <a:gd name="csX7" fmla="*/ 91485 w 151502"/>
                <a:gd name="csY7" fmla="*/ 23168 h 137558"/>
                <a:gd name="csX8" fmla="*/ 58629 w 151502"/>
                <a:gd name="csY8" fmla="*/ 90 h 137558"/>
                <a:gd name="csX9" fmla="*/ 9650 w 151502"/>
                <a:gd name="csY9" fmla="*/ 46854 h 137558"/>
                <a:gd name="csX10" fmla="*/ 13300 w 151502"/>
                <a:gd name="csY10" fmla="*/ 49891 h 137558"/>
                <a:gd name="csX11" fmla="*/ 17255 w 151502"/>
                <a:gd name="csY11" fmla="*/ 46550 h 137558"/>
                <a:gd name="csX12" fmla="*/ 58021 w 151502"/>
                <a:gd name="csY12" fmla="*/ 6771 h 137558"/>
                <a:gd name="csX13" fmla="*/ 74449 w 151502"/>
                <a:gd name="csY13" fmla="*/ 27116 h 137558"/>
                <a:gd name="csX14" fmla="*/ 58021 w 151502"/>
                <a:gd name="csY14" fmla="*/ 99387 h 137558"/>
                <a:gd name="csX15" fmla="*/ 29120 w 151502"/>
                <a:gd name="csY15" fmla="*/ 130968 h 137558"/>
                <a:gd name="csX16" fmla="*/ 13909 w 151502"/>
                <a:gd name="csY16" fmla="*/ 127021 h 137558"/>
                <a:gd name="csX17" fmla="*/ 28207 w 151502"/>
                <a:gd name="csY17" fmla="*/ 110623 h 137558"/>
                <a:gd name="csX18" fmla="*/ 16951 w 151502"/>
                <a:gd name="csY18" fmla="*/ 99995 h 137558"/>
                <a:gd name="csX19" fmla="*/ 219 w 151502"/>
                <a:gd name="csY19" fmla="*/ 117607 h 137558"/>
                <a:gd name="csX20" fmla="*/ 28816 w 151502"/>
                <a:gd name="csY20" fmla="*/ 137649 h 137558"/>
                <a:gd name="csX21" fmla="*/ 60759 w 151502"/>
                <a:gd name="csY21" fmla="*/ 114570 h 137558"/>
                <a:gd name="csX22" fmla="*/ 93615 w 151502"/>
                <a:gd name="csY22" fmla="*/ 137649 h 137558"/>
                <a:gd name="csX23" fmla="*/ 142290 w 151502"/>
                <a:gd name="csY23" fmla="*/ 90885 h 137558"/>
                <a:gd name="csX24" fmla="*/ 138640 w 151502"/>
                <a:gd name="csY24" fmla="*/ 87848 h 137558"/>
                <a:gd name="csX25" fmla="*/ 134685 w 151502"/>
                <a:gd name="csY25" fmla="*/ 91189 h 137558"/>
                <a:gd name="csX26" fmla="*/ 94223 w 151502"/>
                <a:gd name="csY26" fmla="*/ 130968 h 137558"/>
                <a:gd name="csX27" fmla="*/ 77491 w 151502"/>
                <a:gd name="csY27" fmla="*/ 110927 h 137558"/>
                <a:gd name="csX28" fmla="*/ 82663 w 151502"/>
                <a:gd name="csY28" fmla="*/ 84204 h 137558"/>
                <a:gd name="csX29" fmla="*/ 93006 w 151502"/>
                <a:gd name="csY29" fmla="*/ 42603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3006" y="42603"/>
                  </a:moveTo>
                  <a:cubicBezTo>
                    <a:pt x="94832" y="34708"/>
                    <a:pt x="101829" y="6771"/>
                    <a:pt x="123124" y="6771"/>
                  </a:cubicBezTo>
                  <a:cubicBezTo>
                    <a:pt x="124645" y="6771"/>
                    <a:pt x="131947" y="6771"/>
                    <a:pt x="138335" y="10718"/>
                  </a:cubicBezTo>
                  <a:cubicBezTo>
                    <a:pt x="129817" y="12237"/>
                    <a:pt x="123733" y="19828"/>
                    <a:pt x="123733" y="27116"/>
                  </a:cubicBezTo>
                  <a:cubicBezTo>
                    <a:pt x="123733" y="31975"/>
                    <a:pt x="127079" y="37744"/>
                    <a:pt x="135293" y="37744"/>
                  </a:cubicBezTo>
                  <a:cubicBezTo>
                    <a:pt x="141986" y="37744"/>
                    <a:pt x="151721" y="32278"/>
                    <a:pt x="151721" y="20132"/>
                  </a:cubicBezTo>
                  <a:cubicBezTo>
                    <a:pt x="151721" y="4341"/>
                    <a:pt x="133772" y="90"/>
                    <a:pt x="123428" y="90"/>
                  </a:cubicBezTo>
                  <a:cubicBezTo>
                    <a:pt x="105784" y="90"/>
                    <a:pt x="95136" y="16184"/>
                    <a:pt x="91485" y="23168"/>
                  </a:cubicBezTo>
                  <a:cubicBezTo>
                    <a:pt x="83880" y="3127"/>
                    <a:pt x="67452" y="90"/>
                    <a:pt x="58629" y="90"/>
                  </a:cubicBezTo>
                  <a:cubicBezTo>
                    <a:pt x="26990" y="90"/>
                    <a:pt x="9650" y="39263"/>
                    <a:pt x="9650" y="46854"/>
                  </a:cubicBezTo>
                  <a:cubicBezTo>
                    <a:pt x="9650" y="49891"/>
                    <a:pt x="12692" y="49891"/>
                    <a:pt x="13300" y="49891"/>
                  </a:cubicBezTo>
                  <a:cubicBezTo>
                    <a:pt x="15734" y="49891"/>
                    <a:pt x="16647" y="49283"/>
                    <a:pt x="17255" y="46550"/>
                  </a:cubicBezTo>
                  <a:cubicBezTo>
                    <a:pt x="27599" y="14362"/>
                    <a:pt x="47677" y="6771"/>
                    <a:pt x="58021" y="6771"/>
                  </a:cubicBezTo>
                  <a:cubicBezTo>
                    <a:pt x="63801" y="6771"/>
                    <a:pt x="74449" y="9504"/>
                    <a:pt x="74449" y="27116"/>
                  </a:cubicBezTo>
                  <a:cubicBezTo>
                    <a:pt x="74449" y="36530"/>
                    <a:pt x="69277" y="56875"/>
                    <a:pt x="58021" y="99387"/>
                  </a:cubicBezTo>
                  <a:cubicBezTo>
                    <a:pt x="53153" y="118214"/>
                    <a:pt x="42506" y="130968"/>
                    <a:pt x="29120" y="130968"/>
                  </a:cubicBezTo>
                  <a:cubicBezTo>
                    <a:pt x="27294" y="130968"/>
                    <a:pt x="20297" y="130968"/>
                    <a:pt x="13909" y="127021"/>
                  </a:cubicBezTo>
                  <a:cubicBezTo>
                    <a:pt x="21514" y="125502"/>
                    <a:pt x="28207" y="119125"/>
                    <a:pt x="28207" y="110623"/>
                  </a:cubicBezTo>
                  <a:cubicBezTo>
                    <a:pt x="28207" y="102424"/>
                    <a:pt x="21514" y="99995"/>
                    <a:pt x="16951" y="99995"/>
                  </a:cubicBezTo>
                  <a:cubicBezTo>
                    <a:pt x="7824" y="99995"/>
                    <a:pt x="219" y="107890"/>
                    <a:pt x="219" y="117607"/>
                  </a:cubicBezTo>
                  <a:cubicBezTo>
                    <a:pt x="219" y="131576"/>
                    <a:pt x="15430" y="137649"/>
                    <a:pt x="28816" y="137649"/>
                  </a:cubicBezTo>
                  <a:cubicBezTo>
                    <a:pt x="48894" y="137649"/>
                    <a:pt x="59846" y="116392"/>
                    <a:pt x="60759" y="114570"/>
                  </a:cubicBezTo>
                  <a:cubicBezTo>
                    <a:pt x="64409" y="125806"/>
                    <a:pt x="75361" y="137649"/>
                    <a:pt x="93615" y="137649"/>
                  </a:cubicBezTo>
                  <a:cubicBezTo>
                    <a:pt x="124950" y="137649"/>
                    <a:pt x="142290" y="98476"/>
                    <a:pt x="142290" y="90885"/>
                  </a:cubicBezTo>
                  <a:cubicBezTo>
                    <a:pt x="142290" y="87848"/>
                    <a:pt x="139552" y="87848"/>
                    <a:pt x="138640" y="87848"/>
                  </a:cubicBezTo>
                  <a:cubicBezTo>
                    <a:pt x="135902" y="87848"/>
                    <a:pt x="135293" y="89063"/>
                    <a:pt x="134685" y="91189"/>
                  </a:cubicBezTo>
                  <a:cubicBezTo>
                    <a:pt x="124645" y="123680"/>
                    <a:pt x="103958" y="130968"/>
                    <a:pt x="94223" y="130968"/>
                  </a:cubicBezTo>
                  <a:cubicBezTo>
                    <a:pt x="82359" y="130968"/>
                    <a:pt x="77491" y="121251"/>
                    <a:pt x="77491" y="110927"/>
                  </a:cubicBezTo>
                  <a:cubicBezTo>
                    <a:pt x="77491" y="104246"/>
                    <a:pt x="79316" y="97565"/>
                    <a:pt x="82663" y="84204"/>
                  </a:cubicBezTo>
                  <a:lnTo>
                    <a:pt x="93006" y="42603"/>
                  </a:lnTo>
                  <a:close/>
                </a:path>
              </a:pathLst>
            </a:custGeom>
            <a:solidFill>
              <a:srgbClr val="000000"/>
            </a:solidFill>
            <a:ln w="30508" cap="flat">
              <a:noFill/>
              <a:prstDash val="solid"/>
              <a:miter/>
            </a:ln>
          </p:spPr>
          <p:txBody>
            <a:bodyPr/>
            <a:lstStyle/>
            <a:p>
              <a:endParaRPr lang="en-CA"/>
            </a:p>
          </p:txBody>
        </p:sp>
        <p:sp>
          <p:nvSpPr>
            <p:cNvPr id="34" name="Freeform: Shape 33">
              <a:extLst>
                <a:ext uri="{FF2B5EF4-FFF2-40B4-BE49-F238E27FC236}">
                  <a16:creationId xmlns:a16="http://schemas.microsoft.com/office/drawing/2014/main" id="{D8F4D3B4-8656-5614-3EA2-832E93B4D0E1}"/>
                </a:ext>
              </a:extLst>
            </p:cNvPr>
            <p:cNvSpPr/>
            <p:nvPr>
              <p:custDataLst>
                <p:tags r:id="rId28"/>
              </p:custDataLst>
            </p:nvPr>
          </p:nvSpPr>
          <p:spPr>
            <a:xfrm>
              <a:off x="9402967" y="5193177"/>
              <a:ext cx="64525" cy="143054"/>
            </a:xfrm>
            <a:custGeom>
              <a:avLst/>
              <a:gdLst>
                <a:gd name="csX0" fmla="*/ 59213 w 64525"/>
                <a:gd name="csY0" fmla="*/ 8169 h 143054"/>
                <a:gd name="csX1" fmla="*/ 50695 w 64525"/>
                <a:gd name="csY1" fmla="*/ 92 h 143054"/>
                <a:gd name="csX2" fmla="*/ 38769 w 64525"/>
                <a:gd name="csY2" fmla="*/ 11783 h 143054"/>
                <a:gd name="csX3" fmla="*/ 47287 w 64525"/>
                <a:gd name="csY3" fmla="*/ 19860 h 143054"/>
                <a:gd name="csX4" fmla="*/ 59213 w 64525"/>
                <a:gd name="csY4" fmla="*/ 8169 h 143054"/>
                <a:gd name="csX5" fmla="*/ 15770 w 64525"/>
                <a:gd name="csY5" fmla="*/ 116151 h 143054"/>
                <a:gd name="csX6" fmla="*/ 13854 w 64525"/>
                <a:gd name="csY6" fmla="*/ 125079 h 143054"/>
                <a:gd name="csX7" fmla="*/ 34084 w 64525"/>
                <a:gd name="csY7" fmla="*/ 143146 h 143054"/>
                <a:gd name="csX8" fmla="*/ 64750 w 64525"/>
                <a:gd name="csY8" fmla="*/ 110624 h 143054"/>
                <a:gd name="csX9" fmla="*/ 61343 w 64525"/>
                <a:gd name="csY9" fmla="*/ 107861 h 143054"/>
                <a:gd name="csX10" fmla="*/ 57296 w 64525"/>
                <a:gd name="csY10" fmla="*/ 111475 h 143054"/>
                <a:gd name="csX11" fmla="*/ 34723 w 64525"/>
                <a:gd name="csY11" fmla="*/ 137195 h 143054"/>
                <a:gd name="csX12" fmla="*/ 29399 w 64525"/>
                <a:gd name="csY12" fmla="*/ 129755 h 143054"/>
                <a:gd name="csX13" fmla="*/ 32807 w 64525"/>
                <a:gd name="csY13" fmla="*/ 116151 h 143054"/>
                <a:gd name="csX14" fmla="*/ 39621 w 64525"/>
                <a:gd name="csY14" fmla="*/ 99146 h 143054"/>
                <a:gd name="csX15" fmla="*/ 50056 w 64525"/>
                <a:gd name="csY15" fmla="*/ 72150 h 143054"/>
                <a:gd name="csX16" fmla="*/ 51334 w 64525"/>
                <a:gd name="csY16" fmla="*/ 65348 h 143054"/>
                <a:gd name="csX17" fmla="*/ 31103 w 64525"/>
                <a:gd name="csY17" fmla="*/ 47281 h 143054"/>
                <a:gd name="csX18" fmla="*/ 224 w 64525"/>
                <a:gd name="csY18" fmla="*/ 79803 h 143054"/>
                <a:gd name="csX19" fmla="*/ 3845 w 64525"/>
                <a:gd name="csY19" fmla="*/ 82566 h 143054"/>
                <a:gd name="csX20" fmla="*/ 7678 w 64525"/>
                <a:gd name="csY20" fmla="*/ 79165 h 143054"/>
                <a:gd name="csX21" fmla="*/ 30464 w 64525"/>
                <a:gd name="csY21" fmla="*/ 53232 h 143054"/>
                <a:gd name="csX22" fmla="*/ 35788 w 64525"/>
                <a:gd name="csY22" fmla="*/ 60672 h 143054"/>
                <a:gd name="csX23" fmla="*/ 29186 w 64525"/>
                <a:gd name="csY23" fmla="*/ 81928 h 143054"/>
                <a:gd name="csX24" fmla="*/ 15770 w 64525"/>
                <a:gd name="csY24" fmla="*/ 116151 h 1430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4525" h="143054">
                  <a:moveTo>
                    <a:pt x="59213" y="8169"/>
                  </a:moveTo>
                  <a:cubicBezTo>
                    <a:pt x="59213" y="4768"/>
                    <a:pt x="56658" y="92"/>
                    <a:pt x="50695" y="92"/>
                  </a:cubicBezTo>
                  <a:cubicBezTo>
                    <a:pt x="44945" y="92"/>
                    <a:pt x="38769" y="5618"/>
                    <a:pt x="38769" y="11783"/>
                  </a:cubicBezTo>
                  <a:cubicBezTo>
                    <a:pt x="38769" y="15396"/>
                    <a:pt x="41538" y="19860"/>
                    <a:pt x="47287" y="19860"/>
                  </a:cubicBezTo>
                  <a:cubicBezTo>
                    <a:pt x="53463" y="19860"/>
                    <a:pt x="59213" y="13908"/>
                    <a:pt x="59213" y="8169"/>
                  </a:cubicBezTo>
                  <a:close/>
                  <a:moveTo>
                    <a:pt x="15770" y="116151"/>
                  </a:moveTo>
                  <a:cubicBezTo>
                    <a:pt x="14918" y="118914"/>
                    <a:pt x="13854" y="121465"/>
                    <a:pt x="13854" y="125079"/>
                  </a:cubicBezTo>
                  <a:cubicBezTo>
                    <a:pt x="13854" y="135069"/>
                    <a:pt x="22372" y="143146"/>
                    <a:pt x="34084" y="143146"/>
                  </a:cubicBezTo>
                  <a:cubicBezTo>
                    <a:pt x="55380" y="143146"/>
                    <a:pt x="64750" y="113813"/>
                    <a:pt x="64750" y="110624"/>
                  </a:cubicBezTo>
                  <a:cubicBezTo>
                    <a:pt x="64750" y="107861"/>
                    <a:pt x="61981" y="107861"/>
                    <a:pt x="61343" y="107861"/>
                  </a:cubicBezTo>
                  <a:cubicBezTo>
                    <a:pt x="58361" y="107861"/>
                    <a:pt x="58148" y="109136"/>
                    <a:pt x="57296" y="111475"/>
                  </a:cubicBezTo>
                  <a:cubicBezTo>
                    <a:pt x="52398" y="128480"/>
                    <a:pt x="43028" y="137195"/>
                    <a:pt x="34723" y="137195"/>
                  </a:cubicBezTo>
                  <a:cubicBezTo>
                    <a:pt x="30464" y="137195"/>
                    <a:pt x="29399" y="134431"/>
                    <a:pt x="29399" y="129755"/>
                  </a:cubicBezTo>
                  <a:cubicBezTo>
                    <a:pt x="29399" y="124866"/>
                    <a:pt x="30890" y="120827"/>
                    <a:pt x="32807" y="116151"/>
                  </a:cubicBezTo>
                  <a:cubicBezTo>
                    <a:pt x="34936" y="110412"/>
                    <a:pt x="37279" y="104673"/>
                    <a:pt x="39621" y="99146"/>
                  </a:cubicBezTo>
                  <a:cubicBezTo>
                    <a:pt x="41538" y="94044"/>
                    <a:pt x="49204" y="74701"/>
                    <a:pt x="50056" y="72150"/>
                  </a:cubicBezTo>
                  <a:cubicBezTo>
                    <a:pt x="50695" y="70025"/>
                    <a:pt x="51334" y="67474"/>
                    <a:pt x="51334" y="65348"/>
                  </a:cubicBezTo>
                  <a:cubicBezTo>
                    <a:pt x="51334" y="55358"/>
                    <a:pt x="42815" y="47281"/>
                    <a:pt x="31103" y="47281"/>
                  </a:cubicBezTo>
                  <a:cubicBezTo>
                    <a:pt x="10020" y="47281"/>
                    <a:pt x="224" y="76189"/>
                    <a:pt x="224" y="79803"/>
                  </a:cubicBezTo>
                  <a:cubicBezTo>
                    <a:pt x="224" y="82566"/>
                    <a:pt x="3206" y="82566"/>
                    <a:pt x="3845" y="82566"/>
                  </a:cubicBezTo>
                  <a:cubicBezTo>
                    <a:pt x="6826" y="82566"/>
                    <a:pt x="7039" y="81503"/>
                    <a:pt x="7678" y="79165"/>
                  </a:cubicBezTo>
                  <a:cubicBezTo>
                    <a:pt x="13215" y="60885"/>
                    <a:pt x="22585" y="53232"/>
                    <a:pt x="30464" y="53232"/>
                  </a:cubicBezTo>
                  <a:cubicBezTo>
                    <a:pt x="33871" y="53232"/>
                    <a:pt x="35788" y="54933"/>
                    <a:pt x="35788" y="60672"/>
                  </a:cubicBezTo>
                  <a:cubicBezTo>
                    <a:pt x="35788" y="65561"/>
                    <a:pt x="34510" y="68749"/>
                    <a:pt x="29186" y="81928"/>
                  </a:cubicBezTo>
                  <a:lnTo>
                    <a:pt x="15770" y="116151"/>
                  </a:lnTo>
                  <a:close/>
                </a:path>
              </a:pathLst>
            </a:custGeom>
            <a:solidFill>
              <a:srgbClr val="000000"/>
            </a:solidFill>
            <a:ln w="30508" cap="flat">
              <a:noFill/>
              <a:prstDash val="solid"/>
              <a:miter/>
            </a:ln>
          </p:spPr>
          <p:txBody>
            <a:bodyPr/>
            <a:lstStyle/>
            <a:p>
              <a:endParaRPr lang="en-CA"/>
            </a:p>
          </p:txBody>
        </p:sp>
        <p:sp>
          <p:nvSpPr>
            <p:cNvPr id="35" name="Freeform: Shape 34">
              <a:extLst>
                <a:ext uri="{FF2B5EF4-FFF2-40B4-BE49-F238E27FC236}">
                  <a16:creationId xmlns:a16="http://schemas.microsoft.com/office/drawing/2014/main" id="{7ED2D9DF-44A0-03B5-0A19-03DEC8EC2FF5}"/>
                </a:ext>
              </a:extLst>
            </p:cNvPr>
            <p:cNvSpPr/>
            <p:nvPr>
              <p:custDataLst>
                <p:tags r:id="rId29"/>
              </p:custDataLst>
            </p:nvPr>
          </p:nvSpPr>
          <p:spPr>
            <a:xfrm>
              <a:off x="9511582" y="5060811"/>
              <a:ext cx="70579" cy="303661"/>
            </a:xfrm>
            <a:custGeom>
              <a:avLst/>
              <a:gdLst>
                <a:gd name="csX0" fmla="*/ 70807 w 70579"/>
                <a:gd name="csY0" fmla="*/ 151921 h 303661"/>
                <a:gd name="csX1" fmla="*/ 50729 w 70579"/>
                <a:gd name="csY1" fmla="*/ 57178 h 303661"/>
                <a:gd name="csX2" fmla="*/ 3270 w 70579"/>
                <a:gd name="csY2" fmla="*/ 90 h 303661"/>
                <a:gd name="csX3" fmla="*/ 228 w 70579"/>
                <a:gd name="csY3" fmla="*/ 3127 h 303661"/>
                <a:gd name="csX4" fmla="*/ 6008 w 70579"/>
                <a:gd name="csY4" fmla="*/ 10111 h 303661"/>
                <a:gd name="csX5" fmla="*/ 53162 w 70579"/>
                <a:gd name="csY5" fmla="*/ 151921 h 303661"/>
                <a:gd name="csX6" fmla="*/ 4183 w 70579"/>
                <a:gd name="csY6" fmla="*/ 295553 h 303661"/>
                <a:gd name="csX7" fmla="*/ 228 w 70579"/>
                <a:gd name="csY7" fmla="*/ 300715 h 303661"/>
                <a:gd name="csX8" fmla="*/ 3270 w 70579"/>
                <a:gd name="csY8" fmla="*/ 303751 h 303661"/>
                <a:gd name="csX9" fmla="*/ 51641 w 70579"/>
                <a:gd name="csY9" fmla="*/ 244538 h 303661"/>
                <a:gd name="csX10" fmla="*/ 70807 w 70579"/>
                <a:gd name="csY10" fmla="*/ 151921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807" y="151921"/>
                  </a:moveTo>
                  <a:cubicBezTo>
                    <a:pt x="70807" y="128235"/>
                    <a:pt x="67461" y="91492"/>
                    <a:pt x="50729" y="57178"/>
                  </a:cubicBezTo>
                  <a:cubicBezTo>
                    <a:pt x="32475" y="19828"/>
                    <a:pt x="6312" y="90"/>
                    <a:pt x="3270" y="90"/>
                  </a:cubicBezTo>
                  <a:cubicBezTo>
                    <a:pt x="1445" y="90"/>
                    <a:pt x="228" y="1305"/>
                    <a:pt x="228" y="3127"/>
                  </a:cubicBezTo>
                  <a:cubicBezTo>
                    <a:pt x="228" y="4038"/>
                    <a:pt x="228" y="4645"/>
                    <a:pt x="6008" y="10111"/>
                  </a:cubicBezTo>
                  <a:cubicBezTo>
                    <a:pt x="35822" y="40173"/>
                    <a:pt x="53162" y="88456"/>
                    <a:pt x="53162" y="151921"/>
                  </a:cubicBezTo>
                  <a:cubicBezTo>
                    <a:pt x="53162" y="203847"/>
                    <a:pt x="41906" y="257291"/>
                    <a:pt x="4183" y="295553"/>
                  </a:cubicBezTo>
                  <a:cubicBezTo>
                    <a:pt x="228" y="299197"/>
                    <a:pt x="228" y="299804"/>
                    <a:pt x="228" y="300715"/>
                  </a:cubicBezTo>
                  <a:cubicBezTo>
                    <a:pt x="228" y="302537"/>
                    <a:pt x="1445" y="303751"/>
                    <a:pt x="3270" y="303751"/>
                  </a:cubicBezTo>
                  <a:cubicBezTo>
                    <a:pt x="6312" y="303751"/>
                    <a:pt x="33692" y="283102"/>
                    <a:pt x="51641" y="244538"/>
                  </a:cubicBezTo>
                  <a:cubicBezTo>
                    <a:pt x="67156" y="211135"/>
                    <a:pt x="70807" y="177428"/>
                    <a:pt x="70807" y="151921"/>
                  </a:cubicBezTo>
                  <a:close/>
                </a:path>
              </a:pathLst>
            </a:custGeom>
            <a:solidFill>
              <a:srgbClr val="000000"/>
            </a:solidFill>
            <a:ln w="30508" cap="flat">
              <a:noFill/>
              <a:prstDash val="solid"/>
              <a:miter/>
            </a:ln>
          </p:spPr>
          <p:txBody>
            <a:bodyPr/>
            <a:lstStyle/>
            <a:p>
              <a:endParaRPr lang="en-CA"/>
            </a:p>
          </p:txBody>
        </p:sp>
        <p:sp>
          <p:nvSpPr>
            <p:cNvPr id="36" name="Freeform: Shape 35">
              <a:extLst>
                <a:ext uri="{FF2B5EF4-FFF2-40B4-BE49-F238E27FC236}">
                  <a16:creationId xmlns:a16="http://schemas.microsoft.com/office/drawing/2014/main" id="{75DF5F27-D64A-F7DF-6CC2-F24DA6EEF466}"/>
                </a:ext>
              </a:extLst>
            </p:cNvPr>
            <p:cNvSpPr/>
            <p:nvPr>
              <p:custDataLst>
                <p:tags r:id="rId30"/>
              </p:custDataLst>
            </p:nvPr>
          </p:nvSpPr>
          <p:spPr>
            <a:xfrm>
              <a:off x="7275612" y="6031578"/>
              <a:ext cx="217214" cy="207400"/>
            </a:xfrm>
            <a:custGeom>
              <a:avLst/>
              <a:gdLst>
                <a:gd name="csX0" fmla="*/ 80165 w 217214"/>
                <a:gd name="csY0" fmla="*/ 111565 h 207400"/>
                <a:gd name="csX1" fmla="*/ 131883 w 217214"/>
                <a:gd name="csY1" fmla="*/ 111565 h 207400"/>
                <a:gd name="csX2" fmla="*/ 217369 w 217214"/>
                <a:gd name="csY2" fmla="*/ 45974 h 207400"/>
                <a:gd name="csX3" fmla="*/ 157437 w 217214"/>
                <a:gd name="csY3" fmla="*/ 121 h 207400"/>
                <a:gd name="csX4" fmla="*/ 58869 w 217214"/>
                <a:gd name="csY4" fmla="*/ 121 h 207400"/>
                <a:gd name="csX5" fmla="*/ 49743 w 217214"/>
                <a:gd name="csY5" fmla="*/ 5891 h 207400"/>
                <a:gd name="csX6" fmla="*/ 58565 w 217214"/>
                <a:gd name="csY6" fmla="*/ 9535 h 207400"/>
                <a:gd name="csX7" fmla="*/ 71647 w 217214"/>
                <a:gd name="csY7" fmla="*/ 10142 h 207400"/>
                <a:gd name="csX8" fmla="*/ 78340 w 217214"/>
                <a:gd name="csY8" fmla="*/ 15001 h 207400"/>
                <a:gd name="csX9" fmla="*/ 77123 w 217214"/>
                <a:gd name="csY9" fmla="*/ 20770 h 207400"/>
                <a:gd name="csX10" fmla="*/ 36357 w 217214"/>
                <a:gd name="csY10" fmla="*/ 183836 h 207400"/>
                <a:gd name="csX11" fmla="*/ 8673 w 217214"/>
                <a:gd name="csY11" fmla="*/ 198109 h 207400"/>
                <a:gd name="csX12" fmla="*/ 155 w 217214"/>
                <a:gd name="csY12" fmla="*/ 203878 h 207400"/>
                <a:gd name="csX13" fmla="*/ 4718 w 217214"/>
                <a:gd name="csY13" fmla="*/ 207522 h 207400"/>
                <a:gd name="csX14" fmla="*/ 43354 w 217214"/>
                <a:gd name="csY14" fmla="*/ 206611 h 207400"/>
                <a:gd name="csX15" fmla="*/ 62824 w 217214"/>
                <a:gd name="csY15" fmla="*/ 206915 h 207400"/>
                <a:gd name="csX16" fmla="*/ 82599 w 217214"/>
                <a:gd name="csY16" fmla="*/ 207522 h 207400"/>
                <a:gd name="csX17" fmla="*/ 88683 w 217214"/>
                <a:gd name="csY17" fmla="*/ 201449 h 207400"/>
                <a:gd name="csX18" fmla="*/ 80165 w 217214"/>
                <a:gd name="csY18" fmla="*/ 198109 h 207400"/>
                <a:gd name="csX19" fmla="*/ 60391 w 217214"/>
                <a:gd name="csY19" fmla="*/ 192643 h 207400"/>
                <a:gd name="csX20" fmla="*/ 61303 w 217214"/>
                <a:gd name="csY20" fmla="*/ 187480 h 207400"/>
                <a:gd name="csX21" fmla="*/ 80165 w 217214"/>
                <a:gd name="csY21" fmla="*/ 111565 h 207400"/>
                <a:gd name="csX22" fmla="*/ 102069 w 217214"/>
                <a:gd name="csY22" fmla="*/ 21074 h 207400"/>
                <a:gd name="csX23" fmla="*/ 118497 w 217214"/>
                <a:gd name="csY23" fmla="*/ 9535 h 207400"/>
                <a:gd name="csX24" fmla="*/ 147702 w 217214"/>
                <a:gd name="csY24" fmla="*/ 9535 h 207400"/>
                <a:gd name="csX25" fmla="*/ 189076 w 217214"/>
                <a:gd name="csY25" fmla="*/ 38686 h 207400"/>
                <a:gd name="csX26" fmla="*/ 171127 w 217214"/>
                <a:gd name="csY26" fmla="*/ 87576 h 207400"/>
                <a:gd name="csX27" fmla="*/ 124277 w 217214"/>
                <a:gd name="csY27" fmla="*/ 103670 h 207400"/>
                <a:gd name="csX28" fmla="*/ 81382 w 217214"/>
                <a:gd name="csY28" fmla="*/ 103670 h 207400"/>
                <a:gd name="csX29" fmla="*/ 102069 w 217214"/>
                <a:gd name="csY29" fmla="*/ 21074 h 207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7214" h="207400">
                  <a:moveTo>
                    <a:pt x="80165" y="111565"/>
                  </a:moveTo>
                  <a:lnTo>
                    <a:pt x="131883" y="111565"/>
                  </a:lnTo>
                  <a:cubicBezTo>
                    <a:pt x="175082" y="111565"/>
                    <a:pt x="217369" y="79984"/>
                    <a:pt x="217369" y="45974"/>
                  </a:cubicBezTo>
                  <a:cubicBezTo>
                    <a:pt x="217369" y="22592"/>
                    <a:pt x="197290" y="121"/>
                    <a:pt x="157437" y="121"/>
                  </a:cubicBezTo>
                  <a:lnTo>
                    <a:pt x="58869" y="121"/>
                  </a:lnTo>
                  <a:cubicBezTo>
                    <a:pt x="53089" y="121"/>
                    <a:pt x="49743" y="121"/>
                    <a:pt x="49743" y="5891"/>
                  </a:cubicBezTo>
                  <a:cubicBezTo>
                    <a:pt x="49743" y="9535"/>
                    <a:pt x="52481" y="9535"/>
                    <a:pt x="58565" y="9535"/>
                  </a:cubicBezTo>
                  <a:cubicBezTo>
                    <a:pt x="62520" y="9535"/>
                    <a:pt x="67996" y="9838"/>
                    <a:pt x="71647" y="10142"/>
                  </a:cubicBezTo>
                  <a:cubicBezTo>
                    <a:pt x="76514" y="10749"/>
                    <a:pt x="78340" y="11660"/>
                    <a:pt x="78340" y="15001"/>
                  </a:cubicBezTo>
                  <a:cubicBezTo>
                    <a:pt x="78340" y="16215"/>
                    <a:pt x="78035" y="17126"/>
                    <a:pt x="77123" y="20770"/>
                  </a:cubicBezTo>
                  <a:lnTo>
                    <a:pt x="36357" y="183836"/>
                  </a:lnTo>
                  <a:cubicBezTo>
                    <a:pt x="33315" y="195679"/>
                    <a:pt x="32706" y="198109"/>
                    <a:pt x="8673" y="198109"/>
                  </a:cubicBezTo>
                  <a:cubicBezTo>
                    <a:pt x="3501" y="198109"/>
                    <a:pt x="155" y="198109"/>
                    <a:pt x="155" y="203878"/>
                  </a:cubicBezTo>
                  <a:cubicBezTo>
                    <a:pt x="155" y="207522"/>
                    <a:pt x="3805" y="207522"/>
                    <a:pt x="4718" y="207522"/>
                  </a:cubicBezTo>
                  <a:cubicBezTo>
                    <a:pt x="13236" y="207522"/>
                    <a:pt x="34836" y="206611"/>
                    <a:pt x="43354" y="206611"/>
                  </a:cubicBezTo>
                  <a:cubicBezTo>
                    <a:pt x="49743" y="206611"/>
                    <a:pt x="56436" y="206915"/>
                    <a:pt x="62824" y="206915"/>
                  </a:cubicBezTo>
                  <a:cubicBezTo>
                    <a:pt x="69517" y="206915"/>
                    <a:pt x="76210" y="207522"/>
                    <a:pt x="82599" y="207522"/>
                  </a:cubicBezTo>
                  <a:cubicBezTo>
                    <a:pt x="84728" y="207522"/>
                    <a:pt x="88683" y="207522"/>
                    <a:pt x="88683" y="201449"/>
                  </a:cubicBezTo>
                  <a:cubicBezTo>
                    <a:pt x="88683" y="198109"/>
                    <a:pt x="85945" y="198109"/>
                    <a:pt x="80165" y="198109"/>
                  </a:cubicBezTo>
                  <a:cubicBezTo>
                    <a:pt x="68909" y="198109"/>
                    <a:pt x="60391" y="198109"/>
                    <a:pt x="60391" y="192643"/>
                  </a:cubicBezTo>
                  <a:cubicBezTo>
                    <a:pt x="60391" y="190821"/>
                    <a:pt x="60999" y="189302"/>
                    <a:pt x="61303" y="187480"/>
                  </a:cubicBezTo>
                  <a:lnTo>
                    <a:pt x="80165" y="111565"/>
                  </a:lnTo>
                  <a:close/>
                  <a:moveTo>
                    <a:pt x="102069" y="21074"/>
                  </a:moveTo>
                  <a:cubicBezTo>
                    <a:pt x="104807" y="10446"/>
                    <a:pt x="105415" y="9535"/>
                    <a:pt x="118497" y="9535"/>
                  </a:cubicBezTo>
                  <a:lnTo>
                    <a:pt x="147702" y="9535"/>
                  </a:lnTo>
                  <a:cubicBezTo>
                    <a:pt x="172952" y="9535"/>
                    <a:pt x="189076" y="17734"/>
                    <a:pt x="189076" y="38686"/>
                  </a:cubicBezTo>
                  <a:cubicBezTo>
                    <a:pt x="189076" y="50529"/>
                    <a:pt x="182992" y="76644"/>
                    <a:pt x="171127" y="87576"/>
                  </a:cubicBezTo>
                  <a:cubicBezTo>
                    <a:pt x="155916" y="101241"/>
                    <a:pt x="137663" y="103670"/>
                    <a:pt x="124277" y="103670"/>
                  </a:cubicBezTo>
                  <a:lnTo>
                    <a:pt x="81382" y="103670"/>
                  </a:lnTo>
                  <a:lnTo>
                    <a:pt x="102069" y="21074"/>
                  </a:lnTo>
                  <a:close/>
                </a:path>
              </a:pathLst>
            </a:custGeom>
            <a:solidFill>
              <a:srgbClr val="000000"/>
            </a:solidFill>
            <a:ln w="30508" cap="flat">
              <a:noFill/>
              <a:prstDash val="solid"/>
              <a:miter/>
            </a:ln>
          </p:spPr>
          <p:txBody>
            <a:bodyPr/>
            <a:lstStyle/>
            <a:p>
              <a:endParaRPr lang="en-CA"/>
            </a:p>
          </p:txBody>
        </p:sp>
        <p:sp>
          <p:nvSpPr>
            <p:cNvPr id="37" name="Freeform: Shape 36">
              <a:extLst>
                <a:ext uri="{FF2B5EF4-FFF2-40B4-BE49-F238E27FC236}">
                  <a16:creationId xmlns:a16="http://schemas.microsoft.com/office/drawing/2014/main" id="{2F4D1212-E654-1BC5-4BC5-D3E6E7364A53}"/>
                </a:ext>
              </a:extLst>
            </p:cNvPr>
            <p:cNvSpPr/>
            <p:nvPr>
              <p:custDataLst>
                <p:tags r:id="rId31"/>
              </p:custDataLst>
            </p:nvPr>
          </p:nvSpPr>
          <p:spPr>
            <a:xfrm>
              <a:off x="7531129" y="6011233"/>
              <a:ext cx="70579" cy="303661"/>
            </a:xfrm>
            <a:custGeom>
              <a:avLst/>
              <a:gdLst>
                <a:gd name="csX0" fmla="*/ 70742 w 70579"/>
                <a:gd name="csY0" fmla="*/ 300746 h 303661"/>
                <a:gd name="csX1" fmla="*/ 65570 w 70579"/>
                <a:gd name="csY1" fmla="*/ 294065 h 303661"/>
                <a:gd name="csX2" fmla="*/ 17807 w 70579"/>
                <a:gd name="csY2" fmla="*/ 151952 h 303661"/>
                <a:gd name="csX3" fmla="*/ 66787 w 70579"/>
                <a:gd name="csY3" fmla="*/ 8320 h 303661"/>
                <a:gd name="csX4" fmla="*/ 70742 w 70579"/>
                <a:gd name="csY4" fmla="*/ 3158 h 303661"/>
                <a:gd name="csX5" fmla="*/ 67700 w 70579"/>
                <a:gd name="csY5" fmla="*/ 121 h 303661"/>
                <a:gd name="csX6" fmla="*/ 19328 w 70579"/>
                <a:gd name="csY6" fmla="*/ 59335 h 303661"/>
                <a:gd name="csX7" fmla="*/ 162 w 70579"/>
                <a:gd name="csY7" fmla="*/ 151952 h 303661"/>
                <a:gd name="csX8" fmla="*/ 20241 w 70579"/>
                <a:gd name="csY8" fmla="*/ 246694 h 303661"/>
                <a:gd name="csX9" fmla="*/ 67700 w 70579"/>
                <a:gd name="csY9" fmla="*/ 303783 h 303661"/>
                <a:gd name="csX10" fmla="*/ 70742 w 70579"/>
                <a:gd name="csY10" fmla="*/ 300746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742" y="300746"/>
                  </a:moveTo>
                  <a:cubicBezTo>
                    <a:pt x="70742" y="299835"/>
                    <a:pt x="70742" y="299228"/>
                    <a:pt x="65570" y="294065"/>
                  </a:cubicBezTo>
                  <a:cubicBezTo>
                    <a:pt x="27542" y="255804"/>
                    <a:pt x="17807" y="198412"/>
                    <a:pt x="17807" y="151952"/>
                  </a:cubicBezTo>
                  <a:cubicBezTo>
                    <a:pt x="17807" y="99115"/>
                    <a:pt x="29368" y="46278"/>
                    <a:pt x="66787" y="8320"/>
                  </a:cubicBezTo>
                  <a:cubicBezTo>
                    <a:pt x="70742" y="4676"/>
                    <a:pt x="70742" y="4069"/>
                    <a:pt x="70742" y="3158"/>
                  </a:cubicBezTo>
                  <a:cubicBezTo>
                    <a:pt x="70742" y="1032"/>
                    <a:pt x="69525" y="121"/>
                    <a:pt x="67700" y="121"/>
                  </a:cubicBezTo>
                  <a:cubicBezTo>
                    <a:pt x="64657" y="121"/>
                    <a:pt x="37277" y="20770"/>
                    <a:pt x="19328" y="59335"/>
                  </a:cubicBezTo>
                  <a:cubicBezTo>
                    <a:pt x="3813" y="92738"/>
                    <a:pt x="162" y="126444"/>
                    <a:pt x="162" y="151952"/>
                  </a:cubicBezTo>
                  <a:cubicBezTo>
                    <a:pt x="162" y="175638"/>
                    <a:pt x="3509" y="212381"/>
                    <a:pt x="20241" y="246694"/>
                  </a:cubicBezTo>
                  <a:cubicBezTo>
                    <a:pt x="38494" y="284045"/>
                    <a:pt x="64657" y="303783"/>
                    <a:pt x="67700" y="303783"/>
                  </a:cubicBezTo>
                  <a:cubicBezTo>
                    <a:pt x="69525" y="303783"/>
                    <a:pt x="70742" y="302872"/>
                    <a:pt x="70742" y="300746"/>
                  </a:cubicBezTo>
                  <a:close/>
                </a:path>
              </a:pathLst>
            </a:custGeom>
            <a:solidFill>
              <a:srgbClr val="000000"/>
            </a:solidFill>
            <a:ln w="30508" cap="flat">
              <a:noFill/>
              <a:prstDash val="solid"/>
              <a:miter/>
            </a:ln>
          </p:spPr>
          <p:txBody>
            <a:bodyPr/>
            <a:lstStyle/>
            <a:p>
              <a:endParaRPr lang="en-CA"/>
            </a:p>
          </p:txBody>
        </p:sp>
        <p:sp>
          <p:nvSpPr>
            <p:cNvPr id="38" name="Freeform: Shape 37">
              <a:extLst>
                <a:ext uri="{FF2B5EF4-FFF2-40B4-BE49-F238E27FC236}">
                  <a16:creationId xmlns:a16="http://schemas.microsoft.com/office/drawing/2014/main" id="{427F1C2C-2EC2-A225-9CC0-2591EB4ADE39}"/>
                </a:ext>
              </a:extLst>
            </p:cNvPr>
            <p:cNvSpPr/>
            <p:nvPr>
              <p:custDataLst>
                <p:tags r:id="rId32"/>
              </p:custDataLst>
            </p:nvPr>
          </p:nvSpPr>
          <p:spPr>
            <a:xfrm>
              <a:off x="7628142" y="6104761"/>
              <a:ext cx="151502" cy="137558"/>
            </a:xfrm>
            <a:custGeom>
              <a:avLst/>
              <a:gdLst>
                <a:gd name="csX0" fmla="*/ 92954 w 151502"/>
                <a:gd name="csY0" fmla="*/ 42634 h 137558"/>
                <a:gd name="csX1" fmla="*/ 123072 w 151502"/>
                <a:gd name="csY1" fmla="*/ 6802 h 137558"/>
                <a:gd name="csX2" fmla="*/ 138283 w 151502"/>
                <a:gd name="csY2" fmla="*/ 10750 h 137558"/>
                <a:gd name="csX3" fmla="*/ 123680 w 151502"/>
                <a:gd name="csY3" fmla="*/ 27147 h 137558"/>
                <a:gd name="csX4" fmla="*/ 135241 w 151502"/>
                <a:gd name="csY4" fmla="*/ 37775 h 137558"/>
                <a:gd name="csX5" fmla="*/ 151669 w 151502"/>
                <a:gd name="csY5" fmla="*/ 20163 h 137558"/>
                <a:gd name="csX6" fmla="*/ 123376 w 151502"/>
                <a:gd name="csY6" fmla="*/ 121 h 137558"/>
                <a:gd name="csX7" fmla="*/ 91433 w 151502"/>
                <a:gd name="csY7" fmla="*/ 23200 h 137558"/>
                <a:gd name="csX8" fmla="*/ 58577 w 151502"/>
                <a:gd name="csY8" fmla="*/ 121 h 137558"/>
                <a:gd name="csX9" fmla="*/ 9597 w 151502"/>
                <a:gd name="csY9" fmla="*/ 46885 h 137558"/>
                <a:gd name="csX10" fmla="*/ 13248 w 151502"/>
                <a:gd name="csY10" fmla="*/ 49922 h 137558"/>
                <a:gd name="csX11" fmla="*/ 17203 w 151502"/>
                <a:gd name="csY11" fmla="*/ 46582 h 137558"/>
                <a:gd name="csX12" fmla="*/ 57968 w 151502"/>
                <a:gd name="csY12" fmla="*/ 6802 h 137558"/>
                <a:gd name="csX13" fmla="*/ 74396 w 151502"/>
                <a:gd name="csY13" fmla="*/ 27147 h 137558"/>
                <a:gd name="csX14" fmla="*/ 57968 w 151502"/>
                <a:gd name="csY14" fmla="*/ 99419 h 137558"/>
                <a:gd name="csX15" fmla="*/ 29067 w 151502"/>
                <a:gd name="csY15" fmla="*/ 130999 h 137558"/>
                <a:gd name="csX16" fmla="*/ 13856 w 151502"/>
                <a:gd name="csY16" fmla="*/ 127052 h 137558"/>
                <a:gd name="csX17" fmla="*/ 28155 w 151502"/>
                <a:gd name="csY17" fmla="*/ 110654 h 137558"/>
                <a:gd name="csX18" fmla="*/ 16899 w 151502"/>
                <a:gd name="csY18" fmla="*/ 100026 h 137558"/>
                <a:gd name="csX19" fmla="*/ 166 w 151502"/>
                <a:gd name="csY19" fmla="*/ 117638 h 137558"/>
                <a:gd name="csX20" fmla="*/ 28763 w 151502"/>
                <a:gd name="csY20" fmla="*/ 137680 h 137558"/>
                <a:gd name="csX21" fmla="*/ 60706 w 151502"/>
                <a:gd name="csY21" fmla="*/ 114602 h 137558"/>
                <a:gd name="csX22" fmla="*/ 93562 w 151502"/>
                <a:gd name="csY22" fmla="*/ 137680 h 137558"/>
                <a:gd name="csX23" fmla="*/ 142238 w 151502"/>
                <a:gd name="csY23" fmla="*/ 90916 h 137558"/>
                <a:gd name="csX24" fmla="*/ 138587 w 151502"/>
                <a:gd name="csY24" fmla="*/ 87879 h 137558"/>
                <a:gd name="csX25" fmla="*/ 134632 w 151502"/>
                <a:gd name="csY25" fmla="*/ 91220 h 137558"/>
                <a:gd name="csX26" fmla="*/ 94171 w 151502"/>
                <a:gd name="csY26" fmla="*/ 130999 h 137558"/>
                <a:gd name="csX27" fmla="*/ 77439 w 151502"/>
                <a:gd name="csY27" fmla="*/ 110958 h 137558"/>
                <a:gd name="csX28" fmla="*/ 82610 w 151502"/>
                <a:gd name="csY28" fmla="*/ 84236 h 137558"/>
                <a:gd name="csX29" fmla="*/ 92954 w 151502"/>
                <a:gd name="csY29" fmla="*/ 42634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2954" y="42634"/>
                  </a:moveTo>
                  <a:cubicBezTo>
                    <a:pt x="94779" y="34739"/>
                    <a:pt x="101776" y="6802"/>
                    <a:pt x="123072" y="6802"/>
                  </a:cubicBezTo>
                  <a:cubicBezTo>
                    <a:pt x="124593" y="6802"/>
                    <a:pt x="131894" y="6802"/>
                    <a:pt x="138283" y="10750"/>
                  </a:cubicBezTo>
                  <a:cubicBezTo>
                    <a:pt x="129765" y="12268"/>
                    <a:pt x="123680" y="19859"/>
                    <a:pt x="123680" y="27147"/>
                  </a:cubicBezTo>
                  <a:cubicBezTo>
                    <a:pt x="123680" y="32006"/>
                    <a:pt x="127027" y="37775"/>
                    <a:pt x="135241" y="37775"/>
                  </a:cubicBezTo>
                  <a:cubicBezTo>
                    <a:pt x="141934" y="37775"/>
                    <a:pt x="151669" y="32309"/>
                    <a:pt x="151669" y="20163"/>
                  </a:cubicBezTo>
                  <a:cubicBezTo>
                    <a:pt x="151669" y="4373"/>
                    <a:pt x="133720" y="121"/>
                    <a:pt x="123376" y="121"/>
                  </a:cubicBezTo>
                  <a:cubicBezTo>
                    <a:pt x="105731" y="121"/>
                    <a:pt x="95083" y="16215"/>
                    <a:pt x="91433" y="23200"/>
                  </a:cubicBezTo>
                  <a:cubicBezTo>
                    <a:pt x="83827" y="3158"/>
                    <a:pt x="67399" y="121"/>
                    <a:pt x="58577" y="121"/>
                  </a:cubicBezTo>
                  <a:cubicBezTo>
                    <a:pt x="26938" y="121"/>
                    <a:pt x="9597" y="39294"/>
                    <a:pt x="9597" y="46885"/>
                  </a:cubicBezTo>
                  <a:cubicBezTo>
                    <a:pt x="9597" y="49922"/>
                    <a:pt x="12639" y="49922"/>
                    <a:pt x="13248" y="49922"/>
                  </a:cubicBezTo>
                  <a:cubicBezTo>
                    <a:pt x="15682" y="49922"/>
                    <a:pt x="16594" y="49314"/>
                    <a:pt x="17203" y="46582"/>
                  </a:cubicBezTo>
                  <a:cubicBezTo>
                    <a:pt x="27546" y="14393"/>
                    <a:pt x="47625" y="6802"/>
                    <a:pt x="57968" y="6802"/>
                  </a:cubicBezTo>
                  <a:cubicBezTo>
                    <a:pt x="63749" y="6802"/>
                    <a:pt x="74396" y="9535"/>
                    <a:pt x="74396" y="27147"/>
                  </a:cubicBezTo>
                  <a:cubicBezTo>
                    <a:pt x="74396" y="36561"/>
                    <a:pt x="69225" y="56906"/>
                    <a:pt x="57968" y="99419"/>
                  </a:cubicBezTo>
                  <a:cubicBezTo>
                    <a:pt x="53101" y="118246"/>
                    <a:pt x="42453" y="130999"/>
                    <a:pt x="29067" y="130999"/>
                  </a:cubicBezTo>
                  <a:cubicBezTo>
                    <a:pt x="27242" y="130999"/>
                    <a:pt x="20245" y="130999"/>
                    <a:pt x="13856" y="127052"/>
                  </a:cubicBezTo>
                  <a:cubicBezTo>
                    <a:pt x="21462" y="125533"/>
                    <a:pt x="28155" y="119157"/>
                    <a:pt x="28155" y="110654"/>
                  </a:cubicBezTo>
                  <a:cubicBezTo>
                    <a:pt x="28155" y="102455"/>
                    <a:pt x="21462" y="100026"/>
                    <a:pt x="16899" y="100026"/>
                  </a:cubicBezTo>
                  <a:cubicBezTo>
                    <a:pt x="7772" y="100026"/>
                    <a:pt x="166" y="107921"/>
                    <a:pt x="166" y="117638"/>
                  </a:cubicBezTo>
                  <a:cubicBezTo>
                    <a:pt x="166" y="131607"/>
                    <a:pt x="15377" y="137680"/>
                    <a:pt x="28763" y="137680"/>
                  </a:cubicBezTo>
                  <a:cubicBezTo>
                    <a:pt x="48842" y="137680"/>
                    <a:pt x="59794" y="116424"/>
                    <a:pt x="60706" y="114602"/>
                  </a:cubicBezTo>
                  <a:cubicBezTo>
                    <a:pt x="64357" y="125837"/>
                    <a:pt x="75309" y="137680"/>
                    <a:pt x="93562" y="137680"/>
                  </a:cubicBezTo>
                  <a:cubicBezTo>
                    <a:pt x="124897" y="137680"/>
                    <a:pt x="142238" y="98508"/>
                    <a:pt x="142238" y="90916"/>
                  </a:cubicBezTo>
                  <a:cubicBezTo>
                    <a:pt x="142238" y="87879"/>
                    <a:pt x="139500" y="87879"/>
                    <a:pt x="138587" y="87879"/>
                  </a:cubicBezTo>
                  <a:cubicBezTo>
                    <a:pt x="135849" y="87879"/>
                    <a:pt x="135241" y="89094"/>
                    <a:pt x="134632" y="91220"/>
                  </a:cubicBezTo>
                  <a:cubicBezTo>
                    <a:pt x="124593" y="123712"/>
                    <a:pt x="103906" y="130999"/>
                    <a:pt x="94171" y="130999"/>
                  </a:cubicBezTo>
                  <a:cubicBezTo>
                    <a:pt x="82306" y="130999"/>
                    <a:pt x="77439" y="121282"/>
                    <a:pt x="77439" y="110958"/>
                  </a:cubicBezTo>
                  <a:cubicBezTo>
                    <a:pt x="77439" y="104277"/>
                    <a:pt x="79264" y="97597"/>
                    <a:pt x="82610" y="84236"/>
                  </a:cubicBezTo>
                  <a:lnTo>
                    <a:pt x="92954" y="42634"/>
                  </a:lnTo>
                  <a:close/>
                </a:path>
              </a:pathLst>
            </a:custGeom>
            <a:solidFill>
              <a:srgbClr val="000000"/>
            </a:solidFill>
            <a:ln w="30508" cap="flat">
              <a:noFill/>
              <a:prstDash val="solid"/>
              <a:miter/>
            </a:ln>
          </p:spPr>
          <p:txBody>
            <a:bodyPr/>
            <a:lstStyle/>
            <a:p>
              <a:endParaRPr lang="en-CA"/>
            </a:p>
          </p:txBody>
        </p:sp>
        <p:sp>
          <p:nvSpPr>
            <p:cNvPr id="39" name="Freeform: Shape 38">
              <a:extLst>
                <a:ext uri="{FF2B5EF4-FFF2-40B4-BE49-F238E27FC236}">
                  <a16:creationId xmlns:a16="http://schemas.microsoft.com/office/drawing/2014/main" id="{FD77BCE8-61FE-1970-D50D-65135C992D78}"/>
                </a:ext>
              </a:extLst>
            </p:cNvPr>
            <p:cNvSpPr/>
            <p:nvPr>
              <p:custDataLst>
                <p:tags r:id="rId33"/>
              </p:custDataLst>
            </p:nvPr>
          </p:nvSpPr>
          <p:spPr>
            <a:xfrm>
              <a:off x="7803200" y="6143598"/>
              <a:ext cx="64525" cy="143054"/>
            </a:xfrm>
            <a:custGeom>
              <a:avLst/>
              <a:gdLst>
                <a:gd name="csX0" fmla="*/ 59161 w 64525"/>
                <a:gd name="csY0" fmla="*/ 8200 h 143054"/>
                <a:gd name="csX1" fmla="*/ 50642 w 64525"/>
                <a:gd name="csY1" fmla="*/ 123 h 143054"/>
                <a:gd name="csX2" fmla="*/ 38717 w 64525"/>
                <a:gd name="csY2" fmla="*/ 11814 h 143054"/>
                <a:gd name="csX3" fmla="*/ 47235 w 64525"/>
                <a:gd name="csY3" fmla="*/ 19891 h 143054"/>
                <a:gd name="csX4" fmla="*/ 59161 w 64525"/>
                <a:gd name="csY4" fmla="*/ 8200 h 143054"/>
                <a:gd name="csX5" fmla="*/ 15718 w 64525"/>
                <a:gd name="csY5" fmla="*/ 116182 h 143054"/>
                <a:gd name="csX6" fmla="*/ 13801 w 64525"/>
                <a:gd name="csY6" fmla="*/ 125110 h 143054"/>
                <a:gd name="csX7" fmla="*/ 34032 w 64525"/>
                <a:gd name="csY7" fmla="*/ 143178 h 143054"/>
                <a:gd name="csX8" fmla="*/ 64697 w 64525"/>
                <a:gd name="csY8" fmla="*/ 110656 h 143054"/>
                <a:gd name="csX9" fmla="*/ 61290 w 64525"/>
                <a:gd name="csY9" fmla="*/ 107892 h 143054"/>
                <a:gd name="csX10" fmla="*/ 57244 w 64525"/>
                <a:gd name="csY10" fmla="*/ 111506 h 143054"/>
                <a:gd name="csX11" fmla="*/ 34671 w 64525"/>
                <a:gd name="csY11" fmla="*/ 137226 h 143054"/>
                <a:gd name="csX12" fmla="*/ 29347 w 64525"/>
                <a:gd name="csY12" fmla="*/ 129786 h 143054"/>
                <a:gd name="csX13" fmla="*/ 32754 w 64525"/>
                <a:gd name="csY13" fmla="*/ 116182 h 143054"/>
                <a:gd name="csX14" fmla="*/ 39569 w 64525"/>
                <a:gd name="csY14" fmla="*/ 99177 h 143054"/>
                <a:gd name="csX15" fmla="*/ 50004 w 64525"/>
                <a:gd name="csY15" fmla="*/ 72182 h 143054"/>
                <a:gd name="csX16" fmla="*/ 51281 w 64525"/>
                <a:gd name="csY16" fmla="*/ 65380 h 143054"/>
                <a:gd name="csX17" fmla="*/ 31051 w 64525"/>
                <a:gd name="csY17" fmla="*/ 47312 h 143054"/>
                <a:gd name="csX18" fmla="*/ 172 w 64525"/>
                <a:gd name="csY18" fmla="*/ 79834 h 143054"/>
                <a:gd name="csX19" fmla="*/ 3792 w 64525"/>
                <a:gd name="csY19" fmla="*/ 82597 h 143054"/>
                <a:gd name="csX20" fmla="*/ 7625 w 64525"/>
                <a:gd name="csY20" fmla="*/ 79196 h 143054"/>
                <a:gd name="csX21" fmla="*/ 30412 w 64525"/>
                <a:gd name="csY21" fmla="*/ 53264 h 143054"/>
                <a:gd name="csX22" fmla="*/ 35736 w 64525"/>
                <a:gd name="csY22" fmla="*/ 60703 h 143054"/>
                <a:gd name="csX23" fmla="*/ 29134 w 64525"/>
                <a:gd name="csY23" fmla="*/ 81960 h 143054"/>
                <a:gd name="csX24" fmla="*/ 15718 w 64525"/>
                <a:gd name="csY24" fmla="*/ 116182 h 1430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4525" h="143054">
                  <a:moveTo>
                    <a:pt x="59161" y="8200"/>
                  </a:moveTo>
                  <a:cubicBezTo>
                    <a:pt x="59161" y="4799"/>
                    <a:pt x="56605" y="123"/>
                    <a:pt x="50642" y="123"/>
                  </a:cubicBezTo>
                  <a:cubicBezTo>
                    <a:pt x="44893" y="123"/>
                    <a:pt x="38717" y="5649"/>
                    <a:pt x="38717" y="11814"/>
                  </a:cubicBezTo>
                  <a:cubicBezTo>
                    <a:pt x="38717" y="15427"/>
                    <a:pt x="41485" y="19891"/>
                    <a:pt x="47235" y="19891"/>
                  </a:cubicBezTo>
                  <a:cubicBezTo>
                    <a:pt x="53411" y="19891"/>
                    <a:pt x="59161" y="13939"/>
                    <a:pt x="59161" y="8200"/>
                  </a:cubicBezTo>
                  <a:close/>
                  <a:moveTo>
                    <a:pt x="15718" y="116182"/>
                  </a:moveTo>
                  <a:cubicBezTo>
                    <a:pt x="14866" y="118946"/>
                    <a:pt x="13801" y="121496"/>
                    <a:pt x="13801" y="125110"/>
                  </a:cubicBezTo>
                  <a:cubicBezTo>
                    <a:pt x="13801" y="135100"/>
                    <a:pt x="22319" y="143178"/>
                    <a:pt x="34032" y="143178"/>
                  </a:cubicBezTo>
                  <a:cubicBezTo>
                    <a:pt x="55327" y="143178"/>
                    <a:pt x="64697" y="113844"/>
                    <a:pt x="64697" y="110656"/>
                  </a:cubicBezTo>
                  <a:cubicBezTo>
                    <a:pt x="64697" y="107892"/>
                    <a:pt x="61929" y="107892"/>
                    <a:pt x="61290" y="107892"/>
                  </a:cubicBezTo>
                  <a:cubicBezTo>
                    <a:pt x="58309" y="107892"/>
                    <a:pt x="58096" y="109168"/>
                    <a:pt x="57244" y="111506"/>
                  </a:cubicBezTo>
                  <a:cubicBezTo>
                    <a:pt x="52346" y="128511"/>
                    <a:pt x="42976" y="137226"/>
                    <a:pt x="34671" y="137226"/>
                  </a:cubicBezTo>
                  <a:cubicBezTo>
                    <a:pt x="30412" y="137226"/>
                    <a:pt x="29347" y="134463"/>
                    <a:pt x="29347" y="129786"/>
                  </a:cubicBezTo>
                  <a:cubicBezTo>
                    <a:pt x="29347" y="124897"/>
                    <a:pt x="30838" y="120859"/>
                    <a:pt x="32754" y="116182"/>
                  </a:cubicBezTo>
                  <a:cubicBezTo>
                    <a:pt x="34884" y="110443"/>
                    <a:pt x="37226" y="104704"/>
                    <a:pt x="39569" y="99177"/>
                  </a:cubicBezTo>
                  <a:cubicBezTo>
                    <a:pt x="41485" y="94076"/>
                    <a:pt x="49152" y="74732"/>
                    <a:pt x="50004" y="72182"/>
                  </a:cubicBezTo>
                  <a:cubicBezTo>
                    <a:pt x="50642" y="70056"/>
                    <a:pt x="51281" y="67505"/>
                    <a:pt x="51281" y="65380"/>
                  </a:cubicBezTo>
                  <a:cubicBezTo>
                    <a:pt x="51281" y="55389"/>
                    <a:pt x="42763" y="47312"/>
                    <a:pt x="31051" y="47312"/>
                  </a:cubicBezTo>
                  <a:cubicBezTo>
                    <a:pt x="9968" y="47312"/>
                    <a:pt x="172" y="76220"/>
                    <a:pt x="172" y="79834"/>
                  </a:cubicBezTo>
                  <a:cubicBezTo>
                    <a:pt x="172" y="82597"/>
                    <a:pt x="3153" y="82597"/>
                    <a:pt x="3792" y="82597"/>
                  </a:cubicBezTo>
                  <a:cubicBezTo>
                    <a:pt x="6774" y="82597"/>
                    <a:pt x="6987" y="81534"/>
                    <a:pt x="7625" y="79196"/>
                  </a:cubicBezTo>
                  <a:cubicBezTo>
                    <a:pt x="13162" y="60916"/>
                    <a:pt x="22532" y="53264"/>
                    <a:pt x="30412" y="53264"/>
                  </a:cubicBezTo>
                  <a:cubicBezTo>
                    <a:pt x="33819" y="53264"/>
                    <a:pt x="35736" y="54964"/>
                    <a:pt x="35736" y="60703"/>
                  </a:cubicBezTo>
                  <a:cubicBezTo>
                    <a:pt x="35736" y="65592"/>
                    <a:pt x="34458" y="68781"/>
                    <a:pt x="29134" y="81960"/>
                  </a:cubicBezTo>
                  <a:lnTo>
                    <a:pt x="15718" y="116182"/>
                  </a:lnTo>
                  <a:close/>
                </a:path>
              </a:pathLst>
            </a:custGeom>
            <a:solidFill>
              <a:srgbClr val="000000"/>
            </a:solidFill>
            <a:ln w="30508" cap="flat">
              <a:noFill/>
              <a:prstDash val="solid"/>
              <a:miter/>
            </a:ln>
          </p:spPr>
          <p:txBody>
            <a:bodyPr/>
            <a:lstStyle/>
            <a:p>
              <a:endParaRPr lang="en-CA"/>
            </a:p>
          </p:txBody>
        </p:sp>
        <p:sp>
          <p:nvSpPr>
            <p:cNvPr id="40" name="Freeform: Shape 39">
              <a:extLst>
                <a:ext uri="{FF2B5EF4-FFF2-40B4-BE49-F238E27FC236}">
                  <a16:creationId xmlns:a16="http://schemas.microsoft.com/office/drawing/2014/main" id="{6068DD0C-91F5-6BC1-EC0F-69AAFE897EC9}"/>
                </a:ext>
              </a:extLst>
            </p:cNvPr>
            <p:cNvSpPr/>
            <p:nvPr>
              <p:custDataLst>
                <p:tags r:id="rId34"/>
              </p:custDataLst>
            </p:nvPr>
          </p:nvSpPr>
          <p:spPr>
            <a:xfrm>
              <a:off x="7911816" y="6011233"/>
              <a:ext cx="70579" cy="303661"/>
            </a:xfrm>
            <a:custGeom>
              <a:avLst/>
              <a:gdLst>
                <a:gd name="csX0" fmla="*/ 70755 w 70579"/>
                <a:gd name="csY0" fmla="*/ 151952 h 303661"/>
                <a:gd name="csX1" fmla="*/ 50676 w 70579"/>
                <a:gd name="csY1" fmla="*/ 57210 h 303661"/>
                <a:gd name="csX2" fmla="*/ 3218 w 70579"/>
                <a:gd name="csY2" fmla="*/ 121 h 303661"/>
                <a:gd name="csX3" fmla="*/ 175 w 70579"/>
                <a:gd name="csY3" fmla="*/ 3158 h 303661"/>
                <a:gd name="csX4" fmla="*/ 5956 w 70579"/>
                <a:gd name="csY4" fmla="*/ 10142 h 303661"/>
                <a:gd name="csX5" fmla="*/ 53110 w 70579"/>
                <a:gd name="csY5" fmla="*/ 151952 h 303661"/>
                <a:gd name="csX6" fmla="*/ 4130 w 70579"/>
                <a:gd name="csY6" fmla="*/ 295584 h 303661"/>
                <a:gd name="csX7" fmla="*/ 175 w 70579"/>
                <a:gd name="csY7" fmla="*/ 300746 h 303661"/>
                <a:gd name="csX8" fmla="*/ 3218 w 70579"/>
                <a:gd name="csY8" fmla="*/ 303783 h 303661"/>
                <a:gd name="csX9" fmla="*/ 51589 w 70579"/>
                <a:gd name="csY9" fmla="*/ 244569 h 303661"/>
                <a:gd name="csX10" fmla="*/ 70755 w 70579"/>
                <a:gd name="csY10" fmla="*/ 151952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755" y="151952"/>
                  </a:moveTo>
                  <a:cubicBezTo>
                    <a:pt x="70755" y="128266"/>
                    <a:pt x="67408" y="91523"/>
                    <a:pt x="50676" y="57210"/>
                  </a:cubicBezTo>
                  <a:cubicBezTo>
                    <a:pt x="32423" y="19859"/>
                    <a:pt x="6260" y="121"/>
                    <a:pt x="3218" y="121"/>
                  </a:cubicBezTo>
                  <a:cubicBezTo>
                    <a:pt x="1392" y="121"/>
                    <a:pt x="175" y="1336"/>
                    <a:pt x="175" y="3158"/>
                  </a:cubicBezTo>
                  <a:cubicBezTo>
                    <a:pt x="175" y="4069"/>
                    <a:pt x="175" y="4676"/>
                    <a:pt x="5956" y="10142"/>
                  </a:cubicBezTo>
                  <a:cubicBezTo>
                    <a:pt x="35769" y="40205"/>
                    <a:pt x="53110" y="88487"/>
                    <a:pt x="53110" y="151952"/>
                  </a:cubicBezTo>
                  <a:cubicBezTo>
                    <a:pt x="53110" y="203878"/>
                    <a:pt x="41854" y="257322"/>
                    <a:pt x="4130" y="295584"/>
                  </a:cubicBezTo>
                  <a:cubicBezTo>
                    <a:pt x="175" y="299228"/>
                    <a:pt x="175" y="299835"/>
                    <a:pt x="175" y="300746"/>
                  </a:cubicBezTo>
                  <a:cubicBezTo>
                    <a:pt x="175" y="302568"/>
                    <a:pt x="1392" y="303783"/>
                    <a:pt x="3218" y="303783"/>
                  </a:cubicBezTo>
                  <a:cubicBezTo>
                    <a:pt x="6260" y="303783"/>
                    <a:pt x="33640" y="283134"/>
                    <a:pt x="51589" y="244569"/>
                  </a:cubicBezTo>
                  <a:cubicBezTo>
                    <a:pt x="67104" y="211166"/>
                    <a:pt x="70755" y="177460"/>
                    <a:pt x="70755" y="151952"/>
                  </a:cubicBezTo>
                  <a:close/>
                </a:path>
              </a:pathLst>
            </a:custGeom>
            <a:solidFill>
              <a:srgbClr val="000000"/>
            </a:solidFill>
            <a:ln w="30508" cap="flat">
              <a:noFill/>
              <a:prstDash val="solid"/>
              <a:miter/>
            </a:ln>
          </p:spPr>
          <p:txBody>
            <a:bodyPr/>
            <a:lstStyle/>
            <a:p>
              <a:endParaRPr lang="en-CA"/>
            </a:p>
          </p:txBody>
        </p:sp>
        <p:sp>
          <p:nvSpPr>
            <p:cNvPr id="41" name="Freeform: Shape 40">
              <a:extLst>
                <a:ext uri="{FF2B5EF4-FFF2-40B4-BE49-F238E27FC236}">
                  <a16:creationId xmlns:a16="http://schemas.microsoft.com/office/drawing/2014/main" id="{96A92C42-B256-6668-BB06-4DCA3E1A0E25}"/>
                </a:ext>
              </a:extLst>
            </p:cNvPr>
            <p:cNvSpPr/>
            <p:nvPr>
              <p:custDataLst>
                <p:tags r:id="rId35"/>
              </p:custDataLst>
            </p:nvPr>
          </p:nvSpPr>
          <p:spPr>
            <a:xfrm>
              <a:off x="8123451" y="6108101"/>
              <a:ext cx="32247" cy="130878"/>
            </a:xfrm>
            <a:custGeom>
              <a:avLst/>
              <a:gdLst>
                <a:gd name="csX0" fmla="*/ 32429 w 32247"/>
                <a:gd name="csY0" fmla="*/ 16215 h 130878"/>
                <a:gd name="csX1" fmla="*/ 16306 w 32247"/>
                <a:gd name="csY1" fmla="*/ 121 h 130878"/>
                <a:gd name="csX2" fmla="*/ 182 w 32247"/>
                <a:gd name="csY2" fmla="*/ 16215 h 130878"/>
                <a:gd name="csX3" fmla="*/ 16306 w 32247"/>
                <a:gd name="csY3" fmla="*/ 32309 h 130878"/>
                <a:gd name="csX4" fmla="*/ 32429 w 32247"/>
                <a:gd name="csY4" fmla="*/ 16215 h 130878"/>
                <a:gd name="csX5" fmla="*/ 32429 w 32247"/>
                <a:gd name="csY5" fmla="*/ 114905 h 130878"/>
                <a:gd name="csX6" fmla="*/ 16306 w 32247"/>
                <a:gd name="csY6" fmla="*/ 98811 h 130878"/>
                <a:gd name="csX7" fmla="*/ 182 w 32247"/>
                <a:gd name="csY7" fmla="*/ 114905 h 130878"/>
                <a:gd name="csX8" fmla="*/ 16306 w 32247"/>
                <a:gd name="csY8" fmla="*/ 130999 h 130878"/>
                <a:gd name="csX9" fmla="*/ 32429 w 32247"/>
                <a:gd name="csY9" fmla="*/ 114905 h 1308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247" h="130878">
                  <a:moveTo>
                    <a:pt x="32429" y="16215"/>
                  </a:moveTo>
                  <a:cubicBezTo>
                    <a:pt x="32429" y="7409"/>
                    <a:pt x="25128" y="121"/>
                    <a:pt x="16306" y="121"/>
                  </a:cubicBezTo>
                  <a:cubicBezTo>
                    <a:pt x="7483" y="121"/>
                    <a:pt x="182" y="7409"/>
                    <a:pt x="182" y="16215"/>
                  </a:cubicBezTo>
                  <a:cubicBezTo>
                    <a:pt x="182" y="25022"/>
                    <a:pt x="7483" y="32309"/>
                    <a:pt x="16306" y="32309"/>
                  </a:cubicBezTo>
                  <a:cubicBezTo>
                    <a:pt x="25128" y="32309"/>
                    <a:pt x="32429" y="25022"/>
                    <a:pt x="32429" y="16215"/>
                  </a:cubicBezTo>
                  <a:close/>
                  <a:moveTo>
                    <a:pt x="32429" y="114905"/>
                  </a:moveTo>
                  <a:cubicBezTo>
                    <a:pt x="32429" y="106099"/>
                    <a:pt x="25128" y="98811"/>
                    <a:pt x="16306" y="98811"/>
                  </a:cubicBezTo>
                  <a:cubicBezTo>
                    <a:pt x="7483" y="98811"/>
                    <a:pt x="182" y="106099"/>
                    <a:pt x="182" y="114905"/>
                  </a:cubicBezTo>
                  <a:cubicBezTo>
                    <a:pt x="182" y="123711"/>
                    <a:pt x="7483" y="130999"/>
                    <a:pt x="16306" y="130999"/>
                  </a:cubicBezTo>
                  <a:cubicBezTo>
                    <a:pt x="25128" y="130999"/>
                    <a:pt x="32429" y="123712"/>
                    <a:pt x="32429" y="114905"/>
                  </a:cubicBezTo>
                  <a:close/>
                </a:path>
              </a:pathLst>
            </a:custGeom>
            <a:solidFill>
              <a:srgbClr val="000000"/>
            </a:solidFill>
            <a:ln w="30508" cap="flat">
              <a:noFill/>
              <a:prstDash val="solid"/>
              <a:miter/>
            </a:ln>
          </p:spPr>
          <p:txBody>
            <a:bodyPr/>
            <a:lstStyle/>
            <a:p>
              <a:endParaRPr lang="en-CA"/>
            </a:p>
          </p:txBody>
        </p:sp>
        <p:sp>
          <p:nvSpPr>
            <p:cNvPr id="42" name="Freeform: Shape 41">
              <a:extLst>
                <a:ext uri="{FF2B5EF4-FFF2-40B4-BE49-F238E27FC236}">
                  <a16:creationId xmlns:a16="http://schemas.microsoft.com/office/drawing/2014/main" id="{13E4C1F7-9D61-0046-2970-5FEBB064FE52}"/>
                </a:ext>
              </a:extLst>
            </p:cNvPr>
            <p:cNvSpPr/>
            <p:nvPr>
              <p:custDataLst>
                <p:tags r:id="rId36"/>
              </p:custDataLst>
            </p:nvPr>
          </p:nvSpPr>
          <p:spPr>
            <a:xfrm>
              <a:off x="8198830" y="6127535"/>
              <a:ext cx="202307" cy="71056"/>
            </a:xfrm>
            <a:custGeom>
              <a:avLst/>
              <a:gdLst>
                <a:gd name="csX0" fmla="*/ 192149 w 202307"/>
                <a:gd name="csY0" fmla="*/ 12268 h 71056"/>
                <a:gd name="csX1" fmla="*/ 202492 w 202307"/>
                <a:gd name="csY1" fmla="*/ 6195 h 71056"/>
                <a:gd name="csX2" fmla="*/ 192453 w 202307"/>
                <a:gd name="csY2" fmla="*/ 121 h 71056"/>
                <a:gd name="csX3" fmla="*/ 10224 w 202307"/>
                <a:gd name="csY3" fmla="*/ 121 h 71056"/>
                <a:gd name="csX4" fmla="*/ 185 w 202307"/>
                <a:gd name="csY4" fmla="*/ 6195 h 71056"/>
                <a:gd name="csX5" fmla="*/ 10528 w 202307"/>
                <a:gd name="csY5" fmla="*/ 12268 h 71056"/>
                <a:gd name="csX6" fmla="*/ 192149 w 202307"/>
                <a:gd name="csY6" fmla="*/ 12268 h 71056"/>
                <a:gd name="csX7" fmla="*/ 192453 w 202307"/>
                <a:gd name="csY7" fmla="*/ 71178 h 71056"/>
                <a:gd name="csX8" fmla="*/ 202492 w 202307"/>
                <a:gd name="csY8" fmla="*/ 65105 h 71056"/>
                <a:gd name="csX9" fmla="*/ 192149 w 202307"/>
                <a:gd name="csY9" fmla="*/ 59032 h 71056"/>
                <a:gd name="csX10" fmla="*/ 10528 w 202307"/>
                <a:gd name="csY10" fmla="*/ 59032 h 71056"/>
                <a:gd name="csX11" fmla="*/ 185 w 202307"/>
                <a:gd name="csY11" fmla="*/ 65105 h 71056"/>
                <a:gd name="csX12" fmla="*/ 10224 w 202307"/>
                <a:gd name="csY12" fmla="*/ 71178 h 71056"/>
                <a:gd name="csX13" fmla="*/ 192453 w 202307"/>
                <a:gd name="csY13" fmla="*/ 71178 h 71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2307" h="71056">
                  <a:moveTo>
                    <a:pt x="192149" y="12268"/>
                  </a:moveTo>
                  <a:cubicBezTo>
                    <a:pt x="196712" y="12268"/>
                    <a:pt x="202492" y="12268"/>
                    <a:pt x="202492" y="6195"/>
                  </a:cubicBezTo>
                  <a:cubicBezTo>
                    <a:pt x="202492" y="121"/>
                    <a:pt x="196712" y="121"/>
                    <a:pt x="192453" y="121"/>
                  </a:cubicBezTo>
                  <a:lnTo>
                    <a:pt x="10224" y="121"/>
                  </a:lnTo>
                  <a:cubicBezTo>
                    <a:pt x="5965" y="121"/>
                    <a:pt x="185" y="121"/>
                    <a:pt x="185" y="6195"/>
                  </a:cubicBezTo>
                  <a:cubicBezTo>
                    <a:pt x="185" y="12268"/>
                    <a:pt x="5965" y="12268"/>
                    <a:pt x="10528" y="12268"/>
                  </a:cubicBezTo>
                  <a:lnTo>
                    <a:pt x="192149" y="12268"/>
                  </a:lnTo>
                  <a:close/>
                  <a:moveTo>
                    <a:pt x="192453" y="71178"/>
                  </a:moveTo>
                  <a:cubicBezTo>
                    <a:pt x="196712" y="71178"/>
                    <a:pt x="202492" y="71178"/>
                    <a:pt x="202492" y="65105"/>
                  </a:cubicBezTo>
                  <a:cubicBezTo>
                    <a:pt x="202492" y="59032"/>
                    <a:pt x="196712" y="59032"/>
                    <a:pt x="192149" y="59032"/>
                  </a:cubicBezTo>
                  <a:lnTo>
                    <a:pt x="10528" y="59032"/>
                  </a:lnTo>
                  <a:cubicBezTo>
                    <a:pt x="5965" y="59032"/>
                    <a:pt x="185" y="59032"/>
                    <a:pt x="185" y="65105"/>
                  </a:cubicBezTo>
                  <a:cubicBezTo>
                    <a:pt x="185" y="71178"/>
                    <a:pt x="5965" y="71178"/>
                    <a:pt x="10224" y="71178"/>
                  </a:cubicBezTo>
                  <a:lnTo>
                    <a:pt x="192453" y="71178"/>
                  </a:lnTo>
                  <a:close/>
                </a:path>
              </a:pathLst>
            </a:custGeom>
            <a:solidFill>
              <a:srgbClr val="000000"/>
            </a:solidFill>
            <a:ln w="30508" cap="flat">
              <a:noFill/>
              <a:prstDash val="solid"/>
              <a:miter/>
            </a:ln>
          </p:spPr>
          <p:txBody>
            <a:bodyPr/>
            <a:lstStyle/>
            <a:p>
              <a:endParaRPr lang="en-CA"/>
            </a:p>
          </p:txBody>
        </p:sp>
        <p:sp>
          <p:nvSpPr>
            <p:cNvPr id="43" name="Freeform: Shape 42">
              <a:extLst>
                <a:ext uri="{FF2B5EF4-FFF2-40B4-BE49-F238E27FC236}">
                  <a16:creationId xmlns:a16="http://schemas.microsoft.com/office/drawing/2014/main" id="{CDDAE7AF-955C-A6EF-9AC5-3EF2DE1DA125}"/>
                </a:ext>
              </a:extLst>
            </p:cNvPr>
            <p:cNvSpPr/>
            <p:nvPr>
              <p:custDataLst>
                <p:tags r:id="rId37"/>
              </p:custDataLst>
            </p:nvPr>
          </p:nvSpPr>
          <p:spPr>
            <a:xfrm>
              <a:off x="8516301" y="6088667"/>
              <a:ext cx="142071" cy="153045"/>
            </a:xfrm>
            <a:custGeom>
              <a:avLst/>
              <a:gdLst>
                <a:gd name="csX0" fmla="*/ 64386 w 142071"/>
                <a:gd name="csY0" fmla="*/ 153167 h 153045"/>
                <a:gd name="csX1" fmla="*/ 105456 w 142071"/>
                <a:gd name="csY1" fmla="*/ 141628 h 153045"/>
                <a:gd name="csX2" fmla="*/ 132532 w 142071"/>
                <a:gd name="csY2" fmla="*/ 110047 h 153045"/>
                <a:gd name="csX3" fmla="*/ 142267 w 142071"/>
                <a:gd name="csY3" fmla="*/ 65105 h 153045"/>
                <a:gd name="csX4" fmla="*/ 125230 w 142071"/>
                <a:gd name="csY4" fmla="*/ 17734 h 153045"/>
                <a:gd name="csX5" fmla="*/ 78380 w 142071"/>
                <a:gd name="csY5" fmla="*/ 121 h 153045"/>
                <a:gd name="csX6" fmla="*/ 37006 w 142071"/>
                <a:gd name="csY6" fmla="*/ 11660 h 153045"/>
                <a:gd name="csX7" fmla="*/ 9930 w 142071"/>
                <a:gd name="csY7" fmla="*/ 43241 h 153045"/>
                <a:gd name="csX8" fmla="*/ 195 w 142071"/>
                <a:gd name="csY8" fmla="*/ 88183 h 153045"/>
                <a:gd name="csX9" fmla="*/ 17232 w 142071"/>
                <a:gd name="csY9" fmla="*/ 135858 h 153045"/>
                <a:gd name="csX10" fmla="*/ 64386 w 142071"/>
                <a:gd name="csY10" fmla="*/ 153167 h 153045"/>
                <a:gd name="csX11" fmla="*/ 65299 w 142071"/>
                <a:gd name="csY11" fmla="*/ 133429 h 153045"/>
                <a:gd name="csX12" fmla="*/ 35789 w 142071"/>
                <a:gd name="csY12" fmla="*/ 122193 h 153045"/>
                <a:gd name="csX13" fmla="*/ 25141 w 142071"/>
                <a:gd name="csY13" fmla="*/ 89094 h 153045"/>
                <a:gd name="csX14" fmla="*/ 31226 w 142071"/>
                <a:gd name="csY14" fmla="*/ 54173 h 153045"/>
                <a:gd name="csX15" fmla="*/ 48871 w 142071"/>
                <a:gd name="csY15" fmla="*/ 29273 h 153045"/>
                <a:gd name="csX16" fmla="*/ 77468 w 142071"/>
                <a:gd name="csY16" fmla="*/ 19859 h 153045"/>
                <a:gd name="csX17" fmla="*/ 106673 w 142071"/>
                <a:gd name="csY17" fmla="*/ 31095 h 153045"/>
                <a:gd name="csX18" fmla="*/ 117321 w 142071"/>
                <a:gd name="csY18" fmla="*/ 64194 h 153045"/>
                <a:gd name="csX19" fmla="*/ 111236 w 142071"/>
                <a:gd name="csY19" fmla="*/ 99115 h 153045"/>
                <a:gd name="csX20" fmla="*/ 93591 w 142071"/>
                <a:gd name="csY20" fmla="*/ 124015 h 153045"/>
                <a:gd name="csX21" fmla="*/ 65299 w 142071"/>
                <a:gd name="csY21" fmla="*/ 133429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2071" h="153045">
                  <a:moveTo>
                    <a:pt x="64386" y="153167"/>
                  </a:moveTo>
                  <a:cubicBezTo>
                    <a:pt x="79901" y="153167"/>
                    <a:pt x="93591" y="149523"/>
                    <a:pt x="105456" y="141628"/>
                  </a:cubicBezTo>
                  <a:cubicBezTo>
                    <a:pt x="117016" y="133732"/>
                    <a:pt x="126143" y="123408"/>
                    <a:pt x="132532" y="110047"/>
                  </a:cubicBezTo>
                  <a:cubicBezTo>
                    <a:pt x="138920" y="96686"/>
                    <a:pt x="142267" y="81806"/>
                    <a:pt x="142267" y="65105"/>
                  </a:cubicBezTo>
                  <a:cubicBezTo>
                    <a:pt x="142267" y="45063"/>
                    <a:pt x="136487" y="29273"/>
                    <a:pt x="125230" y="17734"/>
                  </a:cubicBezTo>
                  <a:cubicBezTo>
                    <a:pt x="113670" y="6195"/>
                    <a:pt x="98155" y="121"/>
                    <a:pt x="78380" y="121"/>
                  </a:cubicBezTo>
                  <a:cubicBezTo>
                    <a:pt x="62561" y="121"/>
                    <a:pt x="48567" y="4069"/>
                    <a:pt x="37006" y="11660"/>
                  </a:cubicBezTo>
                  <a:cubicBezTo>
                    <a:pt x="25446" y="19556"/>
                    <a:pt x="16319" y="29880"/>
                    <a:pt x="9930" y="43241"/>
                  </a:cubicBezTo>
                  <a:cubicBezTo>
                    <a:pt x="3238" y="56602"/>
                    <a:pt x="195" y="71785"/>
                    <a:pt x="195" y="88183"/>
                  </a:cubicBezTo>
                  <a:cubicBezTo>
                    <a:pt x="195" y="108225"/>
                    <a:pt x="5671" y="124319"/>
                    <a:pt x="17232" y="135858"/>
                  </a:cubicBezTo>
                  <a:cubicBezTo>
                    <a:pt x="28792" y="147397"/>
                    <a:pt x="44307" y="153167"/>
                    <a:pt x="64386" y="153167"/>
                  </a:cubicBezTo>
                  <a:close/>
                  <a:moveTo>
                    <a:pt x="65299" y="133429"/>
                  </a:moveTo>
                  <a:cubicBezTo>
                    <a:pt x="52521" y="133429"/>
                    <a:pt x="42786" y="129785"/>
                    <a:pt x="35789" y="122193"/>
                  </a:cubicBezTo>
                  <a:cubicBezTo>
                    <a:pt x="28488" y="114602"/>
                    <a:pt x="25141" y="103670"/>
                    <a:pt x="25141" y="89094"/>
                  </a:cubicBezTo>
                  <a:cubicBezTo>
                    <a:pt x="25141" y="76340"/>
                    <a:pt x="26967" y="64801"/>
                    <a:pt x="31226" y="54173"/>
                  </a:cubicBezTo>
                  <a:cubicBezTo>
                    <a:pt x="35181" y="43849"/>
                    <a:pt x="40961" y="35346"/>
                    <a:pt x="48871" y="29273"/>
                  </a:cubicBezTo>
                  <a:cubicBezTo>
                    <a:pt x="56781" y="23200"/>
                    <a:pt x="66211" y="19859"/>
                    <a:pt x="77468" y="19859"/>
                  </a:cubicBezTo>
                  <a:cubicBezTo>
                    <a:pt x="89941" y="19859"/>
                    <a:pt x="99676" y="23807"/>
                    <a:pt x="106673" y="31095"/>
                  </a:cubicBezTo>
                  <a:cubicBezTo>
                    <a:pt x="113670" y="38686"/>
                    <a:pt x="117321" y="49618"/>
                    <a:pt x="117321" y="64194"/>
                  </a:cubicBezTo>
                  <a:cubicBezTo>
                    <a:pt x="117321" y="76948"/>
                    <a:pt x="115191" y="88790"/>
                    <a:pt x="111236" y="99115"/>
                  </a:cubicBezTo>
                  <a:cubicBezTo>
                    <a:pt x="107281" y="109439"/>
                    <a:pt x="101501" y="117942"/>
                    <a:pt x="93591" y="124015"/>
                  </a:cubicBezTo>
                  <a:cubicBezTo>
                    <a:pt x="85682" y="130392"/>
                    <a:pt x="76251" y="133429"/>
                    <a:pt x="65299" y="133429"/>
                  </a:cubicBezTo>
                  <a:close/>
                </a:path>
              </a:pathLst>
            </a:custGeom>
            <a:solidFill>
              <a:srgbClr val="000000"/>
            </a:solidFill>
            <a:ln w="30508" cap="flat">
              <a:noFill/>
              <a:prstDash val="solid"/>
              <a:miter/>
            </a:ln>
          </p:spPr>
          <p:txBody>
            <a:bodyPr/>
            <a:lstStyle/>
            <a:p>
              <a:endParaRPr lang="en-CA"/>
            </a:p>
          </p:txBody>
        </p:sp>
        <p:sp>
          <p:nvSpPr>
            <p:cNvPr id="44" name="Freeform: Shape 43">
              <a:extLst>
                <a:ext uri="{FF2B5EF4-FFF2-40B4-BE49-F238E27FC236}">
                  <a16:creationId xmlns:a16="http://schemas.microsoft.com/office/drawing/2014/main" id="{C7E782A8-D22B-A94A-C0A3-D47E06F224D6}"/>
                </a:ext>
              </a:extLst>
            </p:cNvPr>
            <p:cNvSpPr/>
            <p:nvPr>
              <p:custDataLst>
                <p:tags r:id="rId38"/>
              </p:custDataLst>
            </p:nvPr>
          </p:nvSpPr>
          <p:spPr>
            <a:xfrm>
              <a:off x="8676206" y="6088667"/>
              <a:ext cx="159831" cy="207097"/>
            </a:xfrm>
            <a:custGeom>
              <a:avLst/>
              <a:gdLst>
                <a:gd name="csX0" fmla="*/ 10659 w 159831"/>
                <a:gd name="csY0" fmla="*/ 207218 h 207097"/>
                <a:gd name="csX1" fmla="*/ 24654 w 159831"/>
                <a:gd name="csY1" fmla="*/ 195376 h 207097"/>
                <a:gd name="csX2" fmla="*/ 36518 w 159831"/>
                <a:gd name="csY2" fmla="*/ 121890 h 207097"/>
                <a:gd name="csX3" fmla="*/ 55988 w 159831"/>
                <a:gd name="csY3" fmla="*/ 145575 h 207097"/>
                <a:gd name="csX4" fmla="*/ 85802 w 159831"/>
                <a:gd name="csY4" fmla="*/ 153167 h 207097"/>
                <a:gd name="csX5" fmla="*/ 125959 w 159831"/>
                <a:gd name="csY5" fmla="*/ 141020 h 207097"/>
                <a:gd name="csX6" fmla="*/ 151210 w 159831"/>
                <a:gd name="csY6" fmla="*/ 108225 h 207097"/>
                <a:gd name="csX7" fmla="*/ 160032 w 159831"/>
                <a:gd name="csY7" fmla="*/ 63283 h 207097"/>
                <a:gd name="csX8" fmla="*/ 144213 w 159831"/>
                <a:gd name="csY8" fmla="*/ 17126 h 207097"/>
                <a:gd name="csX9" fmla="*/ 102839 w 159831"/>
                <a:gd name="csY9" fmla="*/ 121 h 207097"/>
                <a:gd name="csX10" fmla="*/ 72721 w 159831"/>
                <a:gd name="csY10" fmla="*/ 7409 h 207097"/>
                <a:gd name="csX11" fmla="*/ 51121 w 159831"/>
                <a:gd name="csY11" fmla="*/ 27451 h 207097"/>
                <a:gd name="csX12" fmla="*/ 52946 w 159831"/>
                <a:gd name="csY12" fmla="*/ 15001 h 207097"/>
                <a:gd name="csX13" fmla="*/ 43211 w 159831"/>
                <a:gd name="csY13" fmla="*/ 729 h 207097"/>
                <a:gd name="csX14" fmla="*/ 29217 w 159831"/>
                <a:gd name="csY14" fmla="*/ 13179 h 207097"/>
                <a:gd name="csX15" fmla="*/ 620 w 159831"/>
                <a:gd name="csY15" fmla="*/ 192946 h 207097"/>
                <a:gd name="csX16" fmla="*/ 2141 w 159831"/>
                <a:gd name="csY16" fmla="*/ 203574 h 207097"/>
                <a:gd name="csX17" fmla="*/ 10659 w 159831"/>
                <a:gd name="csY17" fmla="*/ 207218 h 207097"/>
                <a:gd name="csX18" fmla="*/ 82760 w 159831"/>
                <a:gd name="csY18" fmla="*/ 133429 h 207097"/>
                <a:gd name="csX19" fmla="*/ 53555 w 159831"/>
                <a:gd name="csY19" fmla="*/ 122193 h 207097"/>
                <a:gd name="csX20" fmla="*/ 42907 w 159831"/>
                <a:gd name="csY20" fmla="*/ 89094 h 207097"/>
                <a:gd name="csX21" fmla="*/ 48991 w 159831"/>
                <a:gd name="csY21" fmla="*/ 54173 h 207097"/>
                <a:gd name="csX22" fmla="*/ 66636 w 159831"/>
                <a:gd name="csY22" fmla="*/ 29273 h 207097"/>
                <a:gd name="csX23" fmla="*/ 95233 w 159831"/>
                <a:gd name="csY23" fmla="*/ 19859 h 207097"/>
                <a:gd name="csX24" fmla="*/ 124438 w 159831"/>
                <a:gd name="csY24" fmla="*/ 31095 h 207097"/>
                <a:gd name="csX25" fmla="*/ 135086 w 159831"/>
                <a:gd name="csY25" fmla="*/ 64194 h 207097"/>
                <a:gd name="csX26" fmla="*/ 129002 w 159831"/>
                <a:gd name="csY26" fmla="*/ 99115 h 207097"/>
                <a:gd name="csX27" fmla="*/ 111357 w 159831"/>
                <a:gd name="csY27" fmla="*/ 124015 h 207097"/>
                <a:gd name="csX28" fmla="*/ 82760 w 159831"/>
                <a:gd name="csY28" fmla="*/ 133429 h 207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9831" h="207097">
                  <a:moveTo>
                    <a:pt x="10659" y="207218"/>
                  </a:moveTo>
                  <a:cubicBezTo>
                    <a:pt x="18569" y="207218"/>
                    <a:pt x="23437" y="203271"/>
                    <a:pt x="24654" y="195376"/>
                  </a:cubicBezTo>
                  <a:lnTo>
                    <a:pt x="36518" y="121890"/>
                  </a:lnTo>
                  <a:cubicBezTo>
                    <a:pt x="40473" y="132518"/>
                    <a:pt x="46862" y="140413"/>
                    <a:pt x="55988" y="145575"/>
                  </a:cubicBezTo>
                  <a:cubicBezTo>
                    <a:pt x="64811" y="150737"/>
                    <a:pt x="74850" y="153167"/>
                    <a:pt x="85802" y="153167"/>
                  </a:cubicBezTo>
                  <a:cubicBezTo>
                    <a:pt x="101622" y="153167"/>
                    <a:pt x="115007" y="149219"/>
                    <a:pt x="125959" y="141020"/>
                  </a:cubicBezTo>
                  <a:cubicBezTo>
                    <a:pt x="136911" y="132821"/>
                    <a:pt x="145430" y="121890"/>
                    <a:pt x="151210" y="108225"/>
                  </a:cubicBezTo>
                  <a:cubicBezTo>
                    <a:pt x="156990" y="94560"/>
                    <a:pt x="160032" y="79681"/>
                    <a:pt x="160032" y="63283"/>
                  </a:cubicBezTo>
                  <a:cubicBezTo>
                    <a:pt x="160032" y="43849"/>
                    <a:pt x="154556" y="28666"/>
                    <a:pt x="144213" y="17126"/>
                  </a:cubicBezTo>
                  <a:cubicBezTo>
                    <a:pt x="133869" y="5891"/>
                    <a:pt x="119875" y="121"/>
                    <a:pt x="102839" y="121"/>
                  </a:cubicBezTo>
                  <a:cubicBezTo>
                    <a:pt x="91582" y="121"/>
                    <a:pt x="81543" y="2551"/>
                    <a:pt x="72721" y="7409"/>
                  </a:cubicBezTo>
                  <a:cubicBezTo>
                    <a:pt x="63898" y="12268"/>
                    <a:pt x="56597" y="18948"/>
                    <a:pt x="51121" y="27451"/>
                  </a:cubicBezTo>
                  <a:lnTo>
                    <a:pt x="52946" y="15001"/>
                  </a:lnTo>
                  <a:cubicBezTo>
                    <a:pt x="54467" y="5587"/>
                    <a:pt x="51121" y="729"/>
                    <a:pt x="43211" y="729"/>
                  </a:cubicBezTo>
                  <a:cubicBezTo>
                    <a:pt x="34997" y="729"/>
                    <a:pt x="30434" y="4980"/>
                    <a:pt x="29217" y="13179"/>
                  </a:cubicBezTo>
                  <a:lnTo>
                    <a:pt x="620" y="192946"/>
                  </a:lnTo>
                  <a:cubicBezTo>
                    <a:pt x="-293" y="197501"/>
                    <a:pt x="316" y="201145"/>
                    <a:pt x="2141" y="203574"/>
                  </a:cubicBezTo>
                  <a:cubicBezTo>
                    <a:pt x="3967" y="206004"/>
                    <a:pt x="6705" y="207218"/>
                    <a:pt x="10659" y="207218"/>
                  </a:cubicBezTo>
                  <a:close/>
                  <a:moveTo>
                    <a:pt x="82760" y="133429"/>
                  </a:moveTo>
                  <a:cubicBezTo>
                    <a:pt x="70287" y="133429"/>
                    <a:pt x="60552" y="129785"/>
                    <a:pt x="53555" y="122193"/>
                  </a:cubicBezTo>
                  <a:cubicBezTo>
                    <a:pt x="46253" y="114602"/>
                    <a:pt x="42907" y="103670"/>
                    <a:pt x="42907" y="89094"/>
                  </a:cubicBezTo>
                  <a:cubicBezTo>
                    <a:pt x="42907" y="76340"/>
                    <a:pt x="44732" y="64801"/>
                    <a:pt x="48991" y="54173"/>
                  </a:cubicBezTo>
                  <a:cubicBezTo>
                    <a:pt x="52946" y="43849"/>
                    <a:pt x="58726" y="35346"/>
                    <a:pt x="66636" y="29273"/>
                  </a:cubicBezTo>
                  <a:cubicBezTo>
                    <a:pt x="74242" y="23200"/>
                    <a:pt x="83673" y="19859"/>
                    <a:pt x="95233" y="19859"/>
                  </a:cubicBezTo>
                  <a:cubicBezTo>
                    <a:pt x="107402" y="19859"/>
                    <a:pt x="117137" y="23807"/>
                    <a:pt x="124438" y="31095"/>
                  </a:cubicBezTo>
                  <a:cubicBezTo>
                    <a:pt x="131435" y="38686"/>
                    <a:pt x="135086" y="49618"/>
                    <a:pt x="135086" y="64194"/>
                  </a:cubicBezTo>
                  <a:cubicBezTo>
                    <a:pt x="135086" y="76948"/>
                    <a:pt x="132956" y="88790"/>
                    <a:pt x="129002" y="99115"/>
                  </a:cubicBezTo>
                  <a:cubicBezTo>
                    <a:pt x="124743" y="109439"/>
                    <a:pt x="118962" y="117942"/>
                    <a:pt x="111357" y="124015"/>
                  </a:cubicBezTo>
                  <a:cubicBezTo>
                    <a:pt x="103447" y="130392"/>
                    <a:pt x="94016" y="133429"/>
                    <a:pt x="82760" y="133429"/>
                  </a:cubicBezTo>
                  <a:close/>
                </a:path>
              </a:pathLst>
            </a:custGeom>
            <a:solidFill>
              <a:srgbClr val="000000"/>
            </a:solidFill>
            <a:ln w="30508" cap="flat">
              <a:noFill/>
              <a:prstDash val="solid"/>
              <a:miter/>
            </a:ln>
          </p:spPr>
          <p:txBody>
            <a:bodyPr/>
            <a:lstStyle/>
            <a:p>
              <a:endParaRPr lang="en-CA"/>
            </a:p>
          </p:txBody>
        </p:sp>
        <p:sp>
          <p:nvSpPr>
            <p:cNvPr id="45" name="Freeform: Shape 44">
              <a:extLst>
                <a:ext uri="{FF2B5EF4-FFF2-40B4-BE49-F238E27FC236}">
                  <a16:creationId xmlns:a16="http://schemas.microsoft.com/office/drawing/2014/main" id="{700AAC4F-8437-7A3A-D5E7-06A86CF2D9A7}"/>
                </a:ext>
              </a:extLst>
            </p:cNvPr>
            <p:cNvSpPr/>
            <p:nvPr>
              <p:custDataLst>
                <p:tags r:id="rId39"/>
              </p:custDataLst>
            </p:nvPr>
          </p:nvSpPr>
          <p:spPr>
            <a:xfrm>
              <a:off x="8857029" y="6044028"/>
              <a:ext cx="104956" cy="197683"/>
            </a:xfrm>
            <a:custGeom>
              <a:avLst/>
              <a:gdLst>
                <a:gd name="csX0" fmla="*/ 63485 w 104956"/>
                <a:gd name="csY0" fmla="*/ 197805 h 197683"/>
                <a:gd name="csX1" fmla="*/ 81738 w 104956"/>
                <a:gd name="csY1" fmla="*/ 195072 h 197683"/>
                <a:gd name="csX2" fmla="*/ 87518 w 104956"/>
                <a:gd name="csY2" fmla="*/ 190821 h 197683"/>
                <a:gd name="csX3" fmla="*/ 89648 w 104956"/>
                <a:gd name="csY3" fmla="*/ 182014 h 197683"/>
                <a:gd name="csX4" fmla="*/ 88127 w 104956"/>
                <a:gd name="csY4" fmla="*/ 176245 h 197683"/>
                <a:gd name="csX5" fmla="*/ 83563 w 104956"/>
                <a:gd name="csY5" fmla="*/ 174423 h 197683"/>
                <a:gd name="csX6" fmla="*/ 77479 w 104956"/>
                <a:gd name="csY6" fmla="*/ 175638 h 197683"/>
                <a:gd name="csX7" fmla="*/ 67440 w 104956"/>
                <a:gd name="csY7" fmla="*/ 176852 h 197683"/>
                <a:gd name="csX8" fmla="*/ 46144 w 104956"/>
                <a:gd name="csY8" fmla="*/ 168653 h 197683"/>
                <a:gd name="csX9" fmla="*/ 42493 w 104956"/>
                <a:gd name="csY9" fmla="*/ 141931 h 197683"/>
                <a:gd name="csX10" fmla="*/ 54358 w 104956"/>
                <a:gd name="csY10" fmla="*/ 66623 h 197683"/>
                <a:gd name="csX11" fmla="*/ 92994 w 104956"/>
                <a:gd name="csY11" fmla="*/ 66623 h 197683"/>
                <a:gd name="csX12" fmla="*/ 101817 w 104956"/>
                <a:gd name="csY12" fmla="*/ 63587 h 197683"/>
                <a:gd name="csX13" fmla="*/ 105163 w 104956"/>
                <a:gd name="csY13" fmla="*/ 55388 h 197683"/>
                <a:gd name="csX14" fmla="*/ 94211 w 104956"/>
                <a:gd name="csY14" fmla="*/ 47493 h 197683"/>
                <a:gd name="csX15" fmla="*/ 57704 w 104956"/>
                <a:gd name="csY15" fmla="*/ 47493 h 197683"/>
                <a:gd name="csX16" fmla="*/ 62876 w 104956"/>
                <a:gd name="csY16" fmla="*/ 14090 h 197683"/>
                <a:gd name="csX17" fmla="*/ 52228 w 104956"/>
                <a:gd name="csY17" fmla="*/ 121 h 197683"/>
                <a:gd name="csX18" fmla="*/ 38538 w 104956"/>
                <a:gd name="csY18" fmla="*/ 11660 h 197683"/>
                <a:gd name="csX19" fmla="*/ 33062 w 104956"/>
                <a:gd name="csY19" fmla="*/ 47493 h 197683"/>
                <a:gd name="csX20" fmla="*/ 13288 w 104956"/>
                <a:gd name="csY20" fmla="*/ 47493 h 197683"/>
                <a:gd name="csX21" fmla="*/ 3553 w 104956"/>
                <a:gd name="csY21" fmla="*/ 50225 h 197683"/>
                <a:gd name="csX22" fmla="*/ 207 w 104956"/>
                <a:gd name="csY22" fmla="*/ 58424 h 197683"/>
                <a:gd name="csX23" fmla="*/ 11159 w 104956"/>
                <a:gd name="csY23" fmla="*/ 66623 h 197683"/>
                <a:gd name="csX24" fmla="*/ 30020 w 104956"/>
                <a:gd name="csY24" fmla="*/ 66623 h 197683"/>
                <a:gd name="csX25" fmla="*/ 17547 w 104956"/>
                <a:gd name="csY25" fmla="*/ 144360 h 197683"/>
                <a:gd name="csX26" fmla="*/ 25457 w 104956"/>
                <a:gd name="csY26" fmla="*/ 183229 h 197683"/>
                <a:gd name="csX27" fmla="*/ 63485 w 104956"/>
                <a:gd name="csY27" fmla="*/ 197805 h 197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04956" h="197683">
                  <a:moveTo>
                    <a:pt x="63485" y="197805"/>
                  </a:moveTo>
                  <a:cubicBezTo>
                    <a:pt x="70178" y="197805"/>
                    <a:pt x="76262" y="196894"/>
                    <a:pt x="81738" y="195072"/>
                  </a:cubicBezTo>
                  <a:cubicBezTo>
                    <a:pt x="84172" y="194161"/>
                    <a:pt x="86301" y="192643"/>
                    <a:pt x="87518" y="190821"/>
                  </a:cubicBezTo>
                  <a:cubicBezTo>
                    <a:pt x="88735" y="188999"/>
                    <a:pt x="89648" y="186266"/>
                    <a:pt x="89648" y="182014"/>
                  </a:cubicBezTo>
                  <a:cubicBezTo>
                    <a:pt x="89648" y="179282"/>
                    <a:pt x="89039" y="177460"/>
                    <a:pt x="88127" y="176245"/>
                  </a:cubicBezTo>
                  <a:cubicBezTo>
                    <a:pt x="86910" y="175030"/>
                    <a:pt x="85389" y="174423"/>
                    <a:pt x="83563" y="174423"/>
                  </a:cubicBezTo>
                  <a:cubicBezTo>
                    <a:pt x="81738" y="174423"/>
                    <a:pt x="79913" y="175030"/>
                    <a:pt x="77479" y="175638"/>
                  </a:cubicBezTo>
                  <a:cubicBezTo>
                    <a:pt x="75045" y="176549"/>
                    <a:pt x="71699" y="176852"/>
                    <a:pt x="67440" y="176852"/>
                  </a:cubicBezTo>
                  <a:cubicBezTo>
                    <a:pt x="57704" y="176852"/>
                    <a:pt x="50707" y="174119"/>
                    <a:pt x="46144" y="168653"/>
                  </a:cubicBezTo>
                  <a:cubicBezTo>
                    <a:pt x="41581" y="163187"/>
                    <a:pt x="40364" y="154381"/>
                    <a:pt x="42493" y="141931"/>
                  </a:cubicBezTo>
                  <a:lnTo>
                    <a:pt x="54358" y="66623"/>
                  </a:lnTo>
                  <a:lnTo>
                    <a:pt x="92994" y="66623"/>
                  </a:lnTo>
                  <a:cubicBezTo>
                    <a:pt x="96645" y="66623"/>
                    <a:pt x="99383" y="65712"/>
                    <a:pt x="101817" y="63587"/>
                  </a:cubicBezTo>
                  <a:cubicBezTo>
                    <a:pt x="103946" y="61765"/>
                    <a:pt x="105163" y="59032"/>
                    <a:pt x="105163" y="55388"/>
                  </a:cubicBezTo>
                  <a:cubicBezTo>
                    <a:pt x="105163" y="50225"/>
                    <a:pt x="101512" y="47493"/>
                    <a:pt x="94211" y="47493"/>
                  </a:cubicBezTo>
                  <a:lnTo>
                    <a:pt x="57704" y="47493"/>
                  </a:lnTo>
                  <a:lnTo>
                    <a:pt x="62876" y="14090"/>
                  </a:lnTo>
                  <a:cubicBezTo>
                    <a:pt x="64397" y="4980"/>
                    <a:pt x="60747" y="121"/>
                    <a:pt x="52228" y="121"/>
                  </a:cubicBezTo>
                  <a:cubicBezTo>
                    <a:pt x="44319" y="121"/>
                    <a:pt x="39755" y="4069"/>
                    <a:pt x="38538" y="11660"/>
                  </a:cubicBezTo>
                  <a:lnTo>
                    <a:pt x="33062" y="47493"/>
                  </a:lnTo>
                  <a:lnTo>
                    <a:pt x="13288" y="47493"/>
                  </a:lnTo>
                  <a:cubicBezTo>
                    <a:pt x="9029" y="47493"/>
                    <a:pt x="5987" y="48404"/>
                    <a:pt x="3553" y="50225"/>
                  </a:cubicBezTo>
                  <a:cubicBezTo>
                    <a:pt x="1119" y="52047"/>
                    <a:pt x="207" y="54780"/>
                    <a:pt x="207" y="58424"/>
                  </a:cubicBezTo>
                  <a:cubicBezTo>
                    <a:pt x="207" y="63890"/>
                    <a:pt x="3857" y="66623"/>
                    <a:pt x="11159" y="66623"/>
                  </a:cubicBezTo>
                  <a:lnTo>
                    <a:pt x="30020" y="66623"/>
                  </a:lnTo>
                  <a:lnTo>
                    <a:pt x="17547" y="144360"/>
                  </a:lnTo>
                  <a:cubicBezTo>
                    <a:pt x="14809" y="160758"/>
                    <a:pt x="17547" y="173512"/>
                    <a:pt x="25457" y="183229"/>
                  </a:cubicBezTo>
                  <a:cubicBezTo>
                    <a:pt x="33367" y="192946"/>
                    <a:pt x="46144" y="197805"/>
                    <a:pt x="63485" y="197805"/>
                  </a:cubicBezTo>
                  <a:close/>
                </a:path>
              </a:pathLst>
            </a:custGeom>
            <a:solidFill>
              <a:srgbClr val="000000"/>
            </a:solidFill>
            <a:ln w="30508" cap="flat">
              <a:noFill/>
              <a:prstDash val="solid"/>
              <a:miter/>
            </a:ln>
          </p:spPr>
          <p:txBody>
            <a:bodyPr/>
            <a:lstStyle/>
            <a:p>
              <a:endParaRPr lang="en-CA"/>
            </a:p>
          </p:txBody>
        </p:sp>
        <p:sp>
          <p:nvSpPr>
            <p:cNvPr id="46" name="Freeform: Shape 45">
              <a:extLst>
                <a:ext uri="{FF2B5EF4-FFF2-40B4-BE49-F238E27FC236}">
                  <a16:creationId xmlns:a16="http://schemas.microsoft.com/office/drawing/2014/main" id="{606CC0C0-9852-59D6-58CA-23B58E0B9053}"/>
                </a:ext>
              </a:extLst>
            </p:cNvPr>
            <p:cNvSpPr/>
            <p:nvPr>
              <p:custDataLst>
                <p:tags r:id="rId40"/>
              </p:custDataLst>
            </p:nvPr>
          </p:nvSpPr>
          <p:spPr>
            <a:xfrm>
              <a:off x="8969002" y="6025809"/>
              <a:ext cx="59053" cy="215295"/>
            </a:xfrm>
            <a:custGeom>
              <a:avLst/>
              <a:gdLst>
                <a:gd name="csX0" fmla="*/ 40652 w 59053"/>
                <a:gd name="csY0" fmla="*/ 30184 h 215295"/>
                <a:gd name="csX1" fmla="*/ 59210 w 59053"/>
                <a:gd name="csY1" fmla="*/ 13786 h 215295"/>
                <a:gd name="csX2" fmla="*/ 45215 w 59053"/>
                <a:gd name="csY2" fmla="*/ 121 h 215295"/>
                <a:gd name="csX3" fmla="*/ 26658 w 59053"/>
                <a:gd name="csY3" fmla="*/ 16519 h 215295"/>
                <a:gd name="csX4" fmla="*/ 40652 w 59053"/>
                <a:gd name="csY4" fmla="*/ 30184 h 215295"/>
                <a:gd name="csX5" fmla="*/ 10534 w 59053"/>
                <a:gd name="csY5" fmla="*/ 215417 h 215295"/>
                <a:gd name="csX6" fmla="*/ 24833 w 59053"/>
                <a:gd name="csY6" fmla="*/ 203271 h 215295"/>
                <a:gd name="csX7" fmla="*/ 44607 w 59053"/>
                <a:gd name="csY7" fmla="*/ 77859 h 215295"/>
                <a:gd name="csX8" fmla="*/ 43086 w 59053"/>
                <a:gd name="csY8" fmla="*/ 67534 h 215295"/>
                <a:gd name="csX9" fmla="*/ 34568 w 59053"/>
                <a:gd name="csY9" fmla="*/ 63587 h 215295"/>
                <a:gd name="csX10" fmla="*/ 20574 w 59053"/>
                <a:gd name="csY10" fmla="*/ 75733 h 215295"/>
                <a:gd name="csX11" fmla="*/ 495 w 59053"/>
                <a:gd name="csY11" fmla="*/ 200841 h 215295"/>
                <a:gd name="csX12" fmla="*/ 2016 w 59053"/>
                <a:gd name="csY12" fmla="*/ 211773 h 215295"/>
                <a:gd name="csX13" fmla="*/ 10534 w 59053"/>
                <a:gd name="csY13" fmla="*/ 215417 h 215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9053" h="215295">
                  <a:moveTo>
                    <a:pt x="40652" y="30184"/>
                  </a:moveTo>
                  <a:cubicBezTo>
                    <a:pt x="52213" y="30184"/>
                    <a:pt x="58297" y="24718"/>
                    <a:pt x="59210" y="13786"/>
                  </a:cubicBezTo>
                  <a:cubicBezTo>
                    <a:pt x="59818" y="4676"/>
                    <a:pt x="55255" y="121"/>
                    <a:pt x="45215" y="121"/>
                  </a:cubicBezTo>
                  <a:cubicBezTo>
                    <a:pt x="33351" y="121"/>
                    <a:pt x="27266" y="5587"/>
                    <a:pt x="26658" y="16519"/>
                  </a:cubicBezTo>
                  <a:cubicBezTo>
                    <a:pt x="26049" y="25629"/>
                    <a:pt x="30613" y="30184"/>
                    <a:pt x="40652" y="30184"/>
                  </a:cubicBezTo>
                  <a:close/>
                  <a:moveTo>
                    <a:pt x="10534" y="215417"/>
                  </a:moveTo>
                  <a:cubicBezTo>
                    <a:pt x="18444" y="215417"/>
                    <a:pt x="23312" y="211470"/>
                    <a:pt x="24833" y="203271"/>
                  </a:cubicBezTo>
                  <a:lnTo>
                    <a:pt x="44607" y="77859"/>
                  </a:lnTo>
                  <a:cubicBezTo>
                    <a:pt x="45215" y="73607"/>
                    <a:pt x="44911" y="69963"/>
                    <a:pt x="43086" y="67534"/>
                  </a:cubicBezTo>
                  <a:cubicBezTo>
                    <a:pt x="41261" y="65105"/>
                    <a:pt x="38218" y="63587"/>
                    <a:pt x="34568" y="63587"/>
                  </a:cubicBezTo>
                  <a:cubicBezTo>
                    <a:pt x="26354" y="63587"/>
                    <a:pt x="21790" y="67838"/>
                    <a:pt x="20574" y="75733"/>
                  </a:cubicBezTo>
                  <a:lnTo>
                    <a:pt x="495" y="200841"/>
                  </a:lnTo>
                  <a:cubicBezTo>
                    <a:pt x="-114" y="205700"/>
                    <a:pt x="191" y="209344"/>
                    <a:pt x="2016" y="211773"/>
                  </a:cubicBezTo>
                  <a:cubicBezTo>
                    <a:pt x="3841" y="214203"/>
                    <a:pt x="6579" y="215417"/>
                    <a:pt x="10534" y="215417"/>
                  </a:cubicBezTo>
                  <a:close/>
                </a:path>
              </a:pathLst>
            </a:custGeom>
            <a:solidFill>
              <a:srgbClr val="000000"/>
            </a:solidFill>
            <a:ln w="30508" cap="flat">
              <a:noFill/>
              <a:prstDash val="solid"/>
              <a:miter/>
            </a:ln>
          </p:spPr>
          <p:txBody>
            <a:bodyPr/>
            <a:lstStyle/>
            <a:p>
              <a:endParaRPr lang="en-CA"/>
            </a:p>
          </p:txBody>
        </p:sp>
        <p:sp>
          <p:nvSpPr>
            <p:cNvPr id="47" name="Freeform: Shape 46">
              <a:extLst>
                <a:ext uri="{FF2B5EF4-FFF2-40B4-BE49-F238E27FC236}">
                  <a16:creationId xmlns:a16="http://schemas.microsoft.com/office/drawing/2014/main" id="{3F691046-B619-7923-C3CD-53A98BEF3E8E}"/>
                </a:ext>
              </a:extLst>
            </p:cNvPr>
            <p:cNvSpPr/>
            <p:nvPr>
              <p:custDataLst>
                <p:tags r:id="rId41"/>
              </p:custDataLst>
            </p:nvPr>
          </p:nvSpPr>
          <p:spPr>
            <a:xfrm>
              <a:off x="9040170" y="6088667"/>
              <a:ext cx="142071" cy="153045"/>
            </a:xfrm>
            <a:custGeom>
              <a:avLst/>
              <a:gdLst>
                <a:gd name="csX0" fmla="*/ 64403 w 142071"/>
                <a:gd name="csY0" fmla="*/ 153167 h 153045"/>
                <a:gd name="csX1" fmla="*/ 105473 w 142071"/>
                <a:gd name="csY1" fmla="*/ 141628 h 153045"/>
                <a:gd name="csX2" fmla="*/ 132549 w 142071"/>
                <a:gd name="csY2" fmla="*/ 110047 h 153045"/>
                <a:gd name="csX3" fmla="*/ 142284 w 142071"/>
                <a:gd name="csY3" fmla="*/ 65105 h 153045"/>
                <a:gd name="csX4" fmla="*/ 125247 w 142071"/>
                <a:gd name="csY4" fmla="*/ 17734 h 153045"/>
                <a:gd name="csX5" fmla="*/ 78397 w 142071"/>
                <a:gd name="csY5" fmla="*/ 121 h 153045"/>
                <a:gd name="csX6" fmla="*/ 37023 w 142071"/>
                <a:gd name="csY6" fmla="*/ 11660 h 153045"/>
                <a:gd name="csX7" fmla="*/ 9948 w 142071"/>
                <a:gd name="csY7" fmla="*/ 43241 h 153045"/>
                <a:gd name="csX8" fmla="*/ 212 w 142071"/>
                <a:gd name="csY8" fmla="*/ 88183 h 153045"/>
                <a:gd name="csX9" fmla="*/ 17249 w 142071"/>
                <a:gd name="csY9" fmla="*/ 135858 h 153045"/>
                <a:gd name="csX10" fmla="*/ 64403 w 142071"/>
                <a:gd name="csY10" fmla="*/ 153167 h 153045"/>
                <a:gd name="csX11" fmla="*/ 65316 w 142071"/>
                <a:gd name="csY11" fmla="*/ 133429 h 153045"/>
                <a:gd name="csX12" fmla="*/ 35806 w 142071"/>
                <a:gd name="csY12" fmla="*/ 122193 h 153045"/>
                <a:gd name="csX13" fmla="*/ 25159 w 142071"/>
                <a:gd name="csY13" fmla="*/ 89094 h 153045"/>
                <a:gd name="csX14" fmla="*/ 31243 w 142071"/>
                <a:gd name="csY14" fmla="*/ 54173 h 153045"/>
                <a:gd name="csX15" fmla="*/ 48888 w 142071"/>
                <a:gd name="csY15" fmla="*/ 29273 h 153045"/>
                <a:gd name="csX16" fmla="*/ 77485 w 142071"/>
                <a:gd name="csY16" fmla="*/ 19859 h 153045"/>
                <a:gd name="csX17" fmla="*/ 106690 w 142071"/>
                <a:gd name="csY17" fmla="*/ 31095 h 153045"/>
                <a:gd name="csX18" fmla="*/ 117338 w 142071"/>
                <a:gd name="csY18" fmla="*/ 64194 h 153045"/>
                <a:gd name="csX19" fmla="*/ 111253 w 142071"/>
                <a:gd name="csY19" fmla="*/ 99115 h 153045"/>
                <a:gd name="csX20" fmla="*/ 93608 w 142071"/>
                <a:gd name="csY20" fmla="*/ 124015 h 153045"/>
                <a:gd name="csX21" fmla="*/ 65316 w 142071"/>
                <a:gd name="csY21" fmla="*/ 133429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2071" h="153045">
                  <a:moveTo>
                    <a:pt x="64403" y="153167"/>
                  </a:moveTo>
                  <a:cubicBezTo>
                    <a:pt x="79918" y="153167"/>
                    <a:pt x="93608" y="149523"/>
                    <a:pt x="105473" y="141628"/>
                  </a:cubicBezTo>
                  <a:cubicBezTo>
                    <a:pt x="117034" y="133732"/>
                    <a:pt x="126160" y="123408"/>
                    <a:pt x="132549" y="110047"/>
                  </a:cubicBezTo>
                  <a:cubicBezTo>
                    <a:pt x="138937" y="96686"/>
                    <a:pt x="142284" y="81806"/>
                    <a:pt x="142284" y="65105"/>
                  </a:cubicBezTo>
                  <a:cubicBezTo>
                    <a:pt x="142284" y="45063"/>
                    <a:pt x="136504" y="29273"/>
                    <a:pt x="125247" y="17734"/>
                  </a:cubicBezTo>
                  <a:cubicBezTo>
                    <a:pt x="113687" y="6195"/>
                    <a:pt x="98172" y="121"/>
                    <a:pt x="78397" y="121"/>
                  </a:cubicBezTo>
                  <a:cubicBezTo>
                    <a:pt x="62578" y="121"/>
                    <a:pt x="48584" y="4069"/>
                    <a:pt x="37023" y="11660"/>
                  </a:cubicBezTo>
                  <a:cubicBezTo>
                    <a:pt x="25463" y="19556"/>
                    <a:pt x="16336" y="29880"/>
                    <a:pt x="9948" y="43241"/>
                  </a:cubicBezTo>
                  <a:cubicBezTo>
                    <a:pt x="3255" y="56602"/>
                    <a:pt x="212" y="71785"/>
                    <a:pt x="212" y="88183"/>
                  </a:cubicBezTo>
                  <a:cubicBezTo>
                    <a:pt x="212" y="108225"/>
                    <a:pt x="5688" y="124319"/>
                    <a:pt x="17249" y="135858"/>
                  </a:cubicBezTo>
                  <a:cubicBezTo>
                    <a:pt x="28809" y="147397"/>
                    <a:pt x="44325" y="153167"/>
                    <a:pt x="64403" y="153167"/>
                  </a:cubicBezTo>
                  <a:close/>
                  <a:moveTo>
                    <a:pt x="65316" y="133429"/>
                  </a:moveTo>
                  <a:cubicBezTo>
                    <a:pt x="52539" y="133429"/>
                    <a:pt x="42803" y="129785"/>
                    <a:pt x="35806" y="122193"/>
                  </a:cubicBezTo>
                  <a:cubicBezTo>
                    <a:pt x="28505" y="114602"/>
                    <a:pt x="25159" y="103670"/>
                    <a:pt x="25159" y="89094"/>
                  </a:cubicBezTo>
                  <a:cubicBezTo>
                    <a:pt x="25159" y="76340"/>
                    <a:pt x="26984" y="64801"/>
                    <a:pt x="31243" y="54173"/>
                  </a:cubicBezTo>
                  <a:cubicBezTo>
                    <a:pt x="35198" y="43849"/>
                    <a:pt x="40978" y="35346"/>
                    <a:pt x="48888" y="29273"/>
                  </a:cubicBezTo>
                  <a:cubicBezTo>
                    <a:pt x="56798" y="23200"/>
                    <a:pt x="66229" y="19859"/>
                    <a:pt x="77485" y="19859"/>
                  </a:cubicBezTo>
                  <a:cubicBezTo>
                    <a:pt x="89958" y="19859"/>
                    <a:pt x="99693" y="23807"/>
                    <a:pt x="106690" y="31095"/>
                  </a:cubicBezTo>
                  <a:cubicBezTo>
                    <a:pt x="113687" y="38686"/>
                    <a:pt x="117338" y="49618"/>
                    <a:pt x="117338" y="64194"/>
                  </a:cubicBezTo>
                  <a:cubicBezTo>
                    <a:pt x="117338" y="76948"/>
                    <a:pt x="115208" y="88790"/>
                    <a:pt x="111253" y="99115"/>
                  </a:cubicBezTo>
                  <a:cubicBezTo>
                    <a:pt x="107298" y="109439"/>
                    <a:pt x="101518" y="117942"/>
                    <a:pt x="93608" y="124015"/>
                  </a:cubicBezTo>
                  <a:cubicBezTo>
                    <a:pt x="85699" y="130392"/>
                    <a:pt x="76268" y="133429"/>
                    <a:pt x="65316" y="133429"/>
                  </a:cubicBezTo>
                  <a:close/>
                </a:path>
              </a:pathLst>
            </a:custGeom>
            <a:solidFill>
              <a:srgbClr val="000000"/>
            </a:solidFill>
            <a:ln w="30508" cap="flat">
              <a:noFill/>
              <a:prstDash val="solid"/>
              <a:miter/>
            </a:ln>
          </p:spPr>
          <p:txBody>
            <a:bodyPr/>
            <a:lstStyle/>
            <a:p>
              <a:endParaRPr lang="en-CA"/>
            </a:p>
          </p:txBody>
        </p:sp>
        <p:sp>
          <p:nvSpPr>
            <p:cNvPr id="48" name="Freeform: Shape 47">
              <a:extLst>
                <a:ext uri="{FF2B5EF4-FFF2-40B4-BE49-F238E27FC236}">
                  <a16:creationId xmlns:a16="http://schemas.microsoft.com/office/drawing/2014/main" id="{99F3FD04-574C-9A01-8DDA-4EDBCC7DE9C9}"/>
                </a:ext>
              </a:extLst>
            </p:cNvPr>
            <p:cNvSpPr/>
            <p:nvPr>
              <p:custDataLst>
                <p:tags r:id="rId42"/>
              </p:custDataLst>
            </p:nvPr>
          </p:nvSpPr>
          <p:spPr>
            <a:xfrm>
              <a:off x="9209032" y="6088667"/>
              <a:ext cx="141063" cy="152134"/>
            </a:xfrm>
            <a:custGeom>
              <a:avLst/>
              <a:gdLst>
                <a:gd name="csX0" fmla="*/ 10542 w 141063"/>
                <a:gd name="csY0" fmla="*/ 152256 h 152134"/>
                <a:gd name="csX1" fmla="*/ 24840 w 141063"/>
                <a:gd name="csY1" fmla="*/ 140109 h 152134"/>
                <a:gd name="csX2" fmla="*/ 35792 w 141063"/>
                <a:gd name="csY2" fmla="*/ 70267 h 152134"/>
                <a:gd name="csX3" fmla="*/ 52525 w 141063"/>
                <a:gd name="csY3" fmla="*/ 33828 h 152134"/>
                <a:gd name="csX4" fmla="*/ 87814 w 141063"/>
                <a:gd name="csY4" fmla="*/ 20163 h 152134"/>
                <a:gd name="csX5" fmla="*/ 115194 w 141063"/>
                <a:gd name="csY5" fmla="*/ 61157 h 152134"/>
                <a:gd name="csX6" fmla="*/ 103025 w 141063"/>
                <a:gd name="csY6" fmla="*/ 137984 h 152134"/>
                <a:gd name="csX7" fmla="*/ 104851 w 141063"/>
                <a:gd name="csY7" fmla="*/ 148612 h 152134"/>
                <a:gd name="csX8" fmla="*/ 113369 w 141063"/>
                <a:gd name="csY8" fmla="*/ 152256 h 152134"/>
                <a:gd name="csX9" fmla="*/ 127363 w 141063"/>
                <a:gd name="csY9" fmla="*/ 140413 h 152134"/>
                <a:gd name="csX10" fmla="*/ 139836 w 141063"/>
                <a:gd name="csY10" fmla="*/ 61157 h 152134"/>
                <a:gd name="csX11" fmla="*/ 132231 w 141063"/>
                <a:gd name="csY11" fmla="*/ 15001 h 152134"/>
                <a:gd name="csX12" fmla="*/ 95116 w 141063"/>
                <a:gd name="csY12" fmla="*/ 121 h 152134"/>
                <a:gd name="csX13" fmla="*/ 63477 w 141063"/>
                <a:gd name="csY13" fmla="*/ 7409 h 152134"/>
                <a:gd name="csX14" fmla="*/ 41877 w 141063"/>
                <a:gd name="csY14" fmla="*/ 28058 h 152134"/>
                <a:gd name="csX15" fmla="*/ 44006 w 141063"/>
                <a:gd name="csY15" fmla="*/ 14393 h 152134"/>
                <a:gd name="csX16" fmla="*/ 42485 w 141063"/>
                <a:gd name="csY16" fmla="*/ 4373 h 152134"/>
                <a:gd name="csX17" fmla="*/ 34576 w 141063"/>
                <a:gd name="csY17" fmla="*/ 729 h 152134"/>
                <a:gd name="csX18" fmla="*/ 20277 w 141063"/>
                <a:gd name="csY18" fmla="*/ 12875 h 152134"/>
                <a:gd name="csX19" fmla="*/ 503 w 141063"/>
                <a:gd name="csY19" fmla="*/ 137680 h 152134"/>
                <a:gd name="csX20" fmla="*/ 2024 w 141063"/>
                <a:gd name="csY20" fmla="*/ 148308 h 152134"/>
                <a:gd name="csX21" fmla="*/ 10542 w 141063"/>
                <a:gd name="csY21" fmla="*/ 152256 h 1521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1063" h="152134">
                  <a:moveTo>
                    <a:pt x="10542" y="152256"/>
                  </a:moveTo>
                  <a:cubicBezTo>
                    <a:pt x="18756" y="152256"/>
                    <a:pt x="23624" y="148308"/>
                    <a:pt x="24840" y="140109"/>
                  </a:cubicBezTo>
                  <a:lnTo>
                    <a:pt x="35792" y="70267"/>
                  </a:lnTo>
                  <a:cubicBezTo>
                    <a:pt x="38226" y="55084"/>
                    <a:pt x="43702" y="42938"/>
                    <a:pt x="52525" y="33828"/>
                  </a:cubicBezTo>
                  <a:cubicBezTo>
                    <a:pt x="61043" y="24718"/>
                    <a:pt x="72907" y="20163"/>
                    <a:pt x="87814" y="20163"/>
                  </a:cubicBezTo>
                  <a:cubicBezTo>
                    <a:pt x="110327" y="20163"/>
                    <a:pt x="119453" y="33828"/>
                    <a:pt x="115194" y="61157"/>
                  </a:cubicBezTo>
                  <a:lnTo>
                    <a:pt x="103025" y="137984"/>
                  </a:lnTo>
                  <a:cubicBezTo>
                    <a:pt x="102417" y="142538"/>
                    <a:pt x="103025" y="146182"/>
                    <a:pt x="104851" y="148612"/>
                  </a:cubicBezTo>
                  <a:cubicBezTo>
                    <a:pt x="106676" y="151041"/>
                    <a:pt x="109414" y="152256"/>
                    <a:pt x="113369" y="152256"/>
                  </a:cubicBezTo>
                  <a:cubicBezTo>
                    <a:pt x="121279" y="152256"/>
                    <a:pt x="126146" y="148308"/>
                    <a:pt x="127363" y="140413"/>
                  </a:cubicBezTo>
                  <a:lnTo>
                    <a:pt x="139836" y="61157"/>
                  </a:lnTo>
                  <a:cubicBezTo>
                    <a:pt x="143183" y="40508"/>
                    <a:pt x="140749" y="25022"/>
                    <a:pt x="132231" y="15001"/>
                  </a:cubicBezTo>
                  <a:cubicBezTo>
                    <a:pt x="123712" y="5284"/>
                    <a:pt x="111544" y="121"/>
                    <a:pt x="95116" y="121"/>
                  </a:cubicBezTo>
                  <a:cubicBezTo>
                    <a:pt x="82947" y="121"/>
                    <a:pt x="72603" y="2551"/>
                    <a:pt x="63477" y="7409"/>
                  </a:cubicBezTo>
                  <a:cubicBezTo>
                    <a:pt x="54350" y="12268"/>
                    <a:pt x="47353" y="19252"/>
                    <a:pt x="41877" y="28058"/>
                  </a:cubicBezTo>
                  <a:lnTo>
                    <a:pt x="44006" y="14393"/>
                  </a:lnTo>
                  <a:cubicBezTo>
                    <a:pt x="44615" y="10142"/>
                    <a:pt x="44311" y="6802"/>
                    <a:pt x="42485" y="4373"/>
                  </a:cubicBezTo>
                  <a:cubicBezTo>
                    <a:pt x="40660" y="1943"/>
                    <a:pt x="38226" y="729"/>
                    <a:pt x="34576" y="729"/>
                  </a:cubicBezTo>
                  <a:cubicBezTo>
                    <a:pt x="26057" y="729"/>
                    <a:pt x="21494" y="4980"/>
                    <a:pt x="20277" y="12875"/>
                  </a:cubicBezTo>
                  <a:lnTo>
                    <a:pt x="503" y="137680"/>
                  </a:lnTo>
                  <a:cubicBezTo>
                    <a:pt x="-106" y="142235"/>
                    <a:pt x="199" y="145879"/>
                    <a:pt x="2024" y="148308"/>
                  </a:cubicBezTo>
                  <a:cubicBezTo>
                    <a:pt x="3849" y="151041"/>
                    <a:pt x="6587" y="152256"/>
                    <a:pt x="10542" y="152256"/>
                  </a:cubicBezTo>
                  <a:close/>
                </a:path>
              </a:pathLst>
            </a:custGeom>
            <a:solidFill>
              <a:srgbClr val="000000"/>
            </a:solidFill>
            <a:ln w="30508" cap="flat">
              <a:noFill/>
              <a:prstDash val="solid"/>
              <a:miter/>
            </a:ln>
          </p:spPr>
          <p:txBody>
            <a:bodyPr/>
            <a:lstStyle/>
            <a:p>
              <a:endParaRPr lang="en-CA"/>
            </a:p>
          </p:txBody>
        </p:sp>
        <p:sp>
          <p:nvSpPr>
            <p:cNvPr id="49" name="Freeform: Shape 48">
              <a:extLst>
                <a:ext uri="{FF2B5EF4-FFF2-40B4-BE49-F238E27FC236}">
                  <a16:creationId xmlns:a16="http://schemas.microsoft.com/office/drawing/2014/main" id="{6DB65422-CD57-068B-0946-EABF9F8BC59E}"/>
                </a:ext>
              </a:extLst>
            </p:cNvPr>
            <p:cNvSpPr/>
            <p:nvPr>
              <p:custDataLst>
                <p:tags r:id="rId43"/>
              </p:custDataLst>
            </p:nvPr>
          </p:nvSpPr>
          <p:spPr>
            <a:xfrm>
              <a:off x="9380898" y="6088667"/>
              <a:ext cx="130196" cy="153045"/>
            </a:xfrm>
            <a:custGeom>
              <a:avLst/>
              <a:gdLst>
                <a:gd name="csX0" fmla="*/ 48595 w 130196"/>
                <a:gd name="csY0" fmla="*/ 153167 h 153045"/>
                <a:gd name="csX1" fmla="*/ 75062 w 130196"/>
                <a:gd name="csY1" fmla="*/ 146790 h 153045"/>
                <a:gd name="csX2" fmla="*/ 95445 w 130196"/>
                <a:gd name="csY2" fmla="*/ 127355 h 153045"/>
                <a:gd name="csX3" fmla="*/ 93620 w 130196"/>
                <a:gd name="csY3" fmla="*/ 138591 h 153045"/>
                <a:gd name="csX4" fmla="*/ 103355 w 130196"/>
                <a:gd name="csY4" fmla="*/ 152559 h 153045"/>
                <a:gd name="csX5" fmla="*/ 116740 w 130196"/>
                <a:gd name="csY5" fmla="*/ 140413 h 153045"/>
                <a:gd name="csX6" fmla="*/ 129214 w 130196"/>
                <a:gd name="csY6" fmla="*/ 62372 h 153045"/>
                <a:gd name="csX7" fmla="*/ 121304 w 130196"/>
                <a:gd name="csY7" fmla="*/ 17126 h 153045"/>
                <a:gd name="csX8" fmla="*/ 77800 w 130196"/>
                <a:gd name="csY8" fmla="*/ 121 h 153045"/>
                <a:gd name="csX9" fmla="*/ 51333 w 130196"/>
                <a:gd name="csY9" fmla="*/ 3158 h 153045"/>
                <a:gd name="csX10" fmla="*/ 26387 w 130196"/>
                <a:gd name="csY10" fmla="*/ 12268 h 153045"/>
                <a:gd name="csX11" fmla="*/ 19085 w 130196"/>
                <a:gd name="csY11" fmla="*/ 19252 h 153045"/>
                <a:gd name="csX12" fmla="*/ 19085 w 130196"/>
                <a:gd name="csY12" fmla="*/ 26844 h 153045"/>
                <a:gd name="csX13" fmla="*/ 24866 w 130196"/>
                <a:gd name="csY13" fmla="*/ 31398 h 153045"/>
                <a:gd name="csX14" fmla="*/ 33688 w 130196"/>
                <a:gd name="csY14" fmla="*/ 29880 h 153045"/>
                <a:gd name="csX15" fmla="*/ 53767 w 130196"/>
                <a:gd name="csY15" fmla="*/ 21985 h 153045"/>
                <a:gd name="csX16" fmla="*/ 75062 w 130196"/>
                <a:gd name="csY16" fmla="*/ 19859 h 153045"/>
                <a:gd name="csX17" fmla="*/ 101834 w 130196"/>
                <a:gd name="csY17" fmla="*/ 29273 h 153045"/>
                <a:gd name="csX18" fmla="*/ 106397 w 130196"/>
                <a:gd name="csY18" fmla="*/ 55691 h 153045"/>
                <a:gd name="csX19" fmla="*/ 104876 w 130196"/>
                <a:gd name="csY19" fmla="*/ 64801 h 153045"/>
                <a:gd name="csX20" fmla="*/ 83885 w 130196"/>
                <a:gd name="csY20" fmla="*/ 64801 h 153045"/>
                <a:gd name="csX21" fmla="*/ 19998 w 130196"/>
                <a:gd name="csY21" fmla="*/ 75126 h 153045"/>
                <a:gd name="csX22" fmla="*/ 224 w 130196"/>
                <a:gd name="csY22" fmla="*/ 108832 h 153045"/>
                <a:gd name="csX23" fmla="*/ 6916 w 130196"/>
                <a:gd name="csY23" fmla="*/ 131607 h 153045"/>
                <a:gd name="csX24" fmla="*/ 24561 w 130196"/>
                <a:gd name="csY24" fmla="*/ 147397 h 153045"/>
                <a:gd name="csX25" fmla="*/ 48595 w 130196"/>
                <a:gd name="csY25" fmla="*/ 153167 h 153045"/>
                <a:gd name="csX26" fmla="*/ 54679 w 130196"/>
                <a:gd name="csY26" fmla="*/ 134643 h 153045"/>
                <a:gd name="csX27" fmla="*/ 33992 w 130196"/>
                <a:gd name="csY27" fmla="*/ 127659 h 153045"/>
                <a:gd name="csX28" fmla="*/ 25170 w 130196"/>
                <a:gd name="csY28" fmla="*/ 107314 h 153045"/>
                <a:gd name="csX29" fmla="*/ 30950 w 130196"/>
                <a:gd name="csY29" fmla="*/ 91523 h 153045"/>
                <a:gd name="csX30" fmla="*/ 50116 w 130196"/>
                <a:gd name="csY30" fmla="*/ 83325 h 153045"/>
                <a:gd name="csX31" fmla="*/ 87231 w 130196"/>
                <a:gd name="csY31" fmla="*/ 80895 h 153045"/>
                <a:gd name="csX32" fmla="*/ 102442 w 130196"/>
                <a:gd name="csY32" fmla="*/ 80895 h 153045"/>
                <a:gd name="csX33" fmla="*/ 100617 w 130196"/>
                <a:gd name="csY33" fmla="*/ 92738 h 153045"/>
                <a:gd name="csX34" fmla="*/ 84189 w 130196"/>
                <a:gd name="csY34" fmla="*/ 123712 h 153045"/>
                <a:gd name="csX35" fmla="*/ 54679 w 130196"/>
                <a:gd name="csY35" fmla="*/ 134643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30196" h="153045">
                  <a:moveTo>
                    <a:pt x="48595" y="153167"/>
                  </a:moveTo>
                  <a:cubicBezTo>
                    <a:pt x="57722" y="153167"/>
                    <a:pt x="66544" y="151041"/>
                    <a:pt x="75062" y="146790"/>
                  </a:cubicBezTo>
                  <a:cubicBezTo>
                    <a:pt x="83580" y="142538"/>
                    <a:pt x="90273" y="136162"/>
                    <a:pt x="95445" y="127355"/>
                  </a:cubicBezTo>
                  <a:lnTo>
                    <a:pt x="93620" y="138591"/>
                  </a:lnTo>
                  <a:cubicBezTo>
                    <a:pt x="92099" y="148004"/>
                    <a:pt x="95445" y="152559"/>
                    <a:pt x="103355" y="152559"/>
                  </a:cubicBezTo>
                  <a:cubicBezTo>
                    <a:pt x="110960" y="152559"/>
                    <a:pt x="115524" y="148612"/>
                    <a:pt x="116740" y="140413"/>
                  </a:cubicBezTo>
                  <a:lnTo>
                    <a:pt x="129214" y="62372"/>
                  </a:lnTo>
                  <a:cubicBezTo>
                    <a:pt x="132256" y="43545"/>
                    <a:pt x="129518" y="28666"/>
                    <a:pt x="121304" y="17126"/>
                  </a:cubicBezTo>
                  <a:cubicBezTo>
                    <a:pt x="112786" y="5891"/>
                    <a:pt x="98487" y="121"/>
                    <a:pt x="77800" y="121"/>
                  </a:cubicBezTo>
                  <a:cubicBezTo>
                    <a:pt x="68978" y="121"/>
                    <a:pt x="60155" y="1336"/>
                    <a:pt x="51333" y="3158"/>
                  </a:cubicBezTo>
                  <a:cubicBezTo>
                    <a:pt x="42206" y="4980"/>
                    <a:pt x="33992" y="8017"/>
                    <a:pt x="26387" y="12268"/>
                  </a:cubicBezTo>
                  <a:cubicBezTo>
                    <a:pt x="22432" y="14393"/>
                    <a:pt x="19998" y="16823"/>
                    <a:pt x="19085" y="19252"/>
                  </a:cubicBezTo>
                  <a:cubicBezTo>
                    <a:pt x="17868" y="21985"/>
                    <a:pt x="17868" y="24414"/>
                    <a:pt x="19085" y="26844"/>
                  </a:cubicBezTo>
                  <a:cubicBezTo>
                    <a:pt x="20302" y="29273"/>
                    <a:pt x="22128" y="30791"/>
                    <a:pt x="24866" y="31398"/>
                  </a:cubicBezTo>
                  <a:cubicBezTo>
                    <a:pt x="27299" y="32309"/>
                    <a:pt x="30342" y="31702"/>
                    <a:pt x="33688" y="29880"/>
                  </a:cubicBezTo>
                  <a:cubicBezTo>
                    <a:pt x="40381" y="26236"/>
                    <a:pt x="47074" y="23503"/>
                    <a:pt x="53767" y="21985"/>
                  </a:cubicBezTo>
                  <a:cubicBezTo>
                    <a:pt x="60459" y="20770"/>
                    <a:pt x="67761" y="19859"/>
                    <a:pt x="75062" y="19859"/>
                  </a:cubicBezTo>
                  <a:cubicBezTo>
                    <a:pt x="87839" y="19859"/>
                    <a:pt x="96662" y="23200"/>
                    <a:pt x="101834" y="29273"/>
                  </a:cubicBezTo>
                  <a:cubicBezTo>
                    <a:pt x="106701" y="35346"/>
                    <a:pt x="108222" y="44152"/>
                    <a:pt x="106397" y="55691"/>
                  </a:cubicBezTo>
                  <a:lnTo>
                    <a:pt x="104876" y="64801"/>
                  </a:lnTo>
                  <a:lnTo>
                    <a:pt x="83885" y="64801"/>
                  </a:lnTo>
                  <a:cubicBezTo>
                    <a:pt x="54679" y="64801"/>
                    <a:pt x="33384" y="68445"/>
                    <a:pt x="19998" y="75126"/>
                  </a:cubicBezTo>
                  <a:cubicBezTo>
                    <a:pt x="6612" y="82110"/>
                    <a:pt x="224" y="93345"/>
                    <a:pt x="224" y="108832"/>
                  </a:cubicBezTo>
                  <a:cubicBezTo>
                    <a:pt x="224" y="117335"/>
                    <a:pt x="2353" y="124926"/>
                    <a:pt x="6916" y="131607"/>
                  </a:cubicBezTo>
                  <a:cubicBezTo>
                    <a:pt x="11176" y="138287"/>
                    <a:pt x="17260" y="143753"/>
                    <a:pt x="24561" y="147397"/>
                  </a:cubicBezTo>
                  <a:cubicBezTo>
                    <a:pt x="31863" y="151345"/>
                    <a:pt x="40077" y="153167"/>
                    <a:pt x="48595" y="153167"/>
                  </a:cubicBezTo>
                  <a:close/>
                  <a:moveTo>
                    <a:pt x="54679" y="134643"/>
                  </a:moveTo>
                  <a:cubicBezTo>
                    <a:pt x="46770" y="134643"/>
                    <a:pt x="39772" y="132518"/>
                    <a:pt x="33992" y="127659"/>
                  </a:cubicBezTo>
                  <a:cubicBezTo>
                    <a:pt x="27908" y="123104"/>
                    <a:pt x="25170" y="116424"/>
                    <a:pt x="25170" y="107314"/>
                  </a:cubicBezTo>
                  <a:cubicBezTo>
                    <a:pt x="25170" y="100633"/>
                    <a:pt x="26995" y="95471"/>
                    <a:pt x="30950" y="91523"/>
                  </a:cubicBezTo>
                  <a:cubicBezTo>
                    <a:pt x="34601" y="87879"/>
                    <a:pt x="40989" y="85147"/>
                    <a:pt x="50116" y="83325"/>
                  </a:cubicBezTo>
                  <a:cubicBezTo>
                    <a:pt x="59243" y="81806"/>
                    <a:pt x="71411" y="80895"/>
                    <a:pt x="87231" y="80895"/>
                  </a:cubicBezTo>
                  <a:lnTo>
                    <a:pt x="102442" y="80895"/>
                  </a:lnTo>
                  <a:lnTo>
                    <a:pt x="100617" y="92738"/>
                  </a:lnTo>
                  <a:cubicBezTo>
                    <a:pt x="98183" y="106099"/>
                    <a:pt x="92707" y="116424"/>
                    <a:pt x="84189" y="123712"/>
                  </a:cubicBezTo>
                  <a:cubicBezTo>
                    <a:pt x="75366" y="130999"/>
                    <a:pt x="65631" y="134643"/>
                    <a:pt x="54679" y="134643"/>
                  </a:cubicBezTo>
                  <a:close/>
                </a:path>
              </a:pathLst>
            </a:custGeom>
            <a:solidFill>
              <a:srgbClr val="000000"/>
            </a:solidFill>
            <a:ln w="30508" cap="flat">
              <a:noFill/>
              <a:prstDash val="solid"/>
              <a:miter/>
            </a:ln>
          </p:spPr>
          <p:txBody>
            <a:bodyPr/>
            <a:lstStyle/>
            <a:p>
              <a:endParaRPr lang="en-CA"/>
            </a:p>
          </p:txBody>
        </p:sp>
        <p:sp>
          <p:nvSpPr>
            <p:cNvPr id="50" name="Freeform: Shape 49">
              <a:extLst>
                <a:ext uri="{FF2B5EF4-FFF2-40B4-BE49-F238E27FC236}">
                  <a16:creationId xmlns:a16="http://schemas.microsoft.com/office/drawing/2014/main" id="{1B3EC9F0-698A-F522-72BC-25C5DF6ED594}"/>
                </a:ext>
              </a:extLst>
            </p:cNvPr>
            <p:cNvSpPr/>
            <p:nvPr>
              <p:custDataLst>
                <p:tags r:id="rId44"/>
              </p:custDataLst>
            </p:nvPr>
          </p:nvSpPr>
          <p:spPr>
            <a:xfrm>
              <a:off x="9547604" y="6022772"/>
              <a:ext cx="60851" cy="218939"/>
            </a:xfrm>
            <a:custGeom>
              <a:avLst/>
              <a:gdLst>
                <a:gd name="csX0" fmla="*/ 39176 w 60851"/>
                <a:gd name="csY0" fmla="*/ 219061 h 218939"/>
                <a:gd name="csX1" fmla="*/ 45565 w 60851"/>
                <a:gd name="csY1" fmla="*/ 218757 h 218939"/>
                <a:gd name="csX2" fmla="*/ 51345 w 60851"/>
                <a:gd name="csY2" fmla="*/ 217846 h 218939"/>
                <a:gd name="csX3" fmla="*/ 58342 w 60851"/>
                <a:gd name="csY3" fmla="*/ 213595 h 218939"/>
                <a:gd name="csX4" fmla="*/ 61080 w 60851"/>
                <a:gd name="csY4" fmla="*/ 204485 h 218939"/>
                <a:gd name="csX5" fmla="*/ 59863 w 60851"/>
                <a:gd name="csY5" fmla="*/ 198716 h 218939"/>
                <a:gd name="csX6" fmla="*/ 56213 w 60851"/>
                <a:gd name="csY6" fmla="*/ 197198 h 218939"/>
                <a:gd name="csX7" fmla="*/ 52258 w 60851"/>
                <a:gd name="csY7" fmla="*/ 197805 h 218939"/>
                <a:gd name="csX8" fmla="*/ 45869 w 60851"/>
                <a:gd name="csY8" fmla="*/ 198109 h 218939"/>
                <a:gd name="csX9" fmla="*/ 28529 w 60851"/>
                <a:gd name="csY9" fmla="*/ 191124 h 218939"/>
                <a:gd name="csX10" fmla="*/ 26095 w 60851"/>
                <a:gd name="csY10" fmla="*/ 168046 h 218939"/>
                <a:gd name="csX11" fmla="*/ 50433 w 60851"/>
                <a:gd name="csY11" fmla="*/ 14697 h 218939"/>
                <a:gd name="csX12" fmla="*/ 48911 w 60851"/>
                <a:gd name="csY12" fmla="*/ 4069 h 218939"/>
                <a:gd name="csX13" fmla="*/ 40393 w 60851"/>
                <a:gd name="csY13" fmla="*/ 121 h 218939"/>
                <a:gd name="csX14" fmla="*/ 26399 w 60851"/>
                <a:gd name="csY14" fmla="*/ 12268 h 218939"/>
                <a:gd name="csX15" fmla="*/ 1453 w 60851"/>
                <a:gd name="csY15" fmla="*/ 168046 h 218939"/>
                <a:gd name="csX16" fmla="*/ 7233 w 60851"/>
                <a:gd name="csY16" fmla="*/ 206307 h 218939"/>
                <a:gd name="csX17" fmla="*/ 39176 w 60851"/>
                <a:gd name="csY17" fmla="*/ 219061 h 2189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0851" h="218939">
                  <a:moveTo>
                    <a:pt x="39176" y="219061"/>
                  </a:moveTo>
                  <a:cubicBezTo>
                    <a:pt x="41002" y="219061"/>
                    <a:pt x="43131" y="219061"/>
                    <a:pt x="45565" y="218757"/>
                  </a:cubicBezTo>
                  <a:cubicBezTo>
                    <a:pt x="47999" y="218757"/>
                    <a:pt x="49824" y="218454"/>
                    <a:pt x="51345" y="217846"/>
                  </a:cubicBezTo>
                  <a:cubicBezTo>
                    <a:pt x="54083" y="217239"/>
                    <a:pt x="56517" y="215721"/>
                    <a:pt x="58342" y="213595"/>
                  </a:cubicBezTo>
                  <a:cubicBezTo>
                    <a:pt x="60168" y="211470"/>
                    <a:pt x="61080" y="208433"/>
                    <a:pt x="61080" y="204485"/>
                  </a:cubicBezTo>
                  <a:cubicBezTo>
                    <a:pt x="61080" y="201752"/>
                    <a:pt x="60472" y="199930"/>
                    <a:pt x="59863" y="198716"/>
                  </a:cubicBezTo>
                  <a:cubicBezTo>
                    <a:pt x="58951" y="197805"/>
                    <a:pt x="57734" y="197198"/>
                    <a:pt x="56213" y="197198"/>
                  </a:cubicBezTo>
                  <a:cubicBezTo>
                    <a:pt x="54996" y="197198"/>
                    <a:pt x="53779" y="197501"/>
                    <a:pt x="52258" y="197805"/>
                  </a:cubicBezTo>
                  <a:cubicBezTo>
                    <a:pt x="50737" y="198109"/>
                    <a:pt x="48607" y="198109"/>
                    <a:pt x="45869" y="198109"/>
                  </a:cubicBezTo>
                  <a:cubicBezTo>
                    <a:pt x="37351" y="198109"/>
                    <a:pt x="31571" y="195983"/>
                    <a:pt x="28529" y="191124"/>
                  </a:cubicBezTo>
                  <a:cubicBezTo>
                    <a:pt x="25182" y="186569"/>
                    <a:pt x="24270" y="178978"/>
                    <a:pt x="26095" y="168046"/>
                  </a:cubicBezTo>
                  <a:lnTo>
                    <a:pt x="50433" y="14697"/>
                  </a:lnTo>
                  <a:cubicBezTo>
                    <a:pt x="51041" y="10142"/>
                    <a:pt x="50737" y="6498"/>
                    <a:pt x="48911" y="4069"/>
                  </a:cubicBezTo>
                  <a:cubicBezTo>
                    <a:pt x="47086" y="1640"/>
                    <a:pt x="44044" y="121"/>
                    <a:pt x="40393" y="121"/>
                  </a:cubicBezTo>
                  <a:cubicBezTo>
                    <a:pt x="32179" y="121"/>
                    <a:pt x="27616" y="4373"/>
                    <a:pt x="26399" y="12268"/>
                  </a:cubicBezTo>
                  <a:lnTo>
                    <a:pt x="1453" y="168046"/>
                  </a:lnTo>
                  <a:cubicBezTo>
                    <a:pt x="-1285" y="185051"/>
                    <a:pt x="540" y="197805"/>
                    <a:pt x="7233" y="206307"/>
                  </a:cubicBezTo>
                  <a:cubicBezTo>
                    <a:pt x="13926" y="214810"/>
                    <a:pt x="24574" y="219061"/>
                    <a:pt x="39176" y="219061"/>
                  </a:cubicBezTo>
                  <a:close/>
                </a:path>
              </a:pathLst>
            </a:custGeom>
            <a:solidFill>
              <a:srgbClr val="000000"/>
            </a:solidFill>
            <a:ln w="30508" cap="flat">
              <a:noFill/>
              <a:prstDash val="solid"/>
              <a:miter/>
            </a:ln>
          </p:spPr>
          <p:txBody>
            <a:bodyPr/>
            <a:lstStyle/>
            <a:p>
              <a:endParaRPr lang="en-CA"/>
            </a:p>
          </p:txBody>
        </p:sp>
        <p:sp>
          <p:nvSpPr>
            <p:cNvPr id="51" name="Freeform: Shape 50">
              <a:extLst>
                <a:ext uri="{FF2B5EF4-FFF2-40B4-BE49-F238E27FC236}">
                  <a16:creationId xmlns:a16="http://schemas.microsoft.com/office/drawing/2014/main" id="{345B6868-AFE6-23E8-70A2-D6C2335A66A4}"/>
                </a:ext>
              </a:extLst>
            </p:cNvPr>
            <p:cNvSpPr/>
            <p:nvPr>
              <p:custDataLst>
                <p:tags r:id="rId45"/>
              </p:custDataLst>
            </p:nvPr>
          </p:nvSpPr>
          <p:spPr>
            <a:xfrm>
              <a:off x="9638573" y="6147881"/>
              <a:ext cx="89745" cy="20345"/>
            </a:xfrm>
            <a:custGeom>
              <a:avLst/>
              <a:gdLst>
                <a:gd name="csX0" fmla="*/ 10880 w 89745"/>
                <a:gd name="csY0" fmla="*/ 20467 h 20345"/>
                <a:gd name="csX1" fmla="*/ 78417 w 89745"/>
                <a:gd name="csY1" fmla="*/ 20467 h 20345"/>
                <a:gd name="csX2" fmla="*/ 86935 w 89745"/>
                <a:gd name="csY2" fmla="*/ 17126 h 20345"/>
                <a:gd name="csX3" fmla="*/ 89977 w 89745"/>
                <a:gd name="csY3" fmla="*/ 8320 h 20345"/>
                <a:gd name="csX4" fmla="*/ 79329 w 89745"/>
                <a:gd name="csY4" fmla="*/ 121 h 20345"/>
                <a:gd name="csX5" fmla="*/ 11792 w 89745"/>
                <a:gd name="csY5" fmla="*/ 121 h 20345"/>
                <a:gd name="csX6" fmla="*/ 2970 w 89745"/>
                <a:gd name="csY6" fmla="*/ 3765 h 20345"/>
                <a:gd name="csX7" fmla="*/ 232 w 89745"/>
                <a:gd name="csY7" fmla="*/ 12571 h 20345"/>
                <a:gd name="csX8" fmla="*/ 10880 w 89745"/>
                <a:gd name="csY8" fmla="*/ 20467 h 203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9745" h="20345">
                  <a:moveTo>
                    <a:pt x="10880" y="20467"/>
                  </a:moveTo>
                  <a:lnTo>
                    <a:pt x="78417" y="20467"/>
                  </a:lnTo>
                  <a:cubicBezTo>
                    <a:pt x="82067" y="20467"/>
                    <a:pt x="84805" y="19556"/>
                    <a:pt x="86935" y="17126"/>
                  </a:cubicBezTo>
                  <a:cubicBezTo>
                    <a:pt x="88760" y="14697"/>
                    <a:pt x="89977" y="11964"/>
                    <a:pt x="89977" y="8320"/>
                  </a:cubicBezTo>
                  <a:cubicBezTo>
                    <a:pt x="89977" y="2854"/>
                    <a:pt x="86326" y="121"/>
                    <a:pt x="79329" y="121"/>
                  </a:cubicBezTo>
                  <a:lnTo>
                    <a:pt x="11792" y="121"/>
                  </a:lnTo>
                  <a:cubicBezTo>
                    <a:pt x="7837" y="121"/>
                    <a:pt x="4795" y="1336"/>
                    <a:pt x="2970" y="3765"/>
                  </a:cubicBezTo>
                  <a:cubicBezTo>
                    <a:pt x="1144" y="6195"/>
                    <a:pt x="232" y="9231"/>
                    <a:pt x="232" y="12571"/>
                  </a:cubicBezTo>
                  <a:cubicBezTo>
                    <a:pt x="232" y="18037"/>
                    <a:pt x="3578" y="20467"/>
                    <a:pt x="10880" y="20467"/>
                  </a:cubicBezTo>
                  <a:close/>
                </a:path>
              </a:pathLst>
            </a:custGeom>
            <a:solidFill>
              <a:srgbClr val="000000"/>
            </a:solidFill>
            <a:ln w="30508" cap="flat">
              <a:noFill/>
              <a:prstDash val="solid"/>
              <a:miter/>
            </a:ln>
          </p:spPr>
          <p:txBody>
            <a:bodyPr/>
            <a:lstStyle/>
            <a:p>
              <a:endParaRPr lang="en-CA"/>
            </a:p>
          </p:txBody>
        </p:sp>
        <p:sp>
          <p:nvSpPr>
            <p:cNvPr id="52" name="Freeform: Shape 51">
              <a:extLst>
                <a:ext uri="{FF2B5EF4-FFF2-40B4-BE49-F238E27FC236}">
                  <a16:creationId xmlns:a16="http://schemas.microsoft.com/office/drawing/2014/main" id="{2208F2A2-5E01-8711-C20C-FC9F92CA7321}"/>
                </a:ext>
              </a:extLst>
            </p:cNvPr>
            <p:cNvSpPr/>
            <p:nvPr>
              <p:custDataLst>
                <p:tags r:id="rId46"/>
              </p:custDataLst>
            </p:nvPr>
          </p:nvSpPr>
          <p:spPr>
            <a:xfrm>
              <a:off x="9757785" y="6088667"/>
              <a:ext cx="123251" cy="153045"/>
            </a:xfrm>
            <a:custGeom>
              <a:avLst/>
              <a:gdLst>
                <a:gd name="csX0" fmla="*/ 57472 w 123251"/>
                <a:gd name="csY0" fmla="*/ 153167 h 153045"/>
                <a:gd name="csX1" fmla="*/ 99759 w 123251"/>
                <a:gd name="csY1" fmla="*/ 141324 h 153045"/>
                <a:gd name="csX2" fmla="*/ 116187 w 123251"/>
                <a:gd name="csY2" fmla="*/ 107921 h 153045"/>
                <a:gd name="csX3" fmla="*/ 107060 w 123251"/>
                <a:gd name="csY3" fmla="*/ 84843 h 153045"/>
                <a:gd name="csX4" fmla="*/ 82114 w 123251"/>
                <a:gd name="csY4" fmla="*/ 71785 h 153045"/>
                <a:gd name="csX5" fmla="*/ 53213 w 123251"/>
                <a:gd name="csY5" fmla="*/ 64801 h 153045"/>
                <a:gd name="csX6" fmla="*/ 39218 w 123251"/>
                <a:gd name="csY6" fmla="*/ 57513 h 153045"/>
                <a:gd name="csX7" fmla="*/ 34959 w 123251"/>
                <a:gd name="csY7" fmla="*/ 44760 h 153045"/>
                <a:gd name="csX8" fmla="*/ 44694 w 123251"/>
                <a:gd name="csY8" fmla="*/ 25933 h 153045"/>
                <a:gd name="csX9" fmla="*/ 71466 w 123251"/>
                <a:gd name="csY9" fmla="*/ 18948 h 153045"/>
                <a:gd name="csX10" fmla="*/ 108277 w 123251"/>
                <a:gd name="csY10" fmla="*/ 29880 h 153045"/>
                <a:gd name="csX11" fmla="*/ 118925 w 123251"/>
                <a:gd name="csY11" fmla="*/ 31398 h 153045"/>
                <a:gd name="csX12" fmla="*/ 123488 w 123251"/>
                <a:gd name="csY12" fmla="*/ 23200 h 153045"/>
                <a:gd name="csX13" fmla="*/ 117708 w 123251"/>
                <a:gd name="csY13" fmla="*/ 13482 h 153045"/>
                <a:gd name="csX14" fmla="*/ 97021 w 123251"/>
                <a:gd name="csY14" fmla="*/ 3765 h 153045"/>
                <a:gd name="csX15" fmla="*/ 72379 w 123251"/>
                <a:gd name="csY15" fmla="*/ 121 h 153045"/>
                <a:gd name="csX16" fmla="*/ 27962 w 123251"/>
                <a:gd name="csY16" fmla="*/ 13179 h 153045"/>
                <a:gd name="csX17" fmla="*/ 11839 w 123251"/>
                <a:gd name="csY17" fmla="*/ 45974 h 153045"/>
                <a:gd name="csX18" fmla="*/ 20357 w 123251"/>
                <a:gd name="csY18" fmla="*/ 69660 h 153045"/>
                <a:gd name="csX19" fmla="*/ 44390 w 123251"/>
                <a:gd name="csY19" fmla="*/ 82717 h 153045"/>
                <a:gd name="csX20" fmla="*/ 72987 w 123251"/>
                <a:gd name="csY20" fmla="*/ 89701 h 153045"/>
                <a:gd name="csX21" fmla="*/ 92761 w 123251"/>
                <a:gd name="csY21" fmla="*/ 109439 h 153045"/>
                <a:gd name="csX22" fmla="*/ 83331 w 123251"/>
                <a:gd name="csY22" fmla="*/ 127963 h 153045"/>
                <a:gd name="csX23" fmla="*/ 57776 w 123251"/>
                <a:gd name="csY23" fmla="*/ 134340 h 153045"/>
                <a:gd name="csX24" fmla="*/ 35568 w 123251"/>
                <a:gd name="csY24" fmla="*/ 131607 h 153045"/>
                <a:gd name="csX25" fmla="*/ 15489 w 123251"/>
                <a:gd name="csY25" fmla="*/ 123104 h 153045"/>
                <a:gd name="csX26" fmla="*/ 6667 w 123251"/>
                <a:gd name="csY26" fmla="*/ 121586 h 153045"/>
                <a:gd name="csX27" fmla="*/ 1191 w 123251"/>
                <a:gd name="csY27" fmla="*/ 126141 h 153045"/>
                <a:gd name="csX28" fmla="*/ 887 w 123251"/>
                <a:gd name="csY28" fmla="*/ 133732 h 153045"/>
                <a:gd name="csX29" fmla="*/ 6667 w 123251"/>
                <a:gd name="csY29" fmla="*/ 140413 h 153045"/>
                <a:gd name="csX30" fmla="*/ 29483 w 123251"/>
                <a:gd name="csY30" fmla="*/ 149826 h 153045"/>
                <a:gd name="csX31" fmla="*/ 57472 w 123251"/>
                <a:gd name="csY31" fmla="*/ 153167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3251" h="153045">
                  <a:moveTo>
                    <a:pt x="57472" y="153167"/>
                  </a:moveTo>
                  <a:cubicBezTo>
                    <a:pt x="74812" y="153167"/>
                    <a:pt x="88807" y="149219"/>
                    <a:pt x="99759" y="141324"/>
                  </a:cubicBezTo>
                  <a:cubicBezTo>
                    <a:pt x="110711" y="133429"/>
                    <a:pt x="116187" y="122193"/>
                    <a:pt x="116187" y="107921"/>
                  </a:cubicBezTo>
                  <a:cubicBezTo>
                    <a:pt x="116187" y="98508"/>
                    <a:pt x="113144" y="90916"/>
                    <a:pt x="107060" y="84843"/>
                  </a:cubicBezTo>
                  <a:cubicBezTo>
                    <a:pt x="100975" y="78770"/>
                    <a:pt x="92761" y="74518"/>
                    <a:pt x="82114" y="71785"/>
                  </a:cubicBezTo>
                  <a:lnTo>
                    <a:pt x="53213" y="64801"/>
                  </a:lnTo>
                  <a:cubicBezTo>
                    <a:pt x="46824" y="63587"/>
                    <a:pt x="42261" y="61157"/>
                    <a:pt x="39218" y="57513"/>
                  </a:cubicBezTo>
                  <a:cubicBezTo>
                    <a:pt x="36176" y="53869"/>
                    <a:pt x="34959" y="49618"/>
                    <a:pt x="34959" y="44760"/>
                  </a:cubicBezTo>
                  <a:cubicBezTo>
                    <a:pt x="34959" y="36864"/>
                    <a:pt x="38002" y="30791"/>
                    <a:pt x="44694" y="25933"/>
                  </a:cubicBezTo>
                  <a:cubicBezTo>
                    <a:pt x="51083" y="21378"/>
                    <a:pt x="59906" y="18948"/>
                    <a:pt x="71466" y="18948"/>
                  </a:cubicBezTo>
                  <a:cubicBezTo>
                    <a:pt x="85460" y="18948"/>
                    <a:pt x="97933" y="22592"/>
                    <a:pt x="108277" y="29880"/>
                  </a:cubicBezTo>
                  <a:cubicBezTo>
                    <a:pt x="112536" y="32613"/>
                    <a:pt x="115882" y="33220"/>
                    <a:pt x="118925" y="31398"/>
                  </a:cubicBezTo>
                  <a:cubicBezTo>
                    <a:pt x="121967" y="29577"/>
                    <a:pt x="123488" y="26844"/>
                    <a:pt x="123488" y="23200"/>
                  </a:cubicBezTo>
                  <a:cubicBezTo>
                    <a:pt x="123488" y="19556"/>
                    <a:pt x="121663" y="16519"/>
                    <a:pt x="117708" y="13482"/>
                  </a:cubicBezTo>
                  <a:cubicBezTo>
                    <a:pt x="112232" y="9231"/>
                    <a:pt x="105235" y="6195"/>
                    <a:pt x="97021" y="3765"/>
                  </a:cubicBezTo>
                  <a:cubicBezTo>
                    <a:pt x="88502" y="1336"/>
                    <a:pt x="80288" y="121"/>
                    <a:pt x="72379" y="121"/>
                  </a:cubicBezTo>
                  <a:cubicBezTo>
                    <a:pt x="53517" y="121"/>
                    <a:pt x="38914" y="4676"/>
                    <a:pt x="27962" y="13179"/>
                  </a:cubicBezTo>
                  <a:cubicBezTo>
                    <a:pt x="17010" y="21985"/>
                    <a:pt x="11839" y="32917"/>
                    <a:pt x="11839" y="45974"/>
                  </a:cubicBezTo>
                  <a:cubicBezTo>
                    <a:pt x="11839" y="55388"/>
                    <a:pt x="14577" y="63283"/>
                    <a:pt x="20357" y="69660"/>
                  </a:cubicBezTo>
                  <a:cubicBezTo>
                    <a:pt x="26137" y="76037"/>
                    <a:pt x="34047" y="80288"/>
                    <a:pt x="44390" y="82717"/>
                  </a:cubicBezTo>
                  <a:lnTo>
                    <a:pt x="72987" y="89701"/>
                  </a:lnTo>
                  <a:cubicBezTo>
                    <a:pt x="86069" y="92738"/>
                    <a:pt x="92761" y="99419"/>
                    <a:pt x="92761" y="109439"/>
                  </a:cubicBezTo>
                  <a:cubicBezTo>
                    <a:pt x="92761" y="117335"/>
                    <a:pt x="89415" y="123712"/>
                    <a:pt x="83331" y="127963"/>
                  </a:cubicBezTo>
                  <a:cubicBezTo>
                    <a:pt x="77246" y="132214"/>
                    <a:pt x="68728" y="134340"/>
                    <a:pt x="57776" y="134340"/>
                  </a:cubicBezTo>
                  <a:cubicBezTo>
                    <a:pt x="50170" y="134340"/>
                    <a:pt x="42869" y="133429"/>
                    <a:pt x="35568" y="131607"/>
                  </a:cubicBezTo>
                  <a:cubicBezTo>
                    <a:pt x="28267" y="129785"/>
                    <a:pt x="21574" y="127052"/>
                    <a:pt x="15489" y="123104"/>
                  </a:cubicBezTo>
                  <a:cubicBezTo>
                    <a:pt x="12143" y="121282"/>
                    <a:pt x="9101" y="120979"/>
                    <a:pt x="6667" y="121586"/>
                  </a:cubicBezTo>
                  <a:cubicBezTo>
                    <a:pt x="4233" y="122193"/>
                    <a:pt x="2408" y="123712"/>
                    <a:pt x="1191" y="126141"/>
                  </a:cubicBezTo>
                  <a:cubicBezTo>
                    <a:pt x="-26" y="128570"/>
                    <a:pt x="-26" y="130999"/>
                    <a:pt x="887" y="133732"/>
                  </a:cubicBezTo>
                  <a:cubicBezTo>
                    <a:pt x="1495" y="136465"/>
                    <a:pt x="3625" y="138591"/>
                    <a:pt x="6667" y="140413"/>
                  </a:cubicBezTo>
                  <a:cubicBezTo>
                    <a:pt x="13055" y="144664"/>
                    <a:pt x="20661" y="147701"/>
                    <a:pt x="29483" y="149826"/>
                  </a:cubicBezTo>
                  <a:cubicBezTo>
                    <a:pt x="38306" y="152256"/>
                    <a:pt x="47737" y="153167"/>
                    <a:pt x="57472" y="153167"/>
                  </a:cubicBezTo>
                  <a:close/>
                </a:path>
              </a:pathLst>
            </a:custGeom>
            <a:solidFill>
              <a:srgbClr val="000000"/>
            </a:solidFill>
            <a:ln w="30508" cap="flat">
              <a:noFill/>
              <a:prstDash val="solid"/>
              <a:miter/>
            </a:ln>
          </p:spPr>
          <p:txBody>
            <a:bodyPr/>
            <a:lstStyle/>
            <a:p>
              <a:endParaRPr lang="en-CA"/>
            </a:p>
          </p:txBody>
        </p:sp>
        <p:sp>
          <p:nvSpPr>
            <p:cNvPr id="53" name="Freeform: Shape 52">
              <a:extLst>
                <a:ext uri="{FF2B5EF4-FFF2-40B4-BE49-F238E27FC236}">
                  <a16:creationId xmlns:a16="http://schemas.microsoft.com/office/drawing/2014/main" id="{586D339F-83EF-C7FC-8754-9DCDFC791255}"/>
                </a:ext>
              </a:extLst>
            </p:cNvPr>
            <p:cNvSpPr/>
            <p:nvPr>
              <p:custDataLst>
                <p:tags r:id="rId47"/>
              </p:custDataLst>
            </p:nvPr>
          </p:nvSpPr>
          <p:spPr>
            <a:xfrm>
              <a:off x="9906844" y="6088667"/>
              <a:ext cx="227720" cy="152437"/>
            </a:xfrm>
            <a:custGeom>
              <a:avLst/>
              <a:gdLst>
                <a:gd name="csX0" fmla="*/ 10637 w 227720"/>
                <a:gd name="csY0" fmla="*/ 152559 h 152437"/>
                <a:gd name="csX1" fmla="*/ 25239 w 227720"/>
                <a:gd name="csY1" fmla="*/ 140717 h 152437"/>
                <a:gd name="csX2" fmla="*/ 36191 w 227720"/>
                <a:gd name="csY2" fmla="*/ 70267 h 152437"/>
                <a:gd name="csX3" fmla="*/ 52011 w 227720"/>
                <a:gd name="csY3" fmla="*/ 33524 h 152437"/>
                <a:gd name="csX4" fmla="*/ 83041 w 227720"/>
                <a:gd name="csY4" fmla="*/ 20163 h 152437"/>
                <a:gd name="csX5" fmla="*/ 107683 w 227720"/>
                <a:gd name="csY5" fmla="*/ 59943 h 152437"/>
                <a:gd name="csX6" fmla="*/ 95210 w 227720"/>
                <a:gd name="csY6" fmla="*/ 138287 h 152437"/>
                <a:gd name="csX7" fmla="*/ 96731 w 227720"/>
                <a:gd name="csY7" fmla="*/ 148915 h 152437"/>
                <a:gd name="csX8" fmla="*/ 105554 w 227720"/>
                <a:gd name="csY8" fmla="*/ 152559 h 152437"/>
                <a:gd name="csX9" fmla="*/ 119548 w 227720"/>
                <a:gd name="csY9" fmla="*/ 140717 h 152437"/>
                <a:gd name="csX10" fmla="*/ 130804 w 227720"/>
                <a:gd name="csY10" fmla="*/ 70267 h 152437"/>
                <a:gd name="csX11" fmla="*/ 146624 w 227720"/>
                <a:gd name="csY11" fmla="*/ 33524 h 152437"/>
                <a:gd name="csX12" fmla="*/ 177350 w 227720"/>
                <a:gd name="csY12" fmla="*/ 20163 h 152437"/>
                <a:gd name="csX13" fmla="*/ 201992 w 227720"/>
                <a:gd name="csY13" fmla="*/ 59943 h 152437"/>
                <a:gd name="csX14" fmla="*/ 189823 w 227720"/>
                <a:gd name="csY14" fmla="*/ 138287 h 152437"/>
                <a:gd name="csX15" fmla="*/ 200167 w 227720"/>
                <a:gd name="csY15" fmla="*/ 152559 h 152437"/>
                <a:gd name="csX16" fmla="*/ 214161 w 227720"/>
                <a:gd name="csY16" fmla="*/ 140717 h 152437"/>
                <a:gd name="csX17" fmla="*/ 226634 w 227720"/>
                <a:gd name="csY17" fmla="*/ 61157 h 152437"/>
                <a:gd name="csX18" fmla="*/ 219637 w 227720"/>
                <a:gd name="csY18" fmla="*/ 15001 h 152437"/>
                <a:gd name="csX19" fmla="*/ 184651 w 227720"/>
                <a:gd name="csY19" fmla="*/ 121 h 152437"/>
                <a:gd name="csX20" fmla="*/ 153012 w 227720"/>
                <a:gd name="csY20" fmla="*/ 8320 h 152437"/>
                <a:gd name="csX21" fmla="*/ 131717 w 227720"/>
                <a:gd name="csY21" fmla="*/ 31095 h 152437"/>
                <a:gd name="csX22" fmla="*/ 117418 w 227720"/>
                <a:gd name="csY22" fmla="*/ 8017 h 152437"/>
                <a:gd name="csX23" fmla="*/ 90647 w 227720"/>
                <a:gd name="csY23" fmla="*/ 121 h 152437"/>
                <a:gd name="csX24" fmla="*/ 63267 w 227720"/>
                <a:gd name="csY24" fmla="*/ 7409 h 152437"/>
                <a:gd name="csX25" fmla="*/ 42276 w 227720"/>
                <a:gd name="csY25" fmla="*/ 28058 h 152437"/>
                <a:gd name="csX26" fmla="*/ 44405 w 227720"/>
                <a:gd name="csY26" fmla="*/ 14697 h 152437"/>
                <a:gd name="csX27" fmla="*/ 42580 w 227720"/>
                <a:gd name="csY27" fmla="*/ 4373 h 152437"/>
                <a:gd name="csX28" fmla="*/ 34366 w 227720"/>
                <a:gd name="csY28" fmla="*/ 729 h 152437"/>
                <a:gd name="csX29" fmla="*/ 20676 w 227720"/>
                <a:gd name="csY29" fmla="*/ 12571 h 152437"/>
                <a:gd name="csX30" fmla="*/ 597 w 227720"/>
                <a:gd name="csY30" fmla="*/ 138287 h 152437"/>
                <a:gd name="csX31" fmla="*/ 10637 w 227720"/>
                <a:gd name="csY31" fmla="*/ 152559 h 152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27720" h="152437">
                  <a:moveTo>
                    <a:pt x="10637" y="152559"/>
                  </a:moveTo>
                  <a:cubicBezTo>
                    <a:pt x="19155" y="152559"/>
                    <a:pt x="24022" y="148612"/>
                    <a:pt x="25239" y="140717"/>
                  </a:cubicBezTo>
                  <a:lnTo>
                    <a:pt x="36191" y="70267"/>
                  </a:lnTo>
                  <a:cubicBezTo>
                    <a:pt x="38625" y="54780"/>
                    <a:pt x="43797" y="42634"/>
                    <a:pt x="52011" y="33524"/>
                  </a:cubicBezTo>
                  <a:cubicBezTo>
                    <a:pt x="60225" y="24718"/>
                    <a:pt x="70568" y="20163"/>
                    <a:pt x="83041" y="20163"/>
                  </a:cubicBezTo>
                  <a:cubicBezTo>
                    <a:pt x="103728" y="20163"/>
                    <a:pt x="111942" y="33524"/>
                    <a:pt x="107683" y="59943"/>
                  </a:cubicBezTo>
                  <a:lnTo>
                    <a:pt x="95210" y="138287"/>
                  </a:lnTo>
                  <a:cubicBezTo>
                    <a:pt x="94298" y="143146"/>
                    <a:pt x="94906" y="146486"/>
                    <a:pt x="96731" y="148915"/>
                  </a:cubicBezTo>
                  <a:cubicBezTo>
                    <a:pt x="98557" y="151345"/>
                    <a:pt x="101599" y="152559"/>
                    <a:pt x="105554" y="152559"/>
                  </a:cubicBezTo>
                  <a:cubicBezTo>
                    <a:pt x="113768" y="152559"/>
                    <a:pt x="118331" y="148612"/>
                    <a:pt x="119548" y="140717"/>
                  </a:cubicBezTo>
                  <a:lnTo>
                    <a:pt x="130804" y="70267"/>
                  </a:lnTo>
                  <a:cubicBezTo>
                    <a:pt x="133238" y="54780"/>
                    <a:pt x="138410" y="42634"/>
                    <a:pt x="146624" y="33524"/>
                  </a:cubicBezTo>
                  <a:cubicBezTo>
                    <a:pt x="154533" y="24718"/>
                    <a:pt x="164877" y="20163"/>
                    <a:pt x="177350" y="20163"/>
                  </a:cubicBezTo>
                  <a:cubicBezTo>
                    <a:pt x="198037" y="20163"/>
                    <a:pt x="206251" y="33524"/>
                    <a:pt x="201992" y="59943"/>
                  </a:cubicBezTo>
                  <a:lnTo>
                    <a:pt x="189823" y="138287"/>
                  </a:lnTo>
                  <a:cubicBezTo>
                    <a:pt x="188302" y="148004"/>
                    <a:pt x="191648" y="152559"/>
                    <a:pt x="200167" y="152559"/>
                  </a:cubicBezTo>
                  <a:cubicBezTo>
                    <a:pt x="208076" y="152559"/>
                    <a:pt x="212944" y="148612"/>
                    <a:pt x="214161" y="140717"/>
                  </a:cubicBezTo>
                  <a:lnTo>
                    <a:pt x="226634" y="61157"/>
                  </a:lnTo>
                  <a:cubicBezTo>
                    <a:pt x="229676" y="40508"/>
                    <a:pt x="227547" y="25022"/>
                    <a:pt x="219637" y="15001"/>
                  </a:cubicBezTo>
                  <a:cubicBezTo>
                    <a:pt x="211727" y="5284"/>
                    <a:pt x="199862" y="121"/>
                    <a:pt x="184651" y="121"/>
                  </a:cubicBezTo>
                  <a:cubicBezTo>
                    <a:pt x="172482" y="121"/>
                    <a:pt x="161835" y="2854"/>
                    <a:pt x="153012" y="8320"/>
                  </a:cubicBezTo>
                  <a:cubicBezTo>
                    <a:pt x="143886" y="13786"/>
                    <a:pt x="136889" y="21378"/>
                    <a:pt x="131717" y="31095"/>
                  </a:cubicBezTo>
                  <a:cubicBezTo>
                    <a:pt x="129283" y="21074"/>
                    <a:pt x="124415" y="13482"/>
                    <a:pt x="117418" y="8017"/>
                  </a:cubicBezTo>
                  <a:cubicBezTo>
                    <a:pt x="110117" y="2854"/>
                    <a:pt x="101295" y="121"/>
                    <a:pt x="90647" y="121"/>
                  </a:cubicBezTo>
                  <a:cubicBezTo>
                    <a:pt x="80608" y="121"/>
                    <a:pt x="71481" y="2551"/>
                    <a:pt x="63267" y="7409"/>
                  </a:cubicBezTo>
                  <a:cubicBezTo>
                    <a:pt x="54749" y="12268"/>
                    <a:pt x="47752" y="18948"/>
                    <a:pt x="42276" y="28058"/>
                  </a:cubicBezTo>
                  <a:lnTo>
                    <a:pt x="44405" y="14697"/>
                  </a:lnTo>
                  <a:cubicBezTo>
                    <a:pt x="45014" y="10446"/>
                    <a:pt x="44405" y="6802"/>
                    <a:pt x="42580" y="4373"/>
                  </a:cubicBezTo>
                  <a:cubicBezTo>
                    <a:pt x="40755" y="1943"/>
                    <a:pt x="38017" y="729"/>
                    <a:pt x="34366" y="729"/>
                  </a:cubicBezTo>
                  <a:cubicBezTo>
                    <a:pt x="26456" y="729"/>
                    <a:pt x="21893" y="4676"/>
                    <a:pt x="20676" y="12571"/>
                  </a:cubicBezTo>
                  <a:lnTo>
                    <a:pt x="597" y="138287"/>
                  </a:lnTo>
                  <a:cubicBezTo>
                    <a:pt x="-924" y="148004"/>
                    <a:pt x="2423" y="152559"/>
                    <a:pt x="10637" y="152559"/>
                  </a:cubicBezTo>
                  <a:close/>
                </a:path>
              </a:pathLst>
            </a:custGeom>
            <a:solidFill>
              <a:srgbClr val="000000"/>
            </a:solidFill>
            <a:ln w="30508" cap="flat">
              <a:noFill/>
              <a:prstDash val="solid"/>
              <a:miter/>
            </a:ln>
          </p:spPr>
          <p:txBody>
            <a:bodyPr/>
            <a:lstStyle/>
            <a:p>
              <a:endParaRPr lang="en-CA"/>
            </a:p>
          </p:txBody>
        </p:sp>
        <p:sp>
          <p:nvSpPr>
            <p:cNvPr id="54" name="Freeform: Shape 53">
              <a:extLst>
                <a:ext uri="{FF2B5EF4-FFF2-40B4-BE49-F238E27FC236}">
                  <a16:creationId xmlns:a16="http://schemas.microsoft.com/office/drawing/2014/main" id="{34911510-9224-B695-3D16-77F0D74A2932}"/>
                </a:ext>
              </a:extLst>
            </p:cNvPr>
            <p:cNvSpPr/>
            <p:nvPr>
              <p:custDataLst>
                <p:tags r:id="rId48"/>
              </p:custDataLst>
            </p:nvPr>
          </p:nvSpPr>
          <p:spPr>
            <a:xfrm>
              <a:off x="10167309" y="6088667"/>
              <a:ext cx="142071" cy="153045"/>
            </a:xfrm>
            <a:custGeom>
              <a:avLst/>
              <a:gdLst>
                <a:gd name="csX0" fmla="*/ 64440 w 142071"/>
                <a:gd name="csY0" fmla="*/ 153167 h 153045"/>
                <a:gd name="csX1" fmla="*/ 105510 w 142071"/>
                <a:gd name="csY1" fmla="*/ 141628 h 153045"/>
                <a:gd name="csX2" fmla="*/ 132586 w 142071"/>
                <a:gd name="csY2" fmla="*/ 110047 h 153045"/>
                <a:gd name="csX3" fmla="*/ 142321 w 142071"/>
                <a:gd name="csY3" fmla="*/ 65105 h 153045"/>
                <a:gd name="csX4" fmla="*/ 125284 w 142071"/>
                <a:gd name="csY4" fmla="*/ 17734 h 153045"/>
                <a:gd name="csX5" fmla="*/ 78434 w 142071"/>
                <a:gd name="csY5" fmla="*/ 121 h 153045"/>
                <a:gd name="csX6" fmla="*/ 37060 w 142071"/>
                <a:gd name="csY6" fmla="*/ 11660 h 153045"/>
                <a:gd name="csX7" fmla="*/ 9984 w 142071"/>
                <a:gd name="csY7" fmla="*/ 43241 h 153045"/>
                <a:gd name="csX8" fmla="*/ 249 w 142071"/>
                <a:gd name="csY8" fmla="*/ 88183 h 153045"/>
                <a:gd name="csX9" fmla="*/ 17286 w 142071"/>
                <a:gd name="csY9" fmla="*/ 135858 h 153045"/>
                <a:gd name="csX10" fmla="*/ 64440 w 142071"/>
                <a:gd name="csY10" fmla="*/ 153167 h 153045"/>
                <a:gd name="csX11" fmla="*/ 65353 w 142071"/>
                <a:gd name="csY11" fmla="*/ 133429 h 153045"/>
                <a:gd name="csX12" fmla="*/ 35843 w 142071"/>
                <a:gd name="csY12" fmla="*/ 122193 h 153045"/>
                <a:gd name="csX13" fmla="*/ 25196 w 142071"/>
                <a:gd name="csY13" fmla="*/ 89094 h 153045"/>
                <a:gd name="csX14" fmla="*/ 31280 w 142071"/>
                <a:gd name="csY14" fmla="*/ 54173 h 153045"/>
                <a:gd name="csX15" fmla="*/ 48925 w 142071"/>
                <a:gd name="csY15" fmla="*/ 29273 h 153045"/>
                <a:gd name="csX16" fmla="*/ 77522 w 142071"/>
                <a:gd name="csY16" fmla="*/ 19859 h 153045"/>
                <a:gd name="csX17" fmla="*/ 106727 w 142071"/>
                <a:gd name="csY17" fmla="*/ 31095 h 153045"/>
                <a:gd name="csX18" fmla="*/ 117375 w 142071"/>
                <a:gd name="csY18" fmla="*/ 64194 h 153045"/>
                <a:gd name="csX19" fmla="*/ 111290 w 142071"/>
                <a:gd name="csY19" fmla="*/ 99115 h 153045"/>
                <a:gd name="csX20" fmla="*/ 93645 w 142071"/>
                <a:gd name="csY20" fmla="*/ 124015 h 153045"/>
                <a:gd name="csX21" fmla="*/ 65353 w 142071"/>
                <a:gd name="csY21" fmla="*/ 133429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2071" h="153045">
                  <a:moveTo>
                    <a:pt x="64440" y="153167"/>
                  </a:moveTo>
                  <a:cubicBezTo>
                    <a:pt x="79955" y="153167"/>
                    <a:pt x="93645" y="149523"/>
                    <a:pt x="105510" y="141628"/>
                  </a:cubicBezTo>
                  <a:cubicBezTo>
                    <a:pt x="117070" y="133732"/>
                    <a:pt x="126197" y="123408"/>
                    <a:pt x="132586" y="110047"/>
                  </a:cubicBezTo>
                  <a:cubicBezTo>
                    <a:pt x="138974" y="96686"/>
                    <a:pt x="142321" y="81806"/>
                    <a:pt x="142321" y="65105"/>
                  </a:cubicBezTo>
                  <a:cubicBezTo>
                    <a:pt x="142321" y="45063"/>
                    <a:pt x="136541" y="29273"/>
                    <a:pt x="125284" y="17734"/>
                  </a:cubicBezTo>
                  <a:cubicBezTo>
                    <a:pt x="113724" y="6195"/>
                    <a:pt x="98209" y="121"/>
                    <a:pt x="78434" y="121"/>
                  </a:cubicBezTo>
                  <a:cubicBezTo>
                    <a:pt x="62615" y="121"/>
                    <a:pt x="48621" y="4069"/>
                    <a:pt x="37060" y="11660"/>
                  </a:cubicBezTo>
                  <a:cubicBezTo>
                    <a:pt x="25500" y="19556"/>
                    <a:pt x="16373" y="29880"/>
                    <a:pt x="9984" y="43241"/>
                  </a:cubicBezTo>
                  <a:cubicBezTo>
                    <a:pt x="3292" y="56602"/>
                    <a:pt x="249" y="71785"/>
                    <a:pt x="249" y="88183"/>
                  </a:cubicBezTo>
                  <a:cubicBezTo>
                    <a:pt x="249" y="108225"/>
                    <a:pt x="5725" y="124319"/>
                    <a:pt x="17286" y="135858"/>
                  </a:cubicBezTo>
                  <a:cubicBezTo>
                    <a:pt x="28846" y="147397"/>
                    <a:pt x="44361" y="153167"/>
                    <a:pt x="64440" y="153167"/>
                  </a:cubicBezTo>
                  <a:close/>
                  <a:moveTo>
                    <a:pt x="65353" y="133429"/>
                  </a:moveTo>
                  <a:cubicBezTo>
                    <a:pt x="52575" y="133429"/>
                    <a:pt x="42840" y="129785"/>
                    <a:pt x="35843" y="122193"/>
                  </a:cubicBezTo>
                  <a:cubicBezTo>
                    <a:pt x="28542" y="114602"/>
                    <a:pt x="25196" y="103670"/>
                    <a:pt x="25196" y="89094"/>
                  </a:cubicBezTo>
                  <a:cubicBezTo>
                    <a:pt x="25196" y="76340"/>
                    <a:pt x="27021" y="64801"/>
                    <a:pt x="31280" y="54173"/>
                  </a:cubicBezTo>
                  <a:cubicBezTo>
                    <a:pt x="35235" y="43849"/>
                    <a:pt x="41015" y="35346"/>
                    <a:pt x="48925" y="29273"/>
                  </a:cubicBezTo>
                  <a:cubicBezTo>
                    <a:pt x="56835" y="23200"/>
                    <a:pt x="66265" y="19859"/>
                    <a:pt x="77522" y="19859"/>
                  </a:cubicBezTo>
                  <a:cubicBezTo>
                    <a:pt x="89995" y="19859"/>
                    <a:pt x="99730" y="23807"/>
                    <a:pt x="106727" y="31095"/>
                  </a:cubicBezTo>
                  <a:cubicBezTo>
                    <a:pt x="113724" y="38686"/>
                    <a:pt x="117375" y="49618"/>
                    <a:pt x="117375" y="64194"/>
                  </a:cubicBezTo>
                  <a:cubicBezTo>
                    <a:pt x="117375" y="76948"/>
                    <a:pt x="115245" y="88790"/>
                    <a:pt x="111290" y="99115"/>
                  </a:cubicBezTo>
                  <a:cubicBezTo>
                    <a:pt x="107335" y="109439"/>
                    <a:pt x="101555" y="117942"/>
                    <a:pt x="93645" y="124015"/>
                  </a:cubicBezTo>
                  <a:cubicBezTo>
                    <a:pt x="85736" y="130392"/>
                    <a:pt x="76305" y="133429"/>
                    <a:pt x="65353" y="133429"/>
                  </a:cubicBezTo>
                  <a:close/>
                </a:path>
              </a:pathLst>
            </a:custGeom>
            <a:solidFill>
              <a:srgbClr val="000000"/>
            </a:solidFill>
            <a:ln w="30508" cap="flat">
              <a:noFill/>
              <a:prstDash val="solid"/>
              <a:miter/>
            </a:ln>
          </p:spPr>
          <p:txBody>
            <a:bodyPr/>
            <a:lstStyle/>
            <a:p>
              <a:endParaRPr lang="en-CA"/>
            </a:p>
          </p:txBody>
        </p:sp>
        <p:sp>
          <p:nvSpPr>
            <p:cNvPr id="55" name="Freeform: Shape 54">
              <a:extLst>
                <a:ext uri="{FF2B5EF4-FFF2-40B4-BE49-F238E27FC236}">
                  <a16:creationId xmlns:a16="http://schemas.microsoft.com/office/drawing/2014/main" id="{D31FC182-D2BA-EEB0-7070-61C10F5363C8}"/>
                </a:ext>
              </a:extLst>
            </p:cNvPr>
            <p:cNvSpPr/>
            <p:nvPr>
              <p:custDataLst>
                <p:tags r:id="rId49"/>
              </p:custDataLst>
            </p:nvPr>
          </p:nvSpPr>
          <p:spPr>
            <a:xfrm>
              <a:off x="10336457" y="6088667"/>
              <a:ext cx="142071" cy="153045"/>
            </a:xfrm>
            <a:custGeom>
              <a:avLst/>
              <a:gdLst>
                <a:gd name="csX0" fmla="*/ 64446 w 142071"/>
                <a:gd name="csY0" fmla="*/ 153167 h 153045"/>
                <a:gd name="csX1" fmla="*/ 105516 w 142071"/>
                <a:gd name="csY1" fmla="*/ 141628 h 153045"/>
                <a:gd name="csX2" fmla="*/ 132591 w 142071"/>
                <a:gd name="csY2" fmla="*/ 110047 h 153045"/>
                <a:gd name="csX3" fmla="*/ 142326 w 142071"/>
                <a:gd name="csY3" fmla="*/ 65105 h 153045"/>
                <a:gd name="csX4" fmla="*/ 125290 w 142071"/>
                <a:gd name="csY4" fmla="*/ 17734 h 153045"/>
                <a:gd name="csX5" fmla="*/ 78440 w 142071"/>
                <a:gd name="csY5" fmla="*/ 121 h 153045"/>
                <a:gd name="csX6" fmla="*/ 37066 w 142071"/>
                <a:gd name="csY6" fmla="*/ 11660 h 153045"/>
                <a:gd name="csX7" fmla="*/ 9990 w 142071"/>
                <a:gd name="csY7" fmla="*/ 43241 h 153045"/>
                <a:gd name="csX8" fmla="*/ 255 w 142071"/>
                <a:gd name="csY8" fmla="*/ 88183 h 153045"/>
                <a:gd name="csX9" fmla="*/ 17291 w 142071"/>
                <a:gd name="csY9" fmla="*/ 135858 h 153045"/>
                <a:gd name="csX10" fmla="*/ 64446 w 142071"/>
                <a:gd name="csY10" fmla="*/ 153167 h 153045"/>
                <a:gd name="csX11" fmla="*/ 65358 w 142071"/>
                <a:gd name="csY11" fmla="*/ 133429 h 153045"/>
                <a:gd name="csX12" fmla="*/ 35849 w 142071"/>
                <a:gd name="csY12" fmla="*/ 122193 h 153045"/>
                <a:gd name="csX13" fmla="*/ 25201 w 142071"/>
                <a:gd name="csY13" fmla="*/ 89094 h 153045"/>
                <a:gd name="csX14" fmla="*/ 31285 w 142071"/>
                <a:gd name="csY14" fmla="*/ 54173 h 153045"/>
                <a:gd name="csX15" fmla="*/ 48930 w 142071"/>
                <a:gd name="csY15" fmla="*/ 29273 h 153045"/>
                <a:gd name="csX16" fmla="*/ 77527 w 142071"/>
                <a:gd name="csY16" fmla="*/ 19859 h 153045"/>
                <a:gd name="csX17" fmla="*/ 106732 w 142071"/>
                <a:gd name="csY17" fmla="*/ 31095 h 153045"/>
                <a:gd name="csX18" fmla="*/ 117380 w 142071"/>
                <a:gd name="csY18" fmla="*/ 64194 h 153045"/>
                <a:gd name="csX19" fmla="*/ 111296 w 142071"/>
                <a:gd name="csY19" fmla="*/ 99115 h 153045"/>
                <a:gd name="csX20" fmla="*/ 93651 w 142071"/>
                <a:gd name="csY20" fmla="*/ 124015 h 153045"/>
                <a:gd name="csX21" fmla="*/ 65358 w 142071"/>
                <a:gd name="csY21" fmla="*/ 133429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2071" h="153045">
                  <a:moveTo>
                    <a:pt x="64446" y="153167"/>
                  </a:moveTo>
                  <a:cubicBezTo>
                    <a:pt x="79961" y="153167"/>
                    <a:pt x="93651" y="149523"/>
                    <a:pt x="105516" y="141628"/>
                  </a:cubicBezTo>
                  <a:cubicBezTo>
                    <a:pt x="117076" y="133732"/>
                    <a:pt x="126203" y="123408"/>
                    <a:pt x="132591" y="110047"/>
                  </a:cubicBezTo>
                  <a:cubicBezTo>
                    <a:pt x="138980" y="96686"/>
                    <a:pt x="142326" y="81806"/>
                    <a:pt x="142326" y="65105"/>
                  </a:cubicBezTo>
                  <a:cubicBezTo>
                    <a:pt x="142326" y="45063"/>
                    <a:pt x="136546" y="29273"/>
                    <a:pt x="125290" y="17734"/>
                  </a:cubicBezTo>
                  <a:cubicBezTo>
                    <a:pt x="113730" y="6195"/>
                    <a:pt x="98214" y="121"/>
                    <a:pt x="78440" y="121"/>
                  </a:cubicBezTo>
                  <a:cubicBezTo>
                    <a:pt x="62620" y="121"/>
                    <a:pt x="48626" y="4069"/>
                    <a:pt x="37066" y="11660"/>
                  </a:cubicBezTo>
                  <a:cubicBezTo>
                    <a:pt x="25505" y="19556"/>
                    <a:pt x="16379" y="29880"/>
                    <a:pt x="9990" y="43241"/>
                  </a:cubicBezTo>
                  <a:cubicBezTo>
                    <a:pt x="3297" y="56602"/>
                    <a:pt x="255" y="71785"/>
                    <a:pt x="255" y="88183"/>
                  </a:cubicBezTo>
                  <a:cubicBezTo>
                    <a:pt x="255" y="108225"/>
                    <a:pt x="5731" y="124319"/>
                    <a:pt x="17291" y="135858"/>
                  </a:cubicBezTo>
                  <a:cubicBezTo>
                    <a:pt x="28852" y="147397"/>
                    <a:pt x="44367" y="153167"/>
                    <a:pt x="64446" y="153167"/>
                  </a:cubicBezTo>
                  <a:close/>
                  <a:moveTo>
                    <a:pt x="65358" y="133429"/>
                  </a:moveTo>
                  <a:cubicBezTo>
                    <a:pt x="52581" y="133429"/>
                    <a:pt x="42846" y="129785"/>
                    <a:pt x="35849" y="122193"/>
                  </a:cubicBezTo>
                  <a:cubicBezTo>
                    <a:pt x="28547" y="114602"/>
                    <a:pt x="25201" y="103670"/>
                    <a:pt x="25201" y="89094"/>
                  </a:cubicBezTo>
                  <a:cubicBezTo>
                    <a:pt x="25201" y="76340"/>
                    <a:pt x="27026" y="64801"/>
                    <a:pt x="31285" y="54173"/>
                  </a:cubicBezTo>
                  <a:cubicBezTo>
                    <a:pt x="35240" y="43849"/>
                    <a:pt x="41021" y="35346"/>
                    <a:pt x="48930" y="29273"/>
                  </a:cubicBezTo>
                  <a:cubicBezTo>
                    <a:pt x="56840" y="23200"/>
                    <a:pt x="66271" y="19859"/>
                    <a:pt x="77527" y="19859"/>
                  </a:cubicBezTo>
                  <a:cubicBezTo>
                    <a:pt x="90000" y="19859"/>
                    <a:pt x="99735" y="23807"/>
                    <a:pt x="106732" y="31095"/>
                  </a:cubicBezTo>
                  <a:cubicBezTo>
                    <a:pt x="113730" y="38686"/>
                    <a:pt x="117380" y="49618"/>
                    <a:pt x="117380" y="64194"/>
                  </a:cubicBezTo>
                  <a:cubicBezTo>
                    <a:pt x="117380" y="76948"/>
                    <a:pt x="115251" y="88790"/>
                    <a:pt x="111296" y="99115"/>
                  </a:cubicBezTo>
                  <a:cubicBezTo>
                    <a:pt x="107341" y="109439"/>
                    <a:pt x="101561" y="117942"/>
                    <a:pt x="93651" y="124015"/>
                  </a:cubicBezTo>
                  <a:cubicBezTo>
                    <a:pt x="85741" y="130392"/>
                    <a:pt x="76310" y="133429"/>
                    <a:pt x="65358" y="133429"/>
                  </a:cubicBezTo>
                  <a:close/>
                </a:path>
              </a:pathLst>
            </a:custGeom>
            <a:solidFill>
              <a:srgbClr val="000000"/>
            </a:solidFill>
            <a:ln w="30508" cap="flat">
              <a:noFill/>
              <a:prstDash val="solid"/>
              <a:miter/>
            </a:ln>
          </p:spPr>
          <p:txBody>
            <a:bodyPr/>
            <a:lstStyle/>
            <a:p>
              <a:endParaRPr lang="en-CA"/>
            </a:p>
          </p:txBody>
        </p:sp>
        <p:sp>
          <p:nvSpPr>
            <p:cNvPr id="56" name="Freeform: Shape 55">
              <a:extLst>
                <a:ext uri="{FF2B5EF4-FFF2-40B4-BE49-F238E27FC236}">
                  <a16:creationId xmlns:a16="http://schemas.microsoft.com/office/drawing/2014/main" id="{426DF7FE-7DEF-55EB-8A4C-16D94CC2D22B}"/>
                </a:ext>
              </a:extLst>
            </p:cNvPr>
            <p:cNvSpPr/>
            <p:nvPr>
              <p:custDataLst>
                <p:tags r:id="rId50"/>
              </p:custDataLst>
            </p:nvPr>
          </p:nvSpPr>
          <p:spPr>
            <a:xfrm>
              <a:off x="10499823" y="6044028"/>
              <a:ext cx="104956" cy="197683"/>
            </a:xfrm>
            <a:custGeom>
              <a:avLst/>
              <a:gdLst>
                <a:gd name="csX0" fmla="*/ 63538 w 104956"/>
                <a:gd name="csY0" fmla="*/ 197805 h 197683"/>
                <a:gd name="csX1" fmla="*/ 81792 w 104956"/>
                <a:gd name="csY1" fmla="*/ 195072 h 197683"/>
                <a:gd name="csX2" fmla="*/ 87572 w 104956"/>
                <a:gd name="csY2" fmla="*/ 190821 h 197683"/>
                <a:gd name="csX3" fmla="*/ 89701 w 104956"/>
                <a:gd name="csY3" fmla="*/ 182014 h 197683"/>
                <a:gd name="csX4" fmla="*/ 88180 w 104956"/>
                <a:gd name="csY4" fmla="*/ 176245 h 197683"/>
                <a:gd name="csX5" fmla="*/ 83617 w 104956"/>
                <a:gd name="csY5" fmla="*/ 174423 h 197683"/>
                <a:gd name="csX6" fmla="*/ 77533 w 104956"/>
                <a:gd name="csY6" fmla="*/ 175638 h 197683"/>
                <a:gd name="csX7" fmla="*/ 67493 w 104956"/>
                <a:gd name="csY7" fmla="*/ 176852 h 197683"/>
                <a:gd name="csX8" fmla="*/ 46198 w 104956"/>
                <a:gd name="csY8" fmla="*/ 168653 h 197683"/>
                <a:gd name="csX9" fmla="*/ 42547 w 104956"/>
                <a:gd name="csY9" fmla="*/ 141931 h 197683"/>
                <a:gd name="csX10" fmla="*/ 54412 w 104956"/>
                <a:gd name="csY10" fmla="*/ 66623 h 197683"/>
                <a:gd name="csX11" fmla="*/ 93048 w 104956"/>
                <a:gd name="csY11" fmla="*/ 66623 h 197683"/>
                <a:gd name="csX12" fmla="*/ 101870 w 104956"/>
                <a:gd name="csY12" fmla="*/ 63587 h 197683"/>
                <a:gd name="csX13" fmla="*/ 105217 w 104956"/>
                <a:gd name="csY13" fmla="*/ 55388 h 197683"/>
                <a:gd name="csX14" fmla="*/ 94265 w 104956"/>
                <a:gd name="csY14" fmla="*/ 47493 h 197683"/>
                <a:gd name="csX15" fmla="*/ 57758 w 104956"/>
                <a:gd name="csY15" fmla="*/ 47493 h 197683"/>
                <a:gd name="csX16" fmla="*/ 62930 w 104956"/>
                <a:gd name="csY16" fmla="*/ 14090 h 197683"/>
                <a:gd name="csX17" fmla="*/ 52282 w 104956"/>
                <a:gd name="csY17" fmla="*/ 121 h 197683"/>
                <a:gd name="csX18" fmla="*/ 38592 w 104956"/>
                <a:gd name="csY18" fmla="*/ 11660 h 197683"/>
                <a:gd name="csX19" fmla="*/ 33116 w 104956"/>
                <a:gd name="csY19" fmla="*/ 47493 h 197683"/>
                <a:gd name="csX20" fmla="*/ 13342 w 104956"/>
                <a:gd name="csY20" fmla="*/ 47493 h 197683"/>
                <a:gd name="csX21" fmla="*/ 3607 w 104956"/>
                <a:gd name="csY21" fmla="*/ 50225 h 197683"/>
                <a:gd name="csX22" fmla="*/ 260 w 104956"/>
                <a:gd name="csY22" fmla="*/ 58424 h 197683"/>
                <a:gd name="csX23" fmla="*/ 11212 w 104956"/>
                <a:gd name="csY23" fmla="*/ 66623 h 197683"/>
                <a:gd name="csX24" fmla="*/ 30074 w 104956"/>
                <a:gd name="csY24" fmla="*/ 66623 h 197683"/>
                <a:gd name="csX25" fmla="*/ 17601 w 104956"/>
                <a:gd name="csY25" fmla="*/ 144360 h 197683"/>
                <a:gd name="csX26" fmla="*/ 25511 w 104956"/>
                <a:gd name="csY26" fmla="*/ 183229 h 197683"/>
                <a:gd name="csX27" fmla="*/ 63538 w 104956"/>
                <a:gd name="csY27" fmla="*/ 197805 h 197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04956" h="197683">
                  <a:moveTo>
                    <a:pt x="63538" y="197805"/>
                  </a:moveTo>
                  <a:cubicBezTo>
                    <a:pt x="70231" y="197805"/>
                    <a:pt x="76316" y="196894"/>
                    <a:pt x="81792" y="195072"/>
                  </a:cubicBezTo>
                  <a:cubicBezTo>
                    <a:pt x="84226" y="194161"/>
                    <a:pt x="86355" y="192643"/>
                    <a:pt x="87572" y="190821"/>
                  </a:cubicBezTo>
                  <a:cubicBezTo>
                    <a:pt x="88789" y="188999"/>
                    <a:pt x="89701" y="186266"/>
                    <a:pt x="89701" y="182014"/>
                  </a:cubicBezTo>
                  <a:cubicBezTo>
                    <a:pt x="89701" y="179282"/>
                    <a:pt x="89093" y="177460"/>
                    <a:pt x="88180" y="176245"/>
                  </a:cubicBezTo>
                  <a:cubicBezTo>
                    <a:pt x="86964" y="175030"/>
                    <a:pt x="85442" y="174423"/>
                    <a:pt x="83617" y="174423"/>
                  </a:cubicBezTo>
                  <a:cubicBezTo>
                    <a:pt x="81792" y="174423"/>
                    <a:pt x="79966" y="175030"/>
                    <a:pt x="77533" y="175638"/>
                  </a:cubicBezTo>
                  <a:cubicBezTo>
                    <a:pt x="75099" y="176549"/>
                    <a:pt x="71752" y="176852"/>
                    <a:pt x="67493" y="176852"/>
                  </a:cubicBezTo>
                  <a:cubicBezTo>
                    <a:pt x="57758" y="176852"/>
                    <a:pt x="50761" y="174119"/>
                    <a:pt x="46198" y="168653"/>
                  </a:cubicBezTo>
                  <a:cubicBezTo>
                    <a:pt x="41635" y="163187"/>
                    <a:pt x="40418" y="154381"/>
                    <a:pt x="42547" y="141931"/>
                  </a:cubicBezTo>
                  <a:lnTo>
                    <a:pt x="54412" y="66623"/>
                  </a:lnTo>
                  <a:lnTo>
                    <a:pt x="93048" y="66623"/>
                  </a:lnTo>
                  <a:cubicBezTo>
                    <a:pt x="96699" y="66623"/>
                    <a:pt x="99437" y="65712"/>
                    <a:pt x="101870" y="63587"/>
                  </a:cubicBezTo>
                  <a:cubicBezTo>
                    <a:pt x="104000" y="61765"/>
                    <a:pt x="105217" y="59032"/>
                    <a:pt x="105217" y="55388"/>
                  </a:cubicBezTo>
                  <a:cubicBezTo>
                    <a:pt x="105217" y="50225"/>
                    <a:pt x="101566" y="47493"/>
                    <a:pt x="94265" y="47493"/>
                  </a:cubicBezTo>
                  <a:lnTo>
                    <a:pt x="57758" y="47493"/>
                  </a:lnTo>
                  <a:lnTo>
                    <a:pt x="62930" y="14090"/>
                  </a:lnTo>
                  <a:cubicBezTo>
                    <a:pt x="64451" y="4980"/>
                    <a:pt x="60800" y="121"/>
                    <a:pt x="52282" y="121"/>
                  </a:cubicBezTo>
                  <a:cubicBezTo>
                    <a:pt x="44372" y="121"/>
                    <a:pt x="39809" y="4069"/>
                    <a:pt x="38592" y="11660"/>
                  </a:cubicBezTo>
                  <a:lnTo>
                    <a:pt x="33116" y="47493"/>
                  </a:lnTo>
                  <a:lnTo>
                    <a:pt x="13342" y="47493"/>
                  </a:lnTo>
                  <a:cubicBezTo>
                    <a:pt x="9083" y="47493"/>
                    <a:pt x="6041" y="48404"/>
                    <a:pt x="3607" y="50225"/>
                  </a:cubicBezTo>
                  <a:cubicBezTo>
                    <a:pt x="1173" y="52047"/>
                    <a:pt x="260" y="54780"/>
                    <a:pt x="260" y="58424"/>
                  </a:cubicBezTo>
                  <a:cubicBezTo>
                    <a:pt x="260" y="63890"/>
                    <a:pt x="3911" y="66623"/>
                    <a:pt x="11212" y="66623"/>
                  </a:cubicBezTo>
                  <a:lnTo>
                    <a:pt x="30074" y="66623"/>
                  </a:lnTo>
                  <a:lnTo>
                    <a:pt x="17601" y="144360"/>
                  </a:lnTo>
                  <a:cubicBezTo>
                    <a:pt x="14863" y="160758"/>
                    <a:pt x="17601" y="173512"/>
                    <a:pt x="25511" y="183229"/>
                  </a:cubicBezTo>
                  <a:cubicBezTo>
                    <a:pt x="33420" y="192946"/>
                    <a:pt x="46198" y="197805"/>
                    <a:pt x="63538" y="197805"/>
                  </a:cubicBezTo>
                  <a:close/>
                </a:path>
              </a:pathLst>
            </a:custGeom>
            <a:solidFill>
              <a:srgbClr val="000000"/>
            </a:solidFill>
            <a:ln w="30508" cap="flat">
              <a:noFill/>
              <a:prstDash val="solid"/>
              <a:miter/>
            </a:ln>
          </p:spPr>
          <p:txBody>
            <a:bodyPr/>
            <a:lstStyle/>
            <a:p>
              <a:endParaRPr lang="en-CA"/>
            </a:p>
          </p:txBody>
        </p:sp>
        <p:sp>
          <p:nvSpPr>
            <p:cNvPr id="57" name="Freeform: Shape 56">
              <a:extLst>
                <a:ext uri="{FF2B5EF4-FFF2-40B4-BE49-F238E27FC236}">
                  <a16:creationId xmlns:a16="http://schemas.microsoft.com/office/drawing/2014/main" id="{100A697F-7281-C0FA-1844-A67FBEA19ACE}"/>
                </a:ext>
              </a:extLst>
            </p:cNvPr>
            <p:cNvSpPr/>
            <p:nvPr>
              <p:custDataLst>
                <p:tags r:id="rId51"/>
              </p:custDataLst>
            </p:nvPr>
          </p:nvSpPr>
          <p:spPr>
            <a:xfrm>
              <a:off x="10611966" y="6022772"/>
              <a:ext cx="141198" cy="218332"/>
            </a:xfrm>
            <a:custGeom>
              <a:avLst/>
              <a:gdLst>
                <a:gd name="csX0" fmla="*/ 10723 w 141198"/>
                <a:gd name="csY0" fmla="*/ 218454 h 218332"/>
                <a:gd name="csX1" fmla="*/ 25021 w 141198"/>
                <a:gd name="csY1" fmla="*/ 206004 h 218332"/>
                <a:gd name="csX2" fmla="*/ 35973 w 141198"/>
                <a:gd name="csY2" fmla="*/ 136162 h 218332"/>
                <a:gd name="csX3" fmla="*/ 52705 w 141198"/>
                <a:gd name="csY3" fmla="*/ 99722 h 218332"/>
                <a:gd name="csX4" fmla="*/ 87995 w 141198"/>
                <a:gd name="csY4" fmla="*/ 86057 h 218332"/>
                <a:gd name="csX5" fmla="*/ 115375 w 141198"/>
                <a:gd name="csY5" fmla="*/ 127052 h 218332"/>
                <a:gd name="csX6" fmla="*/ 103206 w 141198"/>
                <a:gd name="csY6" fmla="*/ 203878 h 218332"/>
                <a:gd name="csX7" fmla="*/ 105031 w 141198"/>
                <a:gd name="csY7" fmla="*/ 214810 h 218332"/>
                <a:gd name="csX8" fmla="*/ 113549 w 141198"/>
                <a:gd name="csY8" fmla="*/ 218454 h 218332"/>
                <a:gd name="csX9" fmla="*/ 127848 w 141198"/>
                <a:gd name="csY9" fmla="*/ 206004 h 218332"/>
                <a:gd name="csX10" fmla="*/ 140017 w 141198"/>
                <a:gd name="csY10" fmla="*/ 127052 h 218332"/>
                <a:gd name="csX11" fmla="*/ 132411 w 141198"/>
                <a:gd name="csY11" fmla="*/ 80895 h 218332"/>
                <a:gd name="csX12" fmla="*/ 95296 w 141198"/>
                <a:gd name="csY12" fmla="*/ 66016 h 218332"/>
                <a:gd name="csX13" fmla="*/ 64266 w 141198"/>
                <a:gd name="csY13" fmla="*/ 73000 h 218332"/>
                <a:gd name="csX14" fmla="*/ 42666 w 141198"/>
                <a:gd name="csY14" fmla="*/ 93042 h 218332"/>
                <a:gd name="csX15" fmla="*/ 55139 w 141198"/>
                <a:gd name="csY15" fmla="*/ 14393 h 218332"/>
                <a:gd name="csX16" fmla="*/ 53618 w 141198"/>
                <a:gd name="csY16" fmla="*/ 4069 h 218332"/>
                <a:gd name="csX17" fmla="*/ 45100 w 141198"/>
                <a:gd name="csY17" fmla="*/ 121 h 218332"/>
                <a:gd name="csX18" fmla="*/ 30801 w 141198"/>
                <a:gd name="csY18" fmla="*/ 12571 h 218332"/>
                <a:gd name="csX19" fmla="*/ 683 w 141198"/>
                <a:gd name="csY19" fmla="*/ 203574 h 218332"/>
                <a:gd name="csX20" fmla="*/ 2204 w 141198"/>
                <a:gd name="csY20" fmla="*/ 214506 h 218332"/>
                <a:gd name="csX21" fmla="*/ 10723 w 141198"/>
                <a:gd name="csY21" fmla="*/ 218454 h 218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1198" h="218332">
                  <a:moveTo>
                    <a:pt x="10723" y="218454"/>
                  </a:moveTo>
                  <a:cubicBezTo>
                    <a:pt x="18937" y="218454"/>
                    <a:pt x="23804" y="214506"/>
                    <a:pt x="25021" y="206004"/>
                  </a:cubicBezTo>
                  <a:lnTo>
                    <a:pt x="35973" y="136162"/>
                  </a:lnTo>
                  <a:cubicBezTo>
                    <a:pt x="38407" y="120979"/>
                    <a:pt x="43883" y="108832"/>
                    <a:pt x="52705" y="99722"/>
                  </a:cubicBezTo>
                  <a:cubicBezTo>
                    <a:pt x="61223" y="90612"/>
                    <a:pt x="73088" y="86057"/>
                    <a:pt x="87995" y="86057"/>
                  </a:cubicBezTo>
                  <a:cubicBezTo>
                    <a:pt x="110507" y="86057"/>
                    <a:pt x="119634" y="99722"/>
                    <a:pt x="115375" y="127052"/>
                  </a:cubicBezTo>
                  <a:lnTo>
                    <a:pt x="103206" y="203878"/>
                  </a:lnTo>
                  <a:cubicBezTo>
                    <a:pt x="102597" y="208737"/>
                    <a:pt x="103206" y="212381"/>
                    <a:pt x="105031" y="214810"/>
                  </a:cubicBezTo>
                  <a:cubicBezTo>
                    <a:pt x="106857" y="217239"/>
                    <a:pt x="109595" y="218454"/>
                    <a:pt x="113549" y="218454"/>
                  </a:cubicBezTo>
                  <a:cubicBezTo>
                    <a:pt x="121763" y="218454"/>
                    <a:pt x="126631" y="214506"/>
                    <a:pt x="127848" y="206004"/>
                  </a:cubicBezTo>
                  <a:lnTo>
                    <a:pt x="140017" y="127052"/>
                  </a:lnTo>
                  <a:cubicBezTo>
                    <a:pt x="143363" y="106403"/>
                    <a:pt x="140929" y="90916"/>
                    <a:pt x="132411" y="80895"/>
                  </a:cubicBezTo>
                  <a:cubicBezTo>
                    <a:pt x="123893" y="71178"/>
                    <a:pt x="111724" y="66016"/>
                    <a:pt x="95296" y="66016"/>
                  </a:cubicBezTo>
                  <a:cubicBezTo>
                    <a:pt x="83431" y="66016"/>
                    <a:pt x="73088" y="68445"/>
                    <a:pt x="64266" y="73000"/>
                  </a:cubicBezTo>
                  <a:cubicBezTo>
                    <a:pt x="55139" y="77859"/>
                    <a:pt x="48142" y="84539"/>
                    <a:pt x="42666" y="93042"/>
                  </a:cubicBezTo>
                  <a:lnTo>
                    <a:pt x="55139" y="14393"/>
                  </a:lnTo>
                  <a:cubicBezTo>
                    <a:pt x="55747" y="10142"/>
                    <a:pt x="55443" y="6498"/>
                    <a:pt x="53618" y="4069"/>
                  </a:cubicBezTo>
                  <a:cubicBezTo>
                    <a:pt x="51792" y="1640"/>
                    <a:pt x="48750" y="121"/>
                    <a:pt x="45100" y="121"/>
                  </a:cubicBezTo>
                  <a:cubicBezTo>
                    <a:pt x="36581" y="121"/>
                    <a:pt x="32018" y="4373"/>
                    <a:pt x="30801" y="12571"/>
                  </a:cubicBezTo>
                  <a:lnTo>
                    <a:pt x="683" y="203574"/>
                  </a:lnTo>
                  <a:cubicBezTo>
                    <a:pt x="-229" y="208433"/>
                    <a:pt x="379" y="212077"/>
                    <a:pt x="2204" y="214506"/>
                  </a:cubicBezTo>
                  <a:cubicBezTo>
                    <a:pt x="4030" y="217239"/>
                    <a:pt x="6768" y="218454"/>
                    <a:pt x="10723" y="218454"/>
                  </a:cubicBezTo>
                  <a:close/>
                </a:path>
              </a:pathLst>
            </a:custGeom>
            <a:solidFill>
              <a:srgbClr val="000000"/>
            </a:solidFill>
            <a:ln w="30508" cap="flat">
              <a:noFill/>
              <a:prstDash val="solid"/>
              <a:miter/>
            </a:ln>
          </p:spPr>
          <p:txBody>
            <a:bodyPr/>
            <a:lstStyle/>
            <a:p>
              <a:endParaRPr lang="en-CA"/>
            </a:p>
          </p:txBody>
        </p:sp>
        <p:sp>
          <p:nvSpPr>
            <p:cNvPr id="58" name="Freeform: Shape 57">
              <a:extLst>
                <a:ext uri="{FF2B5EF4-FFF2-40B4-BE49-F238E27FC236}">
                  <a16:creationId xmlns:a16="http://schemas.microsoft.com/office/drawing/2014/main" id="{D736A6A7-5D8D-78E0-2648-1D171BF55055}"/>
                </a:ext>
              </a:extLst>
            </p:cNvPr>
            <p:cNvSpPr/>
            <p:nvPr>
              <p:custDataLst>
                <p:tags r:id="rId52"/>
              </p:custDataLst>
            </p:nvPr>
          </p:nvSpPr>
          <p:spPr>
            <a:xfrm>
              <a:off x="10784594" y="6025809"/>
              <a:ext cx="59053" cy="215295"/>
            </a:xfrm>
            <a:custGeom>
              <a:avLst/>
              <a:gdLst>
                <a:gd name="csX0" fmla="*/ 40712 w 59053"/>
                <a:gd name="csY0" fmla="*/ 30184 h 215295"/>
                <a:gd name="csX1" fmla="*/ 59269 w 59053"/>
                <a:gd name="csY1" fmla="*/ 13786 h 215295"/>
                <a:gd name="csX2" fmla="*/ 45275 w 59053"/>
                <a:gd name="csY2" fmla="*/ 121 h 215295"/>
                <a:gd name="csX3" fmla="*/ 26717 w 59053"/>
                <a:gd name="csY3" fmla="*/ 16519 h 215295"/>
                <a:gd name="csX4" fmla="*/ 40712 w 59053"/>
                <a:gd name="csY4" fmla="*/ 30184 h 215295"/>
                <a:gd name="csX5" fmla="*/ 10594 w 59053"/>
                <a:gd name="csY5" fmla="*/ 215417 h 215295"/>
                <a:gd name="csX6" fmla="*/ 24892 w 59053"/>
                <a:gd name="csY6" fmla="*/ 203271 h 215295"/>
                <a:gd name="csX7" fmla="*/ 44666 w 59053"/>
                <a:gd name="csY7" fmla="*/ 77859 h 215295"/>
                <a:gd name="csX8" fmla="*/ 43145 w 59053"/>
                <a:gd name="csY8" fmla="*/ 67534 h 215295"/>
                <a:gd name="csX9" fmla="*/ 34627 w 59053"/>
                <a:gd name="csY9" fmla="*/ 63587 h 215295"/>
                <a:gd name="csX10" fmla="*/ 20633 w 59053"/>
                <a:gd name="csY10" fmla="*/ 75733 h 215295"/>
                <a:gd name="csX11" fmla="*/ 554 w 59053"/>
                <a:gd name="csY11" fmla="*/ 200841 h 215295"/>
                <a:gd name="csX12" fmla="*/ 2075 w 59053"/>
                <a:gd name="csY12" fmla="*/ 211773 h 215295"/>
                <a:gd name="csX13" fmla="*/ 10594 w 59053"/>
                <a:gd name="csY13" fmla="*/ 215417 h 215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9053" h="215295">
                  <a:moveTo>
                    <a:pt x="40712" y="30184"/>
                  </a:moveTo>
                  <a:cubicBezTo>
                    <a:pt x="52272" y="30184"/>
                    <a:pt x="58356" y="24718"/>
                    <a:pt x="59269" y="13786"/>
                  </a:cubicBezTo>
                  <a:cubicBezTo>
                    <a:pt x="59878" y="4676"/>
                    <a:pt x="55314" y="121"/>
                    <a:pt x="45275" y="121"/>
                  </a:cubicBezTo>
                  <a:cubicBezTo>
                    <a:pt x="33410" y="121"/>
                    <a:pt x="27326" y="5587"/>
                    <a:pt x="26717" y="16519"/>
                  </a:cubicBezTo>
                  <a:cubicBezTo>
                    <a:pt x="26109" y="25629"/>
                    <a:pt x="30672" y="30184"/>
                    <a:pt x="40712" y="30184"/>
                  </a:cubicBezTo>
                  <a:close/>
                  <a:moveTo>
                    <a:pt x="10594" y="215417"/>
                  </a:moveTo>
                  <a:cubicBezTo>
                    <a:pt x="18503" y="215417"/>
                    <a:pt x="23371" y="211470"/>
                    <a:pt x="24892" y="203271"/>
                  </a:cubicBezTo>
                  <a:lnTo>
                    <a:pt x="44666" y="77859"/>
                  </a:lnTo>
                  <a:cubicBezTo>
                    <a:pt x="45275" y="73607"/>
                    <a:pt x="44971" y="69963"/>
                    <a:pt x="43145" y="67534"/>
                  </a:cubicBezTo>
                  <a:cubicBezTo>
                    <a:pt x="41320" y="65105"/>
                    <a:pt x="38278" y="63587"/>
                    <a:pt x="34627" y="63587"/>
                  </a:cubicBezTo>
                  <a:cubicBezTo>
                    <a:pt x="26413" y="63587"/>
                    <a:pt x="21850" y="67838"/>
                    <a:pt x="20633" y="75733"/>
                  </a:cubicBezTo>
                  <a:lnTo>
                    <a:pt x="554" y="200841"/>
                  </a:lnTo>
                  <a:cubicBezTo>
                    <a:pt x="-54" y="205700"/>
                    <a:pt x="250" y="209344"/>
                    <a:pt x="2075" y="211773"/>
                  </a:cubicBezTo>
                  <a:cubicBezTo>
                    <a:pt x="3901" y="214203"/>
                    <a:pt x="6639" y="215417"/>
                    <a:pt x="10594" y="215417"/>
                  </a:cubicBezTo>
                  <a:close/>
                </a:path>
              </a:pathLst>
            </a:custGeom>
            <a:solidFill>
              <a:srgbClr val="000000"/>
            </a:solidFill>
            <a:ln w="30508" cap="flat">
              <a:noFill/>
              <a:prstDash val="solid"/>
              <a:miter/>
            </a:ln>
          </p:spPr>
          <p:txBody>
            <a:bodyPr/>
            <a:lstStyle/>
            <a:p>
              <a:endParaRPr lang="en-CA"/>
            </a:p>
          </p:txBody>
        </p:sp>
        <p:sp>
          <p:nvSpPr>
            <p:cNvPr id="59" name="Freeform: Shape 58">
              <a:extLst>
                <a:ext uri="{FF2B5EF4-FFF2-40B4-BE49-F238E27FC236}">
                  <a16:creationId xmlns:a16="http://schemas.microsoft.com/office/drawing/2014/main" id="{00E6BC50-C12B-1129-EDCD-8D9D80BE16E8}"/>
                </a:ext>
              </a:extLst>
            </p:cNvPr>
            <p:cNvSpPr/>
            <p:nvPr>
              <p:custDataLst>
                <p:tags r:id="rId53"/>
              </p:custDataLst>
            </p:nvPr>
          </p:nvSpPr>
          <p:spPr>
            <a:xfrm>
              <a:off x="10855477" y="6088667"/>
              <a:ext cx="141063" cy="152134"/>
            </a:xfrm>
            <a:custGeom>
              <a:avLst/>
              <a:gdLst>
                <a:gd name="csX0" fmla="*/ 10596 w 141063"/>
                <a:gd name="csY0" fmla="*/ 152256 h 152134"/>
                <a:gd name="csX1" fmla="*/ 24894 w 141063"/>
                <a:gd name="csY1" fmla="*/ 140109 h 152134"/>
                <a:gd name="csX2" fmla="*/ 35846 w 141063"/>
                <a:gd name="csY2" fmla="*/ 70267 h 152134"/>
                <a:gd name="csX3" fmla="*/ 52579 w 141063"/>
                <a:gd name="csY3" fmla="*/ 33828 h 152134"/>
                <a:gd name="csX4" fmla="*/ 87868 w 141063"/>
                <a:gd name="csY4" fmla="*/ 20163 h 152134"/>
                <a:gd name="csX5" fmla="*/ 115248 w 141063"/>
                <a:gd name="csY5" fmla="*/ 61157 h 152134"/>
                <a:gd name="csX6" fmla="*/ 103079 w 141063"/>
                <a:gd name="csY6" fmla="*/ 137984 h 152134"/>
                <a:gd name="csX7" fmla="*/ 104905 w 141063"/>
                <a:gd name="csY7" fmla="*/ 148612 h 152134"/>
                <a:gd name="csX8" fmla="*/ 113423 w 141063"/>
                <a:gd name="csY8" fmla="*/ 152256 h 152134"/>
                <a:gd name="csX9" fmla="*/ 127417 w 141063"/>
                <a:gd name="csY9" fmla="*/ 140413 h 152134"/>
                <a:gd name="csX10" fmla="*/ 139890 w 141063"/>
                <a:gd name="csY10" fmla="*/ 61157 h 152134"/>
                <a:gd name="csX11" fmla="*/ 132285 w 141063"/>
                <a:gd name="csY11" fmla="*/ 15001 h 152134"/>
                <a:gd name="csX12" fmla="*/ 95170 w 141063"/>
                <a:gd name="csY12" fmla="*/ 121 h 152134"/>
                <a:gd name="csX13" fmla="*/ 63531 w 141063"/>
                <a:gd name="csY13" fmla="*/ 7409 h 152134"/>
                <a:gd name="csX14" fmla="*/ 41931 w 141063"/>
                <a:gd name="csY14" fmla="*/ 28058 h 152134"/>
                <a:gd name="csX15" fmla="*/ 44060 w 141063"/>
                <a:gd name="csY15" fmla="*/ 14393 h 152134"/>
                <a:gd name="csX16" fmla="*/ 42539 w 141063"/>
                <a:gd name="csY16" fmla="*/ 4373 h 152134"/>
                <a:gd name="csX17" fmla="*/ 34629 w 141063"/>
                <a:gd name="csY17" fmla="*/ 729 h 152134"/>
                <a:gd name="csX18" fmla="*/ 20331 w 141063"/>
                <a:gd name="csY18" fmla="*/ 12875 h 152134"/>
                <a:gd name="csX19" fmla="*/ 557 w 141063"/>
                <a:gd name="csY19" fmla="*/ 137680 h 152134"/>
                <a:gd name="csX20" fmla="*/ 2078 w 141063"/>
                <a:gd name="csY20" fmla="*/ 148308 h 152134"/>
                <a:gd name="csX21" fmla="*/ 10596 w 141063"/>
                <a:gd name="csY21" fmla="*/ 152256 h 1521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1063" h="152134">
                  <a:moveTo>
                    <a:pt x="10596" y="152256"/>
                  </a:moveTo>
                  <a:cubicBezTo>
                    <a:pt x="18810" y="152256"/>
                    <a:pt x="23678" y="148308"/>
                    <a:pt x="24894" y="140109"/>
                  </a:cubicBezTo>
                  <a:lnTo>
                    <a:pt x="35846" y="70267"/>
                  </a:lnTo>
                  <a:cubicBezTo>
                    <a:pt x="38280" y="55084"/>
                    <a:pt x="43756" y="42938"/>
                    <a:pt x="52579" y="33828"/>
                  </a:cubicBezTo>
                  <a:cubicBezTo>
                    <a:pt x="61097" y="24718"/>
                    <a:pt x="72961" y="20163"/>
                    <a:pt x="87868" y="20163"/>
                  </a:cubicBezTo>
                  <a:cubicBezTo>
                    <a:pt x="110381" y="20163"/>
                    <a:pt x="119507" y="33828"/>
                    <a:pt x="115248" y="61157"/>
                  </a:cubicBezTo>
                  <a:lnTo>
                    <a:pt x="103079" y="137984"/>
                  </a:lnTo>
                  <a:cubicBezTo>
                    <a:pt x="102471" y="142538"/>
                    <a:pt x="103079" y="146182"/>
                    <a:pt x="104905" y="148612"/>
                  </a:cubicBezTo>
                  <a:cubicBezTo>
                    <a:pt x="106730" y="151041"/>
                    <a:pt x="109468" y="152256"/>
                    <a:pt x="113423" y="152256"/>
                  </a:cubicBezTo>
                  <a:cubicBezTo>
                    <a:pt x="121333" y="152256"/>
                    <a:pt x="126200" y="148308"/>
                    <a:pt x="127417" y="140413"/>
                  </a:cubicBezTo>
                  <a:lnTo>
                    <a:pt x="139890" y="61157"/>
                  </a:lnTo>
                  <a:cubicBezTo>
                    <a:pt x="143237" y="40508"/>
                    <a:pt x="140803" y="25022"/>
                    <a:pt x="132285" y="15001"/>
                  </a:cubicBezTo>
                  <a:cubicBezTo>
                    <a:pt x="123766" y="5284"/>
                    <a:pt x="111598" y="121"/>
                    <a:pt x="95170" y="121"/>
                  </a:cubicBezTo>
                  <a:cubicBezTo>
                    <a:pt x="83001" y="121"/>
                    <a:pt x="72657" y="2551"/>
                    <a:pt x="63531" y="7409"/>
                  </a:cubicBezTo>
                  <a:cubicBezTo>
                    <a:pt x="54404" y="12268"/>
                    <a:pt x="47407" y="19252"/>
                    <a:pt x="41931" y="28058"/>
                  </a:cubicBezTo>
                  <a:lnTo>
                    <a:pt x="44060" y="14393"/>
                  </a:lnTo>
                  <a:cubicBezTo>
                    <a:pt x="44669" y="10142"/>
                    <a:pt x="44365" y="6802"/>
                    <a:pt x="42539" y="4373"/>
                  </a:cubicBezTo>
                  <a:cubicBezTo>
                    <a:pt x="40714" y="1943"/>
                    <a:pt x="38280" y="729"/>
                    <a:pt x="34629" y="729"/>
                  </a:cubicBezTo>
                  <a:cubicBezTo>
                    <a:pt x="26111" y="729"/>
                    <a:pt x="21548" y="4980"/>
                    <a:pt x="20331" y="12875"/>
                  </a:cubicBezTo>
                  <a:lnTo>
                    <a:pt x="557" y="137680"/>
                  </a:lnTo>
                  <a:cubicBezTo>
                    <a:pt x="-52" y="142235"/>
                    <a:pt x="252" y="145879"/>
                    <a:pt x="2078" y="148308"/>
                  </a:cubicBezTo>
                  <a:cubicBezTo>
                    <a:pt x="3903" y="151041"/>
                    <a:pt x="6641" y="152256"/>
                    <a:pt x="10596" y="152256"/>
                  </a:cubicBezTo>
                  <a:close/>
                </a:path>
              </a:pathLst>
            </a:custGeom>
            <a:solidFill>
              <a:srgbClr val="000000"/>
            </a:solidFill>
            <a:ln w="30508" cap="flat">
              <a:noFill/>
              <a:prstDash val="solid"/>
              <a:miter/>
            </a:ln>
          </p:spPr>
          <p:txBody>
            <a:bodyPr/>
            <a:lstStyle/>
            <a:p>
              <a:endParaRPr lang="en-CA"/>
            </a:p>
          </p:txBody>
        </p:sp>
        <p:sp>
          <p:nvSpPr>
            <p:cNvPr id="60" name="Freeform: Shape 59">
              <a:extLst>
                <a:ext uri="{FF2B5EF4-FFF2-40B4-BE49-F238E27FC236}">
                  <a16:creationId xmlns:a16="http://schemas.microsoft.com/office/drawing/2014/main" id="{7794538C-6A8B-80DF-3093-D052AC715F62}"/>
                </a:ext>
              </a:extLst>
            </p:cNvPr>
            <p:cNvSpPr/>
            <p:nvPr>
              <p:custDataLst>
                <p:tags r:id="rId54"/>
              </p:custDataLst>
            </p:nvPr>
          </p:nvSpPr>
          <p:spPr>
            <a:xfrm>
              <a:off x="11024975" y="6088667"/>
              <a:ext cx="155346" cy="207704"/>
            </a:xfrm>
            <a:custGeom>
              <a:avLst/>
              <a:gdLst>
                <a:gd name="csX0" fmla="*/ 65924 w 155346"/>
                <a:gd name="csY0" fmla="*/ 207826 h 207704"/>
                <a:gd name="csX1" fmla="*/ 134374 w 155346"/>
                <a:gd name="csY1" fmla="*/ 146486 h 207704"/>
                <a:gd name="csX2" fmla="*/ 155365 w 155346"/>
                <a:gd name="csY2" fmla="*/ 15001 h 207704"/>
                <a:gd name="csX3" fmla="*/ 145630 w 155346"/>
                <a:gd name="csY3" fmla="*/ 729 h 207704"/>
                <a:gd name="csX4" fmla="*/ 131331 w 155346"/>
                <a:gd name="csY4" fmla="*/ 12571 h 207704"/>
                <a:gd name="csX5" fmla="*/ 128594 w 155346"/>
                <a:gd name="csY5" fmla="*/ 31398 h 207704"/>
                <a:gd name="csX6" fmla="*/ 109123 w 155346"/>
                <a:gd name="csY6" fmla="*/ 8017 h 207704"/>
                <a:gd name="csX7" fmla="*/ 78701 w 155346"/>
                <a:gd name="csY7" fmla="*/ 121 h 207704"/>
                <a:gd name="csX8" fmla="*/ 38240 w 155346"/>
                <a:gd name="csY8" fmla="*/ 12268 h 207704"/>
                <a:gd name="csX9" fmla="*/ 12685 w 155346"/>
                <a:gd name="csY9" fmla="*/ 44152 h 207704"/>
                <a:gd name="csX10" fmla="*/ 3863 w 155346"/>
                <a:gd name="csY10" fmla="*/ 86665 h 207704"/>
                <a:gd name="csX11" fmla="*/ 19986 w 155346"/>
                <a:gd name="csY11" fmla="*/ 130696 h 207704"/>
                <a:gd name="csX12" fmla="*/ 62882 w 155346"/>
                <a:gd name="csY12" fmla="*/ 147093 h 207704"/>
                <a:gd name="csX13" fmla="*/ 93304 w 155346"/>
                <a:gd name="csY13" fmla="*/ 139806 h 207704"/>
                <a:gd name="csX14" fmla="*/ 114904 w 155346"/>
                <a:gd name="csY14" fmla="*/ 119460 h 207704"/>
                <a:gd name="csX15" fmla="*/ 110340 w 155346"/>
                <a:gd name="csY15" fmla="*/ 147701 h 207704"/>
                <a:gd name="csX16" fmla="*/ 94825 w 155346"/>
                <a:gd name="csY16" fmla="*/ 178371 h 207704"/>
                <a:gd name="csX17" fmla="*/ 63186 w 155346"/>
                <a:gd name="csY17" fmla="*/ 188088 h 207704"/>
                <a:gd name="csX18" fmla="*/ 37935 w 155346"/>
                <a:gd name="csY18" fmla="*/ 184140 h 207704"/>
                <a:gd name="csX19" fmla="*/ 16032 w 155346"/>
                <a:gd name="csY19" fmla="*/ 173208 h 207704"/>
                <a:gd name="csX20" fmla="*/ 7513 w 155346"/>
                <a:gd name="csY20" fmla="*/ 171690 h 207704"/>
                <a:gd name="csX21" fmla="*/ 1733 w 155346"/>
                <a:gd name="csY21" fmla="*/ 176245 h 207704"/>
                <a:gd name="csX22" fmla="*/ 516 w 155346"/>
                <a:gd name="csY22" fmla="*/ 183533 h 207704"/>
                <a:gd name="csX23" fmla="*/ 5384 w 155346"/>
                <a:gd name="csY23" fmla="*/ 190213 h 207704"/>
                <a:gd name="csX24" fmla="*/ 32764 w 155346"/>
                <a:gd name="csY24" fmla="*/ 202967 h 207704"/>
                <a:gd name="csX25" fmla="*/ 65924 w 155346"/>
                <a:gd name="csY25" fmla="*/ 207826 h 207704"/>
                <a:gd name="csX26" fmla="*/ 69270 w 155346"/>
                <a:gd name="csY26" fmla="*/ 127052 h 207704"/>
                <a:gd name="csX27" fmla="*/ 39457 w 155346"/>
                <a:gd name="csY27" fmla="*/ 116424 h 207704"/>
                <a:gd name="csX28" fmla="*/ 28809 w 155346"/>
                <a:gd name="csY28" fmla="*/ 85450 h 207704"/>
                <a:gd name="csX29" fmla="*/ 34893 w 155346"/>
                <a:gd name="csY29" fmla="*/ 53262 h 207704"/>
                <a:gd name="csX30" fmla="*/ 52538 w 155346"/>
                <a:gd name="csY30" fmla="*/ 29273 h 207704"/>
                <a:gd name="csX31" fmla="*/ 81743 w 155346"/>
                <a:gd name="csY31" fmla="*/ 19859 h 207704"/>
                <a:gd name="csX32" fmla="*/ 111557 w 155346"/>
                <a:gd name="csY32" fmla="*/ 30791 h 207704"/>
                <a:gd name="csX33" fmla="*/ 122205 w 155346"/>
                <a:gd name="csY33" fmla="*/ 61157 h 207704"/>
                <a:gd name="csX34" fmla="*/ 116120 w 155346"/>
                <a:gd name="csY34" fmla="*/ 93953 h 207704"/>
                <a:gd name="csX35" fmla="*/ 98171 w 155346"/>
                <a:gd name="csY35" fmla="*/ 117942 h 207704"/>
                <a:gd name="csX36" fmla="*/ 69270 w 155346"/>
                <a:gd name="csY36" fmla="*/ 127052 h 207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55346" h="207704">
                  <a:moveTo>
                    <a:pt x="65924" y="207826"/>
                  </a:moveTo>
                  <a:cubicBezTo>
                    <a:pt x="104864" y="207826"/>
                    <a:pt x="127681" y="187480"/>
                    <a:pt x="134374" y="146486"/>
                  </a:cubicBezTo>
                  <a:lnTo>
                    <a:pt x="155365" y="15001"/>
                  </a:lnTo>
                  <a:cubicBezTo>
                    <a:pt x="156582" y="5587"/>
                    <a:pt x="153540" y="729"/>
                    <a:pt x="145630" y="729"/>
                  </a:cubicBezTo>
                  <a:cubicBezTo>
                    <a:pt x="137112" y="729"/>
                    <a:pt x="132548" y="4676"/>
                    <a:pt x="131331" y="12571"/>
                  </a:cubicBezTo>
                  <a:lnTo>
                    <a:pt x="128594" y="31398"/>
                  </a:lnTo>
                  <a:cubicBezTo>
                    <a:pt x="124334" y="21074"/>
                    <a:pt x="117946" y="13179"/>
                    <a:pt x="109123" y="8017"/>
                  </a:cubicBezTo>
                  <a:cubicBezTo>
                    <a:pt x="99997" y="2854"/>
                    <a:pt x="89957" y="121"/>
                    <a:pt x="78701" y="121"/>
                  </a:cubicBezTo>
                  <a:cubicBezTo>
                    <a:pt x="62882" y="121"/>
                    <a:pt x="49192" y="4373"/>
                    <a:pt x="38240" y="12268"/>
                  </a:cubicBezTo>
                  <a:cubicBezTo>
                    <a:pt x="26984" y="20467"/>
                    <a:pt x="18465" y="31095"/>
                    <a:pt x="12685" y="44152"/>
                  </a:cubicBezTo>
                  <a:cubicBezTo>
                    <a:pt x="6601" y="57513"/>
                    <a:pt x="3863" y="71482"/>
                    <a:pt x="3863" y="86665"/>
                  </a:cubicBezTo>
                  <a:cubicBezTo>
                    <a:pt x="3863" y="105188"/>
                    <a:pt x="9034" y="119764"/>
                    <a:pt x="19986" y="130696"/>
                  </a:cubicBezTo>
                  <a:cubicBezTo>
                    <a:pt x="30634" y="141628"/>
                    <a:pt x="44933" y="147093"/>
                    <a:pt x="62882" y="147093"/>
                  </a:cubicBezTo>
                  <a:cubicBezTo>
                    <a:pt x="74138" y="147093"/>
                    <a:pt x="84177" y="144664"/>
                    <a:pt x="93304" y="139806"/>
                  </a:cubicBezTo>
                  <a:cubicBezTo>
                    <a:pt x="102430" y="134947"/>
                    <a:pt x="109428" y="128266"/>
                    <a:pt x="114904" y="119460"/>
                  </a:cubicBezTo>
                  <a:lnTo>
                    <a:pt x="110340" y="147701"/>
                  </a:lnTo>
                  <a:cubicBezTo>
                    <a:pt x="107906" y="161669"/>
                    <a:pt x="102735" y="171690"/>
                    <a:pt x="94825" y="178371"/>
                  </a:cubicBezTo>
                  <a:cubicBezTo>
                    <a:pt x="86611" y="185051"/>
                    <a:pt x="75963" y="188088"/>
                    <a:pt x="63186" y="188088"/>
                  </a:cubicBezTo>
                  <a:cubicBezTo>
                    <a:pt x="53755" y="188088"/>
                    <a:pt x="45237" y="186873"/>
                    <a:pt x="37935" y="184140"/>
                  </a:cubicBezTo>
                  <a:cubicBezTo>
                    <a:pt x="30330" y="181711"/>
                    <a:pt x="23029" y="178067"/>
                    <a:pt x="16032" y="173208"/>
                  </a:cubicBezTo>
                  <a:cubicBezTo>
                    <a:pt x="12989" y="171386"/>
                    <a:pt x="9947" y="171083"/>
                    <a:pt x="7513" y="171690"/>
                  </a:cubicBezTo>
                  <a:cubicBezTo>
                    <a:pt x="5080" y="172601"/>
                    <a:pt x="2950" y="174119"/>
                    <a:pt x="1733" y="176245"/>
                  </a:cubicBezTo>
                  <a:cubicBezTo>
                    <a:pt x="516" y="178674"/>
                    <a:pt x="-92" y="181104"/>
                    <a:pt x="516" y="183533"/>
                  </a:cubicBezTo>
                  <a:cubicBezTo>
                    <a:pt x="820" y="186266"/>
                    <a:pt x="2342" y="188391"/>
                    <a:pt x="5384" y="190213"/>
                  </a:cubicBezTo>
                  <a:cubicBezTo>
                    <a:pt x="13294" y="195679"/>
                    <a:pt x="22420" y="199930"/>
                    <a:pt x="32764" y="202967"/>
                  </a:cubicBezTo>
                  <a:cubicBezTo>
                    <a:pt x="43107" y="206307"/>
                    <a:pt x="54059" y="207826"/>
                    <a:pt x="65924" y="207826"/>
                  </a:cubicBezTo>
                  <a:close/>
                  <a:moveTo>
                    <a:pt x="69270" y="127052"/>
                  </a:moveTo>
                  <a:cubicBezTo>
                    <a:pt x="56493" y="127052"/>
                    <a:pt x="46454" y="123712"/>
                    <a:pt x="39457" y="116424"/>
                  </a:cubicBezTo>
                  <a:cubicBezTo>
                    <a:pt x="32155" y="109136"/>
                    <a:pt x="28809" y="98811"/>
                    <a:pt x="28809" y="85450"/>
                  </a:cubicBezTo>
                  <a:cubicBezTo>
                    <a:pt x="28809" y="73911"/>
                    <a:pt x="30634" y="63283"/>
                    <a:pt x="34893" y="53262"/>
                  </a:cubicBezTo>
                  <a:cubicBezTo>
                    <a:pt x="38848" y="43545"/>
                    <a:pt x="44628" y="35346"/>
                    <a:pt x="52538" y="29273"/>
                  </a:cubicBezTo>
                  <a:cubicBezTo>
                    <a:pt x="60448" y="23200"/>
                    <a:pt x="70183" y="19859"/>
                    <a:pt x="81743" y="19859"/>
                  </a:cubicBezTo>
                  <a:cubicBezTo>
                    <a:pt x="94521" y="19859"/>
                    <a:pt x="104256" y="23503"/>
                    <a:pt x="111557" y="30791"/>
                  </a:cubicBezTo>
                  <a:cubicBezTo>
                    <a:pt x="118554" y="38079"/>
                    <a:pt x="122205" y="48404"/>
                    <a:pt x="122205" y="61157"/>
                  </a:cubicBezTo>
                  <a:cubicBezTo>
                    <a:pt x="122205" y="73000"/>
                    <a:pt x="120075" y="83932"/>
                    <a:pt x="116120" y="93953"/>
                  </a:cubicBezTo>
                  <a:cubicBezTo>
                    <a:pt x="111861" y="103974"/>
                    <a:pt x="106081" y="111869"/>
                    <a:pt x="98171" y="117942"/>
                  </a:cubicBezTo>
                  <a:cubicBezTo>
                    <a:pt x="90262" y="124015"/>
                    <a:pt x="80526" y="127052"/>
                    <a:pt x="69270" y="127052"/>
                  </a:cubicBezTo>
                  <a:close/>
                </a:path>
              </a:pathLst>
            </a:custGeom>
            <a:solidFill>
              <a:srgbClr val="000000"/>
            </a:solidFill>
            <a:ln w="30508" cap="flat">
              <a:noFill/>
              <a:prstDash val="solid"/>
              <a:miter/>
            </a:ln>
          </p:spPr>
          <p:txBody>
            <a:bodyPr/>
            <a:lstStyle/>
            <a:p>
              <a:endParaRPr lang="en-CA"/>
            </a:p>
          </p:txBody>
        </p:sp>
        <p:sp>
          <p:nvSpPr>
            <p:cNvPr id="61" name="Freeform: Shape 60">
              <a:extLst>
                <a:ext uri="{FF2B5EF4-FFF2-40B4-BE49-F238E27FC236}">
                  <a16:creationId xmlns:a16="http://schemas.microsoft.com/office/drawing/2014/main" id="{3E4E5A39-2D45-416B-7F0A-8FA14CF2C63C}"/>
                </a:ext>
              </a:extLst>
            </p:cNvPr>
            <p:cNvSpPr/>
            <p:nvPr>
              <p:custDataLst>
                <p:tags r:id="rId55"/>
              </p:custDataLst>
            </p:nvPr>
          </p:nvSpPr>
          <p:spPr>
            <a:xfrm>
              <a:off x="11307426" y="5798666"/>
              <a:ext cx="149676" cy="728483"/>
            </a:xfrm>
            <a:custGeom>
              <a:avLst/>
              <a:gdLst>
                <a:gd name="csX0" fmla="*/ 149962 w 149676"/>
                <a:gd name="csY0" fmla="*/ 725554 h 728483"/>
                <a:gd name="csX1" fmla="*/ 148745 w 149676"/>
                <a:gd name="csY1" fmla="*/ 722821 h 728483"/>
                <a:gd name="csX2" fmla="*/ 96723 w 149676"/>
                <a:gd name="csY2" fmla="*/ 658445 h 728483"/>
                <a:gd name="csX3" fmla="*/ 25535 w 149676"/>
                <a:gd name="csY3" fmla="*/ 364501 h 728483"/>
                <a:gd name="csX4" fmla="*/ 86684 w 149676"/>
                <a:gd name="csY4" fmla="*/ 86954 h 728483"/>
                <a:gd name="csX5" fmla="*/ 149049 w 149676"/>
                <a:gd name="csY5" fmla="*/ 5573 h 728483"/>
                <a:gd name="csX6" fmla="*/ 149962 w 149676"/>
                <a:gd name="csY6" fmla="*/ 3144 h 728483"/>
                <a:gd name="csX7" fmla="*/ 143573 w 149676"/>
                <a:gd name="csY7" fmla="*/ 107 h 728483"/>
                <a:gd name="csX8" fmla="*/ 134143 w 149676"/>
                <a:gd name="csY8" fmla="*/ 4662 h 728483"/>
                <a:gd name="csX9" fmla="*/ 285 w 149676"/>
                <a:gd name="csY9" fmla="*/ 364197 h 728483"/>
                <a:gd name="csX10" fmla="*/ 104937 w 149676"/>
                <a:gd name="csY10" fmla="*/ 694581 h 728483"/>
                <a:gd name="csX11" fmla="*/ 135055 w 149676"/>
                <a:gd name="csY11" fmla="*/ 724947 h 728483"/>
                <a:gd name="csX12" fmla="*/ 143573 w 149676"/>
                <a:gd name="csY12" fmla="*/ 728591 h 728483"/>
                <a:gd name="csX13" fmla="*/ 149962 w 149676"/>
                <a:gd name="csY13" fmla="*/ 725554 h 7284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9676" h="728483">
                  <a:moveTo>
                    <a:pt x="149962" y="725554"/>
                  </a:moveTo>
                  <a:cubicBezTo>
                    <a:pt x="149962" y="724339"/>
                    <a:pt x="149354" y="723732"/>
                    <a:pt x="148745" y="722821"/>
                  </a:cubicBezTo>
                  <a:cubicBezTo>
                    <a:pt x="137489" y="711586"/>
                    <a:pt x="117106" y="691240"/>
                    <a:pt x="96723" y="658445"/>
                  </a:cubicBezTo>
                  <a:cubicBezTo>
                    <a:pt x="47744" y="580100"/>
                    <a:pt x="25535" y="481410"/>
                    <a:pt x="25535" y="364501"/>
                  </a:cubicBezTo>
                  <a:cubicBezTo>
                    <a:pt x="25535" y="282816"/>
                    <a:pt x="36487" y="177445"/>
                    <a:pt x="86684" y="86954"/>
                  </a:cubicBezTo>
                  <a:cubicBezTo>
                    <a:pt x="110717" y="43835"/>
                    <a:pt x="135664" y="18934"/>
                    <a:pt x="149049" y="5573"/>
                  </a:cubicBezTo>
                  <a:cubicBezTo>
                    <a:pt x="149962" y="4662"/>
                    <a:pt x="149962" y="4055"/>
                    <a:pt x="149962" y="3144"/>
                  </a:cubicBezTo>
                  <a:cubicBezTo>
                    <a:pt x="149962" y="107"/>
                    <a:pt x="147833" y="107"/>
                    <a:pt x="143573" y="107"/>
                  </a:cubicBezTo>
                  <a:cubicBezTo>
                    <a:pt x="139314" y="107"/>
                    <a:pt x="138706" y="107"/>
                    <a:pt x="134143" y="4662"/>
                  </a:cubicBezTo>
                  <a:cubicBezTo>
                    <a:pt x="32228" y="97279"/>
                    <a:pt x="285" y="236356"/>
                    <a:pt x="285" y="364197"/>
                  </a:cubicBezTo>
                  <a:cubicBezTo>
                    <a:pt x="285" y="483536"/>
                    <a:pt x="27665" y="603786"/>
                    <a:pt x="104937" y="694581"/>
                  </a:cubicBezTo>
                  <a:cubicBezTo>
                    <a:pt x="111022" y="701565"/>
                    <a:pt x="122582" y="714015"/>
                    <a:pt x="135055" y="724947"/>
                  </a:cubicBezTo>
                  <a:cubicBezTo>
                    <a:pt x="138706" y="728591"/>
                    <a:pt x="139314" y="728591"/>
                    <a:pt x="143573" y="728591"/>
                  </a:cubicBezTo>
                  <a:cubicBezTo>
                    <a:pt x="147833" y="728591"/>
                    <a:pt x="149962" y="728591"/>
                    <a:pt x="149962" y="725554"/>
                  </a:cubicBezTo>
                  <a:close/>
                </a:path>
              </a:pathLst>
            </a:custGeom>
            <a:solidFill>
              <a:srgbClr val="000000"/>
            </a:solidFill>
            <a:ln w="30508" cap="flat">
              <a:noFill/>
              <a:prstDash val="solid"/>
              <a:miter/>
            </a:ln>
          </p:spPr>
          <p:txBody>
            <a:bodyPr/>
            <a:lstStyle/>
            <a:p>
              <a:endParaRPr lang="en-CA"/>
            </a:p>
          </p:txBody>
        </p:sp>
        <p:sp>
          <p:nvSpPr>
            <p:cNvPr id="62" name="Freeform: Shape 61">
              <a:extLst>
                <a:ext uri="{FF2B5EF4-FFF2-40B4-BE49-F238E27FC236}">
                  <a16:creationId xmlns:a16="http://schemas.microsoft.com/office/drawing/2014/main" id="{9CF3AD94-4365-33DC-EAA1-0036C0490852}"/>
                </a:ext>
              </a:extLst>
            </p:cNvPr>
            <p:cNvSpPr/>
            <p:nvPr>
              <p:custDataLst>
                <p:tags r:id="rId56"/>
              </p:custDataLst>
            </p:nvPr>
          </p:nvSpPr>
          <p:spPr>
            <a:xfrm>
              <a:off x="11910444" y="5883237"/>
              <a:ext cx="120603" cy="153045"/>
            </a:xfrm>
            <a:custGeom>
              <a:avLst/>
              <a:gdLst>
                <a:gd name="csX0" fmla="*/ 72103 w 120603"/>
                <a:gd name="csY0" fmla="*/ 153160 h 153045"/>
                <a:gd name="csX1" fmla="*/ 94615 w 120603"/>
                <a:gd name="csY1" fmla="*/ 149820 h 153045"/>
                <a:gd name="csX2" fmla="*/ 115911 w 120603"/>
                <a:gd name="csY2" fmla="*/ 138280 h 153045"/>
                <a:gd name="csX3" fmla="*/ 120170 w 120603"/>
                <a:gd name="csY3" fmla="*/ 129474 h 153045"/>
                <a:gd name="csX4" fmla="*/ 115606 w 120603"/>
                <a:gd name="csY4" fmla="*/ 121275 h 153045"/>
                <a:gd name="csX5" fmla="*/ 105567 w 120603"/>
                <a:gd name="csY5" fmla="*/ 122186 h 153045"/>
                <a:gd name="csX6" fmla="*/ 89139 w 120603"/>
                <a:gd name="csY6" fmla="*/ 130689 h 153045"/>
                <a:gd name="csX7" fmla="*/ 73624 w 120603"/>
                <a:gd name="csY7" fmla="*/ 133118 h 153045"/>
                <a:gd name="csX8" fmla="*/ 38030 w 120603"/>
                <a:gd name="csY8" fmla="*/ 117935 h 153045"/>
                <a:gd name="csX9" fmla="*/ 25557 w 120603"/>
                <a:gd name="csY9" fmla="*/ 76030 h 153045"/>
                <a:gd name="csX10" fmla="*/ 38030 w 120603"/>
                <a:gd name="csY10" fmla="*/ 34732 h 153045"/>
                <a:gd name="csX11" fmla="*/ 73624 w 120603"/>
                <a:gd name="csY11" fmla="*/ 20156 h 153045"/>
                <a:gd name="csX12" fmla="*/ 89139 w 120603"/>
                <a:gd name="csY12" fmla="*/ 22586 h 153045"/>
                <a:gd name="csX13" fmla="*/ 105567 w 120603"/>
                <a:gd name="csY13" fmla="*/ 31088 h 153045"/>
                <a:gd name="csX14" fmla="*/ 115606 w 120603"/>
                <a:gd name="csY14" fmla="*/ 32303 h 153045"/>
                <a:gd name="csX15" fmla="*/ 120778 w 120603"/>
                <a:gd name="csY15" fmla="*/ 24104 h 153045"/>
                <a:gd name="csX16" fmla="*/ 116519 w 120603"/>
                <a:gd name="csY16" fmla="*/ 14994 h 153045"/>
                <a:gd name="csX17" fmla="*/ 94919 w 120603"/>
                <a:gd name="csY17" fmla="*/ 3759 h 153045"/>
                <a:gd name="csX18" fmla="*/ 72103 w 120603"/>
                <a:gd name="csY18" fmla="*/ 115 h 153045"/>
                <a:gd name="csX19" fmla="*/ 19472 w 120603"/>
                <a:gd name="csY19" fmla="*/ 20460 h 153045"/>
                <a:gd name="csX20" fmla="*/ 306 w 120603"/>
                <a:gd name="csY20" fmla="*/ 75726 h 153045"/>
                <a:gd name="csX21" fmla="*/ 8825 w 120603"/>
                <a:gd name="csY21" fmla="*/ 116721 h 153045"/>
                <a:gd name="csX22" fmla="*/ 33771 w 120603"/>
                <a:gd name="csY22" fmla="*/ 143746 h 153045"/>
                <a:gd name="csX23" fmla="*/ 72103 w 120603"/>
                <a:gd name="csY23" fmla="*/ 153160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20603" h="153045">
                  <a:moveTo>
                    <a:pt x="72103" y="153160"/>
                  </a:moveTo>
                  <a:cubicBezTo>
                    <a:pt x="79404" y="153160"/>
                    <a:pt x="86705" y="152249"/>
                    <a:pt x="94615" y="149820"/>
                  </a:cubicBezTo>
                  <a:cubicBezTo>
                    <a:pt x="102221" y="147390"/>
                    <a:pt x="109218" y="143746"/>
                    <a:pt x="115911" y="138280"/>
                  </a:cubicBezTo>
                  <a:cubicBezTo>
                    <a:pt x="118953" y="136155"/>
                    <a:pt x="120474" y="133118"/>
                    <a:pt x="120170" y="129474"/>
                  </a:cubicBezTo>
                  <a:cubicBezTo>
                    <a:pt x="119866" y="125830"/>
                    <a:pt x="118344" y="123097"/>
                    <a:pt x="115606" y="121275"/>
                  </a:cubicBezTo>
                  <a:cubicBezTo>
                    <a:pt x="112564" y="119454"/>
                    <a:pt x="109218" y="119757"/>
                    <a:pt x="105567" y="122186"/>
                  </a:cubicBezTo>
                  <a:cubicBezTo>
                    <a:pt x="100091" y="126438"/>
                    <a:pt x="94615" y="129171"/>
                    <a:pt x="89139" y="130689"/>
                  </a:cubicBezTo>
                  <a:cubicBezTo>
                    <a:pt x="83663" y="132511"/>
                    <a:pt x="78491" y="133118"/>
                    <a:pt x="73624" y="133118"/>
                  </a:cubicBezTo>
                  <a:cubicBezTo>
                    <a:pt x="58109" y="133118"/>
                    <a:pt x="46244" y="128260"/>
                    <a:pt x="38030" y="117935"/>
                  </a:cubicBezTo>
                  <a:cubicBezTo>
                    <a:pt x="29512" y="107611"/>
                    <a:pt x="25557" y="93642"/>
                    <a:pt x="25557" y="76030"/>
                  </a:cubicBezTo>
                  <a:cubicBezTo>
                    <a:pt x="25557" y="58114"/>
                    <a:pt x="29512" y="44449"/>
                    <a:pt x="38030" y="34732"/>
                  </a:cubicBezTo>
                  <a:cubicBezTo>
                    <a:pt x="46244" y="25015"/>
                    <a:pt x="58109" y="20156"/>
                    <a:pt x="73624" y="20156"/>
                  </a:cubicBezTo>
                  <a:cubicBezTo>
                    <a:pt x="78491" y="20156"/>
                    <a:pt x="83663" y="21067"/>
                    <a:pt x="89139" y="22586"/>
                  </a:cubicBezTo>
                  <a:cubicBezTo>
                    <a:pt x="94615" y="24408"/>
                    <a:pt x="100091" y="27140"/>
                    <a:pt x="105567" y="31088"/>
                  </a:cubicBezTo>
                  <a:cubicBezTo>
                    <a:pt x="109218" y="33821"/>
                    <a:pt x="112564" y="34125"/>
                    <a:pt x="115606" y="32303"/>
                  </a:cubicBezTo>
                  <a:cubicBezTo>
                    <a:pt x="118649" y="30481"/>
                    <a:pt x="120170" y="27748"/>
                    <a:pt x="120778" y="24104"/>
                  </a:cubicBezTo>
                  <a:cubicBezTo>
                    <a:pt x="121387" y="20460"/>
                    <a:pt x="119865" y="17423"/>
                    <a:pt x="116519" y="14994"/>
                  </a:cubicBezTo>
                  <a:cubicBezTo>
                    <a:pt x="109826" y="9832"/>
                    <a:pt x="102829" y="6188"/>
                    <a:pt x="94919" y="3759"/>
                  </a:cubicBezTo>
                  <a:cubicBezTo>
                    <a:pt x="87010" y="1329"/>
                    <a:pt x="79404" y="115"/>
                    <a:pt x="72103" y="115"/>
                  </a:cubicBezTo>
                  <a:cubicBezTo>
                    <a:pt x="49590" y="115"/>
                    <a:pt x="32250" y="7099"/>
                    <a:pt x="19472" y="20460"/>
                  </a:cubicBezTo>
                  <a:cubicBezTo>
                    <a:pt x="6695" y="33821"/>
                    <a:pt x="306" y="52344"/>
                    <a:pt x="306" y="75726"/>
                  </a:cubicBezTo>
                  <a:cubicBezTo>
                    <a:pt x="306" y="91517"/>
                    <a:pt x="3044" y="105181"/>
                    <a:pt x="8825" y="116721"/>
                  </a:cubicBezTo>
                  <a:cubicBezTo>
                    <a:pt x="14605" y="128260"/>
                    <a:pt x="22819" y="137370"/>
                    <a:pt x="33771" y="143746"/>
                  </a:cubicBezTo>
                  <a:cubicBezTo>
                    <a:pt x="44419" y="150123"/>
                    <a:pt x="57196" y="153160"/>
                    <a:pt x="72103" y="153160"/>
                  </a:cubicBezTo>
                  <a:close/>
                </a:path>
              </a:pathLst>
            </a:custGeom>
            <a:solidFill>
              <a:srgbClr val="000000"/>
            </a:solidFill>
            <a:ln w="30508" cap="flat">
              <a:noFill/>
              <a:prstDash val="solid"/>
              <a:miter/>
            </a:ln>
          </p:spPr>
          <p:txBody>
            <a:bodyPr/>
            <a:lstStyle/>
            <a:p>
              <a:endParaRPr lang="en-CA"/>
            </a:p>
          </p:txBody>
        </p:sp>
        <p:sp>
          <p:nvSpPr>
            <p:cNvPr id="63" name="Freeform: Shape 62">
              <a:extLst>
                <a:ext uri="{FF2B5EF4-FFF2-40B4-BE49-F238E27FC236}">
                  <a16:creationId xmlns:a16="http://schemas.microsoft.com/office/drawing/2014/main" id="{0F95AB65-56D4-A5FA-46CB-4DA841C1A481}"/>
                </a:ext>
              </a:extLst>
            </p:cNvPr>
            <p:cNvSpPr/>
            <p:nvPr>
              <p:custDataLst>
                <p:tags r:id="rId57"/>
              </p:custDataLst>
            </p:nvPr>
          </p:nvSpPr>
          <p:spPr>
            <a:xfrm>
              <a:off x="12048256" y="5883237"/>
              <a:ext cx="141158" cy="153045"/>
            </a:xfrm>
            <a:custGeom>
              <a:avLst/>
              <a:gdLst>
                <a:gd name="csX0" fmla="*/ 70890 w 141158"/>
                <a:gd name="csY0" fmla="*/ 153160 h 153045"/>
                <a:gd name="csX1" fmla="*/ 108005 w 141158"/>
                <a:gd name="csY1" fmla="*/ 143746 h 153045"/>
                <a:gd name="csX2" fmla="*/ 132647 w 141158"/>
                <a:gd name="csY2" fmla="*/ 117328 h 153045"/>
                <a:gd name="csX3" fmla="*/ 141470 w 141158"/>
                <a:gd name="csY3" fmla="*/ 76637 h 153045"/>
                <a:gd name="csX4" fmla="*/ 132647 w 141158"/>
                <a:gd name="csY4" fmla="*/ 36250 h 153045"/>
                <a:gd name="csX5" fmla="*/ 108005 w 141158"/>
                <a:gd name="csY5" fmla="*/ 9528 h 153045"/>
                <a:gd name="csX6" fmla="*/ 70890 w 141158"/>
                <a:gd name="csY6" fmla="*/ 115 h 153045"/>
                <a:gd name="csX7" fmla="*/ 33471 w 141158"/>
                <a:gd name="csY7" fmla="*/ 9528 h 153045"/>
                <a:gd name="csX8" fmla="*/ 8829 w 141158"/>
                <a:gd name="csY8" fmla="*/ 36250 h 153045"/>
                <a:gd name="csX9" fmla="*/ 311 w 141158"/>
                <a:gd name="csY9" fmla="*/ 76637 h 153045"/>
                <a:gd name="csX10" fmla="*/ 8829 w 141158"/>
                <a:gd name="csY10" fmla="*/ 117328 h 153045"/>
                <a:gd name="csX11" fmla="*/ 33471 w 141158"/>
                <a:gd name="csY11" fmla="*/ 143746 h 153045"/>
                <a:gd name="csX12" fmla="*/ 70890 w 141158"/>
                <a:gd name="csY12" fmla="*/ 153160 h 153045"/>
                <a:gd name="csX13" fmla="*/ 70890 w 141158"/>
                <a:gd name="csY13" fmla="*/ 133422 h 153045"/>
                <a:gd name="csX14" fmla="*/ 37426 w 141158"/>
                <a:gd name="csY14" fmla="*/ 118846 h 153045"/>
                <a:gd name="csX15" fmla="*/ 25257 w 141158"/>
                <a:gd name="csY15" fmla="*/ 76637 h 153045"/>
                <a:gd name="csX16" fmla="*/ 37426 w 141158"/>
                <a:gd name="csY16" fmla="*/ 34428 h 153045"/>
                <a:gd name="csX17" fmla="*/ 70890 w 141158"/>
                <a:gd name="csY17" fmla="*/ 19853 h 153045"/>
                <a:gd name="csX18" fmla="*/ 104050 w 141158"/>
                <a:gd name="csY18" fmla="*/ 34428 h 153045"/>
                <a:gd name="csX19" fmla="*/ 116524 w 141158"/>
                <a:gd name="csY19" fmla="*/ 76637 h 153045"/>
                <a:gd name="csX20" fmla="*/ 104050 w 141158"/>
                <a:gd name="csY20" fmla="*/ 118846 h 153045"/>
                <a:gd name="csX21" fmla="*/ 70890 w 141158"/>
                <a:gd name="csY21" fmla="*/ 133422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1158" h="153045">
                  <a:moveTo>
                    <a:pt x="70890" y="153160"/>
                  </a:moveTo>
                  <a:cubicBezTo>
                    <a:pt x="84885" y="153160"/>
                    <a:pt x="97358" y="150123"/>
                    <a:pt x="108005" y="143746"/>
                  </a:cubicBezTo>
                  <a:cubicBezTo>
                    <a:pt x="118653" y="137673"/>
                    <a:pt x="126867" y="128867"/>
                    <a:pt x="132647" y="117328"/>
                  </a:cubicBezTo>
                  <a:cubicBezTo>
                    <a:pt x="138428" y="105789"/>
                    <a:pt x="141470" y="92428"/>
                    <a:pt x="141470" y="76637"/>
                  </a:cubicBezTo>
                  <a:cubicBezTo>
                    <a:pt x="141470" y="61151"/>
                    <a:pt x="138428" y="47789"/>
                    <a:pt x="132647" y="36250"/>
                  </a:cubicBezTo>
                  <a:cubicBezTo>
                    <a:pt x="126867" y="24711"/>
                    <a:pt x="118653" y="15905"/>
                    <a:pt x="108005" y="9528"/>
                  </a:cubicBezTo>
                  <a:cubicBezTo>
                    <a:pt x="97358" y="3455"/>
                    <a:pt x="84885" y="115"/>
                    <a:pt x="70890" y="115"/>
                  </a:cubicBezTo>
                  <a:cubicBezTo>
                    <a:pt x="56288" y="115"/>
                    <a:pt x="43815" y="3455"/>
                    <a:pt x="33471" y="9528"/>
                  </a:cubicBezTo>
                  <a:cubicBezTo>
                    <a:pt x="22823" y="15905"/>
                    <a:pt x="14609" y="24711"/>
                    <a:pt x="8829" y="36250"/>
                  </a:cubicBezTo>
                  <a:cubicBezTo>
                    <a:pt x="3049" y="47789"/>
                    <a:pt x="311" y="61151"/>
                    <a:pt x="311" y="76637"/>
                  </a:cubicBezTo>
                  <a:cubicBezTo>
                    <a:pt x="311" y="92428"/>
                    <a:pt x="3049" y="105789"/>
                    <a:pt x="8829" y="117328"/>
                  </a:cubicBezTo>
                  <a:cubicBezTo>
                    <a:pt x="14609" y="128867"/>
                    <a:pt x="22823" y="137673"/>
                    <a:pt x="33471" y="143746"/>
                  </a:cubicBezTo>
                  <a:cubicBezTo>
                    <a:pt x="43815" y="150123"/>
                    <a:pt x="56288" y="153160"/>
                    <a:pt x="70890" y="153160"/>
                  </a:cubicBezTo>
                  <a:close/>
                  <a:moveTo>
                    <a:pt x="70890" y="133422"/>
                  </a:moveTo>
                  <a:cubicBezTo>
                    <a:pt x="56896" y="133422"/>
                    <a:pt x="45640" y="128563"/>
                    <a:pt x="37426" y="118846"/>
                  </a:cubicBezTo>
                  <a:cubicBezTo>
                    <a:pt x="29212" y="109129"/>
                    <a:pt x="25257" y="94857"/>
                    <a:pt x="25257" y="76637"/>
                  </a:cubicBezTo>
                  <a:cubicBezTo>
                    <a:pt x="25257" y="58418"/>
                    <a:pt x="29212" y="44146"/>
                    <a:pt x="37426" y="34428"/>
                  </a:cubicBezTo>
                  <a:cubicBezTo>
                    <a:pt x="45640" y="24711"/>
                    <a:pt x="56896" y="19853"/>
                    <a:pt x="70890" y="19853"/>
                  </a:cubicBezTo>
                  <a:cubicBezTo>
                    <a:pt x="84580" y="19853"/>
                    <a:pt x="95532" y="24711"/>
                    <a:pt x="104050" y="34428"/>
                  </a:cubicBezTo>
                  <a:cubicBezTo>
                    <a:pt x="112264" y="44146"/>
                    <a:pt x="116524" y="58418"/>
                    <a:pt x="116524" y="76637"/>
                  </a:cubicBezTo>
                  <a:cubicBezTo>
                    <a:pt x="116524" y="94857"/>
                    <a:pt x="112264" y="109129"/>
                    <a:pt x="104050" y="118846"/>
                  </a:cubicBezTo>
                  <a:cubicBezTo>
                    <a:pt x="95532" y="128563"/>
                    <a:pt x="84580" y="133422"/>
                    <a:pt x="70890" y="133422"/>
                  </a:cubicBezTo>
                  <a:close/>
                </a:path>
              </a:pathLst>
            </a:custGeom>
            <a:solidFill>
              <a:srgbClr val="000000"/>
            </a:solidFill>
            <a:ln w="30508" cap="flat">
              <a:noFill/>
              <a:prstDash val="solid"/>
              <a:miter/>
            </a:ln>
          </p:spPr>
          <p:txBody>
            <a:bodyPr/>
            <a:lstStyle/>
            <a:p>
              <a:endParaRPr lang="en-CA"/>
            </a:p>
          </p:txBody>
        </p:sp>
        <p:sp>
          <p:nvSpPr>
            <p:cNvPr id="64" name="Freeform: Shape 63">
              <a:extLst>
                <a:ext uri="{FF2B5EF4-FFF2-40B4-BE49-F238E27FC236}">
                  <a16:creationId xmlns:a16="http://schemas.microsoft.com/office/drawing/2014/main" id="{E248961E-0AB0-4583-64C8-8838D57E3F89}"/>
                </a:ext>
              </a:extLst>
            </p:cNvPr>
            <p:cNvSpPr/>
            <p:nvPr>
              <p:custDataLst>
                <p:tags r:id="rId58"/>
              </p:custDataLst>
            </p:nvPr>
          </p:nvSpPr>
          <p:spPr>
            <a:xfrm>
              <a:off x="12225617" y="5883845"/>
              <a:ext cx="125339" cy="152437"/>
            </a:xfrm>
            <a:custGeom>
              <a:avLst/>
              <a:gdLst>
                <a:gd name="csX0" fmla="*/ 53555 w 125339"/>
                <a:gd name="csY0" fmla="*/ 152553 h 152437"/>
                <a:gd name="csX1" fmla="*/ 81848 w 125339"/>
                <a:gd name="csY1" fmla="*/ 145568 h 152437"/>
                <a:gd name="csX2" fmla="*/ 101622 w 125339"/>
                <a:gd name="csY2" fmla="*/ 124919 h 152437"/>
                <a:gd name="csX3" fmla="*/ 101622 w 125339"/>
                <a:gd name="csY3" fmla="*/ 139192 h 152437"/>
                <a:gd name="csX4" fmla="*/ 113791 w 125339"/>
                <a:gd name="csY4" fmla="*/ 151945 h 152437"/>
                <a:gd name="csX5" fmla="*/ 125656 w 125339"/>
                <a:gd name="csY5" fmla="*/ 139192 h 152437"/>
                <a:gd name="csX6" fmla="*/ 125656 w 125339"/>
                <a:gd name="csY6" fmla="*/ 12565 h 152437"/>
                <a:gd name="csX7" fmla="*/ 113487 w 125339"/>
                <a:gd name="csY7" fmla="*/ 115 h 152437"/>
                <a:gd name="csX8" fmla="*/ 101014 w 125339"/>
                <a:gd name="csY8" fmla="*/ 12565 h 152437"/>
                <a:gd name="csX9" fmla="*/ 101014 w 125339"/>
                <a:gd name="csY9" fmla="*/ 86051 h 152437"/>
                <a:gd name="csX10" fmla="*/ 89149 w 125339"/>
                <a:gd name="csY10" fmla="*/ 119757 h 152437"/>
                <a:gd name="csX11" fmla="*/ 58423 w 125339"/>
                <a:gd name="csY11" fmla="*/ 132207 h 152437"/>
                <a:gd name="csX12" fmla="*/ 32868 w 125339"/>
                <a:gd name="csY12" fmla="*/ 122794 h 152437"/>
                <a:gd name="csX13" fmla="*/ 24958 w 125339"/>
                <a:gd name="csY13" fmla="*/ 93642 h 152437"/>
                <a:gd name="csX14" fmla="*/ 24958 w 125339"/>
                <a:gd name="csY14" fmla="*/ 12565 h 152437"/>
                <a:gd name="csX15" fmla="*/ 12485 w 125339"/>
                <a:gd name="csY15" fmla="*/ 115 h 152437"/>
                <a:gd name="csX16" fmla="*/ 316 w 125339"/>
                <a:gd name="csY16" fmla="*/ 12565 h 152437"/>
                <a:gd name="csX17" fmla="*/ 316 w 125339"/>
                <a:gd name="csY17" fmla="*/ 93946 h 152437"/>
                <a:gd name="csX18" fmla="*/ 53555 w 125339"/>
                <a:gd name="csY18" fmla="*/ 152553 h 152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5339" h="152437">
                  <a:moveTo>
                    <a:pt x="53555" y="152553"/>
                  </a:moveTo>
                  <a:cubicBezTo>
                    <a:pt x="63899" y="152553"/>
                    <a:pt x="73330" y="150427"/>
                    <a:pt x="81848" y="145568"/>
                  </a:cubicBezTo>
                  <a:cubicBezTo>
                    <a:pt x="90366" y="140710"/>
                    <a:pt x="96755" y="134029"/>
                    <a:pt x="101622" y="124919"/>
                  </a:cubicBezTo>
                  <a:lnTo>
                    <a:pt x="101622" y="139192"/>
                  </a:lnTo>
                  <a:cubicBezTo>
                    <a:pt x="101622" y="147694"/>
                    <a:pt x="105577" y="151945"/>
                    <a:pt x="113791" y="151945"/>
                  </a:cubicBezTo>
                  <a:cubicBezTo>
                    <a:pt x="121701" y="151945"/>
                    <a:pt x="125656" y="147694"/>
                    <a:pt x="125656" y="139192"/>
                  </a:cubicBezTo>
                  <a:lnTo>
                    <a:pt x="125656" y="12565"/>
                  </a:lnTo>
                  <a:cubicBezTo>
                    <a:pt x="125656" y="4366"/>
                    <a:pt x="121397" y="115"/>
                    <a:pt x="113487" y="115"/>
                  </a:cubicBezTo>
                  <a:cubicBezTo>
                    <a:pt x="104969" y="115"/>
                    <a:pt x="101014" y="4366"/>
                    <a:pt x="101014" y="12565"/>
                  </a:cubicBezTo>
                  <a:lnTo>
                    <a:pt x="101014" y="86051"/>
                  </a:lnTo>
                  <a:cubicBezTo>
                    <a:pt x="101014" y="100019"/>
                    <a:pt x="97059" y="111255"/>
                    <a:pt x="89149" y="119757"/>
                  </a:cubicBezTo>
                  <a:cubicBezTo>
                    <a:pt x="81239" y="128260"/>
                    <a:pt x="70896" y="132207"/>
                    <a:pt x="58423" y="132207"/>
                  </a:cubicBezTo>
                  <a:cubicBezTo>
                    <a:pt x="46862" y="132207"/>
                    <a:pt x="38344" y="129171"/>
                    <a:pt x="32868" y="122794"/>
                  </a:cubicBezTo>
                  <a:cubicBezTo>
                    <a:pt x="27392" y="116721"/>
                    <a:pt x="24958" y="107003"/>
                    <a:pt x="24958" y="93642"/>
                  </a:cubicBezTo>
                  <a:lnTo>
                    <a:pt x="24958" y="12565"/>
                  </a:lnTo>
                  <a:cubicBezTo>
                    <a:pt x="24958" y="4366"/>
                    <a:pt x="20699" y="115"/>
                    <a:pt x="12485" y="115"/>
                  </a:cubicBezTo>
                  <a:cubicBezTo>
                    <a:pt x="4271" y="115"/>
                    <a:pt x="316" y="4366"/>
                    <a:pt x="316" y="12565"/>
                  </a:cubicBezTo>
                  <a:lnTo>
                    <a:pt x="316" y="93946"/>
                  </a:lnTo>
                  <a:cubicBezTo>
                    <a:pt x="316" y="133118"/>
                    <a:pt x="17961" y="152553"/>
                    <a:pt x="53555" y="152553"/>
                  </a:cubicBezTo>
                  <a:close/>
                </a:path>
              </a:pathLst>
            </a:custGeom>
            <a:solidFill>
              <a:srgbClr val="000000"/>
            </a:solidFill>
            <a:ln w="30508" cap="flat">
              <a:noFill/>
              <a:prstDash val="solid"/>
              <a:miter/>
            </a:ln>
          </p:spPr>
          <p:txBody>
            <a:bodyPr/>
            <a:lstStyle/>
            <a:p>
              <a:endParaRPr lang="en-CA"/>
            </a:p>
          </p:txBody>
        </p:sp>
        <p:sp>
          <p:nvSpPr>
            <p:cNvPr id="65" name="Freeform: Shape 64">
              <a:extLst>
                <a:ext uri="{FF2B5EF4-FFF2-40B4-BE49-F238E27FC236}">
                  <a16:creationId xmlns:a16="http://schemas.microsoft.com/office/drawing/2014/main" id="{692FB879-9C41-650F-4C4D-C657FB8D6C9F}"/>
                </a:ext>
              </a:extLst>
            </p:cNvPr>
            <p:cNvSpPr/>
            <p:nvPr>
              <p:custDataLst>
                <p:tags r:id="rId59"/>
              </p:custDataLst>
            </p:nvPr>
          </p:nvSpPr>
          <p:spPr>
            <a:xfrm>
              <a:off x="12397198" y="5883237"/>
              <a:ext cx="127468" cy="152437"/>
            </a:xfrm>
            <a:custGeom>
              <a:avLst/>
              <a:gdLst>
                <a:gd name="csX0" fmla="*/ 12491 w 127468"/>
                <a:gd name="csY0" fmla="*/ 152553 h 152437"/>
                <a:gd name="csX1" fmla="*/ 24964 w 127468"/>
                <a:gd name="csY1" fmla="*/ 139799 h 152437"/>
                <a:gd name="csX2" fmla="*/ 24964 w 127468"/>
                <a:gd name="csY2" fmla="*/ 66313 h 152437"/>
                <a:gd name="csX3" fmla="*/ 36829 w 127468"/>
                <a:gd name="csY3" fmla="*/ 32910 h 152437"/>
                <a:gd name="csX4" fmla="*/ 69380 w 127468"/>
                <a:gd name="csY4" fmla="*/ 20156 h 152437"/>
                <a:gd name="csX5" fmla="*/ 94935 w 127468"/>
                <a:gd name="csY5" fmla="*/ 29873 h 152437"/>
                <a:gd name="csX6" fmla="*/ 103149 w 127468"/>
                <a:gd name="csY6" fmla="*/ 59936 h 152437"/>
                <a:gd name="csX7" fmla="*/ 103149 w 127468"/>
                <a:gd name="csY7" fmla="*/ 139799 h 152437"/>
                <a:gd name="csX8" fmla="*/ 115622 w 127468"/>
                <a:gd name="csY8" fmla="*/ 152553 h 152437"/>
                <a:gd name="csX9" fmla="*/ 127791 w 127468"/>
                <a:gd name="csY9" fmla="*/ 139799 h 152437"/>
                <a:gd name="csX10" fmla="*/ 127791 w 127468"/>
                <a:gd name="csY10" fmla="*/ 58418 h 152437"/>
                <a:gd name="csX11" fmla="*/ 75161 w 127468"/>
                <a:gd name="csY11" fmla="*/ 115 h 152437"/>
                <a:gd name="csX12" fmla="*/ 45043 w 127468"/>
                <a:gd name="csY12" fmla="*/ 7099 h 152437"/>
                <a:gd name="csX13" fmla="*/ 24356 w 127468"/>
                <a:gd name="csY13" fmla="*/ 28051 h 152437"/>
                <a:gd name="csX14" fmla="*/ 24356 w 127468"/>
                <a:gd name="csY14" fmla="*/ 13172 h 152437"/>
                <a:gd name="csX15" fmla="*/ 12187 w 127468"/>
                <a:gd name="csY15" fmla="*/ 722 h 152437"/>
                <a:gd name="csX16" fmla="*/ 322 w 127468"/>
                <a:gd name="csY16" fmla="*/ 13172 h 152437"/>
                <a:gd name="csX17" fmla="*/ 322 w 127468"/>
                <a:gd name="csY17" fmla="*/ 139799 h 152437"/>
                <a:gd name="csX18" fmla="*/ 12491 w 127468"/>
                <a:gd name="csY18" fmla="*/ 152553 h 152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7468" h="152437">
                  <a:moveTo>
                    <a:pt x="12491" y="152553"/>
                  </a:moveTo>
                  <a:cubicBezTo>
                    <a:pt x="20705" y="152553"/>
                    <a:pt x="24964" y="148301"/>
                    <a:pt x="24964" y="139799"/>
                  </a:cubicBezTo>
                  <a:lnTo>
                    <a:pt x="24964" y="66313"/>
                  </a:lnTo>
                  <a:cubicBezTo>
                    <a:pt x="24964" y="52344"/>
                    <a:pt x="28919" y="41413"/>
                    <a:pt x="36829" y="32910"/>
                  </a:cubicBezTo>
                  <a:cubicBezTo>
                    <a:pt x="44738" y="24408"/>
                    <a:pt x="55690" y="20156"/>
                    <a:pt x="69380" y="20156"/>
                  </a:cubicBezTo>
                  <a:cubicBezTo>
                    <a:pt x="80941" y="20156"/>
                    <a:pt x="89459" y="23497"/>
                    <a:pt x="94935" y="29873"/>
                  </a:cubicBezTo>
                  <a:cubicBezTo>
                    <a:pt x="100411" y="36250"/>
                    <a:pt x="103149" y="46271"/>
                    <a:pt x="103149" y="59936"/>
                  </a:cubicBezTo>
                  <a:lnTo>
                    <a:pt x="103149" y="139799"/>
                  </a:lnTo>
                  <a:cubicBezTo>
                    <a:pt x="103149" y="148301"/>
                    <a:pt x="107104" y="152553"/>
                    <a:pt x="115622" y="152553"/>
                  </a:cubicBezTo>
                  <a:cubicBezTo>
                    <a:pt x="123532" y="152553"/>
                    <a:pt x="127791" y="148301"/>
                    <a:pt x="127791" y="139799"/>
                  </a:cubicBezTo>
                  <a:lnTo>
                    <a:pt x="127791" y="58418"/>
                  </a:lnTo>
                  <a:cubicBezTo>
                    <a:pt x="127791" y="19549"/>
                    <a:pt x="110146" y="115"/>
                    <a:pt x="75161" y="115"/>
                  </a:cubicBezTo>
                  <a:cubicBezTo>
                    <a:pt x="63904" y="115"/>
                    <a:pt x="53865" y="2544"/>
                    <a:pt x="45043" y="7099"/>
                  </a:cubicBezTo>
                  <a:cubicBezTo>
                    <a:pt x="35916" y="11957"/>
                    <a:pt x="29223" y="18942"/>
                    <a:pt x="24356" y="28051"/>
                  </a:cubicBezTo>
                  <a:lnTo>
                    <a:pt x="24356" y="13172"/>
                  </a:lnTo>
                  <a:cubicBezTo>
                    <a:pt x="24356" y="4973"/>
                    <a:pt x="20096" y="722"/>
                    <a:pt x="12187" y="722"/>
                  </a:cubicBezTo>
                  <a:cubicBezTo>
                    <a:pt x="4277" y="722"/>
                    <a:pt x="322" y="4973"/>
                    <a:pt x="322" y="13172"/>
                  </a:cubicBezTo>
                  <a:lnTo>
                    <a:pt x="322" y="139799"/>
                  </a:lnTo>
                  <a:cubicBezTo>
                    <a:pt x="322" y="148301"/>
                    <a:pt x="4277" y="152553"/>
                    <a:pt x="12491" y="152553"/>
                  </a:cubicBezTo>
                  <a:close/>
                </a:path>
              </a:pathLst>
            </a:custGeom>
            <a:solidFill>
              <a:srgbClr val="000000"/>
            </a:solidFill>
            <a:ln w="30508" cap="flat">
              <a:noFill/>
              <a:prstDash val="solid"/>
              <a:miter/>
            </a:ln>
          </p:spPr>
          <p:txBody>
            <a:bodyPr/>
            <a:lstStyle/>
            <a:p>
              <a:endParaRPr lang="en-CA"/>
            </a:p>
          </p:txBody>
        </p:sp>
        <p:sp>
          <p:nvSpPr>
            <p:cNvPr id="66" name="Freeform: Shape 65">
              <a:extLst>
                <a:ext uri="{FF2B5EF4-FFF2-40B4-BE49-F238E27FC236}">
                  <a16:creationId xmlns:a16="http://schemas.microsoft.com/office/drawing/2014/main" id="{DA981691-314E-620B-0AED-FE9482AB6F93}"/>
                </a:ext>
              </a:extLst>
            </p:cNvPr>
            <p:cNvSpPr/>
            <p:nvPr>
              <p:custDataLst>
                <p:tags r:id="rId60"/>
              </p:custDataLst>
            </p:nvPr>
          </p:nvSpPr>
          <p:spPr>
            <a:xfrm>
              <a:off x="12545963" y="5838599"/>
              <a:ext cx="109823" cy="197683"/>
            </a:xfrm>
            <a:custGeom>
              <a:avLst/>
              <a:gdLst>
                <a:gd name="csX0" fmla="*/ 83684 w 109823"/>
                <a:gd name="csY0" fmla="*/ 197798 h 197683"/>
                <a:gd name="csX1" fmla="*/ 94332 w 109823"/>
                <a:gd name="csY1" fmla="*/ 196887 h 197683"/>
                <a:gd name="csX2" fmla="*/ 104067 w 109823"/>
                <a:gd name="csY2" fmla="*/ 194458 h 197683"/>
                <a:gd name="csX3" fmla="*/ 108631 w 109823"/>
                <a:gd name="csY3" fmla="*/ 190207 h 197683"/>
                <a:gd name="csX4" fmla="*/ 110152 w 109823"/>
                <a:gd name="csY4" fmla="*/ 183526 h 197683"/>
                <a:gd name="csX5" fmla="*/ 108326 w 109823"/>
                <a:gd name="csY5" fmla="*/ 176238 h 197683"/>
                <a:gd name="csX6" fmla="*/ 103763 w 109823"/>
                <a:gd name="csY6" fmla="*/ 174416 h 197683"/>
                <a:gd name="csX7" fmla="*/ 96766 w 109823"/>
                <a:gd name="csY7" fmla="*/ 175631 h 197683"/>
                <a:gd name="csX8" fmla="*/ 87031 w 109823"/>
                <a:gd name="csY8" fmla="*/ 176846 h 197683"/>
                <a:gd name="csX9" fmla="*/ 63302 w 109823"/>
                <a:gd name="csY9" fmla="*/ 168039 h 197683"/>
                <a:gd name="csX10" fmla="*/ 56000 w 109823"/>
                <a:gd name="csY10" fmla="*/ 141621 h 197683"/>
                <a:gd name="csX11" fmla="*/ 56000 w 109823"/>
                <a:gd name="csY11" fmla="*/ 66616 h 197683"/>
                <a:gd name="csX12" fmla="*/ 94332 w 109823"/>
                <a:gd name="csY12" fmla="*/ 66616 h 197683"/>
                <a:gd name="csX13" fmla="*/ 104980 w 109823"/>
                <a:gd name="csY13" fmla="*/ 56899 h 197683"/>
                <a:gd name="csX14" fmla="*/ 94332 w 109823"/>
                <a:gd name="csY14" fmla="*/ 47486 h 197683"/>
                <a:gd name="csX15" fmla="*/ 56000 w 109823"/>
                <a:gd name="csY15" fmla="*/ 47486 h 197683"/>
                <a:gd name="csX16" fmla="*/ 56000 w 109823"/>
                <a:gd name="csY16" fmla="*/ 12565 h 197683"/>
                <a:gd name="csX17" fmla="*/ 43831 w 109823"/>
                <a:gd name="csY17" fmla="*/ 115 h 197683"/>
                <a:gd name="csX18" fmla="*/ 31358 w 109823"/>
                <a:gd name="csY18" fmla="*/ 12565 h 197683"/>
                <a:gd name="csX19" fmla="*/ 31358 w 109823"/>
                <a:gd name="csY19" fmla="*/ 47486 h 197683"/>
                <a:gd name="csX20" fmla="*/ 10975 w 109823"/>
                <a:gd name="csY20" fmla="*/ 47486 h 197683"/>
                <a:gd name="csX21" fmla="*/ 328 w 109823"/>
                <a:gd name="csY21" fmla="*/ 56899 h 197683"/>
                <a:gd name="csX22" fmla="*/ 10975 w 109823"/>
                <a:gd name="csY22" fmla="*/ 66616 h 197683"/>
                <a:gd name="csX23" fmla="*/ 31358 w 109823"/>
                <a:gd name="csY23" fmla="*/ 66616 h 197683"/>
                <a:gd name="csX24" fmla="*/ 31358 w 109823"/>
                <a:gd name="csY24" fmla="*/ 144050 h 197683"/>
                <a:gd name="csX25" fmla="*/ 44440 w 109823"/>
                <a:gd name="csY25" fmla="*/ 184133 h 197683"/>
                <a:gd name="csX26" fmla="*/ 83684 w 109823"/>
                <a:gd name="csY26" fmla="*/ 197798 h 197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9823" h="197683">
                  <a:moveTo>
                    <a:pt x="83684" y="197798"/>
                  </a:moveTo>
                  <a:cubicBezTo>
                    <a:pt x="86727" y="197798"/>
                    <a:pt x="90377" y="197494"/>
                    <a:pt x="94332" y="196887"/>
                  </a:cubicBezTo>
                  <a:cubicBezTo>
                    <a:pt x="98287" y="196280"/>
                    <a:pt x="101633" y="195369"/>
                    <a:pt x="104067" y="194458"/>
                  </a:cubicBezTo>
                  <a:cubicBezTo>
                    <a:pt x="106197" y="193851"/>
                    <a:pt x="107718" y="192332"/>
                    <a:pt x="108631" y="190207"/>
                  </a:cubicBezTo>
                  <a:cubicBezTo>
                    <a:pt x="109543" y="188385"/>
                    <a:pt x="110152" y="185955"/>
                    <a:pt x="110152" y="183526"/>
                  </a:cubicBezTo>
                  <a:cubicBezTo>
                    <a:pt x="110152" y="180186"/>
                    <a:pt x="109543" y="177756"/>
                    <a:pt x="108326" y="176238"/>
                  </a:cubicBezTo>
                  <a:cubicBezTo>
                    <a:pt x="107109" y="175024"/>
                    <a:pt x="105588" y="174416"/>
                    <a:pt x="103763" y="174416"/>
                  </a:cubicBezTo>
                  <a:cubicBezTo>
                    <a:pt x="101633" y="174416"/>
                    <a:pt x="99200" y="175024"/>
                    <a:pt x="96766" y="175631"/>
                  </a:cubicBezTo>
                  <a:cubicBezTo>
                    <a:pt x="94028" y="176542"/>
                    <a:pt x="90682" y="176846"/>
                    <a:pt x="87031" y="176846"/>
                  </a:cubicBezTo>
                  <a:cubicBezTo>
                    <a:pt x="76079" y="176846"/>
                    <a:pt x="68169" y="174113"/>
                    <a:pt x="63302" y="168039"/>
                  </a:cubicBezTo>
                  <a:cubicBezTo>
                    <a:pt x="58434" y="161966"/>
                    <a:pt x="56000" y="153160"/>
                    <a:pt x="56000" y="141621"/>
                  </a:cubicBezTo>
                  <a:lnTo>
                    <a:pt x="56000" y="66616"/>
                  </a:lnTo>
                  <a:lnTo>
                    <a:pt x="94332" y="66616"/>
                  </a:lnTo>
                  <a:cubicBezTo>
                    <a:pt x="101329" y="66616"/>
                    <a:pt x="104980" y="63580"/>
                    <a:pt x="104980" y="56899"/>
                  </a:cubicBezTo>
                  <a:cubicBezTo>
                    <a:pt x="104980" y="50826"/>
                    <a:pt x="101329" y="47486"/>
                    <a:pt x="94332" y="47486"/>
                  </a:cubicBezTo>
                  <a:lnTo>
                    <a:pt x="56000" y="47486"/>
                  </a:lnTo>
                  <a:lnTo>
                    <a:pt x="56000" y="12565"/>
                  </a:lnTo>
                  <a:cubicBezTo>
                    <a:pt x="56000" y="4366"/>
                    <a:pt x="51741" y="115"/>
                    <a:pt x="43831" y="115"/>
                  </a:cubicBezTo>
                  <a:cubicBezTo>
                    <a:pt x="35313" y="115"/>
                    <a:pt x="31358" y="4366"/>
                    <a:pt x="31358" y="12565"/>
                  </a:cubicBezTo>
                  <a:lnTo>
                    <a:pt x="31358" y="47486"/>
                  </a:lnTo>
                  <a:lnTo>
                    <a:pt x="10975" y="47486"/>
                  </a:lnTo>
                  <a:cubicBezTo>
                    <a:pt x="3674" y="47486"/>
                    <a:pt x="328" y="50826"/>
                    <a:pt x="328" y="56899"/>
                  </a:cubicBezTo>
                  <a:cubicBezTo>
                    <a:pt x="328" y="63580"/>
                    <a:pt x="3674" y="66616"/>
                    <a:pt x="10975" y="66616"/>
                  </a:cubicBezTo>
                  <a:lnTo>
                    <a:pt x="31358" y="66616"/>
                  </a:lnTo>
                  <a:lnTo>
                    <a:pt x="31358" y="144050"/>
                  </a:lnTo>
                  <a:cubicBezTo>
                    <a:pt x="31358" y="161662"/>
                    <a:pt x="35617" y="175024"/>
                    <a:pt x="44440" y="184133"/>
                  </a:cubicBezTo>
                  <a:cubicBezTo>
                    <a:pt x="52958" y="193243"/>
                    <a:pt x="66040" y="197798"/>
                    <a:pt x="83684" y="197798"/>
                  </a:cubicBezTo>
                  <a:close/>
                </a:path>
              </a:pathLst>
            </a:custGeom>
            <a:solidFill>
              <a:srgbClr val="000000"/>
            </a:solidFill>
            <a:ln w="30508" cap="flat">
              <a:noFill/>
              <a:prstDash val="solid"/>
              <a:miter/>
            </a:ln>
          </p:spPr>
          <p:txBody>
            <a:bodyPr/>
            <a:lstStyle/>
            <a:p>
              <a:endParaRPr lang="en-CA"/>
            </a:p>
          </p:txBody>
        </p:sp>
        <p:sp>
          <p:nvSpPr>
            <p:cNvPr id="67" name="Freeform: Shape 66">
              <a:extLst>
                <a:ext uri="{FF2B5EF4-FFF2-40B4-BE49-F238E27FC236}">
                  <a16:creationId xmlns:a16="http://schemas.microsoft.com/office/drawing/2014/main" id="{E6B1B3C0-4B1D-1FC4-B444-075FA40AD033}"/>
                </a:ext>
              </a:extLst>
            </p:cNvPr>
            <p:cNvSpPr/>
            <p:nvPr>
              <p:custDataLst>
                <p:tags r:id="rId61"/>
              </p:custDataLst>
            </p:nvPr>
          </p:nvSpPr>
          <p:spPr>
            <a:xfrm>
              <a:off x="12683470" y="5805804"/>
              <a:ext cx="70579" cy="303661"/>
            </a:xfrm>
            <a:custGeom>
              <a:avLst/>
              <a:gdLst>
                <a:gd name="csX0" fmla="*/ 70911 w 70579"/>
                <a:gd name="csY0" fmla="*/ 300739 h 303661"/>
                <a:gd name="csX1" fmla="*/ 65739 w 70579"/>
                <a:gd name="csY1" fmla="*/ 294059 h 303661"/>
                <a:gd name="csX2" fmla="*/ 17976 w 70579"/>
                <a:gd name="csY2" fmla="*/ 151945 h 303661"/>
                <a:gd name="csX3" fmla="*/ 66956 w 70579"/>
                <a:gd name="csY3" fmla="*/ 8313 h 303661"/>
                <a:gd name="csX4" fmla="*/ 70911 w 70579"/>
                <a:gd name="csY4" fmla="*/ 3151 h 303661"/>
                <a:gd name="csX5" fmla="*/ 67868 w 70579"/>
                <a:gd name="csY5" fmla="*/ 115 h 303661"/>
                <a:gd name="csX6" fmla="*/ 19497 w 70579"/>
                <a:gd name="csY6" fmla="*/ 59329 h 303661"/>
                <a:gd name="csX7" fmla="*/ 331 w 70579"/>
                <a:gd name="csY7" fmla="*/ 151945 h 303661"/>
                <a:gd name="csX8" fmla="*/ 20410 w 70579"/>
                <a:gd name="csY8" fmla="*/ 246688 h 303661"/>
                <a:gd name="csX9" fmla="*/ 67868 w 70579"/>
                <a:gd name="csY9" fmla="*/ 303776 h 303661"/>
                <a:gd name="csX10" fmla="*/ 70911 w 70579"/>
                <a:gd name="csY10" fmla="*/ 300739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911" y="300739"/>
                  </a:moveTo>
                  <a:cubicBezTo>
                    <a:pt x="70911" y="299828"/>
                    <a:pt x="70911" y="299221"/>
                    <a:pt x="65739" y="294059"/>
                  </a:cubicBezTo>
                  <a:cubicBezTo>
                    <a:pt x="27711" y="255797"/>
                    <a:pt x="17976" y="198405"/>
                    <a:pt x="17976" y="151945"/>
                  </a:cubicBezTo>
                  <a:cubicBezTo>
                    <a:pt x="17976" y="99108"/>
                    <a:pt x="29536" y="46271"/>
                    <a:pt x="66956" y="8313"/>
                  </a:cubicBezTo>
                  <a:cubicBezTo>
                    <a:pt x="70911" y="4670"/>
                    <a:pt x="70911" y="4062"/>
                    <a:pt x="70911" y="3151"/>
                  </a:cubicBezTo>
                  <a:cubicBezTo>
                    <a:pt x="70911" y="1026"/>
                    <a:pt x="69694" y="115"/>
                    <a:pt x="67868" y="115"/>
                  </a:cubicBezTo>
                  <a:cubicBezTo>
                    <a:pt x="64826" y="115"/>
                    <a:pt x="37446" y="20764"/>
                    <a:pt x="19497" y="59329"/>
                  </a:cubicBezTo>
                  <a:cubicBezTo>
                    <a:pt x="3982" y="92731"/>
                    <a:pt x="331" y="126438"/>
                    <a:pt x="331" y="151945"/>
                  </a:cubicBezTo>
                  <a:cubicBezTo>
                    <a:pt x="331" y="175631"/>
                    <a:pt x="3678" y="212374"/>
                    <a:pt x="20410" y="246688"/>
                  </a:cubicBezTo>
                  <a:cubicBezTo>
                    <a:pt x="38663" y="284038"/>
                    <a:pt x="64826" y="303776"/>
                    <a:pt x="67868" y="303776"/>
                  </a:cubicBezTo>
                  <a:cubicBezTo>
                    <a:pt x="69694" y="303776"/>
                    <a:pt x="70911" y="302865"/>
                    <a:pt x="70911" y="300739"/>
                  </a:cubicBezTo>
                  <a:close/>
                </a:path>
              </a:pathLst>
            </a:custGeom>
            <a:solidFill>
              <a:srgbClr val="000000"/>
            </a:solidFill>
            <a:ln w="30508" cap="flat">
              <a:noFill/>
              <a:prstDash val="solid"/>
              <a:miter/>
            </a:ln>
          </p:spPr>
          <p:txBody>
            <a:bodyPr/>
            <a:lstStyle/>
            <a:p>
              <a:endParaRPr lang="en-CA"/>
            </a:p>
          </p:txBody>
        </p:sp>
        <p:sp>
          <p:nvSpPr>
            <p:cNvPr id="68" name="Freeform: Shape 67">
              <a:extLst>
                <a:ext uri="{FF2B5EF4-FFF2-40B4-BE49-F238E27FC236}">
                  <a16:creationId xmlns:a16="http://schemas.microsoft.com/office/drawing/2014/main" id="{465A27B4-7A72-7329-9D62-DB6AEAF8F985}"/>
                </a:ext>
              </a:extLst>
            </p:cNvPr>
            <p:cNvSpPr/>
            <p:nvPr>
              <p:custDataLst>
                <p:tags r:id="rId62"/>
              </p:custDataLst>
            </p:nvPr>
          </p:nvSpPr>
          <p:spPr>
            <a:xfrm>
              <a:off x="12780483" y="5899331"/>
              <a:ext cx="151502" cy="137558"/>
            </a:xfrm>
            <a:custGeom>
              <a:avLst/>
              <a:gdLst>
                <a:gd name="csX0" fmla="*/ 93123 w 151502"/>
                <a:gd name="csY0" fmla="*/ 42627 h 137558"/>
                <a:gd name="csX1" fmla="*/ 123241 w 151502"/>
                <a:gd name="csY1" fmla="*/ 6795 h 137558"/>
                <a:gd name="csX2" fmla="*/ 138452 w 151502"/>
                <a:gd name="csY2" fmla="*/ 10743 h 137558"/>
                <a:gd name="csX3" fmla="*/ 123849 w 151502"/>
                <a:gd name="csY3" fmla="*/ 27140 h 137558"/>
                <a:gd name="csX4" fmla="*/ 135409 w 151502"/>
                <a:gd name="csY4" fmla="*/ 37769 h 137558"/>
                <a:gd name="csX5" fmla="*/ 151837 w 151502"/>
                <a:gd name="csY5" fmla="*/ 20156 h 137558"/>
                <a:gd name="csX6" fmla="*/ 123545 w 151502"/>
                <a:gd name="csY6" fmla="*/ 115 h 137558"/>
                <a:gd name="csX7" fmla="*/ 91602 w 151502"/>
                <a:gd name="csY7" fmla="*/ 23193 h 137558"/>
                <a:gd name="csX8" fmla="*/ 58746 w 151502"/>
                <a:gd name="csY8" fmla="*/ 115 h 137558"/>
                <a:gd name="csX9" fmla="*/ 9766 w 151502"/>
                <a:gd name="csY9" fmla="*/ 46878 h 137558"/>
                <a:gd name="csX10" fmla="*/ 13417 w 151502"/>
                <a:gd name="csY10" fmla="*/ 49915 h 137558"/>
                <a:gd name="csX11" fmla="*/ 17371 w 151502"/>
                <a:gd name="csY11" fmla="*/ 46575 h 137558"/>
                <a:gd name="csX12" fmla="*/ 58137 w 151502"/>
                <a:gd name="csY12" fmla="*/ 6795 h 137558"/>
                <a:gd name="csX13" fmla="*/ 74565 w 151502"/>
                <a:gd name="csY13" fmla="*/ 27140 h 137558"/>
                <a:gd name="csX14" fmla="*/ 58137 w 151502"/>
                <a:gd name="csY14" fmla="*/ 99412 h 137558"/>
                <a:gd name="csX15" fmla="*/ 29236 w 151502"/>
                <a:gd name="csY15" fmla="*/ 130993 h 137558"/>
                <a:gd name="csX16" fmla="*/ 14025 w 151502"/>
                <a:gd name="csY16" fmla="*/ 127045 h 137558"/>
                <a:gd name="csX17" fmla="*/ 28323 w 151502"/>
                <a:gd name="csY17" fmla="*/ 110647 h 137558"/>
                <a:gd name="csX18" fmla="*/ 17067 w 151502"/>
                <a:gd name="csY18" fmla="*/ 100019 h 137558"/>
                <a:gd name="csX19" fmla="*/ 335 w 151502"/>
                <a:gd name="csY19" fmla="*/ 117632 h 137558"/>
                <a:gd name="csX20" fmla="*/ 28932 w 151502"/>
                <a:gd name="csY20" fmla="*/ 137673 h 137558"/>
                <a:gd name="csX21" fmla="*/ 60875 w 151502"/>
                <a:gd name="csY21" fmla="*/ 114595 h 137558"/>
                <a:gd name="csX22" fmla="*/ 93731 w 151502"/>
                <a:gd name="csY22" fmla="*/ 137673 h 137558"/>
                <a:gd name="csX23" fmla="*/ 142407 w 151502"/>
                <a:gd name="csY23" fmla="*/ 90909 h 137558"/>
                <a:gd name="csX24" fmla="*/ 138756 w 151502"/>
                <a:gd name="csY24" fmla="*/ 87873 h 137558"/>
                <a:gd name="csX25" fmla="*/ 134801 w 151502"/>
                <a:gd name="csY25" fmla="*/ 91213 h 137558"/>
                <a:gd name="csX26" fmla="*/ 94339 w 151502"/>
                <a:gd name="csY26" fmla="*/ 130993 h 137558"/>
                <a:gd name="csX27" fmla="*/ 77607 w 151502"/>
                <a:gd name="csY27" fmla="*/ 110951 h 137558"/>
                <a:gd name="csX28" fmla="*/ 82779 w 151502"/>
                <a:gd name="csY28" fmla="*/ 84229 h 137558"/>
                <a:gd name="csX29" fmla="*/ 93123 w 151502"/>
                <a:gd name="csY29" fmla="*/ 42627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3123" y="42627"/>
                  </a:moveTo>
                  <a:cubicBezTo>
                    <a:pt x="94948" y="34732"/>
                    <a:pt x="101945" y="6795"/>
                    <a:pt x="123241" y="6795"/>
                  </a:cubicBezTo>
                  <a:cubicBezTo>
                    <a:pt x="124762" y="6795"/>
                    <a:pt x="132063" y="6795"/>
                    <a:pt x="138452" y="10743"/>
                  </a:cubicBezTo>
                  <a:cubicBezTo>
                    <a:pt x="129933" y="12261"/>
                    <a:pt x="123849" y="19853"/>
                    <a:pt x="123849" y="27140"/>
                  </a:cubicBezTo>
                  <a:cubicBezTo>
                    <a:pt x="123849" y="31999"/>
                    <a:pt x="127195" y="37769"/>
                    <a:pt x="135409" y="37769"/>
                  </a:cubicBezTo>
                  <a:cubicBezTo>
                    <a:pt x="142102" y="37769"/>
                    <a:pt x="151837" y="32303"/>
                    <a:pt x="151837" y="20156"/>
                  </a:cubicBezTo>
                  <a:cubicBezTo>
                    <a:pt x="151837" y="4366"/>
                    <a:pt x="133888" y="115"/>
                    <a:pt x="123545" y="115"/>
                  </a:cubicBezTo>
                  <a:cubicBezTo>
                    <a:pt x="105900" y="115"/>
                    <a:pt x="95252" y="16209"/>
                    <a:pt x="91602" y="23193"/>
                  </a:cubicBezTo>
                  <a:cubicBezTo>
                    <a:pt x="83996" y="3151"/>
                    <a:pt x="67568" y="115"/>
                    <a:pt x="58746" y="115"/>
                  </a:cubicBezTo>
                  <a:cubicBezTo>
                    <a:pt x="27107" y="115"/>
                    <a:pt x="9766" y="39287"/>
                    <a:pt x="9766" y="46878"/>
                  </a:cubicBezTo>
                  <a:cubicBezTo>
                    <a:pt x="9766" y="49915"/>
                    <a:pt x="12808" y="49915"/>
                    <a:pt x="13417" y="49915"/>
                  </a:cubicBezTo>
                  <a:cubicBezTo>
                    <a:pt x="15850" y="49915"/>
                    <a:pt x="16763" y="49308"/>
                    <a:pt x="17371" y="46575"/>
                  </a:cubicBezTo>
                  <a:cubicBezTo>
                    <a:pt x="27715" y="14387"/>
                    <a:pt x="47794" y="6795"/>
                    <a:pt x="58137" y="6795"/>
                  </a:cubicBezTo>
                  <a:cubicBezTo>
                    <a:pt x="63917" y="6795"/>
                    <a:pt x="74565" y="9528"/>
                    <a:pt x="74565" y="27140"/>
                  </a:cubicBezTo>
                  <a:cubicBezTo>
                    <a:pt x="74565" y="36554"/>
                    <a:pt x="69393" y="56899"/>
                    <a:pt x="58137" y="99412"/>
                  </a:cubicBezTo>
                  <a:cubicBezTo>
                    <a:pt x="53270" y="118239"/>
                    <a:pt x="42622" y="130993"/>
                    <a:pt x="29236" y="130993"/>
                  </a:cubicBezTo>
                  <a:cubicBezTo>
                    <a:pt x="27411" y="130993"/>
                    <a:pt x="20414" y="130993"/>
                    <a:pt x="14025" y="127045"/>
                  </a:cubicBezTo>
                  <a:cubicBezTo>
                    <a:pt x="21631" y="125527"/>
                    <a:pt x="28323" y="119150"/>
                    <a:pt x="28323" y="110647"/>
                  </a:cubicBezTo>
                  <a:cubicBezTo>
                    <a:pt x="28323" y="102448"/>
                    <a:pt x="21631" y="100019"/>
                    <a:pt x="17067" y="100019"/>
                  </a:cubicBezTo>
                  <a:cubicBezTo>
                    <a:pt x="7941" y="100019"/>
                    <a:pt x="335" y="107914"/>
                    <a:pt x="335" y="117632"/>
                  </a:cubicBezTo>
                  <a:cubicBezTo>
                    <a:pt x="335" y="131600"/>
                    <a:pt x="15546" y="137673"/>
                    <a:pt x="28932" y="137673"/>
                  </a:cubicBezTo>
                  <a:cubicBezTo>
                    <a:pt x="49010" y="137673"/>
                    <a:pt x="59962" y="116417"/>
                    <a:pt x="60875" y="114595"/>
                  </a:cubicBezTo>
                  <a:cubicBezTo>
                    <a:pt x="64526" y="125830"/>
                    <a:pt x="75478" y="137673"/>
                    <a:pt x="93731" y="137673"/>
                  </a:cubicBezTo>
                  <a:cubicBezTo>
                    <a:pt x="125066" y="137673"/>
                    <a:pt x="142407" y="98501"/>
                    <a:pt x="142407" y="90909"/>
                  </a:cubicBezTo>
                  <a:cubicBezTo>
                    <a:pt x="142407" y="87873"/>
                    <a:pt x="139669" y="87873"/>
                    <a:pt x="138756" y="87873"/>
                  </a:cubicBezTo>
                  <a:cubicBezTo>
                    <a:pt x="136018" y="87873"/>
                    <a:pt x="135409" y="89087"/>
                    <a:pt x="134801" y="91213"/>
                  </a:cubicBezTo>
                  <a:cubicBezTo>
                    <a:pt x="124762" y="123705"/>
                    <a:pt x="104075" y="130993"/>
                    <a:pt x="94339" y="130993"/>
                  </a:cubicBezTo>
                  <a:cubicBezTo>
                    <a:pt x="82475" y="130993"/>
                    <a:pt x="77607" y="121275"/>
                    <a:pt x="77607" y="110951"/>
                  </a:cubicBezTo>
                  <a:cubicBezTo>
                    <a:pt x="77607" y="104270"/>
                    <a:pt x="79433" y="97590"/>
                    <a:pt x="82779" y="84229"/>
                  </a:cubicBezTo>
                  <a:lnTo>
                    <a:pt x="93123" y="42627"/>
                  </a:lnTo>
                  <a:close/>
                </a:path>
              </a:pathLst>
            </a:custGeom>
            <a:solidFill>
              <a:srgbClr val="000000"/>
            </a:solidFill>
            <a:ln w="30508" cap="flat">
              <a:noFill/>
              <a:prstDash val="solid"/>
              <a:miter/>
            </a:ln>
          </p:spPr>
          <p:txBody>
            <a:bodyPr/>
            <a:lstStyle/>
            <a:p>
              <a:endParaRPr lang="en-CA"/>
            </a:p>
          </p:txBody>
        </p:sp>
        <p:sp>
          <p:nvSpPr>
            <p:cNvPr id="69" name="Freeform: Shape 68">
              <a:extLst>
                <a:ext uri="{FF2B5EF4-FFF2-40B4-BE49-F238E27FC236}">
                  <a16:creationId xmlns:a16="http://schemas.microsoft.com/office/drawing/2014/main" id="{A5B8B712-258B-BBD1-2150-EA7B07995D34}"/>
                </a:ext>
              </a:extLst>
            </p:cNvPr>
            <p:cNvSpPr/>
            <p:nvPr>
              <p:custDataLst>
                <p:tags r:id="rId63"/>
              </p:custDataLst>
            </p:nvPr>
          </p:nvSpPr>
          <p:spPr>
            <a:xfrm>
              <a:off x="12955541" y="5938169"/>
              <a:ext cx="64525" cy="143054"/>
            </a:xfrm>
            <a:custGeom>
              <a:avLst/>
              <a:gdLst>
                <a:gd name="csX0" fmla="*/ 59329 w 64525"/>
                <a:gd name="csY0" fmla="*/ 8193 h 143054"/>
                <a:gd name="csX1" fmla="*/ 50811 w 64525"/>
                <a:gd name="csY1" fmla="*/ 116 h 143054"/>
                <a:gd name="csX2" fmla="*/ 38886 w 64525"/>
                <a:gd name="csY2" fmla="*/ 11807 h 143054"/>
                <a:gd name="csX3" fmla="*/ 47404 w 64525"/>
                <a:gd name="csY3" fmla="*/ 19884 h 143054"/>
                <a:gd name="csX4" fmla="*/ 59329 w 64525"/>
                <a:gd name="csY4" fmla="*/ 8193 h 143054"/>
                <a:gd name="csX5" fmla="*/ 15886 w 64525"/>
                <a:gd name="csY5" fmla="*/ 116175 h 143054"/>
                <a:gd name="csX6" fmla="*/ 13970 w 64525"/>
                <a:gd name="csY6" fmla="*/ 125103 h 143054"/>
                <a:gd name="csX7" fmla="*/ 34201 w 64525"/>
                <a:gd name="csY7" fmla="*/ 143171 h 143054"/>
                <a:gd name="csX8" fmla="*/ 64866 w 64525"/>
                <a:gd name="csY8" fmla="*/ 110649 h 143054"/>
                <a:gd name="csX9" fmla="*/ 61459 w 64525"/>
                <a:gd name="csY9" fmla="*/ 107886 h 143054"/>
                <a:gd name="csX10" fmla="*/ 57413 w 64525"/>
                <a:gd name="csY10" fmla="*/ 111499 h 143054"/>
                <a:gd name="csX11" fmla="*/ 34839 w 64525"/>
                <a:gd name="csY11" fmla="*/ 137219 h 143054"/>
                <a:gd name="csX12" fmla="*/ 29516 w 64525"/>
                <a:gd name="csY12" fmla="*/ 129779 h 143054"/>
                <a:gd name="csX13" fmla="*/ 32923 w 64525"/>
                <a:gd name="csY13" fmla="*/ 116175 h 143054"/>
                <a:gd name="csX14" fmla="*/ 39737 w 64525"/>
                <a:gd name="csY14" fmla="*/ 99170 h 143054"/>
                <a:gd name="csX15" fmla="*/ 50172 w 64525"/>
                <a:gd name="csY15" fmla="*/ 72175 h 143054"/>
                <a:gd name="csX16" fmla="*/ 51450 w 64525"/>
                <a:gd name="csY16" fmla="*/ 65373 h 143054"/>
                <a:gd name="csX17" fmla="*/ 31219 w 64525"/>
                <a:gd name="csY17" fmla="*/ 47305 h 143054"/>
                <a:gd name="csX18" fmla="*/ 341 w 64525"/>
                <a:gd name="csY18" fmla="*/ 79827 h 143054"/>
                <a:gd name="csX19" fmla="*/ 3961 w 64525"/>
                <a:gd name="csY19" fmla="*/ 82591 h 143054"/>
                <a:gd name="csX20" fmla="*/ 7794 w 64525"/>
                <a:gd name="csY20" fmla="*/ 79189 h 143054"/>
                <a:gd name="csX21" fmla="*/ 30580 w 64525"/>
                <a:gd name="csY21" fmla="*/ 53257 h 143054"/>
                <a:gd name="csX22" fmla="*/ 35904 w 64525"/>
                <a:gd name="csY22" fmla="*/ 60697 h 143054"/>
                <a:gd name="csX23" fmla="*/ 29303 w 64525"/>
                <a:gd name="csY23" fmla="*/ 81953 h 143054"/>
                <a:gd name="csX24" fmla="*/ 15886 w 64525"/>
                <a:gd name="csY24" fmla="*/ 116175 h 1430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4525" h="143054">
                  <a:moveTo>
                    <a:pt x="59329" y="8193"/>
                  </a:moveTo>
                  <a:cubicBezTo>
                    <a:pt x="59329" y="4792"/>
                    <a:pt x="56774" y="116"/>
                    <a:pt x="50811" y="116"/>
                  </a:cubicBezTo>
                  <a:cubicBezTo>
                    <a:pt x="45061" y="116"/>
                    <a:pt x="38886" y="5643"/>
                    <a:pt x="38886" y="11807"/>
                  </a:cubicBezTo>
                  <a:cubicBezTo>
                    <a:pt x="38886" y="15421"/>
                    <a:pt x="41654" y="19884"/>
                    <a:pt x="47404" y="19884"/>
                  </a:cubicBezTo>
                  <a:cubicBezTo>
                    <a:pt x="53580" y="19884"/>
                    <a:pt x="59329" y="13933"/>
                    <a:pt x="59329" y="8193"/>
                  </a:cubicBezTo>
                  <a:close/>
                  <a:moveTo>
                    <a:pt x="15886" y="116175"/>
                  </a:moveTo>
                  <a:cubicBezTo>
                    <a:pt x="15035" y="118939"/>
                    <a:pt x="13970" y="121490"/>
                    <a:pt x="13970" y="125103"/>
                  </a:cubicBezTo>
                  <a:cubicBezTo>
                    <a:pt x="13970" y="135094"/>
                    <a:pt x="22488" y="143171"/>
                    <a:pt x="34201" y="143171"/>
                  </a:cubicBezTo>
                  <a:cubicBezTo>
                    <a:pt x="55496" y="143171"/>
                    <a:pt x="64866" y="113837"/>
                    <a:pt x="64866" y="110649"/>
                  </a:cubicBezTo>
                  <a:cubicBezTo>
                    <a:pt x="64866" y="107886"/>
                    <a:pt x="62098" y="107886"/>
                    <a:pt x="61459" y="107886"/>
                  </a:cubicBezTo>
                  <a:cubicBezTo>
                    <a:pt x="58477" y="107886"/>
                    <a:pt x="58265" y="109161"/>
                    <a:pt x="57413" y="111499"/>
                  </a:cubicBezTo>
                  <a:cubicBezTo>
                    <a:pt x="52515" y="128504"/>
                    <a:pt x="43145" y="137219"/>
                    <a:pt x="34839" y="137219"/>
                  </a:cubicBezTo>
                  <a:cubicBezTo>
                    <a:pt x="30580" y="137219"/>
                    <a:pt x="29516" y="134456"/>
                    <a:pt x="29516" y="129779"/>
                  </a:cubicBezTo>
                  <a:cubicBezTo>
                    <a:pt x="29516" y="124891"/>
                    <a:pt x="31006" y="120852"/>
                    <a:pt x="32923" y="116175"/>
                  </a:cubicBezTo>
                  <a:cubicBezTo>
                    <a:pt x="35052" y="110436"/>
                    <a:pt x="37395" y="104697"/>
                    <a:pt x="39737" y="99170"/>
                  </a:cubicBezTo>
                  <a:cubicBezTo>
                    <a:pt x="41654" y="94069"/>
                    <a:pt x="49320" y="74726"/>
                    <a:pt x="50172" y="72175"/>
                  </a:cubicBezTo>
                  <a:cubicBezTo>
                    <a:pt x="50811" y="70049"/>
                    <a:pt x="51450" y="67499"/>
                    <a:pt x="51450" y="65373"/>
                  </a:cubicBezTo>
                  <a:cubicBezTo>
                    <a:pt x="51450" y="55382"/>
                    <a:pt x="42932" y="47305"/>
                    <a:pt x="31219" y="47305"/>
                  </a:cubicBezTo>
                  <a:cubicBezTo>
                    <a:pt x="10137" y="47305"/>
                    <a:pt x="341" y="76214"/>
                    <a:pt x="341" y="79827"/>
                  </a:cubicBezTo>
                  <a:cubicBezTo>
                    <a:pt x="341" y="82591"/>
                    <a:pt x="3322" y="82591"/>
                    <a:pt x="3961" y="82591"/>
                  </a:cubicBezTo>
                  <a:cubicBezTo>
                    <a:pt x="6942" y="82591"/>
                    <a:pt x="7155" y="81528"/>
                    <a:pt x="7794" y="79189"/>
                  </a:cubicBezTo>
                  <a:cubicBezTo>
                    <a:pt x="13331" y="60909"/>
                    <a:pt x="22701" y="53257"/>
                    <a:pt x="30580" y="53257"/>
                  </a:cubicBezTo>
                  <a:cubicBezTo>
                    <a:pt x="33988" y="53257"/>
                    <a:pt x="35904" y="54957"/>
                    <a:pt x="35904" y="60697"/>
                  </a:cubicBezTo>
                  <a:cubicBezTo>
                    <a:pt x="35904" y="65585"/>
                    <a:pt x="34627" y="68774"/>
                    <a:pt x="29303" y="81953"/>
                  </a:cubicBezTo>
                  <a:lnTo>
                    <a:pt x="15886" y="116175"/>
                  </a:lnTo>
                  <a:close/>
                </a:path>
              </a:pathLst>
            </a:custGeom>
            <a:solidFill>
              <a:srgbClr val="000000"/>
            </a:solidFill>
            <a:ln w="30508" cap="flat">
              <a:noFill/>
              <a:prstDash val="solid"/>
              <a:miter/>
            </a:ln>
          </p:spPr>
          <p:txBody>
            <a:bodyPr/>
            <a:lstStyle/>
            <a:p>
              <a:endParaRPr lang="en-CA"/>
            </a:p>
          </p:txBody>
        </p:sp>
        <p:sp>
          <p:nvSpPr>
            <p:cNvPr id="70" name="Freeform: Shape 69">
              <a:extLst>
                <a:ext uri="{FF2B5EF4-FFF2-40B4-BE49-F238E27FC236}">
                  <a16:creationId xmlns:a16="http://schemas.microsoft.com/office/drawing/2014/main" id="{8C4D46A2-BF09-0D42-4940-803E65F73115}"/>
                </a:ext>
              </a:extLst>
            </p:cNvPr>
            <p:cNvSpPr/>
            <p:nvPr>
              <p:custDataLst>
                <p:tags r:id="rId64"/>
              </p:custDataLst>
            </p:nvPr>
          </p:nvSpPr>
          <p:spPr>
            <a:xfrm>
              <a:off x="13064156" y="5805804"/>
              <a:ext cx="70579" cy="303661"/>
            </a:xfrm>
            <a:custGeom>
              <a:avLst/>
              <a:gdLst>
                <a:gd name="csX0" fmla="*/ 70923 w 70579"/>
                <a:gd name="csY0" fmla="*/ 151945 h 303661"/>
                <a:gd name="csX1" fmla="*/ 50845 w 70579"/>
                <a:gd name="csY1" fmla="*/ 57203 h 303661"/>
                <a:gd name="csX2" fmla="*/ 3386 w 70579"/>
                <a:gd name="csY2" fmla="*/ 115 h 303661"/>
                <a:gd name="csX3" fmla="*/ 344 w 70579"/>
                <a:gd name="csY3" fmla="*/ 3151 h 303661"/>
                <a:gd name="csX4" fmla="*/ 6124 w 70579"/>
                <a:gd name="csY4" fmla="*/ 10135 h 303661"/>
                <a:gd name="csX5" fmla="*/ 53279 w 70579"/>
                <a:gd name="csY5" fmla="*/ 151945 h 303661"/>
                <a:gd name="csX6" fmla="*/ 4299 w 70579"/>
                <a:gd name="csY6" fmla="*/ 295577 h 303661"/>
                <a:gd name="csX7" fmla="*/ 344 w 70579"/>
                <a:gd name="csY7" fmla="*/ 300739 h 303661"/>
                <a:gd name="csX8" fmla="*/ 3386 w 70579"/>
                <a:gd name="csY8" fmla="*/ 303776 h 303661"/>
                <a:gd name="csX9" fmla="*/ 51758 w 70579"/>
                <a:gd name="csY9" fmla="*/ 244562 h 303661"/>
                <a:gd name="csX10" fmla="*/ 70923 w 70579"/>
                <a:gd name="csY10" fmla="*/ 151945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923" y="151945"/>
                  </a:moveTo>
                  <a:cubicBezTo>
                    <a:pt x="70923" y="128260"/>
                    <a:pt x="67577" y="91517"/>
                    <a:pt x="50845" y="57203"/>
                  </a:cubicBezTo>
                  <a:cubicBezTo>
                    <a:pt x="32592" y="19853"/>
                    <a:pt x="6429" y="115"/>
                    <a:pt x="3386" y="115"/>
                  </a:cubicBezTo>
                  <a:cubicBezTo>
                    <a:pt x="1561" y="115"/>
                    <a:pt x="344" y="1329"/>
                    <a:pt x="344" y="3151"/>
                  </a:cubicBezTo>
                  <a:cubicBezTo>
                    <a:pt x="344" y="4062"/>
                    <a:pt x="344" y="4670"/>
                    <a:pt x="6124" y="10135"/>
                  </a:cubicBezTo>
                  <a:cubicBezTo>
                    <a:pt x="35938" y="40198"/>
                    <a:pt x="53279" y="88480"/>
                    <a:pt x="53279" y="151945"/>
                  </a:cubicBezTo>
                  <a:cubicBezTo>
                    <a:pt x="53279" y="203871"/>
                    <a:pt x="42022" y="257316"/>
                    <a:pt x="4299" y="295577"/>
                  </a:cubicBezTo>
                  <a:cubicBezTo>
                    <a:pt x="344" y="299221"/>
                    <a:pt x="344" y="299828"/>
                    <a:pt x="344" y="300739"/>
                  </a:cubicBezTo>
                  <a:cubicBezTo>
                    <a:pt x="344" y="302561"/>
                    <a:pt x="1561" y="303776"/>
                    <a:pt x="3386" y="303776"/>
                  </a:cubicBezTo>
                  <a:cubicBezTo>
                    <a:pt x="6429" y="303776"/>
                    <a:pt x="33808" y="283127"/>
                    <a:pt x="51758" y="244562"/>
                  </a:cubicBezTo>
                  <a:cubicBezTo>
                    <a:pt x="67273" y="211159"/>
                    <a:pt x="70923" y="177453"/>
                    <a:pt x="70923" y="151945"/>
                  </a:cubicBezTo>
                  <a:close/>
                </a:path>
              </a:pathLst>
            </a:custGeom>
            <a:solidFill>
              <a:srgbClr val="000000"/>
            </a:solidFill>
            <a:ln w="30508" cap="flat">
              <a:noFill/>
              <a:prstDash val="solid"/>
              <a:miter/>
            </a:ln>
          </p:spPr>
          <p:txBody>
            <a:bodyPr/>
            <a:lstStyle/>
            <a:p>
              <a:endParaRPr lang="en-CA"/>
            </a:p>
          </p:txBody>
        </p:sp>
        <p:sp>
          <p:nvSpPr>
            <p:cNvPr id="71" name="Rectangle 70">
              <a:extLst>
                <a:ext uri="{FF2B5EF4-FFF2-40B4-BE49-F238E27FC236}">
                  <a16:creationId xmlns:a16="http://schemas.microsoft.com/office/drawing/2014/main" id="{E70FB08E-5A08-7F47-C7E2-0DE937E0FF94}"/>
                </a:ext>
              </a:extLst>
            </p:cNvPr>
            <p:cNvSpPr/>
            <p:nvPr>
              <p:custDataLst>
                <p:tags r:id="rId65"/>
              </p:custDataLst>
            </p:nvPr>
          </p:nvSpPr>
          <p:spPr>
            <a:xfrm>
              <a:off x="11504597" y="6156990"/>
              <a:ext cx="2052380" cy="12145"/>
            </a:xfrm>
            <a:prstGeom prst="rect">
              <a:avLst/>
            </a:prstGeom>
            <a:solidFill>
              <a:srgbClr val="000000"/>
            </a:solidFill>
            <a:ln w="30508" cap="flat">
              <a:noFill/>
              <a:prstDash val="solid"/>
              <a:miter/>
            </a:ln>
          </p:spPr>
          <p:txBody>
            <a:bodyPr/>
            <a:lstStyle/>
            <a:p>
              <a:endParaRPr lang="en-CA"/>
            </a:p>
          </p:txBody>
        </p:sp>
        <p:sp>
          <p:nvSpPr>
            <p:cNvPr id="72" name="Freeform: Shape 71">
              <a:extLst>
                <a:ext uri="{FF2B5EF4-FFF2-40B4-BE49-F238E27FC236}">
                  <a16:creationId xmlns:a16="http://schemas.microsoft.com/office/drawing/2014/main" id="{FE7B14EE-8495-B330-56E2-5DA27BD63CB3}"/>
                </a:ext>
              </a:extLst>
            </p:cNvPr>
            <p:cNvSpPr/>
            <p:nvPr>
              <p:custDataLst>
                <p:tags r:id="rId66"/>
              </p:custDataLst>
            </p:nvPr>
          </p:nvSpPr>
          <p:spPr>
            <a:xfrm>
              <a:off x="11521633" y="6219527"/>
              <a:ext cx="286880" cy="303661"/>
            </a:xfrm>
            <a:custGeom>
              <a:avLst/>
              <a:gdLst>
                <a:gd name="csX0" fmla="*/ 111334 w 286880"/>
                <a:gd name="csY0" fmla="*/ 162276 h 303661"/>
                <a:gd name="csX1" fmla="*/ 3336 w 286880"/>
                <a:gd name="csY1" fmla="*/ 295583 h 303661"/>
                <a:gd name="csX2" fmla="*/ 598 w 286880"/>
                <a:gd name="csY2" fmla="*/ 300442 h 303661"/>
                <a:gd name="csX3" fmla="*/ 8812 w 286880"/>
                <a:gd name="csY3" fmla="*/ 303782 h 303661"/>
                <a:gd name="csX4" fmla="*/ 261011 w 286880"/>
                <a:gd name="csY4" fmla="*/ 303782 h 303661"/>
                <a:gd name="csX5" fmla="*/ 287174 w 286880"/>
                <a:gd name="csY5" fmla="*/ 228170 h 303661"/>
                <a:gd name="csX6" fmla="*/ 279569 w 286880"/>
                <a:gd name="csY6" fmla="*/ 228170 h 303661"/>
                <a:gd name="csX7" fmla="*/ 225722 w 286880"/>
                <a:gd name="csY7" fmla="*/ 278274 h 303661"/>
                <a:gd name="csX8" fmla="*/ 155142 w 286880"/>
                <a:gd name="csY8" fmla="*/ 287081 h 303661"/>
                <a:gd name="csX9" fmla="*/ 25848 w 286880"/>
                <a:gd name="csY9" fmla="*/ 287081 h 303661"/>
                <a:gd name="csX10" fmla="*/ 131413 w 286880"/>
                <a:gd name="csY10" fmla="*/ 156810 h 303661"/>
                <a:gd name="csX11" fmla="*/ 134151 w 286880"/>
                <a:gd name="csY11" fmla="*/ 151951 h 303661"/>
                <a:gd name="csX12" fmla="*/ 132021 w 286880"/>
                <a:gd name="csY12" fmla="*/ 147700 h 303661"/>
                <a:gd name="csX13" fmla="*/ 33149 w 286880"/>
                <a:gd name="csY13" fmla="*/ 12267 h 303661"/>
                <a:gd name="csX14" fmla="*/ 153621 w 286880"/>
                <a:gd name="csY14" fmla="*/ 12267 h 303661"/>
                <a:gd name="csX15" fmla="*/ 279569 w 286880"/>
                <a:gd name="csY15" fmla="*/ 71177 h 303661"/>
                <a:gd name="csX16" fmla="*/ 287174 w 286880"/>
                <a:gd name="csY16" fmla="*/ 71177 h 303661"/>
                <a:gd name="csX17" fmla="*/ 261011 w 286880"/>
                <a:gd name="csY17" fmla="*/ 121 h 303661"/>
                <a:gd name="csX18" fmla="*/ 8812 w 286880"/>
                <a:gd name="csY18" fmla="*/ 121 h 303661"/>
                <a:gd name="csX19" fmla="*/ 294 w 286880"/>
                <a:gd name="csY19" fmla="*/ 9838 h 303661"/>
                <a:gd name="csX20" fmla="*/ 111334 w 286880"/>
                <a:gd name="csY20" fmla="*/ 162276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286880" h="303661">
                  <a:moveTo>
                    <a:pt x="111334" y="162276"/>
                  </a:moveTo>
                  <a:lnTo>
                    <a:pt x="3336" y="295583"/>
                  </a:lnTo>
                  <a:cubicBezTo>
                    <a:pt x="902" y="298620"/>
                    <a:pt x="598" y="299227"/>
                    <a:pt x="598" y="300442"/>
                  </a:cubicBezTo>
                  <a:cubicBezTo>
                    <a:pt x="598" y="303782"/>
                    <a:pt x="3336" y="303782"/>
                    <a:pt x="8812" y="303782"/>
                  </a:cubicBezTo>
                  <a:lnTo>
                    <a:pt x="261011" y="303782"/>
                  </a:lnTo>
                  <a:lnTo>
                    <a:pt x="287174" y="228170"/>
                  </a:lnTo>
                  <a:lnTo>
                    <a:pt x="279569" y="228170"/>
                  </a:lnTo>
                  <a:cubicBezTo>
                    <a:pt x="271963" y="250945"/>
                    <a:pt x="251581" y="269468"/>
                    <a:pt x="225722" y="278274"/>
                  </a:cubicBezTo>
                  <a:cubicBezTo>
                    <a:pt x="220854" y="279793"/>
                    <a:pt x="199863" y="287081"/>
                    <a:pt x="155142" y="287081"/>
                  </a:cubicBezTo>
                  <a:lnTo>
                    <a:pt x="25848" y="287081"/>
                  </a:lnTo>
                  <a:lnTo>
                    <a:pt x="131413" y="156810"/>
                  </a:lnTo>
                  <a:cubicBezTo>
                    <a:pt x="133543" y="154077"/>
                    <a:pt x="134151" y="153166"/>
                    <a:pt x="134151" y="151951"/>
                  </a:cubicBezTo>
                  <a:cubicBezTo>
                    <a:pt x="134151" y="150737"/>
                    <a:pt x="133847" y="150433"/>
                    <a:pt x="132021" y="147700"/>
                  </a:cubicBezTo>
                  <a:lnTo>
                    <a:pt x="33149" y="12267"/>
                  </a:lnTo>
                  <a:lnTo>
                    <a:pt x="153621" y="12267"/>
                  </a:lnTo>
                  <a:cubicBezTo>
                    <a:pt x="188302" y="12267"/>
                    <a:pt x="258273" y="14393"/>
                    <a:pt x="279569" y="71177"/>
                  </a:cubicBezTo>
                  <a:lnTo>
                    <a:pt x="287174" y="71177"/>
                  </a:lnTo>
                  <a:lnTo>
                    <a:pt x="261011" y="121"/>
                  </a:lnTo>
                  <a:lnTo>
                    <a:pt x="8812" y="121"/>
                  </a:lnTo>
                  <a:cubicBezTo>
                    <a:pt x="598" y="121"/>
                    <a:pt x="294" y="424"/>
                    <a:pt x="294" y="9838"/>
                  </a:cubicBezTo>
                  <a:lnTo>
                    <a:pt x="111334" y="162276"/>
                  </a:lnTo>
                  <a:close/>
                </a:path>
              </a:pathLst>
            </a:custGeom>
            <a:solidFill>
              <a:srgbClr val="000000"/>
            </a:solidFill>
            <a:ln w="30508" cap="flat">
              <a:noFill/>
              <a:prstDash val="solid"/>
              <a:miter/>
            </a:ln>
          </p:spPr>
          <p:txBody>
            <a:bodyPr/>
            <a:lstStyle/>
            <a:p>
              <a:endParaRPr lang="en-CA"/>
            </a:p>
          </p:txBody>
        </p:sp>
        <p:sp>
          <p:nvSpPr>
            <p:cNvPr id="73" name="Freeform: Shape 72">
              <a:extLst>
                <a:ext uri="{FF2B5EF4-FFF2-40B4-BE49-F238E27FC236}">
                  <a16:creationId xmlns:a16="http://schemas.microsoft.com/office/drawing/2014/main" id="{8C23E155-C960-3B8F-28E2-4D2810297D5B}"/>
                </a:ext>
              </a:extLst>
            </p:cNvPr>
            <p:cNvSpPr/>
            <p:nvPr>
              <p:custDataLst>
                <p:tags r:id="rId67"/>
              </p:custDataLst>
            </p:nvPr>
          </p:nvSpPr>
          <p:spPr>
            <a:xfrm>
              <a:off x="11835942" y="6444635"/>
              <a:ext cx="113930" cy="95865"/>
            </a:xfrm>
            <a:custGeom>
              <a:avLst/>
              <a:gdLst>
                <a:gd name="csX0" fmla="*/ 43108 w 113930"/>
                <a:gd name="csY0" fmla="*/ 71340 h 95865"/>
                <a:gd name="csX1" fmla="*/ 23090 w 113930"/>
                <a:gd name="csY1" fmla="*/ 90045 h 95865"/>
                <a:gd name="csX2" fmla="*/ 11591 w 113930"/>
                <a:gd name="csY2" fmla="*/ 87069 h 95865"/>
                <a:gd name="csX3" fmla="*/ 20961 w 113930"/>
                <a:gd name="csY3" fmla="*/ 75378 h 95865"/>
                <a:gd name="csX4" fmla="*/ 12443 w 113930"/>
                <a:gd name="csY4" fmla="*/ 67514 h 95865"/>
                <a:gd name="csX5" fmla="*/ 304 w 113930"/>
                <a:gd name="csY5" fmla="*/ 80480 h 95865"/>
                <a:gd name="csX6" fmla="*/ 22664 w 113930"/>
                <a:gd name="csY6" fmla="*/ 95997 h 95865"/>
                <a:gd name="csX7" fmla="*/ 46515 w 113930"/>
                <a:gd name="csY7" fmla="*/ 80905 h 95865"/>
                <a:gd name="csX8" fmla="*/ 71857 w 113930"/>
                <a:gd name="csY8" fmla="*/ 95997 h 95865"/>
                <a:gd name="csX9" fmla="*/ 109337 w 113930"/>
                <a:gd name="csY9" fmla="*/ 63475 h 95865"/>
                <a:gd name="csX10" fmla="*/ 105930 w 113930"/>
                <a:gd name="csY10" fmla="*/ 60712 h 95865"/>
                <a:gd name="csX11" fmla="*/ 101884 w 113930"/>
                <a:gd name="csY11" fmla="*/ 64325 h 95865"/>
                <a:gd name="csX12" fmla="*/ 72709 w 113930"/>
                <a:gd name="csY12" fmla="*/ 90045 h 95865"/>
                <a:gd name="csX13" fmla="*/ 59719 w 113930"/>
                <a:gd name="csY13" fmla="*/ 76229 h 95865"/>
                <a:gd name="csX14" fmla="*/ 70792 w 113930"/>
                <a:gd name="csY14" fmla="*/ 27764 h 95865"/>
                <a:gd name="csX15" fmla="*/ 91662 w 113930"/>
                <a:gd name="csY15" fmla="*/ 6083 h 95865"/>
                <a:gd name="csX16" fmla="*/ 103161 w 113930"/>
                <a:gd name="csY16" fmla="*/ 9059 h 95865"/>
                <a:gd name="csX17" fmla="*/ 93791 w 113930"/>
                <a:gd name="csY17" fmla="*/ 20750 h 95865"/>
                <a:gd name="csX18" fmla="*/ 102310 w 113930"/>
                <a:gd name="csY18" fmla="*/ 28615 h 95865"/>
                <a:gd name="csX19" fmla="*/ 114235 w 113930"/>
                <a:gd name="csY19" fmla="*/ 15648 h 95865"/>
                <a:gd name="csX20" fmla="*/ 92088 w 113930"/>
                <a:gd name="csY20" fmla="*/ 131 h 95865"/>
                <a:gd name="csX21" fmla="*/ 68237 w 113930"/>
                <a:gd name="csY21" fmla="*/ 15223 h 95865"/>
                <a:gd name="csX22" fmla="*/ 42682 w 113930"/>
                <a:gd name="csY22" fmla="*/ 131 h 95865"/>
                <a:gd name="csX23" fmla="*/ 5202 w 113930"/>
                <a:gd name="csY23" fmla="*/ 32653 h 95865"/>
                <a:gd name="csX24" fmla="*/ 8822 w 113930"/>
                <a:gd name="csY24" fmla="*/ 35417 h 95865"/>
                <a:gd name="csX25" fmla="*/ 12868 w 113930"/>
                <a:gd name="csY25" fmla="*/ 31803 h 95865"/>
                <a:gd name="csX26" fmla="*/ 42043 w 113930"/>
                <a:gd name="csY26" fmla="*/ 6083 h 95865"/>
                <a:gd name="csX27" fmla="*/ 54821 w 113930"/>
                <a:gd name="csY27" fmla="*/ 20112 h 95865"/>
                <a:gd name="csX28" fmla="*/ 50349 w 113930"/>
                <a:gd name="csY28" fmla="*/ 42219 h 95865"/>
                <a:gd name="csX29" fmla="*/ 43108 w 113930"/>
                <a:gd name="csY29" fmla="*/ 71340 h 95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13930" h="95865">
                  <a:moveTo>
                    <a:pt x="43108" y="71340"/>
                  </a:moveTo>
                  <a:cubicBezTo>
                    <a:pt x="40979" y="78567"/>
                    <a:pt x="33951" y="90045"/>
                    <a:pt x="23090" y="90045"/>
                  </a:cubicBezTo>
                  <a:cubicBezTo>
                    <a:pt x="22451" y="90045"/>
                    <a:pt x="16063" y="90045"/>
                    <a:pt x="11591" y="87069"/>
                  </a:cubicBezTo>
                  <a:cubicBezTo>
                    <a:pt x="20322" y="84306"/>
                    <a:pt x="20961" y="76654"/>
                    <a:pt x="20961" y="75378"/>
                  </a:cubicBezTo>
                  <a:cubicBezTo>
                    <a:pt x="20961" y="70702"/>
                    <a:pt x="17340" y="67514"/>
                    <a:pt x="12443" y="67514"/>
                  </a:cubicBezTo>
                  <a:cubicBezTo>
                    <a:pt x="6480" y="67514"/>
                    <a:pt x="304" y="72615"/>
                    <a:pt x="304" y="80480"/>
                  </a:cubicBezTo>
                  <a:cubicBezTo>
                    <a:pt x="304" y="91108"/>
                    <a:pt x="12230" y="95997"/>
                    <a:pt x="22664" y="95997"/>
                  </a:cubicBezTo>
                  <a:cubicBezTo>
                    <a:pt x="32460" y="95997"/>
                    <a:pt x="41191" y="89833"/>
                    <a:pt x="46515" y="80905"/>
                  </a:cubicBezTo>
                  <a:cubicBezTo>
                    <a:pt x="51626" y="92171"/>
                    <a:pt x="63339" y="95997"/>
                    <a:pt x="71857" y="95997"/>
                  </a:cubicBezTo>
                  <a:cubicBezTo>
                    <a:pt x="96347" y="95997"/>
                    <a:pt x="109337" y="69427"/>
                    <a:pt x="109337" y="63475"/>
                  </a:cubicBezTo>
                  <a:cubicBezTo>
                    <a:pt x="109337" y="60712"/>
                    <a:pt x="106569" y="60712"/>
                    <a:pt x="105930" y="60712"/>
                  </a:cubicBezTo>
                  <a:cubicBezTo>
                    <a:pt x="102948" y="60712"/>
                    <a:pt x="102735" y="61774"/>
                    <a:pt x="101884" y="64325"/>
                  </a:cubicBezTo>
                  <a:cubicBezTo>
                    <a:pt x="97412" y="78992"/>
                    <a:pt x="84634" y="90045"/>
                    <a:pt x="72709" y="90045"/>
                  </a:cubicBezTo>
                  <a:cubicBezTo>
                    <a:pt x="64191" y="90045"/>
                    <a:pt x="59719" y="84306"/>
                    <a:pt x="59719" y="76229"/>
                  </a:cubicBezTo>
                  <a:cubicBezTo>
                    <a:pt x="59719" y="70702"/>
                    <a:pt x="64829" y="51359"/>
                    <a:pt x="70792" y="27764"/>
                  </a:cubicBezTo>
                  <a:cubicBezTo>
                    <a:pt x="75051" y="11397"/>
                    <a:pt x="84634" y="6083"/>
                    <a:pt x="91662" y="6083"/>
                  </a:cubicBezTo>
                  <a:cubicBezTo>
                    <a:pt x="92088" y="6083"/>
                    <a:pt x="98689" y="6083"/>
                    <a:pt x="103161" y="9059"/>
                  </a:cubicBezTo>
                  <a:cubicBezTo>
                    <a:pt x="96347" y="10972"/>
                    <a:pt x="93791" y="16924"/>
                    <a:pt x="93791" y="20750"/>
                  </a:cubicBezTo>
                  <a:cubicBezTo>
                    <a:pt x="93791" y="25426"/>
                    <a:pt x="97412" y="28615"/>
                    <a:pt x="102310" y="28615"/>
                  </a:cubicBezTo>
                  <a:cubicBezTo>
                    <a:pt x="107208" y="28615"/>
                    <a:pt x="114235" y="24576"/>
                    <a:pt x="114235" y="15648"/>
                  </a:cubicBezTo>
                  <a:cubicBezTo>
                    <a:pt x="114235" y="3745"/>
                    <a:pt x="100606" y="131"/>
                    <a:pt x="92088" y="131"/>
                  </a:cubicBezTo>
                  <a:cubicBezTo>
                    <a:pt x="81440" y="131"/>
                    <a:pt x="72922" y="7146"/>
                    <a:pt x="68237" y="15223"/>
                  </a:cubicBezTo>
                  <a:cubicBezTo>
                    <a:pt x="64404" y="6508"/>
                    <a:pt x="54608" y="131"/>
                    <a:pt x="42682" y="131"/>
                  </a:cubicBezTo>
                  <a:cubicBezTo>
                    <a:pt x="18831" y="131"/>
                    <a:pt x="5202" y="26276"/>
                    <a:pt x="5202" y="32653"/>
                  </a:cubicBezTo>
                  <a:cubicBezTo>
                    <a:pt x="5202" y="35417"/>
                    <a:pt x="8183" y="35417"/>
                    <a:pt x="8822" y="35417"/>
                  </a:cubicBezTo>
                  <a:cubicBezTo>
                    <a:pt x="11591" y="35417"/>
                    <a:pt x="11804" y="34566"/>
                    <a:pt x="12868" y="31803"/>
                  </a:cubicBezTo>
                  <a:cubicBezTo>
                    <a:pt x="18192" y="15223"/>
                    <a:pt x="31608" y="6083"/>
                    <a:pt x="42043" y="6083"/>
                  </a:cubicBezTo>
                  <a:cubicBezTo>
                    <a:pt x="49071" y="6083"/>
                    <a:pt x="54821" y="9909"/>
                    <a:pt x="54821" y="20112"/>
                  </a:cubicBezTo>
                  <a:cubicBezTo>
                    <a:pt x="54821" y="24363"/>
                    <a:pt x="52265" y="34991"/>
                    <a:pt x="50349" y="42219"/>
                  </a:cubicBezTo>
                  <a:lnTo>
                    <a:pt x="43108" y="71340"/>
                  </a:lnTo>
                  <a:close/>
                </a:path>
              </a:pathLst>
            </a:custGeom>
            <a:solidFill>
              <a:srgbClr val="000000"/>
            </a:solidFill>
            <a:ln w="30508" cap="flat">
              <a:noFill/>
              <a:prstDash val="solid"/>
              <a:miter/>
            </a:ln>
          </p:spPr>
          <p:txBody>
            <a:bodyPr/>
            <a:lstStyle/>
            <a:p>
              <a:endParaRPr lang="en-CA"/>
            </a:p>
          </p:txBody>
        </p:sp>
        <p:sp>
          <p:nvSpPr>
            <p:cNvPr id="74" name="Freeform: Shape 73">
              <a:extLst>
                <a:ext uri="{FF2B5EF4-FFF2-40B4-BE49-F238E27FC236}">
                  <a16:creationId xmlns:a16="http://schemas.microsoft.com/office/drawing/2014/main" id="{97714D32-0F39-6FCB-7636-DFDEDC9E23D6}"/>
                </a:ext>
              </a:extLst>
            </p:cNvPr>
            <p:cNvSpPr/>
            <p:nvPr>
              <p:custDataLst>
                <p:tags r:id="rId68"/>
              </p:custDataLst>
            </p:nvPr>
          </p:nvSpPr>
          <p:spPr>
            <a:xfrm>
              <a:off x="11986676" y="6415726"/>
              <a:ext cx="117764" cy="138803"/>
            </a:xfrm>
            <a:custGeom>
              <a:avLst/>
              <a:gdLst>
                <a:gd name="csX0" fmla="*/ 109555 w 117764"/>
                <a:gd name="csY0" fmla="*/ 74741 h 138803"/>
                <a:gd name="csX1" fmla="*/ 118073 w 117764"/>
                <a:gd name="csY1" fmla="*/ 69639 h 138803"/>
                <a:gd name="csX2" fmla="*/ 109555 w 117764"/>
                <a:gd name="csY2" fmla="*/ 64325 h 138803"/>
                <a:gd name="csX3" fmla="*/ 10956 w 117764"/>
                <a:gd name="csY3" fmla="*/ 64325 h 138803"/>
                <a:gd name="csX4" fmla="*/ 73139 w 117764"/>
                <a:gd name="csY4" fmla="*/ 10547 h 138803"/>
                <a:gd name="csX5" fmla="*/ 109555 w 117764"/>
                <a:gd name="csY5" fmla="*/ 10547 h 138803"/>
                <a:gd name="csX6" fmla="*/ 118073 w 117764"/>
                <a:gd name="csY6" fmla="*/ 5445 h 138803"/>
                <a:gd name="csX7" fmla="*/ 109555 w 117764"/>
                <a:gd name="csY7" fmla="*/ 131 h 138803"/>
                <a:gd name="csX8" fmla="*/ 72287 w 117764"/>
                <a:gd name="csY8" fmla="*/ 131 h 138803"/>
                <a:gd name="csX9" fmla="*/ 309 w 117764"/>
                <a:gd name="csY9" fmla="*/ 69427 h 138803"/>
                <a:gd name="csX10" fmla="*/ 72287 w 117764"/>
                <a:gd name="csY10" fmla="*/ 138935 h 138803"/>
                <a:gd name="csX11" fmla="*/ 109555 w 117764"/>
                <a:gd name="csY11" fmla="*/ 138935 h 138803"/>
                <a:gd name="csX12" fmla="*/ 118073 w 117764"/>
                <a:gd name="csY12" fmla="*/ 133833 h 138803"/>
                <a:gd name="csX13" fmla="*/ 109555 w 117764"/>
                <a:gd name="csY13" fmla="*/ 128519 h 138803"/>
                <a:gd name="csX14" fmla="*/ 73139 w 117764"/>
                <a:gd name="csY14" fmla="*/ 128519 h 138803"/>
                <a:gd name="csX15" fmla="*/ 10956 w 117764"/>
                <a:gd name="csY15" fmla="*/ 74741 h 138803"/>
                <a:gd name="csX16" fmla="*/ 109555 w 117764"/>
                <a:gd name="csY16" fmla="*/ 74741 h 1388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7764" h="138803">
                  <a:moveTo>
                    <a:pt x="109555" y="74741"/>
                  </a:moveTo>
                  <a:cubicBezTo>
                    <a:pt x="112962" y="74741"/>
                    <a:pt x="118073" y="74741"/>
                    <a:pt x="118073" y="69639"/>
                  </a:cubicBezTo>
                  <a:cubicBezTo>
                    <a:pt x="118073" y="64325"/>
                    <a:pt x="113175" y="64325"/>
                    <a:pt x="109555" y="64325"/>
                  </a:cubicBezTo>
                  <a:lnTo>
                    <a:pt x="10956" y="64325"/>
                  </a:lnTo>
                  <a:cubicBezTo>
                    <a:pt x="14151" y="33504"/>
                    <a:pt x="39918" y="10547"/>
                    <a:pt x="73139" y="10547"/>
                  </a:cubicBezTo>
                  <a:lnTo>
                    <a:pt x="109555" y="10547"/>
                  </a:lnTo>
                  <a:cubicBezTo>
                    <a:pt x="112962" y="10547"/>
                    <a:pt x="118073" y="10547"/>
                    <a:pt x="118073" y="5445"/>
                  </a:cubicBezTo>
                  <a:cubicBezTo>
                    <a:pt x="118073" y="131"/>
                    <a:pt x="113175" y="131"/>
                    <a:pt x="109555" y="131"/>
                  </a:cubicBezTo>
                  <a:lnTo>
                    <a:pt x="72287" y="131"/>
                  </a:lnTo>
                  <a:cubicBezTo>
                    <a:pt x="32678" y="131"/>
                    <a:pt x="309" y="31165"/>
                    <a:pt x="309" y="69427"/>
                  </a:cubicBezTo>
                  <a:cubicBezTo>
                    <a:pt x="309" y="108538"/>
                    <a:pt x="33104" y="138935"/>
                    <a:pt x="72287" y="138935"/>
                  </a:cubicBezTo>
                  <a:lnTo>
                    <a:pt x="109555" y="138935"/>
                  </a:lnTo>
                  <a:cubicBezTo>
                    <a:pt x="112962" y="138935"/>
                    <a:pt x="118073" y="138935"/>
                    <a:pt x="118073" y="133833"/>
                  </a:cubicBezTo>
                  <a:cubicBezTo>
                    <a:pt x="118073" y="128519"/>
                    <a:pt x="113175" y="128519"/>
                    <a:pt x="109555" y="128519"/>
                  </a:cubicBezTo>
                  <a:lnTo>
                    <a:pt x="73139" y="128519"/>
                  </a:lnTo>
                  <a:cubicBezTo>
                    <a:pt x="39918" y="128519"/>
                    <a:pt x="14151" y="105562"/>
                    <a:pt x="10956" y="74741"/>
                  </a:cubicBezTo>
                  <a:lnTo>
                    <a:pt x="109555" y="74741"/>
                  </a:lnTo>
                  <a:close/>
                </a:path>
              </a:pathLst>
            </a:custGeom>
            <a:solidFill>
              <a:srgbClr val="000000"/>
            </a:solidFill>
            <a:ln w="30508" cap="flat">
              <a:noFill/>
              <a:prstDash val="solid"/>
              <a:miter/>
            </a:ln>
          </p:spPr>
          <p:txBody>
            <a:bodyPr/>
            <a:lstStyle/>
            <a:p>
              <a:endParaRPr lang="en-CA"/>
            </a:p>
          </p:txBody>
        </p:sp>
        <p:sp>
          <p:nvSpPr>
            <p:cNvPr id="75" name="Freeform: Shape 74">
              <a:extLst>
                <a:ext uri="{FF2B5EF4-FFF2-40B4-BE49-F238E27FC236}">
                  <a16:creationId xmlns:a16="http://schemas.microsoft.com/office/drawing/2014/main" id="{D0177B5D-12E4-AA57-C82F-AAE8F45608B0}"/>
                </a:ext>
              </a:extLst>
            </p:cNvPr>
            <p:cNvSpPr/>
            <p:nvPr>
              <p:custDataLst>
                <p:tags r:id="rId69"/>
              </p:custDataLst>
            </p:nvPr>
          </p:nvSpPr>
          <p:spPr>
            <a:xfrm>
              <a:off x="12144443" y="6393195"/>
              <a:ext cx="166530" cy="149431"/>
            </a:xfrm>
            <a:custGeom>
              <a:avLst/>
              <a:gdLst>
                <a:gd name="csX0" fmla="*/ 135753 w 166530"/>
                <a:gd name="csY0" fmla="*/ 25426 h 149431"/>
                <a:gd name="csX1" fmla="*/ 161947 w 166530"/>
                <a:gd name="csY1" fmla="*/ 7783 h 149431"/>
                <a:gd name="csX2" fmla="*/ 166845 w 166530"/>
                <a:gd name="csY2" fmla="*/ 3107 h 149431"/>
                <a:gd name="csX3" fmla="*/ 163863 w 166530"/>
                <a:gd name="csY3" fmla="*/ 131 h 149431"/>
                <a:gd name="csX4" fmla="*/ 146827 w 166530"/>
                <a:gd name="csY4" fmla="*/ 981 h 149431"/>
                <a:gd name="csX5" fmla="*/ 124680 w 166530"/>
                <a:gd name="csY5" fmla="*/ 131 h 149431"/>
                <a:gd name="csX6" fmla="*/ 120421 w 166530"/>
                <a:gd name="csY6" fmla="*/ 4808 h 149431"/>
                <a:gd name="csX7" fmla="*/ 124254 w 166530"/>
                <a:gd name="csY7" fmla="*/ 7783 h 149431"/>
                <a:gd name="csX8" fmla="*/ 132985 w 166530"/>
                <a:gd name="csY8" fmla="*/ 13948 h 149431"/>
                <a:gd name="csX9" fmla="*/ 129152 w 166530"/>
                <a:gd name="csY9" fmla="*/ 22450 h 149431"/>
                <a:gd name="csX10" fmla="*/ 59303 w 166530"/>
                <a:gd name="csY10" fmla="*/ 125331 h 149431"/>
                <a:gd name="csX11" fmla="*/ 39924 w 166530"/>
                <a:gd name="csY11" fmla="*/ 16711 h 149431"/>
                <a:gd name="csX12" fmla="*/ 39498 w 166530"/>
                <a:gd name="csY12" fmla="*/ 13523 h 149431"/>
                <a:gd name="csX13" fmla="*/ 52914 w 166530"/>
                <a:gd name="csY13" fmla="*/ 7783 h 149431"/>
                <a:gd name="csX14" fmla="*/ 59303 w 166530"/>
                <a:gd name="csY14" fmla="*/ 3107 h 149431"/>
                <a:gd name="csX15" fmla="*/ 55682 w 166530"/>
                <a:gd name="csY15" fmla="*/ 131 h 149431"/>
                <a:gd name="csX16" fmla="*/ 28211 w 166530"/>
                <a:gd name="csY16" fmla="*/ 981 h 149431"/>
                <a:gd name="csX17" fmla="*/ 4573 w 166530"/>
                <a:gd name="csY17" fmla="*/ 131 h 149431"/>
                <a:gd name="csX18" fmla="*/ 314 w 166530"/>
                <a:gd name="csY18" fmla="*/ 4808 h 149431"/>
                <a:gd name="csX19" fmla="*/ 5638 w 166530"/>
                <a:gd name="csY19" fmla="*/ 7783 h 149431"/>
                <a:gd name="csX20" fmla="*/ 18841 w 166530"/>
                <a:gd name="csY20" fmla="*/ 14585 h 149431"/>
                <a:gd name="csX21" fmla="*/ 42053 w 166530"/>
                <a:gd name="csY21" fmla="*/ 143824 h 149431"/>
                <a:gd name="csX22" fmla="*/ 47164 w 166530"/>
                <a:gd name="csY22" fmla="*/ 149563 h 149431"/>
                <a:gd name="csX23" fmla="*/ 54405 w 166530"/>
                <a:gd name="csY23" fmla="*/ 144886 h 149431"/>
                <a:gd name="csX24" fmla="*/ 135753 w 166530"/>
                <a:gd name="csY24" fmla="*/ 25426 h 149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66530" h="149431">
                  <a:moveTo>
                    <a:pt x="135753" y="25426"/>
                  </a:moveTo>
                  <a:cubicBezTo>
                    <a:pt x="143633" y="13948"/>
                    <a:pt x="150447" y="8634"/>
                    <a:pt x="161947" y="7783"/>
                  </a:cubicBezTo>
                  <a:cubicBezTo>
                    <a:pt x="164502" y="7571"/>
                    <a:pt x="166845" y="7358"/>
                    <a:pt x="166845" y="3107"/>
                  </a:cubicBezTo>
                  <a:cubicBezTo>
                    <a:pt x="166845" y="2469"/>
                    <a:pt x="166419" y="131"/>
                    <a:pt x="163863" y="131"/>
                  </a:cubicBezTo>
                  <a:cubicBezTo>
                    <a:pt x="158753" y="131"/>
                    <a:pt x="152151" y="981"/>
                    <a:pt x="146827" y="981"/>
                  </a:cubicBezTo>
                  <a:cubicBezTo>
                    <a:pt x="140013" y="981"/>
                    <a:pt x="131068" y="131"/>
                    <a:pt x="124680" y="131"/>
                  </a:cubicBezTo>
                  <a:cubicBezTo>
                    <a:pt x="122763" y="131"/>
                    <a:pt x="120421" y="769"/>
                    <a:pt x="120421" y="4808"/>
                  </a:cubicBezTo>
                  <a:cubicBezTo>
                    <a:pt x="120421" y="7571"/>
                    <a:pt x="123402" y="7783"/>
                    <a:pt x="124254" y="7783"/>
                  </a:cubicBezTo>
                  <a:cubicBezTo>
                    <a:pt x="131068" y="8209"/>
                    <a:pt x="132985" y="10759"/>
                    <a:pt x="132985" y="13948"/>
                  </a:cubicBezTo>
                  <a:cubicBezTo>
                    <a:pt x="132985" y="16924"/>
                    <a:pt x="131494" y="19049"/>
                    <a:pt x="129152" y="22450"/>
                  </a:cubicBezTo>
                  <a:lnTo>
                    <a:pt x="59303" y="125331"/>
                  </a:lnTo>
                  <a:lnTo>
                    <a:pt x="39924" y="16711"/>
                  </a:lnTo>
                  <a:cubicBezTo>
                    <a:pt x="39498" y="14798"/>
                    <a:pt x="39498" y="14373"/>
                    <a:pt x="39498" y="13523"/>
                  </a:cubicBezTo>
                  <a:cubicBezTo>
                    <a:pt x="39498" y="7783"/>
                    <a:pt x="51423" y="7783"/>
                    <a:pt x="52914" y="7783"/>
                  </a:cubicBezTo>
                  <a:cubicBezTo>
                    <a:pt x="56534" y="7783"/>
                    <a:pt x="59303" y="7783"/>
                    <a:pt x="59303" y="3107"/>
                  </a:cubicBezTo>
                  <a:cubicBezTo>
                    <a:pt x="59303" y="2894"/>
                    <a:pt x="59090" y="131"/>
                    <a:pt x="55682" y="131"/>
                  </a:cubicBezTo>
                  <a:cubicBezTo>
                    <a:pt x="49507" y="131"/>
                    <a:pt x="34387" y="981"/>
                    <a:pt x="28211" y="981"/>
                  </a:cubicBezTo>
                  <a:cubicBezTo>
                    <a:pt x="22887" y="981"/>
                    <a:pt x="9897" y="131"/>
                    <a:pt x="4573" y="131"/>
                  </a:cubicBezTo>
                  <a:cubicBezTo>
                    <a:pt x="2656" y="131"/>
                    <a:pt x="314" y="769"/>
                    <a:pt x="314" y="4808"/>
                  </a:cubicBezTo>
                  <a:cubicBezTo>
                    <a:pt x="314" y="7783"/>
                    <a:pt x="3295" y="7783"/>
                    <a:pt x="5638" y="7783"/>
                  </a:cubicBezTo>
                  <a:cubicBezTo>
                    <a:pt x="17563" y="7783"/>
                    <a:pt x="17776" y="9059"/>
                    <a:pt x="18841" y="14585"/>
                  </a:cubicBezTo>
                  <a:lnTo>
                    <a:pt x="42053" y="143824"/>
                  </a:lnTo>
                  <a:cubicBezTo>
                    <a:pt x="42905" y="148288"/>
                    <a:pt x="43118" y="149563"/>
                    <a:pt x="47164" y="149563"/>
                  </a:cubicBezTo>
                  <a:cubicBezTo>
                    <a:pt x="51210" y="149563"/>
                    <a:pt x="52275" y="148075"/>
                    <a:pt x="54405" y="144886"/>
                  </a:cubicBezTo>
                  <a:lnTo>
                    <a:pt x="135753" y="25426"/>
                  </a:lnTo>
                  <a:close/>
                </a:path>
              </a:pathLst>
            </a:custGeom>
            <a:solidFill>
              <a:srgbClr val="000000"/>
            </a:solidFill>
            <a:ln w="30508" cap="flat">
              <a:noFill/>
              <a:prstDash val="solid"/>
              <a:miter/>
            </a:ln>
          </p:spPr>
          <p:txBody>
            <a:bodyPr/>
            <a:lstStyle/>
            <a:p>
              <a:endParaRPr lang="en-CA"/>
            </a:p>
          </p:txBody>
        </p:sp>
        <p:sp>
          <p:nvSpPr>
            <p:cNvPr id="76" name="Freeform: Shape 75">
              <a:extLst>
                <a:ext uri="{FF2B5EF4-FFF2-40B4-BE49-F238E27FC236}">
                  <a16:creationId xmlns:a16="http://schemas.microsoft.com/office/drawing/2014/main" id="{D415A5FD-F151-28B6-132F-AD8EA7AE8231}"/>
                </a:ext>
              </a:extLst>
            </p:cNvPr>
            <p:cNvSpPr/>
            <p:nvPr>
              <p:custDataLst>
                <p:tags r:id="rId70"/>
              </p:custDataLst>
            </p:nvPr>
          </p:nvSpPr>
          <p:spPr>
            <a:xfrm>
              <a:off x="12403581" y="6296963"/>
              <a:ext cx="120603" cy="153045"/>
            </a:xfrm>
            <a:custGeom>
              <a:avLst/>
              <a:gdLst>
                <a:gd name="csX0" fmla="*/ 72119 w 120603"/>
                <a:gd name="csY0" fmla="*/ 153173 h 153045"/>
                <a:gd name="csX1" fmla="*/ 94631 w 120603"/>
                <a:gd name="csY1" fmla="*/ 149833 h 153045"/>
                <a:gd name="csX2" fmla="*/ 115927 w 120603"/>
                <a:gd name="csY2" fmla="*/ 138294 h 153045"/>
                <a:gd name="csX3" fmla="*/ 120186 w 120603"/>
                <a:gd name="csY3" fmla="*/ 129488 h 153045"/>
                <a:gd name="csX4" fmla="*/ 115623 w 120603"/>
                <a:gd name="csY4" fmla="*/ 121289 h 153045"/>
                <a:gd name="csX5" fmla="*/ 105583 w 120603"/>
                <a:gd name="csY5" fmla="*/ 122200 h 153045"/>
                <a:gd name="csX6" fmla="*/ 89155 w 120603"/>
                <a:gd name="csY6" fmla="*/ 130703 h 153045"/>
                <a:gd name="csX7" fmla="*/ 73640 w 120603"/>
                <a:gd name="csY7" fmla="*/ 133132 h 153045"/>
                <a:gd name="csX8" fmla="*/ 38046 w 120603"/>
                <a:gd name="csY8" fmla="*/ 117949 h 153045"/>
                <a:gd name="csX9" fmla="*/ 25573 w 120603"/>
                <a:gd name="csY9" fmla="*/ 76044 h 153045"/>
                <a:gd name="csX10" fmla="*/ 38046 w 120603"/>
                <a:gd name="csY10" fmla="*/ 34746 h 153045"/>
                <a:gd name="csX11" fmla="*/ 73640 w 120603"/>
                <a:gd name="csY11" fmla="*/ 20170 h 153045"/>
                <a:gd name="csX12" fmla="*/ 89155 w 120603"/>
                <a:gd name="csY12" fmla="*/ 22599 h 153045"/>
                <a:gd name="csX13" fmla="*/ 105583 w 120603"/>
                <a:gd name="csY13" fmla="*/ 31102 h 153045"/>
                <a:gd name="csX14" fmla="*/ 115623 w 120603"/>
                <a:gd name="csY14" fmla="*/ 32316 h 153045"/>
                <a:gd name="csX15" fmla="*/ 120794 w 120603"/>
                <a:gd name="csY15" fmla="*/ 24117 h 153045"/>
                <a:gd name="csX16" fmla="*/ 116535 w 120603"/>
                <a:gd name="csY16" fmla="*/ 15008 h 153045"/>
                <a:gd name="csX17" fmla="*/ 94935 w 120603"/>
                <a:gd name="csY17" fmla="*/ 3772 h 153045"/>
                <a:gd name="csX18" fmla="*/ 72119 w 120603"/>
                <a:gd name="csY18" fmla="*/ 128 h 153045"/>
                <a:gd name="csX19" fmla="*/ 19489 w 120603"/>
                <a:gd name="csY19" fmla="*/ 20474 h 153045"/>
                <a:gd name="csX20" fmla="*/ 323 w 120603"/>
                <a:gd name="csY20" fmla="*/ 75740 h 153045"/>
                <a:gd name="csX21" fmla="*/ 8841 w 120603"/>
                <a:gd name="csY21" fmla="*/ 116734 h 153045"/>
                <a:gd name="csX22" fmla="*/ 33787 w 120603"/>
                <a:gd name="csY22" fmla="*/ 143760 h 153045"/>
                <a:gd name="csX23" fmla="*/ 72119 w 120603"/>
                <a:gd name="csY23" fmla="*/ 153173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20603" h="153045">
                  <a:moveTo>
                    <a:pt x="72119" y="153173"/>
                  </a:moveTo>
                  <a:cubicBezTo>
                    <a:pt x="79420" y="153173"/>
                    <a:pt x="86721" y="152263"/>
                    <a:pt x="94631" y="149833"/>
                  </a:cubicBezTo>
                  <a:cubicBezTo>
                    <a:pt x="102237" y="147404"/>
                    <a:pt x="109234" y="143760"/>
                    <a:pt x="115927" y="138294"/>
                  </a:cubicBezTo>
                  <a:cubicBezTo>
                    <a:pt x="118969" y="136168"/>
                    <a:pt x="120490" y="133132"/>
                    <a:pt x="120186" y="129488"/>
                  </a:cubicBezTo>
                  <a:cubicBezTo>
                    <a:pt x="119882" y="125844"/>
                    <a:pt x="118361" y="123111"/>
                    <a:pt x="115623" y="121289"/>
                  </a:cubicBezTo>
                  <a:cubicBezTo>
                    <a:pt x="112580" y="119467"/>
                    <a:pt x="109234" y="119771"/>
                    <a:pt x="105583" y="122200"/>
                  </a:cubicBezTo>
                  <a:cubicBezTo>
                    <a:pt x="100107" y="126451"/>
                    <a:pt x="94631" y="129184"/>
                    <a:pt x="89155" y="130703"/>
                  </a:cubicBezTo>
                  <a:cubicBezTo>
                    <a:pt x="83679" y="132525"/>
                    <a:pt x="78508" y="133132"/>
                    <a:pt x="73640" y="133132"/>
                  </a:cubicBezTo>
                  <a:cubicBezTo>
                    <a:pt x="58125" y="133132"/>
                    <a:pt x="46260" y="128273"/>
                    <a:pt x="38046" y="117949"/>
                  </a:cubicBezTo>
                  <a:cubicBezTo>
                    <a:pt x="29528" y="107624"/>
                    <a:pt x="25573" y="93656"/>
                    <a:pt x="25573" y="76044"/>
                  </a:cubicBezTo>
                  <a:cubicBezTo>
                    <a:pt x="25573" y="58127"/>
                    <a:pt x="29528" y="44463"/>
                    <a:pt x="38046" y="34746"/>
                  </a:cubicBezTo>
                  <a:cubicBezTo>
                    <a:pt x="46260" y="25028"/>
                    <a:pt x="58125" y="20170"/>
                    <a:pt x="73640" y="20170"/>
                  </a:cubicBezTo>
                  <a:cubicBezTo>
                    <a:pt x="78508" y="20170"/>
                    <a:pt x="83679" y="21081"/>
                    <a:pt x="89155" y="22599"/>
                  </a:cubicBezTo>
                  <a:cubicBezTo>
                    <a:pt x="94631" y="24421"/>
                    <a:pt x="100107" y="27154"/>
                    <a:pt x="105583" y="31102"/>
                  </a:cubicBezTo>
                  <a:cubicBezTo>
                    <a:pt x="109234" y="33835"/>
                    <a:pt x="112580" y="34138"/>
                    <a:pt x="115623" y="32316"/>
                  </a:cubicBezTo>
                  <a:cubicBezTo>
                    <a:pt x="118665" y="30494"/>
                    <a:pt x="120186" y="27761"/>
                    <a:pt x="120794" y="24117"/>
                  </a:cubicBezTo>
                  <a:cubicBezTo>
                    <a:pt x="121403" y="20474"/>
                    <a:pt x="119882" y="17437"/>
                    <a:pt x="116535" y="15008"/>
                  </a:cubicBezTo>
                  <a:cubicBezTo>
                    <a:pt x="109842" y="9845"/>
                    <a:pt x="102845" y="6201"/>
                    <a:pt x="94935" y="3772"/>
                  </a:cubicBezTo>
                  <a:cubicBezTo>
                    <a:pt x="87026" y="1343"/>
                    <a:pt x="79420" y="128"/>
                    <a:pt x="72119" y="128"/>
                  </a:cubicBezTo>
                  <a:cubicBezTo>
                    <a:pt x="49606" y="128"/>
                    <a:pt x="32266" y="7112"/>
                    <a:pt x="19489" y="20474"/>
                  </a:cubicBezTo>
                  <a:cubicBezTo>
                    <a:pt x="6711" y="33835"/>
                    <a:pt x="323" y="52358"/>
                    <a:pt x="323" y="75740"/>
                  </a:cubicBezTo>
                  <a:cubicBezTo>
                    <a:pt x="323" y="91530"/>
                    <a:pt x="3061" y="105195"/>
                    <a:pt x="8841" y="116734"/>
                  </a:cubicBezTo>
                  <a:cubicBezTo>
                    <a:pt x="14621" y="128273"/>
                    <a:pt x="22835" y="137383"/>
                    <a:pt x="33787" y="143760"/>
                  </a:cubicBezTo>
                  <a:cubicBezTo>
                    <a:pt x="44435" y="150137"/>
                    <a:pt x="57212" y="153173"/>
                    <a:pt x="72119" y="153173"/>
                  </a:cubicBezTo>
                  <a:close/>
                </a:path>
              </a:pathLst>
            </a:custGeom>
            <a:solidFill>
              <a:srgbClr val="000000"/>
            </a:solidFill>
            <a:ln w="30508" cap="flat">
              <a:noFill/>
              <a:prstDash val="solid"/>
              <a:miter/>
            </a:ln>
          </p:spPr>
          <p:txBody>
            <a:bodyPr/>
            <a:lstStyle/>
            <a:p>
              <a:endParaRPr lang="en-CA"/>
            </a:p>
          </p:txBody>
        </p:sp>
        <p:sp>
          <p:nvSpPr>
            <p:cNvPr id="77" name="Freeform: Shape 76">
              <a:extLst>
                <a:ext uri="{FF2B5EF4-FFF2-40B4-BE49-F238E27FC236}">
                  <a16:creationId xmlns:a16="http://schemas.microsoft.com/office/drawing/2014/main" id="{E17E37E2-DCA8-E729-FF38-38B9C07E44B8}"/>
                </a:ext>
              </a:extLst>
            </p:cNvPr>
            <p:cNvSpPr/>
            <p:nvPr>
              <p:custDataLst>
                <p:tags r:id="rId71"/>
              </p:custDataLst>
            </p:nvPr>
          </p:nvSpPr>
          <p:spPr>
            <a:xfrm>
              <a:off x="12541393" y="6296963"/>
              <a:ext cx="141158" cy="153045"/>
            </a:xfrm>
            <a:custGeom>
              <a:avLst/>
              <a:gdLst>
                <a:gd name="csX0" fmla="*/ 70906 w 141158"/>
                <a:gd name="csY0" fmla="*/ 153173 h 153045"/>
                <a:gd name="csX1" fmla="*/ 108022 w 141158"/>
                <a:gd name="csY1" fmla="*/ 143760 h 153045"/>
                <a:gd name="csX2" fmla="*/ 132663 w 141158"/>
                <a:gd name="csY2" fmla="*/ 117341 h 153045"/>
                <a:gd name="csX3" fmla="*/ 141486 w 141158"/>
                <a:gd name="csY3" fmla="*/ 76651 h 153045"/>
                <a:gd name="csX4" fmla="*/ 132663 w 141158"/>
                <a:gd name="csY4" fmla="*/ 36264 h 153045"/>
                <a:gd name="csX5" fmla="*/ 108022 w 141158"/>
                <a:gd name="csY5" fmla="*/ 9542 h 153045"/>
                <a:gd name="csX6" fmla="*/ 70906 w 141158"/>
                <a:gd name="csY6" fmla="*/ 128 h 153045"/>
                <a:gd name="csX7" fmla="*/ 33487 w 141158"/>
                <a:gd name="csY7" fmla="*/ 9542 h 153045"/>
                <a:gd name="csX8" fmla="*/ 8845 w 141158"/>
                <a:gd name="csY8" fmla="*/ 36264 h 153045"/>
                <a:gd name="csX9" fmla="*/ 327 w 141158"/>
                <a:gd name="csY9" fmla="*/ 76651 h 153045"/>
                <a:gd name="csX10" fmla="*/ 8845 w 141158"/>
                <a:gd name="csY10" fmla="*/ 117341 h 153045"/>
                <a:gd name="csX11" fmla="*/ 33487 w 141158"/>
                <a:gd name="csY11" fmla="*/ 143760 h 153045"/>
                <a:gd name="csX12" fmla="*/ 70906 w 141158"/>
                <a:gd name="csY12" fmla="*/ 153173 h 153045"/>
                <a:gd name="csX13" fmla="*/ 70906 w 141158"/>
                <a:gd name="csY13" fmla="*/ 133436 h 153045"/>
                <a:gd name="csX14" fmla="*/ 37442 w 141158"/>
                <a:gd name="csY14" fmla="*/ 118860 h 153045"/>
                <a:gd name="csX15" fmla="*/ 25273 w 141158"/>
                <a:gd name="csY15" fmla="*/ 76651 h 153045"/>
                <a:gd name="csX16" fmla="*/ 37442 w 141158"/>
                <a:gd name="csY16" fmla="*/ 34442 h 153045"/>
                <a:gd name="csX17" fmla="*/ 70906 w 141158"/>
                <a:gd name="csY17" fmla="*/ 19866 h 153045"/>
                <a:gd name="csX18" fmla="*/ 104067 w 141158"/>
                <a:gd name="csY18" fmla="*/ 34442 h 153045"/>
                <a:gd name="csX19" fmla="*/ 116540 w 141158"/>
                <a:gd name="csY19" fmla="*/ 76651 h 153045"/>
                <a:gd name="csX20" fmla="*/ 104067 w 141158"/>
                <a:gd name="csY20" fmla="*/ 118860 h 153045"/>
                <a:gd name="csX21" fmla="*/ 70906 w 141158"/>
                <a:gd name="csY21" fmla="*/ 133436 h 153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41158" h="153045">
                  <a:moveTo>
                    <a:pt x="70906" y="153173"/>
                  </a:moveTo>
                  <a:cubicBezTo>
                    <a:pt x="84901" y="153173"/>
                    <a:pt x="97374" y="150137"/>
                    <a:pt x="108022" y="143760"/>
                  </a:cubicBezTo>
                  <a:cubicBezTo>
                    <a:pt x="118669" y="137687"/>
                    <a:pt x="126883" y="128881"/>
                    <a:pt x="132663" y="117341"/>
                  </a:cubicBezTo>
                  <a:cubicBezTo>
                    <a:pt x="138444" y="105802"/>
                    <a:pt x="141486" y="92441"/>
                    <a:pt x="141486" y="76651"/>
                  </a:cubicBezTo>
                  <a:cubicBezTo>
                    <a:pt x="141486" y="61164"/>
                    <a:pt x="138444" y="47803"/>
                    <a:pt x="132663" y="36264"/>
                  </a:cubicBezTo>
                  <a:cubicBezTo>
                    <a:pt x="126883" y="24725"/>
                    <a:pt x="118669" y="15919"/>
                    <a:pt x="108022" y="9542"/>
                  </a:cubicBezTo>
                  <a:cubicBezTo>
                    <a:pt x="97374" y="3468"/>
                    <a:pt x="84901" y="128"/>
                    <a:pt x="70906" y="128"/>
                  </a:cubicBezTo>
                  <a:cubicBezTo>
                    <a:pt x="56304" y="128"/>
                    <a:pt x="43831" y="3468"/>
                    <a:pt x="33487" y="9542"/>
                  </a:cubicBezTo>
                  <a:cubicBezTo>
                    <a:pt x="22839" y="15919"/>
                    <a:pt x="14626" y="24725"/>
                    <a:pt x="8845" y="36264"/>
                  </a:cubicBezTo>
                  <a:cubicBezTo>
                    <a:pt x="3065" y="47803"/>
                    <a:pt x="327" y="61164"/>
                    <a:pt x="327" y="76651"/>
                  </a:cubicBezTo>
                  <a:cubicBezTo>
                    <a:pt x="327" y="92441"/>
                    <a:pt x="3065" y="105802"/>
                    <a:pt x="8845" y="117341"/>
                  </a:cubicBezTo>
                  <a:cubicBezTo>
                    <a:pt x="14625" y="128881"/>
                    <a:pt x="22839" y="137687"/>
                    <a:pt x="33487" y="143760"/>
                  </a:cubicBezTo>
                  <a:cubicBezTo>
                    <a:pt x="43831" y="150137"/>
                    <a:pt x="56304" y="153173"/>
                    <a:pt x="70906" y="153173"/>
                  </a:cubicBezTo>
                  <a:close/>
                  <a:moveTo>
                    <a:pt x="70906" y="133436"/>
                  </a:moveTo>
                  <a:cubicBezTo>
                    <a:pt x="56912" y="133436"/>
                    <a:pt x="45656" y="128577"/>
                    <a:pt x="37442" y="118860"/>
                  </a:cubicBezTo>
                  <a:cubicBezTo>
                    <a:pt x="29228" y="109143"/>
                    <a:pt x="25273" y="94871"/>
                    <a:pt x="25273" y="76651"/>
                  </a:cubicBezTo>
                  <a:cubicBezTo>
                    <a:pt x="25273" y="58431"/>
                    <a:pt x="29228" y="44159"/>
                    <a:pt x="37442" y="34442"/>
                  </a:cubicBezTo>
                  <a:cubicBezTo>
                    <a:pt x="45656" y="24725"/>
                    <a:pt x="56912" y="19866"/>
                    <a:pt x="70906" y="19866"/>
                  </a:cubicBezTo>
                  <a:cubicBezTo>
                    <a:pt x="84596" y="19866"/>
                    <a:pt x="95548" y="24725"/>
                    <a:pt x="104067" y="34442"/>
                  </a:cubicBezTo>
                  <a:cubicBezTo>
                    <a:pt x="112281" y="44159"/>
                    <a:pt x="116540" y="58431"/>
                    <a:pt x="116540" y="76651"/>
                  </a:cubicBezTo>
                  <a:cubicBezTo>
                    <a:pt x="116540" y="94870"/>
                    <a:pt x="112281" y="109143"/>
                    <a:pt x="104067" y="118860"/>
                  </a:cubicBezTo>
                  <a:cubicBezTo>
                    <a:pt x="95548" y="128577"/>
                    <a:pt x="84596" y="133436"/>
                    <a:pt x="70906" y="133436"/>
                  </a:cubicBezTo>
                  <a:close/>
                </a:path>
              </a:pathLst>
            </a:custGeom>
            <a:solidFill>
              <a:srgbClr val="000000"/>
            </a:solidFill>
            <a:ln w="30508" cap="flat">
              <a:noFill/>
              <a:prstDash val="solid"/>
              <a:miter/>
            </a:ln>
          </p:spPr>
          <p:txBody>
            <a:bodyPr/>
            <a:lstStyle/>
            <a:p>
              <a:endParaRPr lang="en-CA"/>
            </a:p>
          </p:txBody>
        </p:sp>
        <p:sp>
          <p:nvSpPr>
            <p:cNvPr id="78" name="Freeform: Shape 77">
              <a:extLst>
                <a:ext uri="{FF2B5EF4-FFF2-40B4-BE49-F238E27FC236}">
                  <a16:creationId xmlns:a16="http://schemas.microsoft.com/office/drawing/2014/main" id="{D333FDB8-A3CB-29B7-F96B-9409ABDED6F6}"/>
                </a:ext>
              </a:extLst>
            </p:cNvPr>
            <p:cNvSpPr/>
            <p:nvPr>
              <p:custDataLst>
                <p:tags r:id="rId72"/>
              </p:custDataLst>
            </p:nvPr>
          </p:nvSpPr>
          <p:spPr>
            <a:xfrm>
              <a:off x="12718754" y="6297570"/>
              <a:ext cx="125339" cy="152437"/>
            </a:xfrm>
            <a:custGeom>
              <a:avLst/>
              <a:gdLst>
                <a:gd name="csX0" fmla="*/ 53571 w 125339"/>
                <a:gd name="csY0" fmla="*/ 152566 h 152437"/>
                <a:gd name="csX1" fmla="*/ 81864 w 125339"/>
                <a:gd name="csY1" fmla="*/ 145582 h 152437"/>
                <a:gd name="csX2" fmla="*/ 101638 w 125339"/>
                <a:gd name="csY2" fmla="*/ 124933 h 152437"/>
                <a:gd name="csX3" fmla="*/ 101638 w 125339"/>
                <a:gd name="csY3" fmla="*/ 139205 h 152437"/>
                <a:gd name="csX4" fmla="*/ 113807 w 125339"/>
                <a:gd name="csY4" fmla="*/ 151959 h 152437"/>
                <a:gd name="csX5" fmla="*/ 125672 w 125339"/>
                <a:gd name="csY5" fmla="*/ 139205 h 152437"/>
                <a:gd name="csX6" fmla="*/ 125672 w 125339"/>
                <a:gd name="csY6" fmla="*/ 12578 h 152437"/>
                <a:gd name="csX7" fmla="*/ 113503 w 125339"/>
                <a:gd name="csY7" fmla="*/ 128 h 152437"/>
                <a:gd name="csX8" fmla="*/ 101030 w 125339"/>
                <a:gd name="csY8" fmla="*/ 12578 h 152437"/>
                <a:gd name="csX9" fmla="*/ 101030 w 125339"/>
                <a:gd name="csY9" fmla="*/ 86064 h 152437"/>
                <a:gd name="csX10" fmla="*/ 89165 w 125339"/>
                <a:gd name="csY10" fmla="*/ 119771 h 152437"/>
                <a:gd name="csX11" fmla="*/ 58439 w 125339"/>
                <a:gd name="csY11" fmla="*/ 132221 h 152437"/>
                <a:gd name="csX12" fmla="*/ 32884 w 125339"/>
                <a:gd name="csY12" fmla="*/ 122807 h 152437"/>
                <a:gd name="csX13" fmla="*/ 24975 w 125339"/>
                <a:gd name="csY13" fmla="*/ 93656 h 152437"/>
                <a:gd name="csX14" fmla="*/ 24975 w 125339"/>
                <a:gd name="csY14" fmla="*/ 12578 h 152437"/>
                <a:gd name="csX15" fmla="*/ 12501 w 125339"/>
                <a:gd name="csY15" fmla="*/ 128 h 152437"/>
                <a:gd name="csX16" fmla="*/ 333 w 125339"/>
                <a:gd name="csY16" fmla="*/ 12578 h 152437"/>
                <a:gd name="csX17" fmla="*/ 333 w 125339"/>
                <a:gd name="csY17" fmla="*/ 93960 h 152437"/>
                <a:gd name="csX18" fmla="*/ 53571 w 125339"/>
                <a:gd name="csY18" fmla="*/ 152566 h 152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5339" h="152437">
                  <a:moveTo>
                    <a:pt x="53571" y="152566"/>
                  </a:moveTo>
                  <a:cubicBezTo>
                    <a:pt x="63915" y="152566"/>
                    <a:pt x="73346" y="150441"/>
                    <a:pt x="81864" y="145582"/>
                  </a:cubicBezTo>
                  <a:cubicBezTo>
                    <a:pt x="90382" y="140723"/>
                    <a:pt x="96771" y="134043"/>
                    <a:pt x="101638" y="124933"/>
                  </a:cubicBezTo>
                  <a:lnTo>
                    <a:pt x="101638" y="139205"/>
                  </a:lnTo>
                  <a:cubicBezTo>
                    <a:pt x="101638" y="147708"/>
                    <a:pt x="105593" y="151959"/>
                    <a:pt x="113807" y="151959"/>
                  </a:cubicBezTo>
                  <a:cubicBezTo>
                    <a:pt x="121717" y="151959"/>
                    <a:pt x="125672" y="147708"/>
                    <a:pt x="125672" y="139205"/>
                  </a:cubicBezTo>
                  <a:lnTo>
                    <a:pt x="125672" y="12578"/>
                  </a:lnTo>
                  <a:cubicBezTo>
                    <a:pt x="125672" y="4379"/>
                    <a:pt x="121413" y="128"/>
                    <a:pt x="113503" y="128"/>
                  </a:cubicBezTo>
                  <a:cubicBezTo>
                    <a:pt x="104985" y="128"/>
                    <a:pt x="101030" y="4379"/>
                    <a:pt x="101030" y="12578"/>
                  </a:cubicBezTo>
                  <a:lnTo>
                    <a:pt x="101030" y="86064"/>
                  </a:lnTo>
                  <a:cubicBezTo>
                    <a:pt x="101030" y="100033"/>
                    <a:pt x="97075" y="111268"/>
                    <a:pt x="89165" y="119771"/>
                  </a:cubicBezTo>
                  <a:cubicBezTo>
                    <a:pt x="81256" y="128273"/>
                    <a:pt x="70912" y="132221"/>
                    <a:pt x="58439" y="132221"/>
                  </a:cubicBezTo>
                  <a:cubicBezTo>
                    <a:pt x="46879" y="132221"/>
                    <a:pt x="38360" y="129184"/>
                    <a:pt x="32884" y="122807"/>
                  </a:cubicBezTo>
                  <a:cubicBezTo>
                    <a:pt x="27408" y="116734"/>
                    <a:pt x="24975" y="107017"/>
                    <a:pt x="24975" y="93656"/>
                  </a:cubicBezTo>
                  <a:lnTo>
                    <a:pt x="24975" y="12578"/>
                  </a:lnTo>
                  <a:cubicBezTo>
                    <a:pt x="24975" y="4379"/>
                    <a:pt x="20715" y="128"/>
                    <a:pt x="12501" y="128"/>
                  </a:cubicBezTo>
                  <a:cubicBezTo>
                    <a:pt x="4287" y="128"/>
                    <a:pt x="333" y="4379"/>
                    <a:pt x="333" y="12578"/>
                  </a:cubicBezTo>
                  <a:lnTo>
                    <a:pt x="333" y="93960"/>
                  </a:lnTo>
                  <a:cubicBezTo>
                    <a:pt x="333" y="133132"/>
                    <a:pt x="17977" y="152566"/>
                    <a:pt x="53571" y="152566"/>
                  </a:cubicBezTo>
                  <a:close/>
                </a:path>
              </a:pathLst>
            </a:custGeom>
            <a:solidFill>
              <a:srgbClr val="000000"/>
            </a:solidFill>
            <a:ln w="30508" cap="flat">
              <a:noFill/>
              <a:prstDash val="solid"/>
              <a:miter/>
            </a:ln>
          </p:spPr>
          <p:txBody>
            <a:bodyPr/>
            <a:lstStyle/>
            <a:p>
              <a:endParaRPr lang="en-CA"/>
            </a:p>
          </p:txBody>
        </p:sp>
        <p:sp>
          <p:nvSpPr>
            <p:cNvPr id="79" name="Freeform: Shape 78">
              <a:extLst>
                <a:ext uri="{FF2B5EF4-FFF2-40B4-BE49-F238E27FC236}">
                  <a16:creationId xmlns:a16="http://schemas.microsoft.com/office/drawing/2014/main" id="{3E0DA6B3-2008-4E82-A307-2C1AA8FBCA96}"/>
                </a:ext>
              </a:extLst>
            </p:cNvPr>
            <p:cNvSpPr/>
            <p:nvPr>
              <p:custDataLst>
                <p:tags r:id="rId73"/>
              </p:custDataLst>
            </p:nvPr>
          </p:nvSpPr>
          <p:spPr>
            <a:xfrm>
              <a:off x="12890335" y="6296963"/>
              <a:ext cx="127468" cy="152437"/>
            </a:xfrm>
            <a:custGeom>
              <a:avLst/>
              <a:gdLst>
                <a:gd name="csX0" fmla="*/ 12507 w 127468"/>
                <a:gd name="csY0" fmla="*/ 152566 h 152437"/>
                <a:gd name="csX1" fmla="*/ 24980 w 127468"/>
                <a:gd name="csY1" fmla="*/ 139812 h 152437"/>
                <a:gd name="csX2" fmla="*/ 24980 w 127468"/>
                <a:gd name="csY2" fmla="*/ 66326 h 152437"/>
                <a:gd name="csX3" fmla="*/ 36845 w 127468"/>
                <a:gd name="csY3" fmla="*/ 32924 h 152437"/>
                <a:gd name="csX4" fmla="*/ 69396 w 127468"/>
                <a:gd name="csY4" fmla="*/ 20170 h 152437"/>
                <a:gd name="csX5" fmla="*/ 94951 w 127468"/>
                <a:gd name="csY5" fmla="*/ 29887 h 152437"/>
                <a:gd name="csX6" fmla="*/ 103165 w 127468"/>
                <a:gd name="csY6" fmla="*/ 59949 h 152437"/>
                <a:gd name="csX7" fmla="*/ 103165 w 127468"/>
                <a:gd name="csY7" fmla="*/ 139812 h 152437"/>
                <a:gd name="csX8" fmla="*/ 115638 w 127468"/>
                <a:gd name="csY8" fmla="*/ 152566 h 152437"/>
                <a:gd name="csX9" fmla="*/ 127807 w 127468"/>
                <a:gd name="csY9" fmla="*/ 139812 h 152437"/>
                <a:gd name="csX10" fmla="*/ 127807 w 127468"/>
                <a:gd name="csY10" fmla="*/ 58431 h 152437"/>
                <a:gd name="csX11" fmla="*/ 75177 w 127468"/>
                <a:gd name="csY11" fmla="*/ 128 h 152437"/>
                <a:gd name="csX12" fmla="*/ 45059 w 127468"/>
                <a:gd name="csY12" fmla="*/ 7112 h 152437"/>
                <a:gd name="csX13" fmla="*/ 24372 w 127468"/>
                <a:gd name="csY13" fmla="*/ 28065 h 152437"/>
                <a:gd name="csX14" fmla="*/ 24372 w 127468"/>
                <a:gd name="csY14" fmla="*/ 13186 h 152437"/>
                <a:gd name="csX15" fmla="*/ 12203 w 127468"/>
                <a:gd name="csY15" fmla="*/ 736 h 152437"/>
                <a:gd name="csX16" fmla="*/ 338 w 127468"/>
                <a:gd name="csY16" fmla="*/ 13186 h 152437"/>
                <a:gd name="csX17" fmla="*/ 338 w 127468"/>
                <a:gd name="csY17" fmla="*/ 139812 h 152437"/>
                <a:gd name="csX18" fmla="*/ 12507 w 127468"/>
                <a:gd name="csY18" fmla="*/ 152566 h 1524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7468" h="152437">
                  <a:moveTo>
                    <a:pt x="12507" y="152566"/>
                  </a:moveTo>
                  <a:cubicBezTo>
                    <a:pt x="20721" y="152566"/>
                    <a:pt x="24980" y="148315"/>
                    <a:pt x="24980" y="139812"/>
                  </a:cubicBezTo>
                  <a:lnTo>
                    <a:pt x="24980" y="66326"/>
                  </a:lnTo>
                  <a:cubicBezTo>
                    <a:pt x="24980" y="52358"/>
                    <a:pt x="28935" y="41426"/>
                    <a:pt x="36845" y="32924"/>
                  </a:cubicBezTo>
                  <a:cubicBezTo>
                    <a:pt x="44754" y="24421"/>
                    <a:pt x="55706" y="20170"/>
                    <a:pt x="69396" y="20170"/>
                  </a:cubicBezTo>
                  <a:cubicBezTo>
                    <a:pt x="80957" y="20170"/>
                    <a:pt x="89475" y="23510"/>
                    <a:pt x="94951" y="29887"/>
                  </a:cubicBezTo>
                  <a:cubicBezTo>
                    <a:pt x="100427" y="36264"/>
                    <a:pt x="103165" y="46285"/>
                    <a:pt x="103165" y="59949"/>
                  </a:cubicBezTo>
                  <a:lnTo>
                    <a:pt x="103165" y="139812"/>
                  </a:lnTo>
                  <a:cubicBezTo>
                    <a:pt x="103165" y="148315"/>
                    <a:pt x="107120" y="152566"/>
                    <a:pt x="115638" y="152566"/>
                  </a:cubicBezTo>
                  <a:cubicBezTo>
                    <a:pt x="123548" y="152566"/>
                    <a:pt x="127807" y="148315"/>
                    <a:pt x="127807" y="139812"/>
                  </a:cubicBezTo>
                  <a:lnTo>
                    <a:pt x="127807" y="58431"/>
                  </a:lnTo>
                  <a:cubicBezTo>
                    <a:pt x="127807" y="19563"/>
                    <a:pt x="110162" y="128"/>
                    <a:pt x="75177" y="128"/>
                  </a:cubicBezTo>
                  <a:cubicBezTo>
                    <a:pt x="63920" y="128"/>
                    <a:pt x="53881" y="2557"/>
                    <a:pt x="45059" y="7112"/>
                  </a:cubicBezTo>
                  <a:cubicBezTo>
                    <a:pt x="35932" y="11971"/>
                    <a:pt x="29239" y="18955"/>
                    <a:pt x="24372" y="28065"/>
                  </a:cubicBezTo>
                  <a:lnTo>
                    <a:pt x="24372" y="13186"/>
                  </a:lnTo>
                  <a:cubicBezTo>
                    <a:pt x="24372" y="4987"/>
                    <a:pt x="20113" y="736"/>
                    <a:pt x="12203" y="736"/>
                  </a:cubicBezTo>
                  <a:cubicBezTo>
                    <a:pt x="4293" y="736"/>
                    <a:pt x="338" y="4987"/>
                    <a:pt x="338" y="13186"/>
                  </a:cubicBezTo>
                  <a:lnTo>
                    <a:pt x="338" y="139812"/>
                  </a:lnTo>
                  <a:cubicBezTo>
                    <a:pt x="338" y="148315"/>
                    <a:pt x="4293" y="152566"/>
                    <a:pt x="12507" y="152566"/>
                  </a:cubicBezTo>
                  <a:close/>
                </a:path>
              </a:pathLst>
            </a:custGeom>
            <a:solidFill>
              <a:srgbClr val="000000"/>
            </a:solidFill>
            <a:ln w="30508" cap="flat">
              <a:noFill/>
              <a:prstDash val="solid"/>
              <a:miter/>
            </a:ln>
          </p:spPr>
          <p:txBody>
            <a:bodyPr/>
            <a:lstStyle/>
            <a:p>
              <a:endParaRPr lang="en-CA"/>
            </a:p>
          </p:txBody>
        </p:sp>
        <p:sp>
          <p:nvSpPr>
            <p:cNvPr id="80" name="Freeform: Shape 79">
              <a:extLst>
                <a:ext uri="{FF2B5EF4-FFF2-40B4-BE49-F238E27FC236}">
                  <a16:creationId xmlns:a16="http://schemas.microsoft.com/office/drawing/2014/main" id="{FB339D16-B82E-6672-1F84-0E075447BE38}"/>
                </a:ext>
              </a:extLst>
            </p:cNvPr>
            <p:cNvSpPr/>
            <p:nvPr>
              <p:custDataLst>
                <p:tags r:id="rId74"/>
              </p:custDataLst>
            </p:nvPr>
          </p:nvSpPr>
          <p:spPr>
            <a:xfrm>
              <a:off x="13039099" y="6252325"/>
              <a:ext cx="109823" cy="197683"/>
            </a:xfrm>
            <a:custGeom>
              <a:avLst/>
              <a:gdLst>
                <a:gd name="csX0" fmla="*/ 83701 w 109823"/>
                <a:gd name="csY0" fmla="*/ 197812 h 197683"/>
                <a:gd name="csX1" fmla="*/ 94348 w 109823"/>
                <a:gd name="csY1" fmla="*/ 196901 h 197683"/>
                <a:gd name="csX2" fmla="*/ 104083 w 109823"/>
                <a:gd name="csY2" fmla="*/ 194471 h 197683"/>
                <a:gd name="csX3" fmla="*/ 108647 w 109823"/>
                <a:gd name="csY3" fmla="*/ 190220 h 197683"/>
                <a:gd name="csX4" fmla="*/ 110168 w 109823"/>
                <a:gd name="csY4" fmla="*/ 183540 h 197683"/>
                <a:gd name="csX5" fmla="*/ 108342 w 109823"/>
                <a:gd name="csY5" fmla="*/ 176252 h 197683"/>
                <a:gd name="csX6" fmla="*/ 103779 w 109823"/>
                <a:gd name="csY6" fmla="*/ 174430 h 197683"/>
                <a:gd name="csX7" fmla="*/ 96782 w 109823"/>
                <a:gd name="csY7" fmla="*/ 175644 h 197683"/>
                <a:gd name="csX8" fmla="*/ 87047 w 109823"/>
                <a:gd name="csY8" fmla="*/ 176859 h 197683"/>
                <a:gd name="csX9" fmla="*/ 63318 w 109823"/>
                <a:gd name="csY9" fmla="*/ 168053 h 197683"/>
                <a:gd name="csX10" fmla="*/ 56016 w 109823"/>
                <a:gd name="csY10" fmla="*/ 141634 h 197683"/>
                <a:gd name="csX11" fmla="*/ 56016 w 109823"/>
                <a:gd name="csY11" fmla="*/ 66630 h 197683"/>
                <a:gd name="csX12" fmla="*/ 94348 w 109823"/>
                <a:gd name="csY12" fmla="*/ 66630 h 197683"/>
                <a:gd name="csX13" fmla="*/ 104996 w 109823"/>
                <a:gd name="csY13" fmla="*/ 56913 h 197683"/>
                <a:gd name="csX14" fmla="*/ 94348 w 109823"/>
                <a:gd name="csY14" fmla="*/ 47499 h 197683"/>
                <a:gd name="csX15" fmla="*/ 56016 w 109823"/>
                <a:gd name="csY15" fmla="*/ 47499 h 197683"/>
                <a:gd name="csX16" fmla="*/ 56016 w 109823"/>
                <a:gd name="csY16" fmla="*/ 12578 h 197683"/>
                <a:gd name="csX17" fmla="*/ 43848 w 109823"/>
                <a:gd name="csY17" fmla="*/ 128 h 197683"/>
                <a:gd name="csX18" fmla="*/ 31374 w 109823"/>
                <a:gd name="csY18" fmla="*/ 12578 h 197683"/>
                <a:gd name="csX19" fmla="*/ 31374 w 109823"/>
                <a:gd name="csY19" fmla="*/ 47499 h 197683"/>
                <a:gd name="csX20" fmla="*/ 10992 w 109823"/>
                <a:gd name="csY20" fmla="*/ 47499 h 197683"/>
                <a:gd name="csX21" fmla="*/ 344 w 109823"/>
                <a:gd name="csY21" fmla="*/ 56913 h 197683"/>
                <a:gd name="csX22" fmla="*/ 10992 w 109823"/>
                <a:gd name="csY22" fmla="*/ 66630 h 197683"/>
                <a:gd name="csX23" fmla="*/ 31374 w 109823"/>
                <a:gd name="csY23" fmla="*/ 66630 h 197683"/>
                <a:gd name="csX24" fmla="*/ 31374 w 109823"/>
                <a:gd name="csY24" fmla="*/ 144064 h 197683"/>
                <a:gd name="csX25" fmla="*/ 44456 w 109823"/>
                <a:gd name="csY25" fmla="*/ 184147 h 197683"/>
                <a:gd name="csX26" fmla="*/ 83701 w 109823"/>
                <a:gd name="csY26" fmla="*/ 197812 h 1976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09823" h="197683">
                  <a:moveTo>
                    <a:pt x="83701" y="197812"/>
                  </a:moveTo>
                  <a:cubicBezTo>
                    <a:pt x="86743" y="197812"/>
                    <a:pt x="90393" y="197508"/>
                    <a:pt x="94348" y="196901"/>
                  </a:cubicBezTo>
                  <a:cubicBezTo>
                    <a:pt x="98303" y="196293"/>
                    <a:pt x="101650" y="195382"/>
                    <a:pt x="104083" y="194471"/>
                  </a:cubicBezTo>
                  <a:cubicBezTo>
                    <a:pt x="106213" y="193864"/>
                    <a:pt x="107734" y="192346"/>
                    <a:pt x="108647" y="190220"/>
                  </a:cubicBezTo>
                  <a:cubicBezTo>
                    <a:pt x="109559" y="188398"/>
                    <a:pt x="110168" y="185969"/>
                    <a:pt x="110168" y="183540"/>
                  </a:cubicBezTo>
                  <a:cubicBezTo>
                    <a:pt x="110168" y="180199"/>
                    <a:pt x="109559" y="177770"/>
                    <a:pt x="108342" y="176252"/>
                  </a:cubicBezTo>
                  <a:cubicBezTo>
                    <a:pt x="107126" y="175037"/>
                    <a:pt x="105605" y="174430"/>
                    <a:pt x="103779" y="174430"/>
                  </a:cubicBezTo>
                  <a:cubicBezTo>
                    <a:pt x="101650" y="174430"/>
                    <a:pt x="99216" y="175037"/>
                    <a:pt x="96782" y="175644"/>
                  </a:cubicBezTo>
                  <a:cubicBezTo>
                    <a:pt x="94044" y="176555"/>
                    <a:pt x="90698" y="176859"/>
                    <a:pt x="87047" y="176859"/>
                  </a:cubicBezTo>
                  <a:cubicBezTo>
                    <a:pt x="76095" y="176859"/>
                    <a:pt x="68185" y="174126"/>
                    <a:pt x="63318" y="168053"/>
                  </a:cubicBezTo>
                  <a:cubicBezTo>
                    <a:pt x="58450" y="161980"/>
                    <a:pt x="56016" y="153173"/>
                    <a:pt x="56016" y="141634"/>
                  </a:cubicBezTo>
                  <a:lnTo>
                    <a:pt x="56016" y="66630"/>
                  </a:lnTo>
                  <a:lnTo>
                    <a:pt x="94348" y="66630"/>
                  </a:lnTo>
                  <a:cubicBezTo>
                    <a:pt x="101345" y="66630"/>
                    <a:pt x="104996" y="63593"/>
                    <a:pt x="104996" y="56913"/>
                  </a:cubicBezTo>
                  <a:cubicBezTo>
                    <a:pt x="104996" y="50840"/>
                    <a:pt x="101345" y="47499"/>
                    <a:pt x="94348" y="47499"/>
                  </a:cubicBezTo>
                  <a:lnTo>
                    <a:pt x="56016" y="47499"/>
                  </a:lnTo>
                  <a:lnTo>
                    <a:pt x="56016" y="12578"/>
                  </a:lnTo>
                  <a:cubicBezTo>
                    <a:pt x="56016" y="4379"/>
                    <a:pt x="51757" y="128"/>
                    <a:pt x="43848" y="128"/>
                  </a:cubicBezTo>
                  <a:cubicBezTo>
                    <a:pt x="35329" y="128"/>
                    <a:pt x="31374" y="4379"/>
                    <a:pt x="31374" y="12578"/>
                  </a:cubicBezTo>
                  <a:lnTo>
                    <a:pt x="31374" y="47499"/>
                  </a:lnTo>
                  <a:lnTo>
                    <a:pt x="10992" y="47499"/>
                  </a:lnTo>
                  <a:cubicBezTo>
                    <a:pt x="3690" y="47499"/>
                    <a:pt x="344" y="50840"/>
                    <a:pt x="344" y="56913"/>
                  </a:cubicBezTo>
                  <a:cubicBezTo>
                    <a:pt x="344" y="63593"/>
                    <a:pt x="3690" y="66630"/>
                    <a:pt x="10992" y="66630"/>
                  </a:cubicBezTo>
                  <a:lnTo>
                    <a:pt x="31374" y="66630"/>
                  </a:lnTo>
                  <a:lnTo>
                    <a:pt x="31374" y="144064"/>
                  </a:lnTo>
                  <a:cubicBezTo>
                    <a:pt x="31374" y="161676"/>
                    <a:pt x="35634" y="175037"/>
                    <a:pt x="44456" y="184147"/>
                  </a:cubicBezTo>
                  <a:cubicBezTo>
                    <a:pt x="52974" y="193257"/>
                    <a:pt x="66056" y="197812"/>
                    <a:pt x="83701" y="197812"/>
                  </a:cubicBezTo>
                  <a:close/>
                </a:path>
              </a:pathLst>
            </a:custGeom>
            <a:solidFill>
              <a:srgbClr val="000000"/>
            </a:solidFill>
            <a:ln w="30508" cap="flat">
              <a:noFill/>
              <a:prstDash val="solid"/>
              <a:miter/>
            </a:ln>
          </p:spPr>
          <p:txBody>
            <a:bodyPr/>
            <a:lstStyle/>
            <a:p>
              <a:endParaRPr lang="en-CA"/>
            </a:p>
          </p:txBody>
        </p:sp>
        <p:sp>
          <p:nvSpPr>
            <p:cNvPr id="81" name="Freeform: Shape 80">
              <a:extLst>
                <a:ext uri="{FF2B5EF4-FFF2-40B4-BE49-F238E27FC236}">
                  <a16:creationId xmlns:a16="http://schemas.microsoft.com/office/drawing/2014/main" id="{F156DF83-B90A-1802-9F60-920609AE8439}"/>
                </a:ext>
              </a:extLst>
            </p:cNvPr>
            <p:cNvSpPr/>
            <p:nvPr>
              <p:custDataLst>
                <p:tags r:id="rId75"/>
              </p:custDataLst>
            </p:nvPr>
          </p:nvSpPr>
          <p:spPr>
            <a:xfrm>
              <a:off x="13176607" y="6219529"/>
              <a:ext cx="70579" cy="303661"/>
            </a:xfrm>
            <a:custGeom>
              <a:avLst/>
              <a:gdLst>
                <a:gd name="csX0" fmla="*/ 70927 w 70579"/>
                <a:gd name="csY0" fmla="*/ 300753 h 303661"/>
                <a:gd name="csX1" fmla="*/ 65755 w 70579"/>
                <a:gd name="csY1" fmla="*/ 294072 h 303661"/>
                <a:gd name="csX2" fmla="*/ 17992 w 70579"/>
                <a:gd name="csY2" fmla="*/ 151959 h 303661"/>
                <a:gd name="csX3" fmla="*/ 66972 w 70579"/>
                <a:gd name="csY3" fmla="*/ 8327 h 303661"/>
                <a:gd name="csX4" fmla="*/ 70927 w 70579"/>
                <a:gd name="csY4" fmla="*/ 3165 h 303661"/>
                <a:gd name="csX5" fmla="*/ 67885 w 70579"/>
                <a:gd name="csY5" fmla="*/ 128 h 303661"/>
                <a:gd name="csX6" fmla="*/ 19513 w 70579"/>
                <a:gd name="csY6" fmla="*/ 59342 h 303661"/>
                <a:gd name="csX7" fmla="*/ 347 w 70579"/>
                <a:gd name="csY7" fmla="*/ 151959 h 303661"/>
                <a:gd name="csX8" fmla="*/ 20426 w 70579"/>
                <a:gd name="csY8" fmla="*/ 246701 h 303661"/>
                <a:gd name="csX9" fmla="*/ 67885 w 70579"/>
                <a:gd name="csY9" fmla="*/ 303789 h 303661"/>
                <a:gd name="csX10" fmla="*/ 70927 w 70579"/>
                <a:gd name="csY10" fmla="*/ 300753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927" y="300753"/>
                  </a:moveTo>
                  <a:cubicBezTo>
                    <a:pt x="70927" y="299842"/>
                    <a:pt x="70927" y="299235"/>
                    <a:pt x="65755" y="294072"/>
                  </a:cubicBezTo>
                  <a:cubicBezTo>
                    <a:pt x="27727" y="255811"/>
                    <a:pt x="17992" y="198419"/>
                    <a:pt x="17992" y="151959"/>
                  </a:cubicBezTo>
                  <a:cubicBezTo>
                    <a:pt x="17992" y="99122"/>
                    <a:pt x="29553" y="46285"/>
                    <a:pt x="66972" y="8327"/>
                  </a:cubicBezTo>
                  <a:cubicBezTo>
                    <a:pt x="70927" y="4683"/>
                    <a:pt x="70927" y="4076"/>
                    <a:pt x="70927" y="3165"/>
                  </a:cubicBezTo>
                  <a:cubicBezTo>
                    <a:pt x="70927" y="1039"/>
                    <a:pt x="69710" y="128"/>
                    <a:pt x="67885" y="128"/>
                  </a:cubicBezTo>
                  <a:cubicBezTo>
                    <a:pt x="64842" y="128"/>
                    <a:pt x="37462" y="20777"/>
                    <a:pt x="19513" y="59342"/>
                  </a:cubicBezTo>
                  <a:cubicBezTo>
                    <a:pt x="3998" y="92745"/>
                    <a:pt x="347" y="126451"/>
                    <a:pt x="347" y="151959"/>
                  </a:cubicBezTo>
                  <a:cubicBezTo>
                    <a:pt x="347" y="175644"/>
                    <a:pt x="3694" y="212387"/>
                    <a:pt x="20426" y="246701"/>
                  </a:cubicBezTo>
                  <a:cubicBezTo>
                    <a:pt x="38679" y="284051"/>
                    <a:pt x="64842" y="303789"/>
                    <a:pt x="67885" y="303789"/>
                  </a:cubicBezTo>
                  <a:cubicBezTo>
                    <a:pt x="69710" y="303789"/>
                    <a:pt x="70927" y="302878"/>
                    <a:pt x="70927" y="300753"/>
                  </a:cubicBezTo>
                  <a:close/>
                </a:path>
              </a:pathLst>
            </a:custGeom>
            <a:solidFill>
              <a:srgbClr val="000000"/>
            </a:solidFill>
            <a:ln w="30508" cap="flat">
              <a:noFill/>
              <a:prstDash val="solid"/>
              <a:miter/>
            </a:ln>
          </p:spPr>
          <p:txBody>
            <a:bodyPr/>
            <a:lstStyle/>
            <a:p>
              <a:endParaRPr lang="en-CA"/>
            </a:p>
          </p:txBody>
        </p:sp>
        <p:sp>
          <p:nvSpPr>
            <p:cNvPr id="82" name="Freeform: Shape 81">
              <a:extLst>
                <a:ext uri="{FF2B5EF4-FFF2-40B4-BE49-F238E27FC236}">
                  <a16:creationId xmlns:a16="http://schemas.microsoft.com/office/drawing/2014/main" id="{A6DCFFA1-1FC8-77D3-F8E4-0D2DDD9BA2F2}"/>
                </a:ext>
              </a:extLst>
            </p:cNvPr>
            <p:cNvSpPr/>
            <p:nvPr>
              <p:custDataLst>
                <p:tags r:id="rId76"/>
              </p:custDataLst>
            </p:nvPr>
          </p:nvSpPr>
          <p:spPr>
            <a:xfrm>
              <a:off x="13273620" y="6313057"/>
              <a:ext cx="151502" cy="137558"/>
            </a:xfrm>
            <a:custGeom>
              <a:avLst/>
              <a:gdLst>
                <a:gd name="csX0" fmla="*/ 93139 w 151502"/>
                <a:gd name="csY0" fmla="*/ 42641 h 137558"/>
                <a:gd name="csX1" fmla="*/ 123257 w 151502"/>
                <a:gd name="csY1" fmla="*/ 6809 h 137558"/>
                <a:gd name="csX2" fmla="*/ 138468 w 151502"/>
                <a:gd name="csY2" fmla="*/ 10756 h 137558"/>
                <a:gd name="csX3" fmla="*/ 123865 w 151502"/>
                <a:gd name="csY3" fmla="*/ 27154 h 137558"/>
                <a:gd name="csX4" fmla="*/ 135426 w 151502"/>
                <a:gd name="csY4" fmla="*/ 37782 h 137558"/>
                <a:gd name="csX5" fmla="*/ 151854 w 151502"/>
                <a:gd name="csY5" fmla="*/ 20170 h 137558"/>
                <a:gd name="csX6" fmla="*/ 123561 w 151502"/>
                <a:gd name="csY6" fmla="*/ 128 h 137558"/>
                <a:gd name="csX7" fmla="*/ 91618 w 151502"/>
                <a:gd name="csY7" fmla="*/ 23206 h 137558"/>
                <a:gd name="csX8" fmla="*/ 58762 w 151502"/>
                <a:gd name="csY8" fmla="*/ 128 h 137558"/>
                <a:gd name="csX9" fmla="*/ 9782 w 151502"/>
                <a:gd name="csY9" fmla="*/ 46892 h 137558"/>
                <a:gd name="csX10" fmla="*/ 13433 w 151502"/>
                <a:gd name="csY10" fmla="*/ 49929 h 137558"/>
                <a:gd name="csX11" fmla="*/ 17388 w 151502"/>
                <a:gd name="csY11" fmla="*/ 46588 h 137558"/>
                <a:gd name="csX12" fmla="*/ 58153 w 151502"/>
                <a:gd name="csY12" fmla="*/ 6809 h 137558"/>
                <a:gd name="csX13" fmla="*/ 74581 w 151502"/>
                <a:gd name="csY13" fmla="*/ 27154 h 137558"/>
                <a:gd name="csX14" fmla="*/ 58153 w 151502"/>
                <a:gd name="csY14" fmla="*/ 99425 h 137558"/>
                <a:gd name="csX15" fmla="*/ 29252 w 151502"/>
                <a:gd name="csY15" fmla="*/ 131006 h 137558"/>
                <a:gd name="csX16" fmla="*/ 14041 w 151502"/>
                <a:gd name="csY16" fmla="*/ 127059 h 137558"/>
                <a:gd name="csX17" fmla="*/ 28340 w 151502"/>
                <a:gd name="csY17" fmla="*/ 110661 h 137558"/>
                <a:gd name="csX18" fmla="*/ 17083 w 151502"/>
                <a:gd name="csY18" fmla="*/ 100033 h 137558"/>
                <a:gd name="csX19" fmla="*/ 351 w 151502"/>
                <a:gd name="csY19" fmla="*/ 117645 h 137558"/>
                <a:gd name="csX20" fmla="*/ 28948 w 151502"/>
                <a:gd name="csY20" fmla="*/ 137687 h 137558"/>
                <a:gd name="csX21" fmla="*/ 60891 w 151502"/>
                <a:gd name="csY21" fmla="*/ 114608 h 137558"/>
                <a:gd name="csX22" fmla="*/ 93747 w 151502"/>
                <a:gd name="csY22" fmla="*/ 137687 h 137558"/>
                <a:gd name="csX23" fmla="*/ 142423 w 151502"/>
                <a:gd name="csY23" fmla="*/ 90923 h 137558"/>
                <a:gd name="csX24" fmla="*/ 138772 w 151502"/>
                <a:gd name="csY24" fmla="*/ 87886 h 137558"/>
                <a:gd name="csX25" fmla="*/ 134817 w 151502"/>
                <a:gd name="csY25" fmla="*/ 91227 h 137558"/>
                <a:gd name="csX26" fmla="*/ 94356 w 151502"/>
                <a:gd name="csY26" fmla="*/ 131006 h 137558"/>
                <a:gd name="csX27" fmla="*/ 77623 w 151502"/>
                <a:gd name="csY27" fmla="*/ 110965 h 137558"/>
                <a:gd name="csX28" fmla="*/ 82795 w 151502"/>
                <a:gd name="csY28" fmla="*/ 84242 h 137558"/>
                <a:gd name="csX29" fmla="*/ 93139 w 151502"/>
                <a:gd name="csY29" fmla="*/ 42641 h 137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1502" h="137558">
                  <a:moveTo>
                    <a:pt x="93139" y="42641"/>
                  </a:moveTo>
                  <a:cubicBezTo>
                    <a:pt x="94964" y="34746"/>
                    <a:pt x="101961" y="6809"/>
                    <a:pt x="123257" y="6809"/>
                  </a:cubicBezTo>
                  <a:cubicBezTo>
                    <a:pt x="124778" y="6809"/>
                    <a:pt x="132079" y="6809"/>
                    <a:pt x="138468" y="10756"/>
                  </a:cubicBezTo>
                  <a:cubicBezTo>
                    <a:pt x="129950" y="12275"/>
                    <a:pt x="123865" y="19866"/>
                    <a:pt x="123865" y="27154"/>
                  </a:cubicBezTo>
                  <a:cubicBezTo>
                    <a:pt x="123865" y="32013"/>
                    <a:pt x="127212" y="37782"/>
                    <a:pt x="135426" y="37782"/>
                  </a:cubicBezTo>
                  <a:cubicBezTo>
                    <a:pt x="142118" y="37782"/>
                    <a:pt x="151854" y="32316"/>
                    <a:pt x="151854" y="20170"/>
                  </a:cubicBezTo>
                  <a:cubicBezTo>
                    <a:pt x="151854" y="4379"/>
                    <a:pt x="133904" y="128"/>
                    <a:pt x="123561" y="128"/>
                  </a:cubicBezTo>
                  <a:cubicBezTo>
                    <a:pt x="105916" y="128"/>
                    <a:pt x="95268" y="16222"/>
                    <a:pt x="91618" y="23206"/>
                  </a:cubicBezTo>
                  <a:cubicBezTo>
                    <a:pt x="84012" y="3165"/>
                    <a:pt x="67584" y="128"/>
                    <a:pt x="58762" y="128"/>
                  </a:cubicBezTo>
                  <a:cubicBezTo>
                    <a:pt x="27123" y="128"/>
                    <a:pt x="9782" y="39301"/>
                    <a:pt x="9782" y="46892"/>
                  </a:cubicBezTo>
                  <a:cubicBezTo>
                    <a:pt x="9782" y="49929"/>
                    <a:pt x="12824" y="49929"/>
                    <a:pt x="13433" y="49929"/>
                  </a:cubicBezTo>
                  <a:cubicBezTo>
                    <a:pt x="15866" y="49929"/>
                    <a:pt x="16779" y="49321"/>
                    <a:pt x="17388" y="46588"/>
                  </a:cubicBezTo>
                  <a:cubicBezTo>
                    <a:pt x="27731" y="14400"/>
                    <a:pt x="47810" y="6809"/>
                    <a:pt x="58153" y="6809"/>
                  </a:cubicBezTo>
                  <a:cubicBezTo>
                    <a:pt x="63933" y="6809"/>
                    <a:pt x="74581" y="9542"/>
                    <a:pt x="74581" y="27154"/>
                  </a:cubicBezTo>
                  <a:cubicBezTo>
                    <a:pt x="74581" y="36568"/>
                    <a:pt x="69409" y="56913"/>
                    <a:pt x="58153" y="99425"/>
                  </a:cubicBezTo>
                  <a:cubicBezTo>
                    <a:pt x="53286" y="118252"/>
                    <a:pt x="42638" y="131006"/>
                    <a:pt x="29252" y="131006"/>
                  </a:cubicBezTo>
                  <a:cubicBezTo>
                    <a:pt x="27427" y="131006"/>
                    <a:pt x="20430" y="131006"/>
                    <a:pt x="14041" y="127059"/>
                  </a:cubicBezTo>
                  <a:cubicBezTo>
                    <a:pt x="21647" y="125540"/>
                    <a:pt x="28340" y="119163"/>
                    <a:pt x="28340" y="110661"/>
                  </a:cubicBezTo>
                  <a:cubicBezTo>
                    <a:pt x="28340" y="102462"/>
                    <a:pt x="21647" y="100033"/>
                    <a:pt x="17083" y="100033"/>
                  </a:cubicBezTo>
                  <a:cubicBezTo>
                    <a:pt x="7957" y="100033"/>
                    <a:pt x="351" y="107928"/>
                    <a:pt x="351" y="117645"/>
                  </a:cubicBezTo>
                  <a:cubicBezTo>
                    <a:pt x="351" y="131614"/>
                    <a:pt x="15562" y="137687"/>
                    <a:pt x="28948" y="137687"/>
                  </a:cubicBezTo>
                  <a:cubicBezTo>
                    <a:pt x="49027" y="137687"/>
                    <a:pt x="59979" y="116430"/>
                    <a:pt x="60891" y="114608"/>
                  </a:cubicBezTo>
                  <a:cubicBezTo>
                    <a:pt x="64542" y="125844"/>
                    <a:pt x="75494" y="137687"/>
                    <a:pt x="93747" y="137687"/>
                  </a:cubicBezTo>
                  <a:cubicBezTo>
                    <a:pt x="125082" y="137687"/>
                    <a:pt x="142423" y="98514"/>
                    <a:pt x="142423" y="90923"/>
                  </a:cubicBezTo>
                  <a:cubicBezTo>
                    <a:pt x="142423" y="87886"/>
                    <a:pt x="139685" y="87886"/>
                    <a:pt x="138772" y="87886"/>
                  </a:cubicBezTo>
                  <a:cubicBezTo>
                    <a:pt x="136034" y="87886"/>
                    <a:pt x="135426" y="89101"/>
                    <a:pt x="134817" y="91227"/>
                  </a:cubicBezTo>
                  <a:cubicBezTo>
                    <a:pt x="124778" y="123718"/>
                    <a:pt x="104091" y="131006"/>
                    <a:pt x="94356" y="131006"/>
                  </a:cubicBezTo>
                  <a:cubicBezTo>
                    <a:pt x="82491" y="131006"/>
                    <a:pt x="77623" y="121289"/>
                    <a:pt x="77623" y="110965"/>
                  </a:cubicBezTo>
                  <a:cubicBezTo>
                    <a:pt x="77623" y="104284"/>
                    <a:pt x="79449" y="97603"/>
                    <a:pt x="82795" y="84242"/>
                  </a:cubicBezTo>
                  <a:lnTo>
                    <a:pt x="93139" y="42641"/>
                  </a:lnTo>
                  <a:close/>
                </a:path>
              </a:pathLst>
            </a:custGeom>
            <a:solidFill>
              <a:srgbClr val="000000"/>
            </a:solidFill>
            <a:ln w="30508" cap="flat">
              <a:noFill/>
              <a:prstDash val="solid"/>
              <a:miter/>
            </a:ln>
          </p:spPr>
          <p:txBody>
            <a:bodyPr/>
            <a:lstStyle/>
            <a:p>
              <a:endParaRPr lang="en-CA"/>
            </a:p>
          </p:txBody>
        </p:sp>
        <p:sp>
          <p:nvSpPr>
            <p:cNvPr id="83" name="Freeform: Shape 82">
              <a:extLst>
                <a:ext uri="{FF2B5EF4-FFF2-40B4-BE49-F238E27FC236}">
                  <a16:creationId xmlns:a16="http://schemas.microsoft.com/office/drawing/2014/main" id="{D04AD66E-C98F-836A-1825-139FAEC2C9DC}"/>
                </a:ext>
              </a:extLst>
            </p:cNvPr>
            <p:cNvSpPr/>
            <p:nvPr>
              <p:custDataLst>
                <p:tags r:id="rId77"/>
              </p:custDataLst>
            </p:nvPr>
          </p:nvSpPr>
          <p:spPr>
            <a:xfrm>
              <a:off x="13456009" y="6219529"/>
              <a:ext cx="70579" cy="303661"/>
            </a:xfrm>
            <a:custGeom>
              <a:avLst/>
              <a:gdLst>
                <a:gd name="csX0" fmla="*/ 70936 w 70579"/>
                <a:gd name="csY0" fmla="*/ 151959 h 303661"/>
                <a:gd name="csX1" fmla="*/ 50858 w 70579"/>
                <a:gd name="csY1" fmla="*/ 57217 h 303661"/>
                <a:gd name="csX2" fmla="*/ 3399 w 70579"/>
                <a:gd name="csY2" fmla="*/ 128 h 303661"/>
                <a:gd name="csX3" fmla="*/ 357 w 70579"/>
                <a:gd name="csY3" fmla="*/ 3165 h 303661"/>
                <a:gd name="csX4" fmla="*/ 6137 w 70579"/>
                <a:gd name="csY4" fmla="*/ 10149 h 303661"/>
                <a:gd name="csX5" fmla="*/ 53291 w 70579"/>
                <a:gd name="csY5" fmla="*/ 151959 h 303661"/>
                <a:gd name="csX6" fmla="*/ 4312 w 70579"/>
                <a:gd name="csY6" fmla="*/ 295591 h 303661"/>
                <a:gd name="csX7" fmla="*/ 357 w 70579"/>
                <a:gd name="csY7" fmla="*/ 300753 h 303661"/>
                <a:gd name="csX8" fmla="*/ 3399 w 70579"/>
                <a:gd name="csY8" fmla="*/ 303789 h 303661"/>
                <a:gd name="csX9" fmla="*/ 51770 w 70579"/>
                <a:gd name="csY9" fmla="*/ 244576 h 303661"/>
                <a:gd name="csX10" fmla="*/ 70936 w 70579"/>
                <a:gd name="csY10" fmla="*/ 151959 h 303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0579" h="303661">
                  <a:moveTo>
                    <a:pt x="70936" y="151959"/>
                  </a:moveTo>
                  <a:cubicBezTo>
                    <a:pt x="70936" y="128273"/>
                    <a:pt x="67590" y="91530"/>
                    <a:pt x="50858" y="57217"/>
                  </a:cubicBezTo>
                  <a:cubicBezTo>
                    <a:pt x="32604" y="19866"/>
                    <a:pt x="6441" y="128"/>
                    <a:pt x="3399" y="128"/>
                  </a:cubicBezTo>
                  <a:cubicBezTo>
                    <a:pt x="1574" y="128"/>
                    <a:pt x="357" y="1343"/>
                    <a:pt x="357" y="3165"/>
                  </a:cubicBezTo>
                  <a:cubicBezTo>
                    <a:pt x="357" y="4076"/>
                    <a:pt x="357" y="4683"/>
                    <a:pt x="6137" y="10149"/>
                  </a:cubicBezTo>
                  <a:cubicBezTo>
                    <a:pt x="35951" y="40211"/>
                    <a:pt x="53291" y="88494"/>
                    <a:pt x="53291" y="151959"/>
                  </a:cubicBezTo>
                  <a:cubicBezTo>
                    <a:pt x="53291" y="203885"/>
                    <a:pt x="42035" y="257329"/>
                    <a:pt x="4312" y="295591"/>
                  </a:cubicBezTo>
                  <a:cubicBezTo>
                    <a:pt x="357" y="299235"/>
                    <a:pt x="357" y="299842"/>
                    <a:pt x="357" y="300753"/>
                  </a:cubicBezTo>
                  <a:cubicBezTo>
                    <a:pt x="357" y="302575"/>
                    <a:pt x="1574" y="303789"/>
                    <a:pt x="3399" y="303789"/>
                  </a:cubicBezTo>
                  <a:cubicBezTo>
                    <a:pt x="6441" y="303789"/>
                    <a:pt x="33821" y="283140"/>
                    <a:pt x="51770" y="244576"/>
                  </a:cubicBezTo>
                  <a:cubicBezTo>
                    <a:pt x="67286" y="211173"/>
                    <a:pt x="70936" y="177466"/>
                    <a:pt x="70936" y="151959"/>
                  </a:cubicBezTo>
                  <a:close/>
                </a:path>
              </a:pathLst>
            </a:custGeom>
            <a:solidFill>
              <a:srgbClr val="000000"/>
            </a:solidFill>
            <a:ln w="30508" cap="flat">
              <a:noFill/>
              <a:prstDash val="solid"/>
              <a:miter/>
            </a:ln>
          </p:spPr>
          <p:txBody>
            <a:bodyPr/>
            <a:lstStyle/>
            <a:p>
              <a:endParaRPr lang="en-CA"/>
            </a:p>
          </p:txBody>
        </p:sp>
        <p:sp>
          <p:nvSpPr>
            <p:cNvPr id="84" name="Freeform: Shape 83">
              <a:extLst>
                <a:ext uri="{FF2B5EF4-FFF2-40B4-BE49-F238E27FC236}">
                  <a16:creationId xmlns:a16="http://schemas.microsoft.com/office/drawing/2014/main" id="{9FC4E78F-2F0A-6CF6-2474-4C0530BE7977}"/>
                </a:ext>
              </a:extLst>
            </p:cNvPr>
            <p:cNvSpPr/>
            <p:nvPr>
              <p:custDataLst>
                <p:tags r:id="rId78"/>
              </p:custDataLst>
            </p:nvPr>
          </p:nvSpPr>
          <p:spPr>
            <a:xfrm>
              <a:off x="13604131" y="5798666"/>
              <a:ext cx="149676" cy="728483"/>
            </a:xfrm>
            <a:custGeom>
              <a:avLst/>
              <a:gdLst>
                <a:gd name="csX0" fmla="*/ 150039 w 149676"/>
                <a:gd name="csY0" fmla="*/ 364501 h 728483"/>
                <a:gd name="csX1" fmla="*/ 45387 w 149676"/>
                <a:gd name="csY1" fmla="*/ 34117 h 728483"/>
                <a:gd name="csX2" fmla="*/ 15269 w 149676"/>
                <a:gd name="csY2" fmla="*/ 3751 h 728483"/>
                <a:gd name="csX3" fmla="*/ 6751 w 149676"/>
                <a:gd name="csY3" fmla="*/ 107 h 728483"/>
                <a:gd name="csX4" fmla="*/ 362 w 149676"/>
                <a:gd name="csY4" fmla="*/ 3144 h 728483"/>
                <a:gd name="csX5" fmla="*/ 2187 w 149676"/>
                <a:gd name="csY5" fmla="*/ 6181 h 728483"/>
                <a:gd name="csX6" fmla="*/ 53601 w 149676"/>
                <a:gd name="csY6" fmla="*/ 70253 h 728483"/>
                <a:gd name="csX7" fmla="*/ 124789 w 149676"/>
                <a:gd name="csY7" fmla="*/ 364197 h 728483"/>
                <a:gd name="csX8" fmla="*/ 63640 w 149676"/>
                <a:gd name="csY8" fmla="*/ 641744 h 728483"/>
                <a:gd name="csX9" fmla="*/ 1579 w 149676"/>
                <a:gd name="csY9" fmla="*/ 722821 h 728483"/>
                <a:gd name="csX10" fmla="*/ 362 w 149676"/>
                <a:gd name="csY10" fmla="*/ 725554 h 728483"/>
                <a:gd name="csX11" fmla="*/ 6751 w 149676"/>
                <a:gd name="csY11" fmla="*/ 728591 h 728483"/>
                <a:gd name="csX12" fmla="*/ 16182 w 149676"/>
                <a:gd name="csY12" fmla="*/ 724036 h 728483"/>
                <a:gd name="csX13" fmla="*/ 150039 w 149676"/>
                <a:gd name="csY13" fmla="*/ 364501 h 7284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9676" h="728483">
                  <a:moveTo>
                    <a:pt x="150039" y="364501"/>
                  </a:moveTo>
                  <a:cubicBezTo>
                    <a:pt x="150039" y="245162"/>
                    <a:pt x="122659" y="124912"/>
                    <a:pt x="45387" y="34117"/>
                  </a:cubicBezTo>
                  <a:cubicBezTo>
                    <a:pt x="39302" y="27133"/>
                    <a:pt x="27742" y="14683"/>
                    <a:pt x="15269" y="3751"/>
                  </a:cubicBezTo>
                  <a:cubicBezTo>
                    <a:pt x="11618" y="107"/>
                    <a:pt x="11010" y="107"/>
                    <a:pt x="6751" y="107"/>
                  </a:cubicBezTo>
                  <a:cubicBezTo>
                    <a:pt x="3100" y="107"/>
                    <a:pt x="362" y="107"/>
                    <a:pt x="362" y="3144"/>
                  </a:cubicBezTo>
                  <a:cubicBezTo>
                    <a:pt x="362" y="4359"/>
                    <a:pt x="1579" y="5573"/>
                    <a:pt x="2187" y="6181"/>
                  </a:cubicBezTo>
                  <a:cubicBezTo>
                    <a:pt x="12835" y="17112"/>
                    <a:pt x="33218" y="37458"/>
                    <a:pt x="53601" y="70253"/>
                  </a:cubicBezTo>
                  <a:cubicBezTo>
                    <a:pt x="102580" y="148598"/>
                    <a:pt x="124789" y="247288"/>
                    <a:pt x="124789" y="364197"/>
                  </a:cubicBezTo>
                  <a:cubicBezTo>
                    <a:pt x="124789" y="445882"/>
                    <a:pt x="113837" y="551253"/>
                    <a:pt x="63640" y="641744"/>
                  </a:cubicBezTo>
                  <a:cubicBezTo>
                    <a:pt x="39607" y="684864"/>
                    <a:pt x="14356" y="710067"/>
                    <a:pt x="1579" y="722821"/>
                  </a:cubicBezTo>
                  <a:cubicBezTo>
                    <a:pt x="970" y="723732"/>
                    <a:pt x="362" y="724643"/>
                    <a:pt x="362" y="725554"/>
                  </a:cubicBezTo>
                  <a:cubicBezTo>
                    <a:pt x="362" y="728591"/>
                    <a:pt x="3100" y="728591"/>
                    <a:pt x="6751" y="728591"/>
                  </a:cubicBezTo>
                  <a:cubicBezTo>
                    <a:pt x="11010" y="728591"/>
                    <a:pt x="11618" y="728591"/>
                    <a:pt x="16182" y="724036"/>
                  </a:cubicBezTo>
                  <a:cubicBezTo>
                    <a:pt x="118096" y="631419"/>
                    <a:pt x="150039" y="492342"/>
                    <a:pt x="150039" y="364501"/>
                  </a:cubicBezTo>
                  <a:close/>
                </a:path>
              </a:pathLst>
            </a:custGeom>
            <a:solidFill>
              <a:srgbClr val="000000"/>
            </a:solidFill>
            <a:ln w="30508" cap="flat">
              <a:noFill/>
              <a:prstDash val="solid"/>
              <a:miter/>
            </a:ln>
          </p:spPr>
          <p:txBody>
            <a:bodyPr/>
            <a:lstStyle/>
            <a:p>
              <a:endParaRPr lang="en-CA"/>
            </a:p>
          </p:txBody>
        </p:sp>
      </p:grpSp>
    </p:spTree>
    <p:extLst>
      <p:ext uri="{BB962C8B-B14F-4D97-AF65-F5344CB8AC3E}">
        <p14:creationId xmlns:p14="http://schemas.microsoft.com/office/powerpoint/2010/main" val="190340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E4FC7-31B6-8B95-CCF6-821975F65DF6}"/>
              </a:ext>
            </a:extLst>
          </p:cNvPr>
          <p:cNvSpPr>
            <a:spLocks noGrp="1"/>
          </p:cNvSpPr>
          <p:nvPr>
            <p:ph type="title"/>
          </p:nvPr>
        </p:nvSpPr>
        <p:spPr/>
        <p:txBody>
          <a:bodyPr/>
          <a:lstStyle/>
          <a:p>
            <a:r>
              <a:rPr lang="en-CA" dirty="0"/>
              <a:t>Byte-Level BPE</a:t>
            </a:r>
          </a:p>
        </p:txBody>
      </p:sp>
      <p:sp>
        <p:nvSpPr>
          <p:cNvPr id="3" name="Content Placeholder 2">
            <a:extLst>
              <a:ext uri="{FF2B5EF4-FFF2-40B4-BE49-F238E27FC236}">
                <a16:creationId xmlns:a16="http://schemas.microsoft.com/office/drawing/2014/main" id="{3D067D6E-2A51-389C-FE2C-2B36144F75A6}"/>
              </a:ext>
            </a:extLst>
          </p:cNvPr>
          <p:cNvSpPr>
            <a:spLocks noGrp="1"/>
          </p:cNvSpPr>
          <p:nvPr>
            <p:ph idx="1"/>
          </p:nvPr>
        </p:nvSpPr>
        <p:spPr/>
        <p:txBody>
          <a:bodyPr/>
          <a:lstStyle/>
          <a:p>
            <a:pPr marL="0" indent="0">
              <a:buNone/>
            </a:pPr>
            <a:r>
              <a:rPr lang="en-CA" dirty="0"/>
              <a:t>A practical question: How do large language models tokenize texts from different languages, with a unified tokenizer and fixed vocabulary size? </a:t>
            </a:r>
          </a:p>
          <a:p>
            <a:pPr marL="0" indent="0" algn="ctr">
              <a:buNone/>
            </a:pPr>
            <a:endParaRPr lang="en-CA" dirty="0"/>
          </a:p>
          <a:p>
            <a:pPr marL="0" indent="0" algn="ctr">
              <a:buNone/>
            </a:pPr>
            <a:r>
              <a:rPr lang="en-CA" dirty="0"/>
              <a:t>Tha</a:t>
            </a:r>
            <a:r>
              <a:rPr lang="en-CA" dirty="0">
                <a:solidFill>
                  <a:srgbClr val="C00000"/>
                </a:solidFill>
              </a:rPr>
              <a:t>t</a:t>
            </a:r>
            <a:r>
              <a:rPr lang="en-CA" dirty="0"/>
              <a:t>’s grea</a:t>
            </a:r>
            <a:r>
              <a:rPr lang="en-CA" dirty="0">
                <a:solidFill>
                  <a:srgbClr val="C00000"/>
                </a:solidFill>
              </a:rPr>
              <a:t>t</a:t>
            </a:r>
            <a:r>
              <a:rPr lang="en-CA" dirty="0"/>
              <a:t> 👍</a:t>
            </a:r>
          </a:p>
          <a:p>
            <a:pPr marL="0" indent="0" algn="ctr">
              <a:buNone/>
            </a:pPr>
            <a:r>
              <a:rPr lang="en-CA" dirty="0"/>
              <a:t>54 68 61 </a:t>
            </a:r>
            <a:r>
              <a:rPr lang="en-CA" dirty="0">
                <a:solidFill>
                  <a:srgbClr val="C00000"/>
                </a:solidFill>
              </a:rPr>
              <a:t>74</a:t>
            </a:r>
            <a:r>
              <a:rPr lang="en-CA" dirty="0"/>
              <a:t> 2019 73 20 67 72 65 61 </a:t>
            </a:r>
            <a:r>
              <a:rPr lang="en-CA" dirty="0">
                <a:solidFill>
                  <a:srgbClr val="C00000"/>
                </a:solidFill>
              </a:rPr>
              <a:t>74</a:t>
            </a:r>
            <a:r>
              <a:rPr lang="en-CA" dirty="0"/>
              <a:t> 20 </a:t>
            </a:r>
            <a:r>
              <a:rPr lang="en-CA" b="1" dirty="0"/>
              <a:t>1F44D</a:t>
            </a:r>
            <a:r>
              <a:rPr lang="en-CA" dirty="0"/>
              <a:t> </a:t>
            </a:r>
          </a:p>
          <a:p>
            <a:pPr marL="0" indent="0" algn="ctr">
              <a:buNone/>
            </a:pPr>
            <a:r>
              <a:rPr lang="en-US" altLang="zh-CN" i="1" dirty="0"/>
              <a:t>All in hexadecimal!</a:t>
            </a:r>
          </a:p>
          <a:p>
            <a:pPr marL="0" indent="0">
              <a:buNone/>
            </a:pPr>
            <a:endParaRPr lang="en-US" dirty="0"/>
          </a:p>
          <a:p>
            <a:pPr marL="0" indent="0">
              <a:buNone/>
            </a:pPr>
            <a:r>
              <a:rPr lang="en-US" dirty="0"/>
              <a:t>Prepend zeros to fix the length of tokens (to ensure the unique decoding), and do BPE on the bit/multi-bit level. </a:t>
            </a:r>
            <a:endParaRPr lang="en-CA" dirty="0"/>
          </a:p>
          <a:p>
            <a:pPr marL="0" indent="0">
              <a:buNone/>
            </a:pPr>
            <a:endParaRPr lang="en-CA" b="1" dirty="0"/>
          </a:p>
        </p:txBody>
      </p:sp>
      <p:sp>
        <p:nvSpPr>
          <p:cNvPr id="4" name="Slide Number Placeholder 3">
            <a:extLst>
              <a:ext uri="{FF2B5EF4-FFF2-40B4-BE49-F238E27FC236}">
                <a16:creationId xmlns:a16="http://schemas.microsoft.com/office/drawing/2014/main" id="{B0EEA356-CB15-393A-98DF-A39D311579E6}"/>
              </a:ext>
            </a:extLst>
          </p:cNvPr>
          <p:cNvSpPr>
            <a:spLocks noGrp="1"/>
          </p:cNvSpPr>
          <p:nvPr>
            <p:ph type="sldNum" sz="quarter" idx="12"/>
          </p:nvPr>
        </p:nvSpPr>
        <p:spPr/>
        <p:txBody>
          <a:bodyPr/>
          <a:lstStyle/>
          <a:p>
            <a:fld id="{A36FF760-4833-4FC2-9C74-46CD274694B2}" type="slidenum">
              <a:rPr lang="en-CA" smtClean="0"/>
              <a:pPr/>
              <a:t>48</a:t>
            </a:fld>
            <a:endParaRPr lang="en-CA"/>
          </a:p>
        </p:txBody>
      </p:sp>
    </p:spTree>
    <p:extLst>
      <p:ext uri="{BB962C8B-B14F-4D97-AF65-F5344CB8AC3E}">
        <p14:creationId xmlns:p14="http://schemas.microsoft.com/office/powerpoint/2010/main" val="391127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029D-F141-038C-72AF-4FACCD7F598D}"/>
              </a:ext>
            </a:extLst>
          </p:cNvPr>
          <p:cNvSpPr>
            <a:spLocks noGrp="1"/>
          </p:cNvSpPr>
          <p:nvPr>
            <p:ph type="title"/>
          </p:nvPr>
        </p:nvSpPr>
        <p:spPr/>
        <p:txBody>
          <a:bodyPr/>
          <a:lstStyle/>
          <a:p>
            <a:r>
              <a:rPr lang="en-CA" dirty="0"/>
              <a:t>Next</a:t>
            </a:r>
          </a:p>
        </p:txBody>
      </p:sp>
      <p:sp>
        <p:nvSpPr>
          <p:cNvPr id="3" name="Content Placeholder 2">
            <a:extLst>
              <a:ext uri="{FF2B5EF4-FFF2-40B4-BE49-F238E27FC236}">
                <a16:creationId xmlns:a16="http://schemas.microsoft.com/office/drawing/2014/main" id="{B9DD01CE-A73B-8F0C-9DB5-0C9562549703}"/>
              </a:ext>
            </a:extLst>
          </p:cNvPr>
          <p:cNvSpPr>
            <a:spLocks noGrp="1"/>
          </p:cNvSpPr>
          <p:nvPr>
            <p:ph idx="1"/>
          </p:nvPr>
        </p:nvSpPr>
        <p:spPr/>
        <p:txBody>
          <a:bodyPr/>
          <a:lstStyle/>
          <a:p>
            <a:pPr marL="0" indent="0">
              <a:buNone/>
            </a:pPr>
            <a:r>
              <a:rPr lang="en-CA" dirty="0"/>
              <a:t>Word Embeddings</a:t>
            </a:r>
          </a:p>
        </p:txBody>
      </p:sp>
      <p:sp>
        <p:nvSpPr>
          <p:cNvPr id="4" name="Slide Number Placeholder 3">
            <a:extLst>
              <a:ext uri="{FF2B5EF4-FFF2-40B4-BE49-F238E27FC236}">
                <a16:creationId xmlns:a16="http://schemas.microsoft.com/office/drawing/2014/main" id="{6DB5895B-590D-E1A9-45C7-1D94BF32B9F1}"/>
              </a:ext>
            </a:extLst>
          </p:cNvPr>
          <p:cNvSpPr>
            <a:spLocks noGrp="1"/>
          </p:cNvSpPr>
          <p:nvPr>
            <p:ph type="sldNum" sz="quarter" idx="12"/>
          </p:nvPr>
        </p:nvSpPr>
        <p:spPr/>
        <p:txBody>
          <a:bodyPr/>
          <a:lstStyle/>
          <a:p>
            <a:fld id="{A36FF760-4833-4FC2-9C74-46CD274694B2}" type="slidenum">
              <a:rPr lang="en-CA" smtClean="0"/>
              <a:pPr/>
              <a:t>49</a:t>
            </a:fld>
            <a:endParaRPr lang="en-CA"/>
          </a:p>
        </p:txBody>
      </p:sp>
    </p:spTree>
    <p:extLst>
      <p:ext uri="{BB962C8B-B14F-4D97-AF65-F5344CB8AC3E}">
        <p14:creationId xmlns:p14="http://schemas.microsoft.com/office/powerpoint/2010/main" val="3057843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 57.06332"/>
  <p:tag name="ORIGINALWIDTH" val=" 269.3922"/>
  <p:tag name="OUTPUTTYPE" val="SVG"/>
  <p:tag name="IGUANATEXVERSION" val="162"/>
  <p:tag name="LATEXADDIN" val="\documentclass{article}&#10;\usepackage{nunito}&#10;\usepackage[linguistics]{forest}&#10;\usepackage{amsmath,amssymb}&#10;\pagestyle{empty}&#10;\begin{document}&#10;&#10;\begin{align*}&#10;P(\langle x_1, x_2, \ldots, x_n \rangle) &amp;= \prod_{i=1}^n P(x_i) \\&#10;P(x_i) &amp;:= \textit{optional-smoothing}\left(\frac{\text{count}(x_i)}{\sum_{x\in V} \text{count}(x)}\right)&#10;\end{align*}&#10;&#10;\end{document}"/>
  <p:tag name="IGUANATEXSIZE" val="24"/>
  <p:tag name="IGUANATEXCURSOR" val="344"/>
  <p:tag name="TRANSPARENCY" val="True"/>
  <p:tag name="CHOOSECOLOR" val="False"/>
  <p:tag name="COLORHEX" val="000000"/>
  <p:tag name="LATEXENGINEID" val="0"/>
  <p:tag name="TEMPFOLDER" val="c:\temp\"/>
  <p:tag name="LATEXFORMHEIGHT" val=" 320"/>
  <p:tag name="LATEXFORMWIDTH" val=" 385"/>
  <p:tag name="LATEXFORMWRAP" val="True"/>
  <p:tag name="BITMAPVECTOR" val="1"/>
</p:tagLst>
</file>

<file path=ppt/tags/tag2.xml><?xml version="1.0" encoding="utf-8"?>
<p:tagLst xmlns:a="http://schemas.openxmlformats.org/drawingml/2006/main" xmlns:r="http://schemas.openxmlformats.org/officeDocument/2006/relationships" xmlns:p="http://schemas.openxmlformats.org/presentationml/2006/main">
  <p:tag name="ORIGINALHEIGHT" val=" 6.804462"/>
  <p:tag name="ORIGINALWIDTH" val=" 7.126443"/>
  <p:tag name="LATEXADDIN" val="\documentclass{article}&#10;\usepackage{nunito}&#10;\usepackage[linguistics]{forest}&#10;\usepackage{amsmath,amssymb}&#10;\pagestyle{empty}&#10;\begin{document}&#10;&#10;\begin{align*}&#10;P(\langle x_1, x_2, \ldots, x_n \rangle) &amp;= \prod_{i=1}^n P(x_i) \\&#10;P(x_i) &amp;:= \textit{optional-smoothing}\left(\frac{\text{count}(x_i)}{\sum_{x\in V} \text{count}(x)}\right)&#10;\end{align*}&#10;&#10;\end{document}"/>
  <p:tag name="IGUANATEXSIZE" val="24"/>
  <p:tag name="IGUANATEXCURSOR" val="344"/>
  <p:tag name="TRANSPARENCY" val="True"/>
  <p:tag name="CHOOSECOLOR" val="False"/>
  <p:tag name="COLORHEX" val="000000"/>
  <p:tag name="LATEXENGINEID" val="0"/>
  <p:tag name="TEMPFOLDER" val="c:\temp\"/>
  <p:tag name="LATEXFORMHEIGHT" val=" 320"/>
  <p:tag name="LATEXFORMWIDTH" val=" 385"/>
  <p:tag name="LATEXFORMWRAP" val="True"/>
  <p:tag name="BITMAPVECTOR" val="1"/>
  <p:tag name="EMFCHILD" val="True"/>
</p:tagLst>
</file>

<file path=ppt/tags/tag3.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4.xml><?xml version="1.0" encoding="utf-8"?>
<p:tagLst xmlns:a="http://schemas.openxmlformats.org/drawingml/2006/main" xmlns:r="http://schemas.openxmlformats.org/officeDocument/2006/relationships" xmlns:p="http://schemas.openxmlformats.org/presentationml/2006/main">
  <p:tag name="ORIGINALHEIGHT" val=" 9.96263"/>
  <p:tag name="ORIGINALWIDTH" val=" 2.225754"/>
  <p:tag name="EMFCHILD" val="True"/>
</p:tagLst>
</file>

<file path=ppt/tags/tag5.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6.xml><?xml version="1.0" encoding="utf-8"?>
<p:tagLst xmlns:a="http://schemas.openxmlformats.org/drawingml/2006/main" xmlns:r="http://schemas.openxmlformats.org/officeDocument/2006/relationships" xmlns:p="http://schemas.openxmlformats.org/presentationml/2006/main">
  <p:tag name="ORIGINALHEIGHT" val=" 4.63061"/>
  <p:tag name="ORIGINALWIDTH" val=" 2.543143"/>
  <p:tag name="EMFCHILD" val="True"/>
</p:tagLst>
</file>

<file path=ppt/tags/tag7.xml><?xml version="1.0" encoding="utf-8"?>
<p:tagLst xmlns:a="http://schemas.openxmlformats.org/drawingml/2006/main" xmlns:r="http://schemas.openxmlformats.org/officeDocument/2006/relationships" xmlns:p="http://schemas.openxmlformats.org/presentationml/2006/main">
  <p:tag name="ORIGINALHEIGHT" val=" 2.978806"/>
  <p:tag name="ORIGINALWIDTH" val=" 1.167749"/>
  <p:tag name="EMFCHILD" val="True"/>
</p:tagLst>
</file>

<file path=ppt/tags/tag8.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9.xml><?xml version="1.0" encoding="utf-8"?>
<p:tagLst xmlns:a="http://schemas.openxmlformats.org/drawingml/2006/main" xmlns:r="http://schemas.openxmlformats.org/officeDocument/2006/relationships" xmlns:p="http://schemas.openxmlformats.org/presentationml/2006/main">
  <p:tag name="ORIGINALHEIGHT" val=" 4.63061"/>
  <p:tag name="ORIGINALWIDTH" val=" 3.088123"/>
  <p:tag name="EMFCHILD" val="True"/>
</p:tagLst>
</file>

<file path=ppt/tags/tag10.xml><?xml version="1.0" encoding="utf-8"?>
<p:tagLst xmlns:a="http://schemas.openxmlformats.org/drawingml/2006/main" xmlns:r="http://schemas.openxmlformats.org/officeDocument/2006/relationships" xmlns:p="http://schemas.openxmlformats.org/presentationml/2006/main">
  <p:tag name="ORIGINALHEIGHT" val=" 2.978806"/>
  <p:tag name="ORIGINALWIDTH" val=" 1.167749"/>
  <p:tag name="EMFCHILD" val="True"/>
</p:tagLst>
</file>

<file path=ppt/tags/tag11.xml><?xml version="1.0" encoding="utf-8"?>
<p:tagLst xmlns:a="http://schemas.openxmlformats.org/drawingml/2006/main" xmlns:r="http://schemas.openxmlformats.org/officeDocument/2006/relationships" xmlns:p="http://schemas.openxmlformats.org/presentationml/2006/main">
  <p:tag name="ORIGINALHEIGHT" val=" 1.056037"/>
  <p:tag name="ORIGINALWIDTH" val=" 1.057972"/>
  <p:tag name="EMFCHILD" val="True"/>
</p:tagLst>
</file>

<file path=ppt/tags/tag12.xml><?xml version="1.0" encoding="utf-8"?>
<p:tagLst xmlns:a="http://schemas.openxmlformats.org/drawingml/2006/main" xmlns:r="http://schemas.openxmlformats.org/officeDocument/2006/relationships" xmlns:p="http://schemas.openxmlformats.org/presentationml/2006/main">
  <p:tag name="ORIGINALHEIGHT" val=" 1.056037"/>
  <p:tag name="ORIGINALWIDTH" val=" 1.057972"/>
  <p:tag name="EMFCHILD" val="True"/>
</p:tagLst>
</file>

<file path=ppt/tags/tag13.xml><?xml version="1.0" encoding="utf-8"?>
<p:tagLst xmlns:a="http://schemas.openxmlformats.org/drawingml/2006/main" xmlns:r="http://schemas.openxmlformats.org/officeDocument/2006/relationships" xmlns:p="http://schemas.openxmlformats.org/presentationml/2006/main">
  <p:tag name="ORIGINALHEIGHT" val=" 1.056037"/>
  <p:tag name="ORIGINALWIDTH" val=" 1.057972"/>
  <p:tag name="EMFCHILD" val="True"/>
</p:tagLst>
</file>

<file path=ppt/tags/tag14.xml><?xml version="1.0" encoding="utf-8"?>
<p:tagLst xmlns:a="http://schemas.openxmlformats.org/drawingml/2006/main" xmlns:r="http://schemas.openxmlformats.org/officeDocument/2006/relationships" xmlns:p="http://schemas.openxmlformats.org/presentationml/2006/main">
  <p:tag name="ORIGINALHEIGHT" val=" 2.978806"/>
  <p:tag name="ORIGINALWIDTH" val=" 1.167749"/>
  <p:tag name="EMFCHILD" val="True"/>
</p:tagLst>
</file>

<file path=ppt/tags/tag15.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16.xml><?xml version="1.0" encoding="utf-8"?>
<p:tagLst xmlns:a="http://schemas.openxmlformats.org/drawingml/2006/main" xmlns:r="http://schemas.openxmlformats.org/officeDocument/2006/relationships" xmlns:p="http://schemas.openxmlformats.org/presentationml/2006/main">
  <p:tag name="ORIGINALHEIGHT" val=" 3.145177"/>
  <p:tag name="ORIGINALWIDTH" val=" 4.268865"/>
  <p:tag name="EMFCHILD" val="True"/>
</p:tagLst>
</file>

<file path=ppt/tags/tag17.xml><?xml version="1.0" encoding="utf-8"?>
<p:tagLst xmlns:a="http://schemas.openxmlformats.org/drawingml/2006/main" xmlns:r="http://schemas.openxmlformats.org/officeDocument/2006/relationships" xmlns:p="http://schemas.openxmlformats.org/presentationml/2006/main">
  <p:tag name="ORIGINALHEIGHT" val=" 9.96263"/>
  <p:tag name="ORIGINALWIDTH" val=" 2.225754"/>
  <p:tag name="EMFCHILD" val="True"/>
</p:tagLst>
</file>

<file path=ppt/tags/tag18.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19.xml><?xml version="1.0" encoding="utf-8"?>
<p:tagLst xmlns:a="http://schemas.openxmlformats.org/drawingml/2006/main" xmlns:r="http://schemas.openxmlformats.org/officeDocument/2006/relationships" xmlns:p="http://schemas.openxmlformats.org/presentationml/2006/main">
  <p:tag name="ORIGINALHEIGHT" val=" 2.331234"/>
  <p:tag name="ORIGINALWIDTH" val=" 6.637368"/>
  <p:tag name="EMFCHILD" val="True"/>
</p:tagLst>
</file>

<file path=ppt/tags/tag20.xml><?xml version="1.0" encoding="utf-8"?>
<p:tagLst xmlns:a="http://schemas.openxmlformats.org/drawingml/2006/main" xmlns:r="http://schemas.openxmlformats.org/officeDocument/2006/relationships" xmlns:p="http://schemas.openxmlformats.org/presentationml/2006/main">
  <p:tag name="ORIGINALHEIGHT" val=" 3.145177"/>
  <p:tag name="ORIGINALWIDTH" val=" 4.268865"/>
  <p:tag name="EMFCHILD" val="True"/>
</p:tagLst>
</file>

<file path=ppt/tags/tag21.xml><?xml version="1.0" encoding="utf-8"?>
<p:tagLst xmlns:a="http://schemas.openxmlformats.org/drawingml/2006/main" xmlns:r="http://schemas.openxmlformats.org/officeDocument/2006/relationships" xmlns:p="http://schemas.openxmlformats.org/presentationml/2006/main">
  <p:tag name="ORIGINALHEIGHT" val=" 13.94767"/>
  <p:tag name="ORIGINALWIDTH" val=" 11.62789"/>
  <p:tag name="EMFCHILD" val="True"/>
</p:tagLst>
</file>

<file path=ppt/tags/tag22.xml><?xml version="1.0" encoding="utf-8"?>
<p:tagLst xmlns:a="http://schemas.openxmlformats.org/drawingml/2006/main" xmlns:r="http://schemas.openxmlformats.org/officeDocument/2006/relationships" xmlns:p="http://schemas.openxmlformats.org/presentationml/2006/main">
  <p:tag name="ORIGINALHEIGHT" val=" 4.693372"/>
  <p:tag name="ORIGINALWIDTH" val=" 2.116962"/>
  <p:tag name="EMFCHILD" val="True"/>
</p:tagLst>
</file>

<file path=ppt/tags/tag23.xml><?xml version="1.0" encoding="utf-8"?>
<p:tagLst xmlns:a="http://schemas.openxmlformats.org/drawingml/2006/main" xmlns:r="http://schemas.openxmlformats.org/officeDocument/2006/relationships" xmlns:p="http://schemas.openxmlformats.org/presentationml/2006/main">
  <p:tag name="ORIGINALHEIGHT" val=" 1.875951"/>
  <p:tag name="ORIGINALWIDTH" val=" 5.142191"/>
  <p:tag name="EMFCHILD" val="True"/>
</p:tagLst>
</file>

<file path=ppt/tags/tag24.xml><?xml version="1.0" encoding="utf-8"?>
<p:tagLst xmlns:a="http://schemas.openxmlformats.org/drawingml/2006/main" xmlns:r="http://schemas.openxmlformats.org/officeDocument/2006/relationships" xmlns:p="http://schemas.openxmlformats.org/presentationml/2006/main">
  <p:tag name="ORIGINALHEIGHT" val=" 4.63061"/>
  <p:tag name="ORIGINALWIDTH" val=" 2.543143"/>
  <p:tag name="EMFCHILD" val="True"/>
</p:tagLst>
</file>

<file path=ppt/tags/tag25.xml><?xml version="1.0" encoding="utf-8"?>
<p:tagLst xmlns:a="http://schemas.openxmlformats.org/drawingml/2006/main" xmlns:r="http://schemas.openxmlformats.org/officeDocument/2006/relationships" xmlns:p="http://schemas.openxmlformats.org/presentationml/2006/main">
  <p:tag name="ORIGINALHEIGHT" val=" 6.804462"/>
  <p:tag name="ORIGINALWIDTH" val=" 7.126443"/>
  <p:tag name="EMFCHILD" val="True"/>
</p:tagLst>
</file>

<file path=ppt/tags/tag26.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27.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28.xml><?xml version="1.0" encoding="utf-8"?>
<p:tagLst xmlns:a="http://schemas.openxmlformats.org/drawingml/2006/main" xmlns:r="http://schemas.openxmlformats.org/officeDocument/2006/relationships" xmlns:p="http://schemas.openxmlformats.org/presentationml/2006/main">
  <p:tag name="ORIGINALHEIGHT" val=" 4.693372"/>
  <p:tag name="ORIGINALWIDTH" val=" 2.116962"/>
  <p:tag name="EMFCHILD" val="True"/>
</p:tagLst>
</file>

<file path=ppt/tags/tag29.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30.xml><?xml version="1.0" encoding="utf-8"?>
<p:tagLst xmlns:a="http://schemas.openxmlformats.org/drawingml/2006/main" xmlns:r="http://schemas.openxmlformats.org/officeDocument/2006/relationships" xmlns:p="http://schemas.openxmlformats.org/presentationml/2006/main">
  <p:tag name="ORIGINALHEIGHT" val=" 6.804462"/>
  <p:tag name="ORIGINALWIDTH" val=" 7.126443"/>
  <p:tag name="EMFCHILD" val="True"/>
</p:tagLst>
</file>

<file path=ppt/tags/tag31.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32.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33.xml><?xml version="1.0" encoding="utf-8"?>
<p:tagLst xmlns:a="http://schemas.openxmlformats.org/drawingml/2006/main" xmlns:r="http://schemas.openxmlformats.org/officeDocument/2006/relationships" xmlns:p="http://schemas.openxmlformats.org/presentationml/2006/main">
  <p:tag name="ORIGINALHEIGHT" val=" 4.693372"/>
  <p:tag name="ORIGINALWIDTH" val=" 2.116962"/>
  <p:tag name="EMFCHILD" val="True"/>
</p:tagLst>
</file>

<file path=ppt/tags/tag34.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35.xml><?xml version="1.0" encoding="utf-8"?>
<p:tagLst xmlns:a="http://schemas.openxmlformats.org/drawingml/2006/main" xmlns:r="http://schemas.openxmlformats.org/officeDocument/2006/relationships" xmlns:p="http://schemas.openxmlformats.org/presentationml/2006/main">
  <p:tag name="ORIGINALHEIGHT" val=" 4.293897"/>
  <p:tag name="ORIGINALWIDTH" val=" 1.057972"/>
  <p:tag name="EMFCHILD" val="True"/>
</p:tagLst>
</file>

<file path=ppt/tags/tag36.xml><?xml version="1.0" encoding="utf-8"?>
<p:tagLst xmlns:a="http://schemas.openxmlformats.org/drawingml/2006/main" xmlns:r="http://schemas.openxmlformats.org/officeDocument/2006/relationships" xmlns:p="http://schemas.openxmlformats.org/presentationml/2006/main">
  <p:tag name="ORIGINALHEIGHT" val=" 2.331234"/>
  <p:tag name="ORIGINALWIDTH" val=" 6.637368"/>
  <p:tag name="EMFCHILD" val="True"/>
</p:tagLst>
</file>

<file path=ppt/tags/tag37.xml><?xml version="1.0" encoding="utf-8"?>
<p:tagLst xmlns:a="http://schemas.openxmlformats.org/drawingml/2006/main" xmlns:r="http://schemas.openxmlformats.org/officeDocument/2006/relationships" xmlns:p="http://schemas.openxmlformats.org/presentationml/2006/main">
  <p:tag name="ORIGINALHEIGHT" val=" 5.021161"/>
  <p:tag name="ORIGINALWIDTH" val=" 4.661122"/>
  <p:tag name="EMFCHILD" val="True"/>
</p:tagLst>
</file>

<file path=ppt/tags/tag38.xml><?xml version="1.0" encoding="utf-8"?>
<p:tagLst xmlns:a="http://schemas.openxmlformats.org/drawingml/2006/main" xmlns:r="http://schemas.openxmlformats.org/officeDocument/2006/relationships" xmlns:p="http://schemas.openxmlformats.org/presentationml/2006/main">
  <p:tag name="ORIGINALHEIGHT" val=" 6.794521"/>
  <p:tag name="ORIGINALWIDTH" val=" 5.243799"/>
  <p:tag name="EMFCHILD" val="True"/>
</p:tagLst>
</file>

<file path=ppt/tags/tag39.xml><?xml version="1.0" encoding="utf-8"?>
<p:tagLst xmlns:a="http://schemas.openxmlformats.org/drawingml/2006/main" xmlns:r="http://schemas.openxmlformats.org/officeDocument/2006/relationships" xmlns:p="http://schemas.openxmlformats.org/presentationml/2006/main">
  <p:tag name="ORIGINALHEIGHT" val=" 6.485662"/>
  <p:tag name="ORIGINALWIDTH" val=" 3.443438"/>
  <p:tag name="EMFCHILD" val="True"/>
</p:tagLst>
</file>

<file path=ppt/tags/tag40.xml><?xml version="1.0" encoding="utf-8"?>
<p:tagLst xmlns:a="http://schemas.openxmlformats.org/drawingml/2006/main" xmlns:r="http://schemas.openxmlformats.org/officeDocument/2006/relationships" xmlns:p="http://schemas.openxmlformats.org/presentationml/2006/main">
  <p:tag name="ORIGINALHEIGHT" val=" 7.063484"/>
  <p:tag name="ORIGINALWIDTH" val=" 1.937434"/>
  <p:tag name="EMFCHILD" val="True"/>
</p:tagLst>
</file>

<file path=ppt/tags/tag41.xml><?xml version="1.0" encoding="utf-8"?>
<p:tagLst xmlns:a="http://schemas.openxmlformats.org/drawingml/2006/main" xmlns:r="http://schemas.openxmlformats.org/officeDocument/2006/relationships" xmlns:p="http://schemas.openxmlformats.org/presentationml/2006/main">
  <p:tag name="ORIGINALHEIGHT" val=" 5.021161"/>
  <p:tag name="ORIGINALWIDTH" val=" 4.661122"/>
  <p:tag name="EMFCHILD" val="True"/>
</p:tagLst>
</file>

<file path=ppt/tags/tag42.xml><?xml version="1.0" encoding="utf-8"?>
<p:tagLst xmlns:a="http://schemas.openxmlformats.org/drawingml/2006/main" xmlns:r="http://schemas.openxmlformats.org/officeDocument/2006/relationships" xmlns:p="http://schemas.openxmlformats.org/presentationml/2006/main">
  <p:tag name="ORIGINALHEIGHT" val=" 4.991273"/>
  <p:tag name="ORIGINALWIDTH" val=" 4.628051"/>
  <p:tag name="EMFCHILD" val="True"/>
</p:tagLst>
</file>

<file path=ppt/tags/tag43.xml><?xml version="1.0" encoding="utf-8"?>
<p:tagLst xmlns:a="http://schemas.openxmlformats.org/drawingml/2006/main" xmlns:r="http://schemas.openxmlformats.org/officeDocument/2006/relationships" xmlns:p="http://schemas.openxmlformats.org/presentationml/2006/main">
  <p:tag name="ORIGINALHEIGHT" val=" 5.021161"/>
  <p:tag name="ORIGINALWIDTH" val=" 4.271522"/>
  <p:tag name="EMFCHILD" val="True"/>
</p:tagLst>
</file>

<file path=ppt/tags/tag44.xml><?xml version="1.0" encoding="utf-8"?>
<p:tagLst xmlns:a="http://schemas.openxmlformats.org/drawingml/2006/main" xmlns:r="http://schemas.openxmlformats.org/officeDocument/2006/relationships" xmlns:p="http://schemas.openxmlformats.org/presentationml/2006/main">
  <p:tag name="ORIGINALHEIGHT" val=" 7.183038"/>
  <p:tag name="ORIGINALWIDTH" val=" 1.996424"/>
  <p:tag name="EMFCHILD" val="True"/>
</p:tagLst>
</file>

<file path=ppt/tags/tag45.xml><?xml version="1.0" encoding="utf-8"?>
<p:tagLst xmlns:a="http://schemas.openxmlformats.org/drawingml/2006/main" xmlns:r="http://schemas.openxmlformats.org/officeDocument/2006/relationships" xmlns:p="http://schemas.openxmlformats.org/presentationml/2006/main">
  <p:tag name="ORIGINALHEIGHT" val=" .6674868"/>
  <p:tag name="ORIGINALWIDTH" val=" 2.94439"/>
  <p:tag name="EMFCHILD" val="True"/>
</p:tagLst>
</file>

<file path=ppt/tags/tag46.xml><?xml version="1.0" encoding="utf-8"?>
<p:tagLst xmlns:a="http://schemas.openxmlformats.org/drawingml/2006/main" xmlns:r="http://schemas.openxmlformats.org/officeDocument/2006/relationships" xmlns:p="http://schemas.openxmlformats.org/presentationml/2006/main">
  <p:tag name="ORIGINALHEIGHT" val=" 5.021161"/>
  <p:tag name="ORIGINALWIDTH" val=" 4.043668"/>
  <p:tag name="EMFCHILD" val="True"/>
</p:tagLst>
</file>

<file path=ppt/tags/tag47.xml><?xml version="1.0" encoding="utf-8"?>
<p:tagLst xmlns:a="http://schemas.openxmlformats.org/drawingml/2006/main" xmlns:r="http://schemas.openxmlformats.org/officeDocument/2006/relationships" xmlns:p="http://schemas.openxmlformats.org/presentationml/2006/main">
  <p:tag name="ORIGINALHEIGHT" val=" 5.001214"/>
  <p:tag name="ORIGINALWIDTH" val=" 7.471128"/>
  <p:tag name="EMFCHILD" val="True"/>
</p:tagLst>
</file>

<file path=ppt/tags/tag48.xml><?xml version="1.0" encoding="utf-8"?>
<p:tagLst xmlns:a="http://schemas.openxmlformats.org/drawingml/2006/main" xmlns:r="http://schemas.openxmlformats.org/officeDocument/2006/relationships" xmlns:p="http://schemas.openxmlformats.org/presentationml/2006/main">
  <p:tag name="ORIGINALHEIGHT" val=" 5.021161"/>
  <p:tag name="ORIGINALWIDTH" val=" 4.661122"/>
  <p:tag name="EMFCHILD" val="True"/>
</p:tagLst>
</file>

<file path=ppt/tags/tag49.xml><?xml version="1.0" encoding="utf-8"?>
<p:tagLst xmlns:a="http://schemas.openxmlformats.org/drawingml/2006/main" xmlns:r="http://schemas.openxmlformats.org/officeDocument/2006/relationships" xmlns:p="http://schemas.openxmlformats.org/presentationml/2006/main">
  <p:tag name="ORIGINALHEIGHT" val=" 5.021161"/>
  <p:tag name="ORIGINALWIDTH" val=" 4.661122"/>
  <p:tag name="EMFCHILD" val="True"/>
</p:tagLst>
</file>

<file path=ppt/tags/tag50.xml><?xml version="1.0" encoding="utf-8"?>
<p:tagLst xmlns:a="http://schemas.openxmlformats.org/drawingml/2006/main" xmlns:r="http://schemas.openxmlformats.org/officeDocument/2006/relationships" xmlns:p="http://schemas.openxmlformats.org/presentationml/2006/main">
  <p:tag name="ORIGINALHEIGHT" val=" 6.485662"/>
  <p:tag name="ORIGINALWIDTH" val=" 3.443438"/>
  <p:tag name="EMFCHILD" val="True"/>
</p:tagLst>
</file>

<file path=ppt/tags/tag51.xml><?xml version="1.0" encoding="utf-8"?>
<p:tagLst xmlns:a="http://schemas.openxmlformats.org/drawingml/2006/main" xmlns:r="http://schemas.openxmlformats.org/officeDocument/2006/relationships" xmlns:p="http://schemas.openxmlformats.org/presentationml/2006/main">
  <p:tag name="ORIGINALHEIGHT" val=" 7.163123"/>
  <p:tag name="ORIGINALWIDTH" val=" 4.63248"/>
  <p:tag name="EMFCHILD" val="True"/>
</p:tagLst>
</file>

<file path=ppt/tags/tag52.xml><?xml version="1.0" encoding="utf-8"?>
<p:tagLst xmlns:a="http://schemas.openxmlformats.org/drawingml/2006/main" xmlns:r="http://schemas.openxmlformats.org/officeDocument/2006/relationships" xmlns:p="http://schemas.openxmlformats.org/presentationml/2006/main">
  <p:tag name="ORIGINALHEIGHT" val=" 7.063484"/>
  <p:tag name="ORIGINALWIDTH" val=" 1.937434"/>
  <p:tag name="EMFCHILD" val="True"/>
</p:tagLst>
</file>

<file path=ppt/tags/tag53.xml><?xml version="1.0" encoding="utf-8"?>
<p:tagLst xmlns:a="http://schemas.openxmlformats.org/drawingml/2006/main" xmlns:r="http://schemas.openxmlformats.org/officeDocument/2006/relationships" xmlns:p="http://schemas.openxmlformats.org/presentationml/2006/main">
  <p:tag name="ORIGINALHEIGHT" val=" 4.991273"/>
  <p:tag name="ORIGINALWIDTH" val=" 4.628051"/>
  <p:tag name="EMFCHILD" val="True"/>
</p:tagLst>
</file>

<file path=ppt/tags/tag54.xml><?xml version="1.0" encoding="utf-8"?>
<p:tagLst xmlns:a="http://schemas.openxmlformats.org/drawingml/2006/main" xmlns:r="http://schemas.openxmlformats.org/officeDocument/2006/relationships" xmlns:p="http://schemas.openxmlformats.org/presentationml/2006/main">
  <p:tag name="ORIGINALHEIGHT" val=" 6.814435"/>
  <p:tag name="ORIGINALWIDTH" val=" 5.096653"/>
  <p:tag name="EMFCHILD" val="True"/>
</p:tagLst>
</file>

<file path=ppt/tags/tag55.xml><?xml version="1.0" encoding="utf-8"?>
<p:tagLst xmlns:a="http://schemas.openxmlformats.org/drawingml/2006/main" xmlns:r="http://schemas.openxmlformats.org/officeDocument/2006/relationships" xmlns:p="http://schemas.openxmlformats.org/presentationml/2006/main">
  <p:tag name="ORIGINALHEIGHT" val=" 23.90036"/>
  <p:tag name="ORIGINALWIDTH" val=" 4.91063"/>
  <p:tag name="EMFCHILD" val="True"/>
</p:tagLst>
</file>

<file path=ppt/tags/tag56.xml><?xml version="1.0" encoding="utf-8"?>
<p:tagLst xmlns:a="http://schemas.openxmlformats.org/drawingml/2006/main" xmlns:r="http://schemas.openxmlformats.org/officeDocument/2006/relationships" xmlns:p="http://schemas.openxmlformats.org/presentationml/2006/main">
  <p:tag name="ORIGINALHEIGHT" val=" 5.021161"/>
  <p:tag name="ORIGINALWIDTH" val=" 3.956791"/>
  <p:tag name="EMFCHILD" val="True"/>
</p:tagLst>
</file>

<file path=ppt/tags/tag57.xml><?xml version="1.0" encoding="utf-8"?>
<p:tagLst xmlns:a="http://schemas.openxmlformats.org/drawingml/2006/main" xmlns:r="http://schemas.openxmlformats.org/officeDocument/2006/relationships" xmlns:p="http://schemas.openxmlformats.org/presentationml/2006/main">
  <p:tag name="ORIGINALHEIGHT" val=" 5.021161"/>
  <p:tag name="ORIGINALWIDTH" val=" 4.631168"/>
  <p:tag name="EMFCHILD" val="True"/>
</p:tagLst>
</file>

<file path=ppt/tags/tag58.xml><?xml version="1.0" encoding="utf-8"?>
<p:tagLst xmlns:a="http://schemas.openxmlformats.org/drawingml/2006/main" xmlns:r="http://schemas.openxmlformats.org/officeDocument/2006/relationships" xmlns:p="http://schemas.openxmlformats.org/presentationml/2006/main">
  <p:tag name="ORIGINALHEIGHT" val=" 5.001214"/>
  <p:tag name="ORIGINALWIDTH" val=" 4.112172"/>
  <p:tag name="EMFCHILD" val="True"/>
</p:tagLst>
</file>

<file path=ppt/tags/tag59.xml><?xml version="1.0" encoding="utf-8"?>
<p:tagLst xmlns:a="http://schemas.openxmlformats.org/drawingml/2006/main" xmlns:r="http://schemas.openxmlformats.org/officeDocument/2006/relationships" xmlns:p="http://schemas.openxmlformats.org/presentationml/2006/main">
  <p:tag name="ORIGINALHEIGHT" val=" 5.001214"/>
  <p:tag name="ORIGINALWIDTH" val=" 4.182021"/>
  <p:tag name="EMFCHILD" val="True"/>
</p:tagLst>
</file>

<file path=ppt/tags/tag60.xml><?xml version="1.0" encoding="utf-8"?>
<p:tagLst xmlns:a="http://schemas.openxmlformats.org/drawingml/2006/main" xmlns:r="http://schemas.openxmlformats.org/officeDocument/2006/relationships" xmlns:p="http://schemas.openxmlformats.org/presentationml/2006/main">
  <p:tag name="ORIGINALHEIGHT" val=" 6.485662"/>
  <p:tag name="ORIGINALWIDTH" val=" 3.603117"/>
  <p:tag name="EMFCHILD" val="True"/>
</p:tagLst>
</file>

<file path=ppt/tags/tag61.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62.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63.xml><?xml version="1.0" encoding="utf-8"?>
<p:tagLst xmlns:a="http://schemas.openxmlformats.org/drawingml/2006/main" xmlns:r="http://schemas.openxmlformats.org/officeDocument/2006/relationships" xmlns:p="http://schemas.openxmlformats.org/presentationml/2006/main">
  <p:tag name="ORIGINALHEIGHT" val=" 4.693372"/>
  <p:tag name="ORIGINALWIDTH" val=" 2.116962"/>
  <p:tag name="EMFCHILD" val="True"/>
</p:tagLst>
</file>

<file path=ppt/tags/tag64.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65.xml><?xml version="1.0" encoding="utf-8"?>
<p:tagLst xmlns:a="http://schemas.openxmlformats.org/drawingml/2006/main" xmlns:r="http://schemas.openxmlformats.org/officeDocument/2006/relationships" xmlns:p="http://schemas.openxmlformats.org/presentationml/2006/main">
  <p:tag name="ORIGINALHEIGHT" val=" .398458"/>
  <p:tag name="ORIGINALWIDTH" val=" 67.3353"/>
  <p:tag name="EMFCHILD" val="True"/>
</p:tagLst>
</file>

<file path=ppt/tags/tag66.xml><?xml version="1.0" encoding="utf-8"?>
<p:tagLst xmlns:a="http://schemas.openxmlformats.org/drawingml/2006/main" xmlns:r="http://schemas.openxmlformats.org/officeDocument/2006/relationships" xmlns:p="http://schemas.openxmlformats.org/presentationml/2006/main">
  <p:tag name="ORIGINALHEIGHT" val=" 9.96263"/>
  <p:tag name="ORIGINALWIDTH" val=" 9.412073"/>
  <p:tag name="EMFCHILD" val="True"/>
</p:tagLst>
</file>

<file path=ppt/tags/tag67.xml><?xml version="1.0" encoding="utf-8"?>
<p:tagLst xmlns:a="http://schemas.openxmlformats.org/drawingml/2006/main" xmlns:r="http://schemas.openxmlformats.org/officeDocument/2006/relationships" xmlns:p="http://schemas.openxmlformats.org/presentationml/2006/main">
  <p:tag name="ORIGINALHEIGHT" val=" 3.145177"/>
  <p:tag name="ORIGINALWIDTH" val=" 3.737861"/>
  <p:tag name="EMFCHILD" val="True"/>
</p:tagLst>
</file>

<file path=ppt/tags/tag68.xml><?xml version="1.0" encoding="utf-8"?>
<p:tagLst xmlns:a="http://schemas.openxmlformats.org/drawingml/2006/main" xmlns:r="http://schemas.openxmlformats.org/officeDocument/2006/relationships" xmlns:p="http://schemas.openxmlformats.org/presentationml/2006/main">
  <p:tag name="ORIGINALHEIGHT" val=" 4.553904"/>
  <p:tag name="ORIGINALWIDTH" val=" 3.863648"/>
  <p:tag name="EMFCHILD" val="True"/>
</p:tagLst>
</file>

<file path=ppt/tags/tag69.xml><?xml version="1.0" encoding="utf-8"?>
<p:tagLst xmlns:a="http://schemas.openxmlformats.org/drawingml/2006/main" xmlns:r="http://schemas.openxmlformats.org/officeDocument/2006/relationships" xmlns:p="http://schemas.openxmlformats.org/presentationml/2006/main">
  <p:tag name="ORIGINALHEIGHT" val=" 4.902592"/>
  <p:tag name="ORIGINALWIDTH" val=" 5.463583"/>
  <p:tag name="EMFCHILD" val="True"/>
</p:tagLst>
</file>

<file path=ppt/tags/tag70.xml><?xml version="1.0" encoding="utf-8"?>
<p:tagLst xmlns:a="http://schemas.openxmlformats.org/drawingml/2006/main" xmlns:r="http://schemas.openxmlformats.org/officeDocument/2006/relationships" xmlns:p="http://schemas.openxmlformats.org/presentationml/2006/main">
  <p:tag name="ORIGINALHEIGHT" val=" 5.021161"/>
  <p:tag name="ORIGINALWIDTH" val=" 3.956791"/>
  <p:tag name="EMFCHILD" val="True"/>
</p:tagLst>
</file>

<file path=ppt/tags/tag71.xml><?xml version="1.0" encoding="utf-8"?>
<p:tagLst xmlns:a="http://schemas.openxmlformats.org/drawingml/2006/main" xmlns:r="http://schemas.openxmlformats.org/officeDocument/2006/relationships" xmlns:p="http://schemas.openxmlformats.org/presentationml/2006/main">
  <p:tag name="ORIGINALHEIGHT" val=" 5.021161"/>
  <p:tag name="ORIGINALWIDTH" val=" 4.631168"/>
  <p:tag name="EMFCHILD" val="True"/>
</p:tagLst>
</file>

<file path=ppt/tags/tag72.xml><?xml version="1.0" encoding="utf-8"?>
<p:tagLst xmlns:a="http://schemas.openxmlformats.org/drawingml/2006/main" xmlns:r="http://schemas.openxmlformats.org/officeDocument/2006/relationships" xmlns:p="http://schemas.openxmlformats.org/presentationml/2006/main">
  <p:tag name="ORIGINALHEIGHT" val=" 5.001214"/>
  <p:tag name="ORIGINALWIDTH" val=" 4.112172"/>
  <p:tag name="EMFCHILD" val="True"/>
</p:tagLst>
</file>

<file path=ppt/tags/tag73.xml><?xml version="1.0" encoding="utf-8"?>
<p:tagLst xmlns:a="http://schemas.openxmlformats.org/drawingml/2006/main" xmlns:r="http://schemas.openxmlformats.org/officeDocument/2006/relationships" xmlns:p="http://schemas.openxmlformats.org/presentationml/2006/main">
  <p:tag name="ORIGINALHEIGHT" val=" 5.001214"/>
  <p:tag name="ORIGINALWIDTH" val=" 4.182021"/>
  <p:tag name="EMFCHILD" val="True"/>
</p:tagLst>
</file>

<file path=ppt/tags/tag74.xml><?xml version="1.0" encoding="utf-8"?>
<p:tagLst xmlns:a="http://schemas.openxmlformats.org/drawingml/2006/main" xmlns:r="http://schemas.openxmlformats.org/officeDocument/2006/relationships" xmlns:p="http://schemas.openxmlformats.org/presentationml/2006/main">
  <p:tag name="ORIGINALHEIGHT" val=" 6.485662"/>
  <p:tag name="ORIGINALWIDTH" val=" 3.603117"/>
  <p:tag name="EMFCHILD" val="True"/>
</p:tagLst>
</file>

<file path=ppt/tags/tag75.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76.xml><?xml version="1.0" encoding="utf-8"?>
<p:tagLst xmlns:a="http://schemas.openxmlformats.org/drawingml/2006/main" xmlns:r="http://schemas.openxmlformats.org/officeDocument/2006/relationships" xmlns:p="http://schemas.openxmlformats.org/presentationml/2006/main">
  <p:tag name="ORIGINALHEIGHT" val=" 4.513058"/>
  <p:tag name="ORIGINALWIDTH" val=" 4.970538"/>
  <p:tag name="EMFCHILD" val="True"/>
</p:tagLst>
</file>

<file path=ppt/tags/tag77.xml><?xml version="1.0" encoding="utf-8"?>
<p:tagLst xmlns:a="http://schemas.openxmlformats.org/drawingml/2006/main" xmlns:r="http://schemas.openxmlformats.org/officeDocument/2006/relationships" xmlns:p="http://schemas.openxmlformats.org/presentationml/2006/main">
  <p:tag name="ORIGINALHEIGHT" val=" 9.96263"/>
  <p:tag name="ORIGINALWIDTH" val=" 2.315584"/>
  <p:tag name="EMFCHILD" val="True"/>
</p:tagLst>
</file>

<file path=ppt/tags/tag78.xml><?xml version="1.0" encoding="utf-8"?>
<p:tagLst xmlns:a="http://schemas.openxmlformats.org/drawingml/2006/main" xmlns:r="http://schemas.openxmlformats.org/officeDocument/2006/relationships" xmlns:p="http://schemas.openxmlformats.org/presentationml/2006/main">
  <p:tag name="ORIGINALHEIGHT" val=" 23.90036"/>
  <p:tag name="ORIGINALWIDTH" val=" 4.91063"/>
  <p:tag name="EMFCHILD"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otalTime>11058</TotalTime>
  <Words>4260</Words>
  <Application>Microsoft Office PowerPoint</Application>
  <PresentationFormat>Widescreen</PresentationFormat>
  <Paragraphs>938</Paragraphs>
  <Slides>49</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Noto Sans Symbols</vt:lpstr>
      <vt:lpstr>Aptos</vt:lpstr>
      <vt:lpstr>Arial</vt:lpstr>
      <vt:lpstr>Calibri</vt:lpstr>
      <vt:lpstr>Cambria Math</vt:lpstr>
      <vt:lpstr>Courier New</vt:lpstr>
      <vt:lpstr>Nunito</vt:lpstr>
      <vt:lpstr>Office Theme</vt:lpstr>
      <vt:lpstr>CS 489/698: Introduction to Natural Language Processing  Lecture 2: Words and Morphology</vt:lpstr>
      <vt:lpstr>What is a word?</vt:lpstr>
      <vt:lpstr>What is a word?</vt:lpstr>
      <vt:lpstr>What is a word?</vt:lpstr>
      <vt:lpstr>What is a word?</vt:lpstr>
      <vt:lpstr>What is a word?</vt:lpstr>
      <vt:lpstr>Outline of Today’s Lecture</vt:lpstr>
      <vt:lpstr>PowerPoint Presentation</vt:lpstr>
      <vt:lpstr>PowerPoint Presentation</vt:lpstr>
      <vt:lpstr>Morphology</vt:lpstr>
      <vt:lpstr>Types of Word Formation</vt:lpstr>
      <vt:lpstr>Isolating Language</vt:lpstr>
      <vt:lpstr>Morphological Decomposition </vt:lpstr>
      <vt:lpstr>Morphology in NLP</vt:lpstr>
      <vt:lpstr>Morphology in NLP</vt:lpstr>
      <vt:lpstr>Lexical Semantics</vt:lpstr>
      <vt:lpstr>Variability and Ambiguity in Words</vt:lpstr>
      <vt:lpstr>Polysemy vs. Homonymy</vt:lpstr>
      <vt:lpstr>Synonyms</vt:lpstr>
      <vt:lpstr>Antonyms</vt:lpstr>
      <vt:lpstr>Hyponymy/Hypernymy, and Meronym/Holonym</vt:lpstr>
      <vt:lpstr>Word Sense Disambiguation</vt:lpstr>
      <vt:lpstr>The Role of Word Senses </vt:lpstr>
      <vt:lpstr>Tokenization</vt:lpstr>
      <vt:lpstr>Conventions in Rule-Based Tokenizers</vt:lpstr>
      <vt:lpstr>Tokenization across Languages</vt:lpstr>
      <vt:lpstr>Word Types vs. Word Tokens</vt:lpstr>
      <vt:lpstr>Word Types vs. Word Tokens</vt:lpstr>
      <vt:lpstr>Type/Token Ratio</vt:lpstr>
      <vt:lpstr>Type/Token Ratio: Wikipedia vs. Twitter</vt:lpstr>
      <vt:lpstr>Type/Token Ratio: Wikipedia vs. Twitter</vt:lpstr>
      <vt:lpstr>PowerPoint Presentation</vt:lpstr>
      <vt:lpstr>PowerPoint Presentation</vt:lpstr>
      <vt:lpstr>PowerPoint Presentation</vt:lpstr>
      <vt:lpstr>PowerPoint Presentation</vt:lpstr>
      <vt:lpstr>PowerPoint Presentation</vt:lpstr>
      <vt:lpstr>PowerPoint Presentation</vt:lpstr>
      <vt:lpstr>How are words distributed?</vt:lpstr>
      <vt:lpstr>Zipf’s Law</vt:lpstr>
      <vt:lpstr>Tokenization in Modern NLP Systems</vt:lpstr>
      <vt:lpstr>Data-Driven Subword-Based Tokenizers</vt:lpstr>
      <vt:lpstr>Byte Pair Encoding</vt:lpstr>
      <vt:lpstr>Byte Pair Encoding</vt:lpstr>
      <vt:lpstr>Byte Pair Encoding</vt:lpstr>
      <vt:lpstr>Byte Pair Encoding</vt:lpstr>
      <vt:lpstr>Apply Trained BPE to New Corpus</vt:lpstr>
      <vt:lpstr>SentencePiece Tokenization</vt:lpstr>
      <vt:lpstr>Byte-Level BPE</vt:lpstr>
      <vt:lpstr>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Freda Shi</dc:creator>
  <cp:lastModifiedBy>Freda Shi</cp:lastModifiedBy>
  <cp:revision>1</cp:revision>
  <dcterms:created xsi:type="dcterms:W3CDTF">2025-07-25T21:38:11Z</dcterms:created>
  <dcterms:modified xsi:type="dcterms:W3CDTF">2026-01-07T03:49:22Z</dcterms:modified>
</cp:coreProperties>
</file>